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3"/>
  </p:notesMasterIdLst>
  <p:handoutMasterIdLst>
    <p:handoutMasterId r:id="rId64"/>
  </p:handoutMasterIdLst>
  <p:sldIdLst>
    <p:sldId id="323" r:id="rId2"/>
    <p:sldId id="324"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16" r:id="rId55"/>
    <p:sldId id="310" r:id="rId56"/>
    <p:sldId id="311" r:id="rId57"/>
    <p:sldId id="312" r:id="rId58"/>
    <p:sldId id="313" r:id="rId59"/>
    <p:sldId id="314" r:id="rId60"/>
    <p:sldId id="315" r:id="rId61"/>
    <p:sldId id="325" r:id="rId62"/>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5761"/>
  </p:normalViewPr>
  <p:slideViewPr>
    <p:cSldViewPr snapToGrid="0">
      <p:cViewPr varScale="1">
        <p:scale>
          <a:sx n="96" d="100"/>
          <a:sy n="96" d="100"/>
        </p:scale>
        <p:origin x="331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2024/10/22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57571-512B-6E4B-B5D5-ACC009815935}" type="datetimeFigureOut">
              <a:rPr kumimoji="1" lang="zh-CN" altLang="en-US" smtClean="0"/>
              <a:t>2024/10/22</a:t>
            </a:fld>
            <a:endParaRPr kumimoji="1" lang="zh-CN" altLang="en-US"/>
          </a:p>
        </p:txBody>
      </p:sp>
      <p:sp>
        <p:nvSpPr>
          <p:cNvPr id="4" name="幻灯片图像占位符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0F2FD7-B266-994C-80DE-BB99B1F57D8C}"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FDD8DC9-79EA-B140-812A-6DD39D618FB2}" type="slidenum">
              <a:rPr kumimoji="1" lang="zh-CN" altLang="en-US" smtClean="0"/>
              <a:t>12</a:t>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3B0CCD63-3C67-6A47-BD31-B8CA71BD9579}" type="datetimeFigureOut">
              <a:rPr kumimoji="1" lang="zh-CN" altLang="en-US" smtClean="0"/>
              <a:t>2024/10/22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A7B4A80-7075-8A47-B920-A88167AC0391}" type="slidenum">
              <a:rPr kumimoji="1" lang="zh-CN" altLang="en-US" smtClean="0"/>
              <a:t>‹#›</a:t>
            </a:fld>
            <a:endParaRPr kumimoji="1" lang="zh-CN" altLang="en-US"/>
          </a:p>
        </p:txBody>
      </p:sp>
      <p:sp>
        <p:nvSpPr>
          <p:cNvPr id="7" name="bg object 16"/>
          <p:cNvSpPr/>
          <p:nvPr userDrawn="1"/>
        </p:nvSpPr>
        <p:spPr>
          <a:xfrm>
            <a:off x="-6350" y="0"/>
            <a:ext cx="6858000" cy="9144000"/>
          </a:xfrm>
          <a:custGeom>
            <a:avLst/>
            <a:gdLst/>
            <a:ahLst/>
            <a:cxnLst/>
            <a:rect l="l" t="t" r="r" b="b"/>
            <a:pathLst>
              <a:path w="13716000" h="18288000">
                <a:moveTo>
                  <a:pt x="13716000" y="0"/>
                </a:moveTo>
                <a:lnTo>
                  <a:pt x="0" y="0"/>
                </a:lnTo>
                <a:lnTo>
                  <a:pt x="0" y="18288000"/>
                </a:lnTo>
                <a:lnTo>
                  <a:pt x="13716000" y="18288000"/>
                </a:lnTo>
                <a:lnTo>
                  <a:pt x="13716000" y="0"/>
                </a:lnTo>
                <a:close/>
              </a:path>
            </a:pathLst>
          </a:custGeom>
          <a:solidFill>
            <a:srgbClr val="FBF5EA"/>
          </a:solidFill>
        </p:spPr>
        <p:txBody>
          <a:bodyPr wrap="square" lIns="0" tIns="0" rIns="0" bIns="0" rtlCol="0"/>
          <a:lstStyle/>
          <a:p>
            <a:endParaRPr/>
          </a:p>
        </p:txBody>
      </p:sp>
      <p:sp>
        <p:nvSpPr>
          <p:cNvPr id="8" name="bg object 17"/>
          <p:cNvSpPr/>
          <p:nvPr userDrawn="1"/>
        </p:nvSpPr>
        <p:spPr>
          <a:xfrm>
            <a:off x="342900" y="327025"/>
            <a:ext cx="6172200" cy="8439150"/>
          </a:xfrm>
          <a:custGeom>
            <a:avLst/>
            <a:gdLst/>
            <a:ahLst/>
            <a:cxnLst/>
            <a:rect l="l" t="t" r="r" b="b"/>
            <a:pathLst>
              <a:path w="12344400" h="16878300">
                <a:moveTo>
                  <a:pt x="12344400" y="0"/>
                </a:moveTo>
                <a:lnTo>
                  <a:pt x="0" y="0"/>
                </a:lnTo>
                <a:lnTo>
                  <a:pt x="0" y="16878300"/>
                </a:lnTo>
                <a:lnTo>
                  <a:pt x="12344400" y="16878300"/>
                </a:lnTo>
                <a:lnTo>
                  <a:pt x="12344400" y="0"/>
                </a:lnTo>
                <a:close/>
              </a:path>
            </a:pathLst>
          </a:custGeom>
          <a:solidFill>
            <a:srgbClr val="FFFFFF"/>
          </a:solidFill>
        </p:spPr>
        <p:txBody>
          <a:bodyPr wrap="square" lIns="0" tIns="0" rIns="0" bIns="0" rtlCol="0"/>
          <a:lstStyle/>
          <a:p>
            <a:endParaRPr/>
          </a:p>
        </p:txBody>
      </p:sp>
      <p:sp>
        <p:nvSpPr>
          <p:cNvPr id="9" name="bg object 18"/>
          <p:cNvSpPr/>
          <p:nvPr userDrawn="1"/>
        </p:nvSpPr>
        <p:spPr>
          <a:xfrm>
            <a:off x="2898775" y="330022"/>
            <a:ext cx="1060450" cy="349250"/>
          </a:xfrm>
          <a:custGeom>
            <a:avLst/>
            <a:gdLst/>
            <a:ahLst/>
            <a:cxnLst/>
            <a:rect l="l" t="t" r="r" b="b"/>
            <a:pathLst>
              <a:path w="2120900" h="698500">
                <a:moveTo>
                  <a:pt x="2120900" y="0"/>
                </a:moveTo>
                <a:lnTo>
                  <a:pt x="0" y="0"/>
                </a:lnTo>
                <a:lnTo>
                  <a:pt x="0" y="444500"/>
                </a:lnTo>
                <a:lnTo>
                  <a:pt x="4092" y="490157"/>
                </a:lnTo>
                <a:lnTo>
                  <a:pt x="15890" y="533130"/>
                </a:lnTo>
                <a:lnTo>
                  <a:pt x="34678" y="572700"/>
                </a:lnTo>
                <a:lnTo>
                  <a:pt x="59737" y="608150"/>
                </a:lnTo>
                <a:lnTo>
                  <a:pt x="90351" y="638763"/>
                </a:lnTo>
                <a:lnTo>
                  <a:pt x="125801" y="663822"/>
                </a:lnTo>
                <a:lnTo>
                  <a:pt x="165371" y="682609"/>
                </a:lnTo>
                <a:lnTo>
                  <a:pt x="208343" y="694407"/>
                </a:lnTo>
                <a:lnTo>
                  <a:pt x="254000" y="698500"/>
                </a:lnTo>
                <a:lnTo>
                  <a:pt x="1866900" y="698500"/>
                </a:lnTo>
                <a:lnTo>
                  <a:pt x="1912556" y="694407"/>
                </a:lnTo>
                <a:lnTo>
                  <a:pt x="1955528" y="682609"/>
                </a:lnTo>
                <a:lnTo>
                  <a:pt x="1995098" y="663822"/>
                </a:lnTo>
                <a:lnTo>
                  <a:pt x="2030548" y="638763"/>
                </a:lnTo>
                <a:lnTo>
                  <a:pt x="2061162" y="608150"/>
                </a:lnTo>
                <a:lnTo>
                  <a:pt x="2086221" y="572700"/>
                </a:lnTo>
                <a:lnTo>
                  <a:pt x="2105009" y="533130"/>
                </a:lnTo>
                <a:lnTo>
                  <a:pt x="2116807" y="490157"/>
                </a:lnTo>
                <a:lnTo>
                  <a:pt x="2120900" y="444500"/>
                </a:lnTo>
                <a:lnTo>
                  <a:pt x="2120900" y="0"/>
                </a:lnTo>
                <a:close/>
              </a:path>
            </a:pathLst>
          </a:custGeom>
          <a:solidFill>
            <a:srgbClr val="212121"/>
          </a:solidFill>
        </p:spPr>
        <p:txBody>
          <a:bodyPr wrap="square" lIns="0" tIns="0" rIns="0" bIns="0" rtlCol="0"/>
          <a:lstStyle/>
          <a:p>
            <a:endParaRPr/>
          </a:p>
        </p:txBody>
      </p:sp>
      <p:pic>
        <p:nvPicPr>
          <p:cNvPr id="10" name="object 3"/>
          <p:cNvPicPr/>
          <p:nvPr userDrawn="1"/>
        </p:nvPicPr>
        <p:blipFill>
          <a:blip r:embed="rId2" cstate="email"/>
          <a:stretch>
            <a:fillRect/>
          </a:stretch>
        </p:blipFill>
        <p:spPr>
          <a:xfrm>
            <a:off x="3049133" y="410478"/>
            <a:ext cx="776360" cy="1524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B0CCD63-3C67-6A47-BD31-B8CA71BD9579}" type="datetimeFigureOut">
              <a:rPr kumimoji="1" lang="zh-CN" altLang="en-US" smtClean="0"/>
              <a:t>2024/10/22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A7B4A80-7075-8A47-B920-A88167AC0391}"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3B0CCD63-3C67-6A47-BD31-B8CA71BD9579}" type="datetimeFigureOut">
              <a:rPr kumimoji="1" lang="zh-CN" altLang="en-US" smtClean="0"/>
              <a:t>2024/10/22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A7B4A80-7075-8A47-B920-A88167AC0391}"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3B0CCD63-3C67-6A47-BD31-B8CA71BD9579}" type="datetimeFigureOut">
              <a:rPr kumimoji="1" lang="zh-CN" altLang="en-US" smtClean="0"/>
              <a:t>2024/10/22</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4A7B4A80-7075-8A47-B920-A88167AC0391}"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472381" y="3340100"/>
            <a:ext cx="2901255" cy="491278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3471863" y="3340100"/>
            <a:ext cx="2915543" cy="491278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3B0CCD63-3C67-6A47-BD31-B8CA71BD9579}" type="datetimeFigureOut">
              <a:rPr kumimoji="1" lang="zh-CN" altLang="en-US" smtClean="0"/>
              <a:t>2024/10/22</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4A7B4A80-7075-8A47-B920-A88167AC0391}"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3B0CCD63-3C67-6A47-BD31-B8CA71BD9579}" type="datetimeFigureOut">
              <a:rPr kumimoji="1" lang="zh-CN" altLang="en-US" smtClean="0"/>
              <a:t>2024/10/22</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4A7B4A80-7075-8A47-B920-A88167AC0391}"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0CCD63-3C67-6A47-BD31-B8CA71BD9579}" type="datetimeFigureOut">
              <a:rPr kumimoji="1" lang="zh-CN" altLang="en-US" smtClean="0"/>
              <a:t>2024/10/22</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4A7B4A80-7075-8A47-B920-A88167AC0391}"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B0CCD63-3C67-6A47-BD31-B8CA71BD9579}" type="datetimeFigureOut">
              <a:rPr kumimoji="1" lang="zh-CN" altLang="en-US" smtClean="0"/>
              <a:t>2024/10/22</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4A7B4A80-7075-8A47-B920-A88167AC0391}"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B0CCD63-3C67-6A47-BD31-B8CA71BD9579}" type="datetimeFigureOut">
              <a:rPr kumimoji="1" lang="zh-CN" altLang="en-US" smtClean="0"/>
              <a:t>2024/10/22</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4A7B4A80-7075-8A47-B920-A88167AC0391}"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B0CCD63-3C67-6A47-BD31-B8CA71BD9579}" type="datetimeFigureOut">
              <a:rPr kumimoji="1" lang="zh-CN" altLang="en-US" smtClean="0"/>
              <a:t>2024/10/22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A7B4A80-7075-8A47-B920-A88167AC0391}"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B0CCD63-3C67-6A47-BD31-B8CA71BD9579}" type="datetimeFigureOut">
              <a:rPr kumimoji="1" lang="zh-CN" altLang="en-US" smtClean="0"/>
              <a:t>2024/10/22</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A7B4A80-7075-8A47-B920-A88167AC0391}" type="slidenum">
              <a:rPr kumimoji="1" lang="zh-CN" altLang="en-US" smtClean="0"/>
              <a:t>‹#›</a:t>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3B0CCD63-3C67-6A47-BD31-B8CA71BD9579}" type="datetimeFigureOut">
              <a:rPr kumimoji="1" lang="zh-CN" altLang="en-US" smtClean="0"/>
              <a:t>2024/10/22</a:t>
            </a:fld>
            <a:endParaRPr kumimoji="1" lang="zh-CN" alt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4A7B4A80-7075-8A47-B920-A88167AC0391}" type="slidenum">
              <a:rPr kumimoji="1" lang="zh-CN" altLang="en-US" smtClean="0"/>
              <a:t>‹#›</a:t>
            </a:fld>
            <a:endParaRPr kumimoji="1" lang="zh-CN" altLang="en-US"/>
          </a:p>
        </p:txBody>
      </p:sp>
      <p:sp>
        <p:nvSpPr>
          <p:cNvPr id="7" name="bg object 16"/>
          <p:cNvSpPr/>
          <p:nvPr userDrawn="1"/>
        </p:nvSpPr>
        <p:spPr>
          <a:xfrm>
            <a:off x="-6350" y="0"/>
            <a:ext cx="6858000" cy="9144000"/>
          </a:xfrm>
          <a:custGeom>
            <a:avLst/>
            <a:gdLst/>
            <a:ahLst/>
            <a:cxnLst/>
            <a:rect l="l" t="t" r="r" b="b"/>
            <a:pathLst>
              <a:path w="13716000" h="18288000">
                <a:moveTo>
                  <a:pt x="13716000" y="0"/>
                </a:moveTo>
                <a:lnTo>
                  <a:pt x="0" y="0"/>
                </a:lnTo>
                <a:lnTo>
                  <a:pt x="0" y="18288000"/>
                </a:lnTo>
                <a:lnTo>
                  <a:pt x="13716000" y="18288000"/>
                </a:lnTo>
                <a:lnTo>
                  <a:pt x="13716000" y="0"/>
                </a:lnTo>
                <a:close/>
              </a:path>
            </a:pathLst>
          </a:custGeom>
          <a:solidFill>
            <a:srgbClr val="FBF5EA"/>
          </a:solidFill>
        </p:spPr>
        <p:txBody>
          <a:bodyPr wrap="square" lIns="0" tIns="0" rIns="0" bIns="0" rtlCol="0"/>
          <a:lstStyle/>
          <a:p>
            <a:endParaRPr/>
          </a:p>
        </p:txBody>
      </p:sp>
      <p:sp>
        <p:nvSpPr>
          <p:cNvPr id="8" name="bg object 17"/>
          <p:cNvSpPr/>
          <p:nvPr userDrawn="1"/>
        </p:nvSpPr>
        <p:spPr>
          <a:xfrm>
            <a:off x="342900" y="327025"/>
            <a:ext cx="6172200" cy="8439150"/>
          </a:xfrm>
          <a:custGeom>
            <a:avLst/>
            <a:gdLst/>
            <a:ahLst/>
            <a:cxnLst/>
            <a:rect l="l" t="t" r="r" b="b"/>
            <a:pathLst>
              <a:path w="12344400" h="16878300">
                <a:moveTo>
                  <a:pt x="12344400" y="0"/>
                </a:moveTo>
                <a:lnTo>
                  <a:pt x="0" y="0"/>
                </a:lnTo>
                <a:lnTo>
                  <a:pt x="0" y="16878300"/>
                </a:lnTo>
                <a:lnTo>
                  <a:pt x="12344400" y="16878300"/>
                </a:lnTo>
                <a:lnTo>
                  <a:pt x="12344400" y="0"/>
                </a:lnTo>
                <a:close/>
              </a:path>
            </a:pathLst>
          </a:custGeom>
          <a:solidFill>
            <a:srgbClr val="FFFFFF"/>
          </a:solidFill>
        </p:spPr>
        <p:txBody>
          <a:bodyPr wrap="square" lIns="0" tIns="0" rIns="0" bIns="0" rtlCol="0"/>
          <a:lstStyle/>
          <a:p>
            <a:endParaRPr/>
          </a:p>
        </p:txBody>
      </p:sp>
      <p:sp>
        <p:nvSpPr>
          <p:cNvPr id="9" name="bg object 18"/>
          <p:cNvSpPr/>
          <p:nvPr userDrawn="1"/>
        </p:nvSpPr>
        <p:spPr>
          <a:xfrm>
            <a:off x="2898775" y="330022"/>
            <a:ext cx="1060450" cy="349250"/>
          </a:xfrm>
          <a:custGeom>
            <a:avLst/>
            <a:gdLst/>
            <a:ahLst/>
            <a:cxnLst/>
            <a:rect l="l" t="t" r="r" b="b"/>
            <a:pathLst>
              <a:path w="2120900" h="698500">
                <a:moveTo>
                  <a:pt x="2120900" y="0"/>
                </a:moveTo>
                <a:lnTo>
                  <a:pt x="0" y="0"/>
                </a:lnTo>
                <a:lnTo>
                  <a:pt x="0" y="444500"/>
                </a:lnTo>
                <a:lnTo>
                  <a:pt x="4092" y="490157"/>
                </a:lnTo>
                <a:lnTo>
                  <a:pt x="15890" y="533130"/>
                </a:lnTo>
                <a:lnTo>
                  <a:pt x="34678" y="572700"/>
                </a:lnTo>
                <a:lnTo>
                  <a:pt x="59737" y="608150"/>
                </a:lnTo>
                <a:lnTo>
                  <a:pt x="90351" y="638763"/>
                </a:lnTo>
                <a:lnTo>
                  <a:pt x="125801" y="663822"/>
                </a:lnTo>
                <a:lnTo>
                  <a:pt x="165371" y="682609"/>
                </a:lnTo>
                <a:lnTo>
                  <a:pt x="208343" y="694407"/>
                </a:lnTo>
                <a:lnTo>
                  <a:pt x="254000" y="698500"/>
                </a:lnTo>
                <a:lnTo>
                  <a:pt x="1866900" y="698500"/>
                </a:lnTo>
                <a:lnTo>
                  <a:pt x="1912556" y="694407"/>
                </a:lnTo>
                <a:lnTo>
                  <a:pt x="1955528" y="682609"/>
                </a:lnTo>
                <a:lnTo>
                  <a:pt x="1995098" y="663822"/>
                </a:lnTo>
                <a:lnTo>
                  <a:pt x="2030548" y="638763"/>
                </a:lnTo>
                <a:lnTo>
                  <a:pt x="2061162" y="608150"/>
                </a:lnTo>
                <a:lnTo>
                  <a:pt x="2086221" y="572700"/>
                </a:lnTo>
                <a:lnTo>
                  <a:pt x="2105009" y="533130"/>
                </a:lnTo>
                <a:lnTo>
                  <a:pt x="2116807" y="490157"/>
                </a:lnTo>
                <a:lnTo>
                  <a:pt x="2120900" y="444500"/>
                </a:lnTo>
                <a:lnTo>
                  <a:pt x="2120900" y="0"/>
                </a:lnTo>
                <a:close/>
              </a:path>
            </a:pathLst>
          </a:custGeom>
          <a:solidFill>
            <a:srgbClr val="212121"/>
          </a:solidFill>
        </p:spPr>
        <p:txBody>
          <a:bodyPr wrap="square" lIns="0" tIns="0" rIns="0" bIns="0" rtlCol="0"/>
          <a:lstStyle/>
          <a:p>
            <a:endParaRPr/>
          </a:p>
        </p:txBody>
      </p:sp>
      <p:pic>
        <p:nvPicPr>
          <p:cNvPr id="10" name="object 3"/>
          <p:cNvPicPr/>
          <p:nvPr userDrawn="1"/>
        </p:nvPicPr>
        <p:blipFill>
          <a:blip r:embed="rId15" cstate="email"/>
          <a:stretch>
            <a:fillRect/>
          </a:stretch>
        </p:blipFill>
        <p:spPr>
          <a:xfrm>
            <a:off x="3049133" y="410478"/>
            <a:ext cx="776360" cy="1524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image" Target="../media/image3.png"/><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24" Type="http://schemas.openxmlformats.org/officeDocument/2006/relationships/image" Target="../media/image25.png"/><Relationship Id="rId5" Type="http://schemas.openxmlformats.org/officeDocument/2006/relationships/image" Target="../media/image6.png"/><Relationship Id="rId15" Type="http://schemas.openxmlformats.org/officeDocument/2006/relationships/image" Target="../media/image16.png"/><Relationship Id="rId23" Type="http://schemas.openxmlformats.org/officeDocument/2006/relationships/image" Target="../media/image24.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 Type="http://schemas.openxmlformats.org/officeDocument/2006/relationships/image" Target="../media/image32.png"/><Relationship Id="rId16" Type="http://schemas.openxmlformats.org/officeDocument/2006/relationships/image" Target="../media/image46.png"/><Relationship Id="rId20" Type="http://schemas.openxmlformats.org/officeDocument/2006/relationships/image" Target="../media/image50.png"/><Relationship Id="rId1" Type="http://schemas.openxmlformats.org/officeDocument/2006/relationships/slideLayout" Target="../slideLayouts/slideLayout12.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31.png"/><Relationship Id="rId10" Type="http://schemas.openxmlformats.org/officeDocument/2006/relationships/image" Target="../media/image40.png"/><Relationship Id="rId19" Type="http://schemas.openxmlformats.org/officeDocument/2006/relationships/image" Target="../media/image49.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s>
</file>

<file path=ppt/slides/_rels/slide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7.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image" Target="../media/image63.jpeg"/><Relationship Id="rId13" Type="http://schemas.openxmlformats.org/officeDocument/2006/relationships/image" Target="../media/image68.png"/><Relationship Id="rId18" Type="http://schemas.openxmlformats.org/officeDocument/2006/relationships/image" Target="../media/image73.png"/><Relationship Id="rId3" Type="http://schemas.openxmlformats.org/officeDocument/2006/relationships/image" Target="../media/image58.png"/><Relationship Id="rId21" Type="http://schemas.openxmlformats.org/officeDocument/2006/relationships/image" Target="../media/image76.png"/><Relationship Id="rId7" Type="http://schemas.openxmlformats.org/officeDocument/2006/relationships/image" Target="../media/image62.jpeg"/><Relationship Id="rId12" Type="http://schemas.openxmlformats.org/officeDocument/2006/relationships/image" Target="../media/image67.jpeg"/><Relationship Id="rId17" Type="http://schemas.openxmlformats.org/officeDocument/2006/relationships/image" Target="../media/image72.jpeg"/><Relationship Id="rId2" Type="http://schemas.openxmlformats.org/officeDocument/2006/relationships/image" Target="../media/image3.png"/><Relationship Id="rId16" Type="http://schemas.openxmlformats.org/officeDocument/2006/relationships/image" Target="../media/image71.jpeg"/><Relationship Id="rId20" Type="http://schemas.openxmlformats.org/officeDocument/2006/relationships/image" Target="../media/image75.jpe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jpeg"/><Relationship Id="rId15" Type="http://schemas.openxmlformats.org/officeDocument/2006/relationships/image" Target="../media/image70.jpeg"/><Relationship Id="rId23" Type="http://schemas.openxmlformats.org/officeDocument/2006/relationships/image" Target="../media/image78.jpeg"/><Relationship Id="rId10" Type="http://schemas.openxmlformats.org/officeDocument/2006/relationships/image" Target="../media/image65.jpeg"/><Relationship Id="rId19" Type="http://schemas.openxmlformats.org/officeDocument/2006/relationships/image" Target="../media/image74.jpeg"/><Relationship Id="rId4" Type="http://schemas.openxmlformats.org/officeDocument/2006/relationships/image" Target="../media/image59.png"/><Relationship Id="rId9" Type="http://schemas.openxmlformats.org/officeDocument/2006/relationships/image" Target="../media/image64.jpeg"/><Relationship Id="rId14" Type="http://schemas.openxmlformats.org/officeDocument/2006/relationships/image" Target="../media/image69.jpeg"/><Relationship Id="rId22" Type="http://schemas.openxmlformats.org/officeDocument/2006/relationships/image" Target="../media/image77.jpeg"/></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2.xml"/><Relationship Id="rId5" Type="http://schemas.openxmlformats.org/officeDocument/2006/relationships/image" Target="../media/image31.png"/><Relationship Id="rId4" Type="http://schemas.openxmlformats.org/officeDocument/2006/relationships/image" Target="../media/image8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82.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86.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87.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90.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91.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92.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91.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93.png"/><Relationship Id="rId7" Type="http://schemas.openxmlformats.org/officeDocument/2006/relationships/image" Target="../media/image97.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 Id="rId9" Type="http://schemas.openxmlformats.org/officeDocument/2006/relationships/image" Target="../media/image99.png"/></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01封面备份 4@1x"/>
          <p:cNvPicPr>
            <a:picLocks noChangeAspect="1"/>
          </p:cNvPicPr>
          <p:nvPr/>
        </p:nvPicPr>
        <p:blipFill>
          <a:blip r:embed="rId2"/>
          <a:stretch>
            <a:fillRect/>
          </a:stretch>
        </p:blipFill>
        <p:spPr>
          <a:xfrm>
            <a:off x="0" y="0"/>
            <a:ext cx="6858000" cy="914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350"/>
            <a:ext cx="6858000" cy="9131300"/>
          </a:xfrm>
          <a:prstGeom prst="rect">
            <a:avLst/>
          </a:prstGeom>
          <a:solidFill>
            <a:srgbClr val="F69351">
              <a:alpha val="100000"/>
            </a:srgbClr>
          </a:solidFill>
        </p:spPr>
      </p:sp>
      <p:sp>
        <p:nvSpPr>
          <p:cNvPr id="3" name="Shape 1"/>
          <p:cNvSpPr/>
          <p:nvPr/>
        </p:nvSpPr>
        <p:spPr>
          <a:xfrm rot="5400000">
            <a:off x="-962025" y="1298575"/>
            <a:ext cx="8782050" cy="6502400"/>
          </a:xfrm>
          <a:prstGeom prst="rect">
            <a:avLst/>
          </a:prstGeom>
          <a:solidFill>
            <a:srgbClr val="FFFFFF">
              <a:alpha val="100000"/>
            </a:srgbClr>
          </a:solidFill>
        </p:spPr>
      </p:sp>
      <p:sp>
        <p:nvSpPr>
          <p:cNvPr id="4" name="Text 2"/>
          <p:cNvSpPr/>
          <p:nvPr/>
        </p:nvSpPr>
        <p:spPr>
          <a:xfrm>
            <a:off x="2552700" y="584200"/>
            <a:ext cx="1949450" cy="571500"/>
          </a:xfrm>
          <a:prstGeom prst="rect">
            <a:avLst/>
          </a:prstGeom>
          <a:noFill/>
        </p:spPr>
        <p:txBody>
          <a:bodyPr wrap="square" lIns="0" tIns="0" rIns="0" bIns="0" rtlCol="0" anchor="t"/>
          <a:lstStyle/>
          <a:p>
            <a:pPr algn="l"/>
            <a:r>
              <a:rPr lang="en-US" sz="3000" dirty="0">
                <a:solidFill>
                  <a:srgbClr val="000000">
                    <a:alpha val="100000"/>
                  </a:srgbClr>
                </a:solidFill>
                <a:latin typeface="jiangchengyuanti700W" panose="020B0800000000000000" pitchFamily="34" charset="-122"/>
                <a:ea typeface="jiangchengyuanti700W" panose="020B0800000000000000" pitchFamily="34" charset="-122"/>
                <a:cs typeface="jiangchengyuanti700W" panose="020B0800000000000000" pitchFamily="34" charset="-120"/>
              </a:rPr>
              <a:t>Contents</a:t>
            </a:r>
            <a:endParaRPr lang="en-US" sz="3000" dirty="0"/>
          </a:p>
        </p:txBody>
      </p:sp>
      <p:sp>
        <p:nvSpPr>
          <p:cNvPr id="5" name="Shape 3"/>
          <p:cNvSpPr/>
          <p:nvPr/>
        </p:nvSpPr>
        <p:spPr>
          <a:xfrm>
            <a:off x="1104900" y="1104900"/>
            <a:ext cx="69850" cy="7594600"/>
          </a:xfrm>
          <a:prstGeom prst="roundRect">
            <a:avLst>
              <a:gd name="adj" fmla="val 52364"/>
            </a:avLst>
          </a:prstGeom>
          <a:solidFill>
            <a:srgbClr val="212121">
              <a:alpha val="100000"/>
            </a:srgbClr>
          </a:solidFill>
        </p:spPr>
      </p:sp>
      <p:sp>
        <p:nvSpPr>
          <p:cNvPr id="6" name="Text 4"/>
          <p:cNvSpPr/>
          <p:nvPr/>
        </p:nvSpPr>
        <p:spPr>
          <a:xfrm>
            <a:off x="1441450" y="1311275"/>
            <a:ext cx="4381500" cy="228600"/>
          </a:xfrm>
          <a:prstGeom prst="rect">
            <a:avLst/>
          </a:prstGeom>
          <a:noFill/>
        </p:spPr>
        <p:txBody>
          <a:bodyPr wrap="square" lIns="0" tIns="0" rIns="0" bIns="0" rtlCol="0" anchor="t"/>
          <a:lstStyle/>
          <a:p>
            <a:pPr algn="l">
              <a:lnSpc>
                <a:spcPct val="100000"/>
              </a:lnSpc>
            </a:pPr>
            <a:r>
              <a:rPr lang="en-US" sz="1200" kern="0" spc="-4" dirty="0">
                <a:solidFill>
                  <a:srgbClr val="212121">
                    <a:alpha val="100000"/>
                  </a:srgbClr>
                </a:solidFill>
                <a:latin typeface="jiangchengyuanti600W" panose="020B0800000000000000" pitchFamily="34" charset="-122"/>
                <a:ea typeface="jiangchengyuanti600W" panose="020B0800000000000000" pitchFamily="34" charset="-122"/>
                <a:cs typeface="jiangchengyuanti600W" panose="020B0800000000000000" pitchFamily="34" charset="-120"/>
              </a:rPr>
              <a:t>史蒂芬·柯维 Stephen Richards Covey</a:t>
            </a:r>
            <a:endParaRPr lang="en-US" sz="1200" dirty="0"/>
          </a:p>
        </p:txBody>
      </p:sp>
      <p:sp>
        <p:nvSpPr>
          <p:cNvPr id="7" name="Text 5"/>
          <p:cNvSpPr/>
          <p:nvPr/>
        </p:nvSpPr>
        <p:spPr>
          <a:xfrm>
            <a:off x="1441450" y="995680"/>
            <a:ext cx="3638550" cy="279400"/>
          </a:xfrm>
          <a:prstGeom prst="rect">
            <a:avLst/>
          </a:prstGeom>
          <a:noFill/>
        </p:spPr>
        <p:txBody>
          <a:bodyPr wrap="square" lIns="0" tIns="0" rIns="0" bIns="0" rtlCol="0" anchor="b" anchorCtr="0"/>
          <a:lstStyle/>
          <a:p>
            <a:pPr algn="l">
              <a:lnSpc>
                <a:spcPct val="100000"/>
              </a:lnSpc>
            </a:pPr>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美国著名管理学大师</a:t>
            </a:r>
            <a:endParaRPr lang="en-US" sz="900" dirty="0"/>
          </a:p>
        </p:txBody>
      </p:sp>
      <p:sp>
        <p:nvSpPr>
          <p:cNvPr id="8" name="Text 6"/>
          <p:cNvSpPr/>
          <p:nvPr/>
        </p:nvSpPr>
        <p:spPr>
          <a:xfrm>
            <a:off x="1441450" y="1527175"/>
            <a:ext cx="3638550" cy="171450"/>
          </a:xfrm>
          <a:prstGeom prst="rect">
            <a:avLst/>
          </a:prstGeom>
          <a:noFill/>
        </p:spPr>
        <p:txBody>
          <a:bodyPr wrap="square" lIns="0" tIns="0" rIns="0" bIns="0" rtlCol="0" anchor="t"/>
          <a:lstStyle/>
          <a:p>
            <a:pPr algn="l">
              <a:lnSpc>
                <a:spcPct val="100000"/>
              </a:lnSpc>
            </a:pPr>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 《 成功者的8个习惯 》  </a:t>
            </a:r>
            <a:endParaRPr lang="en-US" sz="900" dirty="0"/>
          </a:p>
        </p:txBody>
      </p:sp>
      <p:sp>
        <p:nvSpPr>
          <p:cNvPr id="9" name="Text 7"/>
          <p:cNvSpPr/>
          <p:nvPr/>
        </p:nvSpPr>
        <p:spPr>
          <a:xfrm>
            <a:off x="1409700" y="2092325"/>
            <a:ext cx="4381500" cy="228600"/>
          </a:xfrm>
          <a:prstGeom prst="rect">
            <a:avLst/>
          </a:prstGeom>
          <a:noFill/>
        </p:spPr>
        <p:txBody>
          <a:bodyPr wrap="square" lIns="0" tIns="0" rIns="0" bIns="0" rtlCol="0" anchor="t"/>
          <a:lstStyle/>
          <a:p>
            <a:pPr algn="l"/>
            <a:r>
              <a:rPr lang="en-US" sz="1200" kern="0" spc="-4" dirty="0">
                <a:solidFill>
                  <a:srgbClr val="212121">
                    <a:alpha val="100000"/>
                  </a:srgbClr>
                </a:solidFill>
                <a:latin typeface="jiangchengyuanti600W" panose="020B0800000000000000" pitchFamily="34" charset="-122"/>
                <a:ea typeface="jiangchengyuanti600W" panose="020B0800000000000000" pitchFamily="34" charset="-122"/>
                <a:cs typeface="jiangchengyuanti600W" panose="020B0800000000000000" pitchFamily="34" charset="-120"/>
              </a:rPr>
              <a:t>罗伯特·斯腾伯格 Robert J. Sternberg</a:t>
            </a:r>
            <a:endParaRPr lang="en-US" sz="1200" dirty="0"/>
          </a:p>
        </p:txBody>
      </p:sp>
      <p:sp>
        <p:nvSpPr>
          <p:cNvPr id="10" name="Text 8"/>
          <p:cNvSpPr/>
          <p:nvPr/>
        </p:nvSpPr>
        <p:spPr>
          <a:xfrm>
            <a:off x="1409700" y="1776730"/>
            <a:ext cx="3638550" cy="279400"/>
          </a:xfrm>
          <a:prstGeom prst="rect">
            <a:avLst/>
          </a:prstGeom>
          <a:noFill/>
        </p:spPr>
        <p:txBody>
          <a:bodyPr wrap="square" lIns="0" tIns="0" rIns="0" bIns="0" rtlCol="0" anchor="b" anchorCtr="0"/>
          <a:lstStyle/>
          <a:p>
            <a:pPr algn="l"/>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美国著名心理学家</a:t>
            </a:r>
            <a:endParaRPr lang="en-US" sz="900" dirty="0"/>
          </a:p>
        </p:txBody>
      </p:sp>
      <p:sp>
        <p:nvSpPr>
          <p:cNvPr id="11" name="Text 9"/>
          <p:cNvSpPr/>
          <p:nvPr/>
        </p:nvSpPr>
        <p:spPr>
          <a:xfrm>
            <a:off x="1409700" y="2322830"/>
            <a:ext cx="3638550" cy="171450"/>
          </a:xfrm>
          <a:prstGeom prst="rect">
            <a:avLst/>
          </a:prstGeom>
          <a:noFill/>
        </p:spPr>
        <p:txBody>
          <a:bodyPr wrap="square" lIns="0" tIns="0" rIns="0" bIns="0" rtlCol="0" anchor="t"/>
          <a:lstStyle/>
          <a:p>
            <a:pPr algn="l"/>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 爱的8种类型 》  </a:t>
            </a:r>
            <a:endParaRPr lang="en-US" sz="900" dirty="0"/>
          </a:p>
        </p:txBody>
      </p:sp>
      <p:sp>
        <p:nvSpPr>
          <p:cNvPr id="12" name="Text 10"/>
          <p:cNvSpPr/>
          <p:nvPr/>
        </p:nvSpPr>
        <p:spPr>
          <a:xfrm>
            <a:off x="1409700" y="2873375"/>
            <a:ext cx="4381500" cy="228600"/>
          </a:xfrm>
          <a:prstGeom prst="rect">
            <a:avLst/>
          </a:prstGeom>
          <a:noFill/>
        </p:spPr>
        <p:txBody>
          <a:bodyPr wrap="square" lIns="0" tIns="0" rIns="0" bIns="0" rtlCol="0" anchor="t"/>
          <a:lstStyle/>
          <a:p>
            <a:pPr algn="l"/>
            <a:r>
              <a:rPr lang="en-US" sz="1200" kern="0" spc="-4" dirty="0">
                <a:solidFill>
                  <a:srgbClr val="212121">
                    <a:alpha val="100000"/>
                  </a:srgbClr>
                </a:solidFill>
                <a:latin typeface="jiangchengyuanti600W" panose="020B0800000000000000" pitchFamily="34" charset="-122"/>
                <a:ea typeface="jiangchengyuanti600W" panose="020B0800000000000000" pitchFamily="34" charset="-122"/>
                <a:cs typeface="jiangchengyuanti600W" panose="020B0800000000000000" pitchFamily="34" charset="-120"/>
              </a:rPr>
              <a:t>查尔斯·汉迪  Charles Handy</a:t>
            </a:r>
            <a:endParaRPr lang="en-US" sz="1200" dirty="0"/>
          </a:p>
        </p:txBody>
      </p:sp>
      <p:sp>
        <p:nvSpPr>
          <p:cNvPr id="13" name="Text 11"/>
          <p:cNvSpPr/>
          <p:nvPr/>
        </p:nvSpPr>
        <p:spPr>
          <a:xfrm>
            <a:off x="1409700" y="2557780"/>
            <a:ext cx="3638550" cy="279400"/>
          </a:xfrm>
          <a:prstGeom prst="rect">
            <a:avLst/>
          </a:prstGeom>
          <a:noFill/>
        </p:spPr>
        <p:txBody>
          <a:bodyPr wrap="square" lIns="0" tIns="0" rIns="0" bIns="0" rtlCol="0" anchor="b" anchorCtr="0"/>
          <a:lstStyle/>
          <a:p>
            <a:pPr algn="l"/>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欧洲管理思想大师</a:t>
            </a:r>
            <a:endParaRPr lang="en-US" sz="900" dirty="0"/>
          </a:p>
        </p:txBody>
      </p:sp>
      <p:sp>
        <p:nvSpPr>
          <p:cNvPr id="14" name="Text 12"/>
          <p:cNvSpPr/>
          <p:nvPr/>
        </p:nvSpPr>
        <p:spPr>
          <a:xfrm>
            <a:off x="1409700" y="3103880"/>
            <a:ext cx="3638550" cy="171450"/>
          </a:xfrm>
          <a:prstGeom prst="rect">
            <a:avLst/>
          </a:prstGeom>
          <a:noFill/>
        </p:spPr>
        <p:txBody>
          <a:bodyPr wrap="square" lIns="0" tIns="0" rIns="0" bIns="0" rtlCol="0" anchor="t"/>
          <a:lstStyle/>
          <a:p>
            <a:pPr algn="l"/>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 《 21 封关于人生和挑战的信 》</a:t>
            </a:r>
            <a:endParaRPr lang="en-US" sz="900" dirty="0"/>
          </a:p>
        </p:txBody>
      </p:sp>
      <p:sp>
        <p:nvSpPr>
          <p:cNvPr id="15" name="Text 13"/>
          <p:cNvSpPr/>
          <p:nvPr/>
        </p:nvSpPr>
        <p:spPr>
          <a:xfrm>
            <a:off x="1409700" y="3654425"/>
            <a:ext cx="4381500" cy="228600"/>
          </a:xfrm>
          <a:prstGeom prst="rect">
            <a:avLst/>
          </a:prstGeom>
          <a:noFill/>
        </p:spPr>
        <p:txBody>
          <a:bodyPr wrap="square" lIns="0" tIns="0" rIns="0" bIns="0" rtlCol="0" anchor="t"/>
          <a:lstStyle/>
          <a:p>
            <a:pPr algn="l"/>
            <a:r>
              <a:rPr lang="en-US" sz="1200" kern="0" spc="-4" dirty="0">
                <a:solidFill>
                  <a:srgbClr val="212121">
                    <a:alpha val="100000"/>
                  </a:srgbClr>
                </a:solidFill>
                <a:latin typeface="jiangchengyuanti600W" panose="020B0800000000000000" pitchFamily="34" charset="-122"/>
                <a:ea typeface="jiangchengyuanti600W" panose="020B0800000000000000" pitchFamily="34" charset="-122"/>
                <a:cs typeface="jiangchengyuanti600W" panose="020B0800000000000000" pitchFamily="34" charset="-120"/>
              </a:rPr>
              <a:t>奇普·康利  Chip Conley </a:t>
            </a:r>
            <a:endParaRPr lang="en-US" sz="1200" dirty="0"/>
          </a:p>
        </p:txBody>
      </p:sp>
      <p:sp>
        <p:nvSpPr>
          <p:cNvPr id="16" name="Text 14"/>
          <p:cNvSpPr/>
          <p:nvPr/>
        </p:nvSpPr>
        <p:spPr>
          <a:xfrm>
            <a:off x="1409700" y="3338830"/>
            <a:ext cx="3638550" cy="279400"/>
          </a:xfrm>
          <a:prstGeom prst="rect">
            <a:avLst/>
          </a:prstGeom>
          <a:noFill/>
        </p:spPr>
        <p:txBody>
          <a:bodyPr wrap="square" lIns="0" tIns="0" rIns="0" bIns="0" rtlCol="0" anchor="b" anchorCtr="0"/>
          <a:lstStyle/>
          <a:p>
            <a:pPr algn="l"/>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《纽约时报》畅销书作者</a:t>
            </a:r>
            <a:endParaRPr lang="en-US" sz="900" dirty="0"/>
          </a:p>
        </p:txBody>
      </p:sp>
      <p:sp>
        <p:nvSpPr>
          <p:cNvPr id="17" name="Text 15"/>
          <p:cNvSpPr/>
          <p:nvPr/>
        </p:nvSpPr>
        <p:spPr>
          <a:xfrm>
            <a:off x="1409700" y="3884930"/>
            <a:ext cx="3638550" cy="171450"/>
          </a:xfrm>
          <a:prstGeom prst="rect">
            <a:avLst/>
          </a:prstGeom>
          <a:noFill/>
        </p:spPr>
        <p:txBody>
          <a:bodyPr wrap="square" lIns="0" tIns="0" rIns="0" bIns="0" rtlCol="0" anchor="t"/>
          <a:lstStyle/>
          <a:p>
            <a:pPr algn="l"/>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 理解人生的18个情绪方程式 》 </a:t>
            </a:r>
            <a:endParaRPr lang="en-US" sz="900" dirty="0"/>
          </a:p>
        </p:txBody>
      </p:sp>
      <p:sp>
        <p:nvSpPr>
          <p:cNvPr id="18" name="Text 16"/>
          <p:cNvSpPr/>
          <p:nvPr/>
        </p:nvSpPr>
        <p:spPr>
          <a:xfrm>
            <a:off x="1409700" y="4435475"/>
            <a:ext cx="4381500" cy="228600"/>
          </a:xfrm>
          <a:prstGeom prst="rect">
            <a:avLst/>
          </a:prstGeom>
          <a:noFill/>
        </p:spPr>
        <p:txBody>
          <a:bodyPr wrap="square" lIns="0" tIns="0" rIns="0" bIns="0" rtlCol="0" anchor="t"/>
          <a:lstStyle/>
          <a:p>
            <a:pPr algn="l"/>
            <a:r>
              <a:rPr lang="en-US" sz="1200" kern="0" spc="-4" dirty="0">
                <a:solidFill>
                  <a:srgbClr val="212121">
                    <a:alpha val="100000"/>
                  </a:srgbClr>
                </a:solidFill>
                <a:latin typeface="jiangchengyuanti600W" panose="020B0800000000000000" pitchFamily="34" charset="-122"/>
                <a:ea typeface="jiangchengyuanti600W" panose="020B0800000000000000" pitchFamily="34" charset="-122"/>
                <a:cs typeface="jiangchengyuanti600W" panose="020B0800000000000000" pitchFamily="34" charset="-120"/>
              </a:rPr>
              <a:t>约瑟夫·格雷尼 Joseph Grenny</a:t>
            </a:r>
            <a:endParaRPr lang="en-US" sz="1200" dirty="0"/>
          </a:p>
        </p:txBody>
      </p:sp>
      <p:sp>
        <p:nvSpPr>
          <p:cNvPr id="19" name="Text 17"/>
          <p:cNvSpPr/>
          <p:nvPr/>
        </p:nvSpPr>
        <p:spPr>
          <a:xfrm>
            <a:off x="1409700" y="4119880"/>
            <a:ext cx="3638550" cy="279400"/>
          </a:xfrm>
          <a:prstGeom prst="rect">
            <a:avLst/>
          </a:prstGeom>
          <a:noFill/>
        </p:spPr>
        <p:txBody>
          <a:bodyPr wrap="square" lIns="0" tIns="0" rIns="0" bIns="0" rtlCol="0" anchor="b" anchorCtr="0"/>
          <a:lstStyle/>
          <a:p>
            <a:pPr algn="l"/>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《纽约时报》畅销书作者</a:t>
            </a:r>
            <a:endParaRPr lang="en-US" sz="900" dirty="0"/>
          </a:p>
        </p:txBody>
      </p:sp>
      <p:sp>
        <p:nvSpPr>
          <p:cNvPr id="20" name="Text 18"/>
          <p:cNvSpPr/>
          <p:nvPr/>
        </p:nvSpPr>
        <p:spPr>
          <a:xfrm>
            <a:off x="1409700" y="4665980"/>
            <a:ext cx="3638550" cy="171450"/>
          </a:xfrm>
          <a:prstGeom prst="rect">
            <a:avLst/>
          </a:prstGeom>
          <a:noFill/>
        </p:spPr>
        <p:txBody>
          <a:bodyPr wrap="square" lIns="0" tIns="0" rIns="0" bIns="0" rtlCol="0" anchor="t"/>
          <a:lstStyle/>
          <a:p>
            <a:pPr algn="l"/>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 驱动他人改变的6种力量 》 </a:t>
            </a:r>
            <a:endParaRPr lang="en-US" sz="900" dirty="0"/>
          </a:p>
        </p:txBody>
      </p:sp>
      <p:sp>
        <p:nvSpPr>
          <p:cNvPr id="21" name="Text 19"/>
          <p:cNvSpPr/>
          <p:nvPr/>
        </p:nvSpPr>
        <p:spPr>
          <a:xfrm>
            <a:off x="1409700" y="5216525"/>
            <a:ext cx="4381500" cy="228600"/>
          </a:xfrm>
          <a:prstGeom prst="rect">
            <a:avLst/>
          </a:prstGeom>
          <a:noFill/>
        </p:spPr>
        <p:txBody>
          <a:bodyPr wrap="square" lIns="0" tIns="0" rIns="0" bIns="0" rtlCol="0" anchor="t"/>
          <a:lstStyle/>
          <a:p>
            <a:pPr algn="l"/>
            <a:r>
              <a:rPr lang="en-US" sz="1200" kern="0" spc="-4" dirty="0">
                <a:solidFill>
                  <a:srgbClr val="212121">
                    <a:alpha val="100000"/>
                  </a:srgbClr>
                </a:solidFill>
                <a:latin typeface="jiangchengyuanti600W" panose="020B0800000000000000" pitchFamily="34" charset="-122"/>
                <a:ea typeface="jiangchengyuanti600W" panose="020B0800000000000000" pitchFamily="34" charset="-122"/>
                <a:cs typeface="jiangchengyuanti600W" panose="020B0800000000000000" pitchFamily="34" charset="-120"/>
              </a:rPr>
              <a:t>马丁·赛利格曼  Martin E.P.Seligman </a:t>
            </a:r>
            <a:endParaRPr lang="en-US" sz="1200" dirty="0"/>
          </a:p>
        </p:txBody>
      </p:sp>
      <p:sp>
        <p:nvSpPr>
          <p:cNvPr id="22" name="Text 20"/>
          <p:cNvSpPr/>
          <p:nvPr/>
        </p:nvSpPr>
        <p:spPr>
          <a:xfrm>
            <a:off x="1409700" y="4900930"/>
            <a:ext cx="3638550" cy="279400"/>
          </a:xfrm>
          <a:prstGeom prst="rect">
            <a:avLst/>
          </a:prstGeom>
          <a:noFill/>
        </p:spPr>
        <p:txBody>
          <a:bodyPr wrap="square" lIns="0" tIns="0" rIns="0" bIns="0" rtlCol="0" anchor="b" anchorCtr="0"/>
          <a:lstStyle/>
          <a:p>
            <a:pPr algn="l"/>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积极心理学之父</a:t>
            </a:r>
            <a:endParaRPr lang="en-US" sz="900" dirty="0"/>
          </a:p>
        </p:txBody>
      </p:sp>
      <p:sp>
        <p:nvSpPr>
          <p:cNvPr id="23" name="Text 21"/>
          <p:cNvSpPr/>
          <p:nvPr/>
        </p:nvSpPr>
        <p:spPr>
          <a:xfrm>
            <a:off x="1409700" y="5447030"/>
            <a:ext cx="3638550" cy="171450"/>
          </a:xfrm>
          <a:prstGeom prst="rect">
            <a:avLst/>
          </a:prstGeom>
          <a:noFill/>
        </p:spPr>
        <p:txBody>
          <a:bodyPr wrap="square" lIns="0" tIns="0" rIns="0" bIns="0" rtlCol="0" anchor="t"/>
          <a:lstStyle/>
          <a:p>
            <a:pPr algn="l"/>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 提高幸福感的5个要素 》 </a:t>
            </a:r>
            <a:endParaRPr lang="en-US" sz="900" dirty="0"/>
          </a:p>
        </p:txBody>
      </p:sp>
      <p:sp>
        <p:nvSpPr>
          <p:cNvPr id="24" name="Text 22"/>
          <p:cNvSpPr/>
          <p:nvPr/>
        </p:nvSpPr>
        <p:spPr>
          <a:xfrm>
            <a:off x="1409700" y="5997575"/>
            <a:ext cx="4381500" cy="228600"/>
          </a:xfrm>
          <a:prstGeom prst="rect">
            <a:avLst/>
          </a:prstGeom>
          <a:noFill/>
        </p:spPr>
        <p:txBody>
          <a:bodyPr wrap="square" lIns="0" tIns="0" rIns="0" bIns="0" rtlCol="0" anchor="t"/>
          <a:lstStyle/>
          <a:p>
            <a:pPr algn="l"/>
            <a:r>
              <a:rPr lang="en-US" sz="1200" kern="0" spc="-4" dirty="0">
                <a:solidFill>
                  <a:srgbClr val="212121">
                    <a:alpha val="100000"/>
                  </a:srgbClr>
                </a:solidFill>
                <a:latin typeface="jiangchengyuanti600W" panose="020B0800000000000000" pitchFamily="34" charset="-122"/>
                <a:ea typeface="jiangchengyuanti600W" panose="020B0800000000000000" pitchFamily="34" charset="-122"/>
                <a:cs typeface="jiangchengyuanti600W" panose="020B0800000000000000" pitchFamily="34" charset="-120"/>
              </a:rPr>
              <a:t>阿尔伯特·班杜拉  Albert Bandura</a:t>
            </a:r>
            <a:endParaRPr lang="en-US" sz="1200" dirty="0"/>
          </a:p>
        </p:txBody>
      </p:sp>
      <p:sp>
        <p:nvSpPr>
          <p:cNvPr id="25" name="Text 23"/>
          <p:cNvSpPr/>
          <p:nvPr/>
        </p:nvSpPr>
        <p:spPr>
          <a:xfrm>
            <a:off x="1409700" y="5681980"/>
            <a:ext cx="3638550" cy="279400"/>
          </a:xfrm>
          <a:prstGeom prst="rect">
            <a:avLst/>
          </a:prstGeom>
          <a:noFill/>
        </p:spPr>
        <p:txBody>
          <a:bodyPr wrap="square" lIns="0" tIns="0" rIns="0" bIns="0" rtlCol="0" anchor="b" anchorCtr="0"/>
          <a:lstStyle/>
          <a:p>
            <a:pPr algn="l"/>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美国著名心理学家</a:t>
            </a:r>
            <a:endParaRPr lang="en-US" sz="900" dirty="0"/>
          </a:p>
        </p:txBody>
      </p:sp>
      <p:sp>
        <p:nvSpPr>
          <p:cNvPr id="26" name="Text 24"/>
          <p:cNvSpPr/>
          <p:nvPr/>
        </p:nvSpPr>
        <p:spPr>
          <a:xfrm>
            <a:off x="1409700" y="6228080"/>
            <a:ext cx="3638550" cy="171450"/>
          </a:xfrm>
          <a:prstGeom prst="rect">
            <a:avLst/>
          </a:prstGeom>
          <a:noFill/>
        </p:spPr>
        <p:txBody>
          <a:bodyPr wrap="square" lIns="0" tIns="0" rIns="0" bIns="0" rtlCol="0" anchor="t"/>
          <a:lstStyle/>
          <a:p>
            <a:pPr algn="l"/>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 自信的4种来源 》 </a:t>
            </a:r>
            <a:endParaRPr lang="en-US" sz="900" dirty="0"/>
          </a:p>
        </p:txBody>
      </p:sp>
      <p:sp>
        <p:nvSpPr>
          <p:cNvPr id="27" name="Text 25"/>
          <p:cNvSpPr/>
          <p:nvPr/>
        </p:nvSpPr>
        <p:spPr>
          <a:xfrm>
            <a:off x="1409700" y="6778625"/>
            <a:ext cx="4381500" cy="228600"/>
          </a:xfrm>
          <a:prstGeom prst="rect">
            <a:avLst/>
          </a:prstGeom>
          <a:noFill/>
        </p:spPr>
        <p:txBody>
          <a:bodyPr wrap="square" lIns="0" tIns="0" rIns="0" bIns="0" rtlCol="0" anchor="t"/>
          <a:lstStyle/>
          <a:p>
            <a:pPr algn="l"/>
            <a:r>
              <a:rPr lang="en-US" sz="1200" kern="0" spc="-4" dirty="0">
                <a:solidFill>
                  <a:srgbClr val="212121">
                    <a:alpha val="100000"/>
                  </a:srgbClr>
                </a:solidFill>
                <a:latin typeface="jiangchengyuanti600W" panose="020B0800000000000000" pitchFamily="34" charset="-122"/>
                <a:ea typeface="jiangchengyuanti600W" panose="020B0800000000000000" pitchFamily="34" charset="-122"/>
                <a:cs typeface="jiangchengyuanti600W" panose="020B0800000000000000" pitchFamily="34" charset="-120"/>
              </a:rPr>
              <a:t>哈伯特·德雷福斯兄弟  Hubert Dreyfus&amp;Stuart Dreyfus</a:t>
            </a:r>
            <a:endParaRPr lang="en-US" sz="1200" dirty="0"/>
          </a:p>
        </p:txBody>
      </p:sp>
      <p:sp>
        <p:nvSpPr>
          <p:cNvPr id="28" name="Text 26"/>
          <p:cNvSpPr/>
          <p:nvPr/>
        </p:nvSpPr>
        <p:spPr>
          <a:xfrm>
            <a:off x="1409700" y="6463030"/>
            <a:ext cx="3638550" cy="279400"/>
          </a:xfrm>
          <a:prstGeom prst="rect">
            <a:avLst/>
          </a:prstGeom>
          <a:noFill/>
        </p:spPr>
        <p:txBody>
          <a:bodyPr wrap="square" lIns="0" tIns="0" rIns="0" bIns="0" rtlCol="0" anchor="b" anchorCtr="0"/>
          <a:lstStyle/>
          <a:p>
            <a:pPr algn="l"/>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美国哲学家</a:t>
            </a:r>
            <a:endParaRPr lang="en-US" sz="900" dirty="0"/>
          </a:p>
        </p:txBody>
      </p:sp>
      <p:sp>
        <p:nvSpPr>
          <p:cNvPr id="29" name="Text 27"/>
          <p:cNvSpPr/>
          <p:nvPr/>
        </p:nvSpPr>
        <p:spPr>
          <a:xfrm>
            <a:off x="1409700" y="7009130"/>
            <a:ext cx="3638550" cy="171450"/>
          </a:xfrm>
          <a:prstGeom prst="rect">
            <a:avLst/>
          </a:prstGeom>
          <a:noFill/>
        </p:spPr>
        <p:txBody>
          <a:bodyPr wrap="square" lIns="0" tIns="0" rIns="0" bIns="0" rtlCol="0" anchor="t"/>
          <a:lstStyle/>
          <a:p>
            <a:pPr algn="l"/>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 从新手到专家的5个阶段 》 </a:t>
            </a:r>
            <a:endParaRPr lang="en-US" sz="900" dirty="0"/>
          </a:p>
        </p:txBody>
      </p:sp>
      <p:sp>
        <p:nvSpPr>
          <p:cNvPr id="30" name="Text 28"/>
          <p:cNvSpPr/>
          <p:nvPr/>
        </p:nvSpPr>
        <p:spPr>
          <a:xfrm>
            <a:off x="1409700" y="7559675"/>
            <a:ext cx="4381500" cy="228600"/>
          </a:xfrm>
          <a:prstGeom prst="rect">
            <a:avLst/>
          </a:prstGeom>
          <a:noFill/>
        </p:spPr>
        <p:txBody>
          <a:bodyPr wrap="square" lIns="0" tIns="0" rIns="0" bIns="0" rtlCol="0" anchor="t"/>
          <a:lstStyle/>
          <a:p>
            <a:pPr algn="l"/>
            <a:r>
              <a:rPr lang="en-US" sz="1200" kern="0" spc="-4" dirty="0">
                <a:solidFill>
                  <a:srgbClr val="212121">
                    <a:alpha val="100000"/>
                  </a:srgbClr>
                </a:solidFill>
                <a:latin typeface="jiangchengyuanti600W" panose="020B0800000000000000" pitchFamily="34" charset="-122"/>
                <a:ea typeface="jiangchengyuanti600W" panose="020B0800000000000000" pitchFamily="34" charset="-122"/>
                <a:cs typeface="jiangchengyuanti600W" panose="020B0800000000000000" pitchFamily="34" charset="-120"/>
              </a:rPr>
              <a:t>亚历山大·奥斯本  Alexander Osborn</a:t>
            </a:r>
            <a:endParaRPr lang="en-US" sz="1200" dirty="0"/>
          </a:p>
        </p:txBody>
      </p:sp>
      <p:sp>
        <p:nvSpPr>
          <p:cNvPr id="31" name="Text 29"/>
          <p:cNvSpPr/>
          <p:nvPr/>
        </p:nvSpPr>
        <p:spPr>
          <a:xfrm>
            <a:off x="1409700" y="7244080"/>
            <a:ext cx="3638550" cy="279400"/>
          </a:xfrm>
          <a:prstGeom prst="rect">
            <a:avLst/>
          </a:prstGeom>
          <a:noFill/>
        </p:spPr>
        <p:txBody>
          <a:bodyPr wrap="square" lIns="0" tIns="0" rIns="0" bIns="0" rtlCol="0" anchor="b" anchorCtr="0"/>
          <a:lstStyle/>
          <a:p>
            <a:pPr algn="l"/>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美国创新技法和创新过程之父</a:t>
            </a:r>
            <a:endParaRPr lang="en-US" sz="900" dirty="0"/>
          </a:p>
        </p:txBody>
      </p:sp>
      <p:sp>
        <p:nvSpPr>
          <p:cNvPr id="32" name="Text 30"/>
          <p:cNvSpPr/>
          <p:nvPr/>
        </p:nvSpPr>
        <p:spPr>
          <a:xfrm>
            <a:off x="1409700" y="7790180"/>
            <a:ext cx="3638550" cy="171450"/>
          </a:xfrm>
          <a:prstGeom prst="rect">
            <a:avLst/>
          </a:prstGeom>
          <a:noFill/>
        </p:spPr>
        <p:txBody>
          <a:bodyPr wrap="square" lIns="0" tIns="0" rIns="0" bIns="0" rtlCol="0" anchor="t"/>
          <a:lstStyle/>
          <a:p>
            <a:pPr algn="l"/>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 创造性思考的9种维度 》 </a:t>
            </a:r>
            <a:endParaRPr lang="en-US" sz="900" dirty="0"/>
          </a:p>
        </p:txBody>
      </p:sp>
      <p:sp>
        <p:nvSpPr>
          <p:cNvPr id="33" name="Text 31"/>
          <p:cNvSpPr/>
          <p:nvPr/>
        </p:nvSpPr>
        <p:spPr>
          <a:xfrm>
            <a:off x="1409700" y="8340725"/>
            <a:ext cx="4381500" cy="228600"/>
          </a:xfrm>
          <a:prstGeom prst="rect">
            <a:avLst/>
          </a:prstGeom>
          <a:noFill/>
        </p:spPr>
        <p:txBody>
          <a:bodyPr wrap="square" lIns="0" tIns="0" rIns="0" bIns="0" rtlCol="0" anchor="t"/>
          <a:lstStyle/>
          <a:p>
            <a:pPr algn="l"/>
            <a:r>
              <a:rPr lang="en-US" sz="1200" kern="0" spc="-4" dirty="0">
                <a:solidFill>
                  <a:srgbClr val="212121">
                    <a:alpha val="100000"/>
                  </a:srgbClr>
                </a:solidFill>
                <a:latin typeface="jiangchengyuanti600W" panose="020B0800000000000000" pitchFamily="34" charset="-122"/>
                <a:ea typeface="jiangchengyuanti600W" panose="020B0800000000000000" pitchFamily="34" charset="-122"/>
                <a:cs typeface="jiangchengyuanti600W" panose="020B0800000000000000" pitchFamily="34" charset="-120"/>
              </a:rPr>
              <a:t>乔瑟夫·勒夫&amp;哈里·英格拉姆  Joseph Luft&amp;Harry Ingram</a:t>
            </a:r>
            <a:endParaRPr lang="en-US" sz="1200" dirty="0"/>
          </a:p>
        </p:txBody>
      </p:sp>
      <p:sp>
        <p:nvSpPr>
          <p:cNvPr id="34" name="Text 32"/>
          <p:cNvSpPr/>
          <p:nvPr/>
        </p:nvSpPr>
        <p:spPr>
          <a:xfrm>
            <a:off x="1409700" y="8025130"/>
            <a:ext cx="3638550" cy="279400"/>
          </a:xfrm>
          <a:prstGeom prst="rect">
            <a:avLst/>
          </a:prstGeom>
          <a:noFill/>
        </p:spPr>
        <p:txBody>
          <a:bodyPr wrap="square" lIns="0" tIns="0" rIns="0" bIns="0" rtlCol="0" anchor="b" anchorCtr="0"/>
          <a:lstStyle/>
          <a:p>
            <a:pPr algn="l"/>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美国心理学家</a:t>
            </a:r>
            <a:endParaRPr lang="en-US" sz="900" dirty="0"/>
          </a:p>
        </p:txBody>
      </p:sp>
      <p:sp>
        <p:nvSpPr>
          <p:cNvPr id="35" name="Text 33"/>
          <p:cNvSpPr/>
          <p:nvPr/>
        </p:nvSpPr>
        <p:spPr>
          <a:xfrm>
            <a:off x="1409700" y="8571230"/>
            <a:ext cx="3638550" cy="171450"/>
          </a:xfrm>
          <a:prstGeom prst="rect">
            <a:avLst/>
          </a:prstGeom>
          <a:noFill/>
        </p:spPr>
        <p:txBody>
          <a:bodyPr wrap="square" lIns="0" tIns="0" rIns="0" bIns="0" rtlCol="0" anchor="t"/>
          <a:lstStyle/>
          <a:p>
            <a:pPr algn="l"/>
            <a:r>
              <a:rPr lang="en-US" sz="900" kern="0" spc="-3" dirty="0">
                <a:solidFill>
                  <a:srgbClr val="212121">
                    <a:alpha val="100000"/>
                  </a:srgbClr>
                </a:solidFill>
                <a:latin typeface="jiangchengyuanti400W" panose="020B0800000000000000" pitchFamily="34" charset="-122"/>
                <a:ea typeface="jiangchengyuanti400W" panose="020B0800000000000000" pitchFamily="34" charset="-122"/>
                <a:cs typeface="jiangchengyuanti400W" panose="020B0800000000000000" pitchFamily="34" charset="-120"/>
              </a:rPr>
              <a:t>《 人际关系中的4种自我 》 </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57550" y="8934450"/>
            <a:ext cx="338572" cy="209550"/>
          </a:xfrm>
          <a:prstGeom prst="rect">
            <a:avLst/>
          </a:prstGeom>
        </p:spPr>
      </p:pic>
      <p:sp>
        <p:nvSpPr>
          <p:cNvPr id="3" name="object 3"/>
          <p:cNvSpPr txBox="1"/>
          <p:nvPr/>
        </p:nvSpPr>
        <p:spPr>
          <a:xfrm>
            <a:off x="1966261" y="800100"/>
            <a:ext cx="2938463"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a:t>
            </a:r>
            <a:r>
              <a:rPr sz="900" spc="5" dirty="0">
                <a:solidFill>
                  <a:srgbClr val="212121"/>
                </a:solidFill>
                <a:latin typeface="江城圆体 400W" panose="020B0800000000000000" pitchFamily="34" charset="-128"/>
                <a:ea typeface="江城圆体 400W" panose="020B0800000000000000" pitchFamily="34" charset="-128"/>
                <a:cs typeface="Microsoft JhengHei"/>
              </a:rPr>
              <a:t> 管理学大师斯蒂芬</a:t>
            </a:r>
            <a:r>
              <a:rPr sz="900" dirty="0">
                <a:solidFill>
                  <a:srgbClr val="212121"/>
                </a:solidFill>
                <a:latin typeface="江城圆体 400W" panose="020B0800000000000000" pitchFamily="34" charset="-128"/>
                <a:ea typeface="江城圆体 400W" panose="020B0800000000000000" pitchFamily="34" charset="-128"/>
                <a:cs typeface="Microsoft JhengHei"/>
              </a:rPr>
              <a:t>·科维（Stephen</a:t>
            </a:r>
            <a:r>
              <a:rPr sz="900" spc="85" dirty="0">
                <a:solidFill>
                  <a:srgbClr val="212121"/>
                </a:solidFill>
                <a:latin typeface="江城圆体 400W" panose="020B0800000000000000" pitchFamily="34" charset="-128"/>
                <a:ea typeface="江城圆体 400W" panose="020B0800000000000000" pitchFamily="34" charset="-128"/>
                <a:cs typeface="Microsoft JhengHei"/>
              </a:rPr>
              <a:t> </a:t>
            </a:r>
            <a:r>
              <a:rPr sz="900" spc="28" dirty="0">
                <a:solidFill>
                  <a:srgbClr val="212121"/>
                </a:solidFill>
                <a:latin typeface="江城圆体 400W" panose="020B0800000000000000" pitchFamily="34" charset="-128"/>
                <a:ea typeface="江城圆体 400W" panose="020B0800000000000000" pitchFamily="34" charset="-128"/>
                <a:cs typeface="Microsoft JhengHei"/>
              </a:rPr>
              <a:t>Richards</a:t>
            </a:r>
            <a:r>
              <a:rPr sz="900" spc="88" dirty="0">
                <a:solidFill>
                  <a:srgbClr val="212121"/>
                </a:solidFill>
                <a:latin typeface="江城圆体 400W" panose="020B0800000000000000" pitchFamily="34" charset="-128"/>
                <a:ea typeface="江城圆体 400W" panose="020B0800000000000000" pitchFamily="34" charset="-128"/>
                <a:cs typeface="Microsoft JhengHei"/>
              </a:rPr>
              <a:t> </a:t>
            </a:r>
            <a:r>
              <a:rPr sz="900" spc="-5" dirty="0">
                <a:solidFill>
                  <a:srgbClr val="212121"/>
                </a:solidFill>
                <a:latin typeface="江城圆体 400W" panose="020B0800000000000000" pitchFamily="34" charset="-128"/>
                <a:ea typeface="江城圆体 400W" panose="020B0800000000000000" pitchFamily="34" charset="-128"/>
                <a:cs typeface="Microsoft JhengHei"/>
              </a:rPr>
              <a:t>Covey）</a:t>
            </a:r>
            <a:endParaRPr sz="900" dirty="0">
              <a:latin typeface="江城圆体 400W" panose="020B0800000000000000" pitchFamily="34" charset="-128"/>
              <a:ea typeface="江城圆体 400W" panose="020B0800000000000000" pitchFamily="34" charset="-128"/>
              <a:cs typeface="Microsoft JhengHei"/>
            </a:endParaRPr>
          </a:p>
        </p:txBody>
      </p:sp>
      <p:sp>
        <p:nvSpPr>
          <p:cNvPr id="4" name="object 4"/>
          <p:cNvSpPr txBox="1"/>
          <p:nvPr/>
        </p:nvSpPr>
        <p:spPr>
          <a:xfrm>
            <a:off x="1425406" y="1322385"/>
            <a:ext cx="4219744" cy="283210"/>
          </a:xfrm>
          <a:prstGeom prst="rect">
            <a:avLst/>
          </a:prstGeom>
        </p:spPr>
        <p:txBody>
          <a:bodyPr vert="horz" wrap="square" lIns="0" tIns="6350" rIns="0" bIns="0" rtlCol="0">
            <a:spAutoFit/>
          </a:bodyPr>
          <a:lstStyle/>
          <a:p>
            <a:pPr marL="6350" algn="ctr">
              <a:spcBef>
                <a:spcPts val="50"/>
              </a:spcBef>
            </a:pPr>
            <a:r>
              <a:rPr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8 Habits of Successful People</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0" name="object 10"/>
          <p:cNvSpPr txBox="1">
            <a:spLocks noGrp="1"/>
          </p:cNvSpPr>
          <p:nvPr>
            <p:ph type="title"/>
          </p:nvPr>
        </p:nvSpPr>
        <p:spPr>
          <a:xfrm>
            <a:off x="1724658" y="971721"/>
            <a:ext cx="3584607" cy="560070"/>
          </a:xfrm>
          <a:prstGeom prst="rect">
            <a:avLst/>
          </a:prstGeom>
        </p:spPr>
        <p:txBody>
          <a:bodyPr vert="horz" wrap="square" lIns="0" tIns="6350" rIns="0" bIns="0" rtlCol="0" anchor="ctr">
            <a:spAutoFit/>
          </a:bodyPr>
          <a:lstStyle/>
          <a:p>
            <a:pPr marL="6350">
              <a:lnSpc>
                <a:spcPct val="100000"/>
              </a:lnSpc>
              <a:spcBef>
                <a:spcPts val="50"/>
              </a:spcBef>
            </a:pPr>
            <a:r>
              <a:rPr sz="3600" b="1" spc="28" dirty="0">
                <a:latin typeface="江城圆体 700W" panose="020B0800000000000000" pitchFamily="34" charset="-128"/>
                <a:ea typeface="江城圆体 700W" panose="020B0800000000000000" pitchFamily="34" charset="-128"/>
              </a:rPr>
              <a:t>成功者的</a:t>
            </a:r>
            <a:r>
              <a:rPr sz="3600" b="1" dirty="0">
                <a:latin typeface="江城圆体 700W" panose="020B0800000000000000" pitchFamily="34" charset="-128"/>
                <a:ea typeface="江城圆体 700W" panose="020B0800000000000000" pitchFamily="34" charset="-128"/>
              </a:rPr>
              <a:t>8</a:t>
            </a:r>
            <a:r>
              <a:rPr sz="3600" b="1" spc="18" dirty="0">
                <a:latin typeface="江城圆体 700W" panose="020B0800000000000000" pitchFamily="34" charset="-128"/>
                <a:ea typeface="江城圆体 700W" panose="020B0800000000000000" pitchFamily="34" charset="-128"/>
              </a:rPr>
              <a:t>个习惯</a:t>
            </a:r>
            <a:endParaRPr sz="3600" b="1" dirty="0">
              <a:latin typeface="江城圆体 700W" panose="020B0800000000000000" pitchFamily="34" charset="-128"/>
              <a:ea typeface="江城圆体 700W" panose="020B0800000000000000" pitchFamily="34" charset="-128"/>
            </a:endParaRPr>
          </a:p>
        </p:txBody>
      </p:sp>
      <p:sp>
        <p:nvSpPr>
          <p:cNvPr id="11" name="object 11"/>
          <p:cNvSpPr txBox="1"/>
          <p:nvPr/>
        </p:nvSpPr>
        <p:spPr>
          <a:xfrm>
            <a:off x="719590" y="8807450"/>
            <a:ext cx="5528810" cy="144780"/>
          </a:xfrm>
          <a:prstGeom prst="rect">
            <a:avLst/>
          </a:prstGeom>
        </p:spPr>
        <p:txBody>
          <a:bodyPr vert="horz" wrap="square" lIns="0" tIns="6350" rIns="0" bIns="0" rtlCol="0">
            <a:spAutoFit/>
          </a:bodyPr>
          <a:lstStyle/>
          <a:p>
            <a:pPr marL="6350">
              <a:spcBef>
                <a:spcPts val="50"/>
              </a:spcBef>
            </a:pPr>
            <a:r>
              <a:rPr sz="900" dirty="0" err="1">
                <a:solidFill>
                  <a:srgbClr val="212121"/>
                </a:solidFill>
                <a:latin typeface="江城圆体 300W" panose="020B0800000000000000" pitchFamily="34" charset="-128"/>
                <a:ea typeface="江城圆体 300W" panose="020B0800000000000000" pitchFamily="34" charset="-128"/>
                <a:cs typeface="Microsoft JhengHei"/>
              </a:rPr>
              <a:t>我们必不可停止探索，而一切探索的尽头，就是重回起点，并对起点有首次般的了解</a:t>
            </a:r>
            <a:r>
              <a:rPr sz="900" dirty="0">
                <a:solidFill>
                  <a:srgbClr val="212121"/>
                </a:solidFill>
                <a:latin typeface="江城圆体 300W" panose="020B0800000000000000" pitchFamily="34" charset="-128"/>
                <a:ea typeface="江城圆体 300W" panose="020B0800000000000000" pitchFamily="34" charset="-128"/>
                <a:cs typeface="Microsoft JhengHei"/>
              </a:rPr>
              <a:t>。</a:t>
            </a:r>
            <a:r>
              <a:rPr lang="en-US" altLang="zh-CN" sz="900" dirty="0">
                <a:solidFill>
                  <a:srgbClr val="212121"/>
                </a:solidFill>
                <a:latin typeface="江城圆体 300W" panose="020B0800000000000000" pitchFamily="34" charset="-128"/>
                <a:ea typeface="江城圆体 300W" panose="020B0800000000000000" pitchFamily="34" charset="-128"/>
                <a:cs typeface="Microsoft JhengHei"/>
              </a:rPr>
              <a:t>——</a:t>
            </a:r>
            <a:r>
              <a:rPr sz="900" dirty="0" err="1">
                <a:solidFill>
                  <a:srgbClr val="212121"/>
                </a:solidFill>
                <a:latin typeface="江城圆体 300W" panose="020B0800000000000000" pitchFamily="34" charset="-128"/>
                <a:ea typeface="江城圆体 300W" panose="020B0800000000000000" pitchFamily="34" charset="-128"/>
                <a:cs typeface="Microsoft JhengHei"/>
              </a:rPr>
              <a:t>艾略特</a:t>
            </a:r>
            <a:r>
              <a:rPr sz="900" spc="-5" dirty="0" err="1">
                <a:solidFill>
                  <a:srgbClr val="212121"/>
                </a:solidFill>
                <a:latin typeface="江城圆体 300W" panose="020B0800000000000000" pitchFamily="34" charset="-128"/>
                <a:ea typeface="江城圆体 300W" panose="020B0800000000000000" pitchFamily="34" charset="-128"/>
                <a:cs typeface="Microsoft JhengHei"/>
              </a:rPr>
              <a:t>（T.S.Eliot</a:t>
            </a:r>
            <a:r>
              <a:rPr sz="900" spc="-5" dirty="0">
                <a:solidFill>
                  <a:srgbClr val="212121"/>
                </a:solidFill>
                <a:latin typeface="江城圆体 300W" panose="020B0800000000000000" pitchFamily="34" charset="-128"/>
                <a:ea typeface="江城圆体 300W" panose="020B0800000000000000" pitchFamily="34" charset="-128"/>
                <a:cs typeface="Microsoft JhengHei"/>
              </a:rPr>
              <a:t>)</a:t>
            </a:r>
            <a:endParaRPr sz="900" dirty="0">
              <a:latin typeface="江城圆体 300W" panose="020B0800000000000000" pitchFamily="34" charset="-128"/>
              <a:ea typeface="江城圆体 300W" panose="020B0800000000000000" pitchFamily="34" charset="-128"/>
              <a:cs typeface="Microsoft JhengHei"/>
            </a:endParaRPr>
          </a:p>
        </p:txBody>
      </p:sp>
      <p:sp>
        <p:nvSpPr>
          <p:cNvPr id="12" name="object 12"/>
          <p:cNvSpPr txBox="1"/>
          <p:nvPr/>
        </p:nvSpPr>
        <p:spPr>
          <a:xfrm>
            <a:off x="832803" y="2044700"/>
            <a:ext cx="409258" cy="128905"/>
          </a:xfrm>
          <a:prstGeom prst="rect">
            <a:avLst/>
          </a:prstGeom>
        </p:spPr>
        <p:txBody>
          <a:bodyPr vert="horz" wrap="square" lIns="0" tIns="6350" rIns="0" bIns="0" rtlCol="0">
            <a:spAutoFit/>
          </a:bodyPr>
          <a:lstStyle/>
          <a:p>
            <a:pPr marL="6350" algn="ctr">
              <a:spcBef>
                <a:spcPts val="50"/>
              </a:spcBef>
            </a:pPr>
            <a:r>
              <a:rPr sz="800" spc="-1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Maturity</a:t>
            </a:r>
            <a:endParaRPr sz="800" dirty="0">
              <a:latin typeface="江城圆体 400W" panose="020B0800000000000000" pitchFamily="34" charset="-128"/>
              <a:ea typeface="江城圆体 400W" panose="020B0800000000000000" pitchFamily="34" charset="-128"/>
              <a:cs typeface="宋体" panose="02010600030101010101" pitchFamily="2" charset="-122"/>
            </a:endParaRPr>
          </a:p>
        </p:txBody>
      </p:sp>
      <p:sp>
        <p:nvSpPr>
          <p:cNvPr id="13" name="object 13"/>
          <p:cNvSpPr txBox="1"/>
          <p:nvPr/>
        </p:nvSpPr>
        <p:spPr>
          <a:xfrm>
            <a:off x="722598" y="2133600"/>
            <a:ext cx="629666" cy="128905"/>
          </a:xfrm>
          <a:prstGeom prst="rect">
            <a:avLst/>
          </a:prstGeom>
        </p:spPr>
        <p:txBody>
          <a:bodyPr vert="horz" wrap="square" lIns="0" tIns="6350" rIns="0" bIns="0" rtlCol="0">
            <a:spAutoFit/>
          </a:bodyPr>
          <a:lstStyle/>
          <a:p>
            <a:pPr marL="6350" algn="ctr">
              <a:spcBef>
                <a:spcPts val="50"/>
              </a:spcBef>
            </a:pPr>
            <a:r>
              <a:rPr sz="800" spc="5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Continuum</a:t>
            </a:r>
            <a:endParaRPr sz="800" dirty="0">
              <a:latin typeface="江城圆体 400W" panose="020B0800000000000000" pitchFamily="34" charset="-128"/>
              <a:ea typeface="江城圆体 400W" panose="020B0800000000000000" pitchFamily="34" charset="-128"/>
              <a:cs typeface="宋体" panose="02010600030101010101" pitchFamily="2" charset="-122"/>
            </a:endParaRPr>
          </a:p>
        </p:txBody>
      </p:sp>
      <p:sp>
        <p:nvSpPr>
          <p:cNvPr id="14" name="object 14"/>
          <p:cNvSpPr txBox="1"/>
          <p:nvPr/>
        </p:nvSpPr>
        <p:spPr>
          <a:xfrm>
            <a:off x="2038827" y="1809750"/>
            <a:ext cx="718398" cy="128905"/>
          </a:xfrm>
          <a:prstGeom prst="rect">
            <a:avLst/>
          </a:prstGeom>
        </p:spPr>
        <p:txBody>
          <a:bodyPr vert="horz" wrap="square" lIns="0" tIns="6350" rIns="0" bIns="0" rtlCol="0">
            <a:spAutoFit/>
          </a:bodyPr>
          <a:lstStyle/>
          <a:p>
            <a:pPr marL="6350">
              <a:spcBef>
                <a:spcPts val="50"/>
              </a:spcBef>
            </a:pPr>
            <a:r>
              <a:rPr sz="800" spc="73"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Dependence</a:t>
            </a:r>
            <a:endParaRPr sz="800" dirty="0">
              <a:latin typeface="江城圆体 400W" panose="020B0800000000000000" pitchFamily="34" charset="-128"/>
              <a:ea typeface="江城圆体 400W" panose="020B0800000000000000" pitchFamily="34" charset="-128"/>
              <a:cs typeface="宋体" panose="02010600030101010101" pitchFamily="2" charset="-122"/>
            </a:endParaRPr>
          </a:p>
        </p:txBody>
      </p:sp>
      <p:sp>
        <p:nvSpPr>
          <p:cNvPr id="15" name="object 15"/>
          <p:cNvSpPr txBox="1"/>
          <p:nvPr/>
        </p:nvSpPr>
        <p:spPr>
          <a:xfrm>
            <a:off x="4076700" y="1809750"/>
            <a:ext cx="928365" cy="128905"/>
          </a:xfrm>
          <a:prstGeom prst="rect">
            <a:avLst/>
          </a:prstGeom>
        </p:spPr>
        <p:txBody>
          <a:bodyPr vert="horz" wrap="square" lIns="0" tIns="6350" rIns="0" bIns="0" rtlCol="0">
            <a:spAutoFit/>
          </a:bodyPr>
          <a:lstStyle/>
          <a:p>
            <a:pPr marL="6350">
              <a:spcBef>
                <a:spcPts val="50"/>
              </a:spcBef>
            </a:pPr>
            <a:r>
              <a:rPr sz="800" spc="2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Interdependence</a:t>
            </a:r>
            <a:endParaRPr sz="800" dirty="0">
              <a:latin typeface="江城圆体 400W" panose="020B0800000000000000" pitchFamily="34" charset="-128"/>
              <a:ea typeface="江城圆体 400W" panose="020B0800000000000000" pitchFamily="34" charset="-128"/>
              <a:cs typeface="宋体" panose="02010600030101010101" pitchFamily="2" charset="-122"/>
            </a:endParaRPr>
          </a:p>
        </p:txBody>
      </p:sp>
      <p:sp>
        <p:nvSpPr>
          <p:cNvPr id="16" name="object 16"/>
          <p:cNvSpPr txBox="1"/>
          <p:nvPr/>
        </p:nvSpPr>
        <p:spPr>
          <a:xfrm>
            <a:off x="2796716" y="1779270"/>
            <a:ext cx="1179086" cy="159385"/>
          </a:xfrm>
          <a:prstGeom prst="rect">
            <a:avLst/>
          </a:prstGeom>
        </p:spPr>
        <p:txBody>
          <a:bodyPr vert="horz" wrap="square" lIns="0" tIns="36830" rIns="0" bIns="0" rtlCol="0">
            <a:spAutoFit/>
          </a:bodyPr>
          <a:lstStyle/>
          <a:p>
            <a:pPr marL="278130" algn="just">
              <a:spcBef>
                <a:spcPts val="290"/>
              </a:spcBef>
            </a:pPr>
            <a:r>
              <a:rPr sz="800" spc="5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Independence</a:t>
            </a:r>
            <a:endParaRPr sz="800" dirty="0">
              <a:latin typeface="江城圆体 400W" panose="020B0800000000000000" pitchFamily="34" charset="-128"/>
              <a:ea typeface="江城圆体 400W" panose="020B0800000000000000" pitchFamily="34" charset="-128"/>
              <a:cs typeface="宋体" panose="02010600030101010101" pitchFamily="2" charset="-122"/>
            </a:endParaRPr>
          </a:p>
        </p:txBody>
      </p:sp>
      <p:sp>
        <p:nvSpPr>
          <p:cNvPr id="17" name="object 17"/>
          <p:cNvSpPr txBox="1"/>
          <p:nvPr/>
        </p:nvSpPr>
        <p:spPr>
          <a:xfrm>
            <a:off x="3774898" y="1936259"/>
            <a:ext cx="312103" cy="128905"/>
          </a:xfrm>
          <a:prstGeom prst="rect">
            <a:avLst/>
          </a:prstGeom>
        </p:spPr>
        <p:txBody>
          <a:bodyPr vert="horz" wrap="square" lIns="0" tIns="6350" rIns="0" bIns="0" rtlCol="0">
            <a:spAutoFit/>
          </a:bodyPr>
          <a:lstStyle/>
          <a:p>
            <a:pPr marL="6350">
              <a:spcBef>
                <a:spcPts val="50"/>
              </a:spcBef>
            </a:pPr>
            <a:r>
              <a:rPr sz="800" spc="-2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习惯④</a:t>
            </a:r>
            <a:endParaRPr sz="800" dirty="0">
              <a:latin typeface="江城圆体 400W" panose="020B0800000000000000" pitchFamily="34" charset="-128"/>
              <a:ea typeface="江城圆体 400W" panose="020B0800000000000000" pitchFamily="34" charset="-128"/>
              <a:cs typeface="宋体" panose="02010600030101010101" pitchFamily="2" charset="-122"/>
            </a:endParaRPr>
          </a:p>
        </p:txBody>
      </p:sp>
      <p:sp>
        <p:nvSpPr>
          <p:cNvPr id="18" name="object 18"/>
          <p:cNvSpPr txBox="1"/>
          <p:nvPr/>
        </p:nvSpPr>
        <p:spPr>
          <a:xfrm>
            <a:off x="2523666" y="2171700"/>
            <a:ext cx="1823402" cy="128905"/>
          </a:xfrm>
          <a:prstGeom prst="rect">
            <a:avLst/>
          </a:prstGeom>
        </p:spPr>
        <p:txBody>
          <a:bodyPr vert="horz" wrap="square" lIns="0" tIns="6350" rIns="0" bIns="0" rtlCol="0">
            <a:spAutoFit/>
          </a:bodyPr>
          <a:lstStyle/>
          <a:p>
            <a:pPr marL="6350">
              <a:spcBef>
                <a:spcPts val="50"/>
              </a:spcBef>
              <a:tabLst>
                <a:tab pos="501015" algn="l"/>
                <a:tab pos="1009015" algn="l"/>
                <a:tab pos="1517015" algn="l"/>
              </a:tabLst>
            </a:pPr>
            <a:r>
              <a:rPr sz="800" spc="-23"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习惯</a:t>
            </a:r>
            <a:r>
              <a:rPr sz="800" spc="-3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①</a:t>
            </a:r>
            <a:r>
              <a:rPr sz="8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	</a:t>
            </a:r>
            <a:r>
              <a:rPr sz="800" spc="-23"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习惯</a:t>
            </a:r>
            <a:r>
              <a:rPr sz="800" spc="-2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②</a:t>
            </a:r>
            <a:r>
              <a:rPr sz="8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	</a:t>
            </a:r>
            <a:r>
              <a:rPr sz="800" spc="-23"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习惯</a:t>
            </a:r>
            <a:r>
              <a:rPr sz="800" spc="-2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⑤</a:t>
            </a:r>
            <a:r>
              <a:rPr sz="8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	</a:t>
            </a:r>
            <a:r>
              <a:rPr sz="800" spc="-23"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习惯</a:t>
            </a:r>
            <a:r>
              <a:rPr sz="800" spc="-2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⑥</a:t>
            </a:r>
            <a:endParaRPr sz="800" dirty="0">
              <a:latin typeface="江城圆体 400W" panose="020B0800000000000000" pitchFamily="34" charset="-128"/>
              <a:ea typeface="江城圆体 400W" panose="020B0800000000000000" pitchFamily="34" charset="-128"/>
              <a:cs typeface="宋体" panose="02010600030101010101" pitchFamily="2" charset="-122"/>
            </a:endParaRPr>
          </a:p>
        </p:txBody>
      </p:sp>
      <p:sp>
        <p:nvSpPr>
          <p:cNvPr id="19" name="object 19"/>
          <p:cNvSpPr txBox="1"/>
          <p:nvPr/>
        </p:nvSpPr>
        <p:spPr>
          <a:xfrm>
            <a:off x="5362115" y="1962150"/>
            <a:ext cx="642303" cy="128905"/>
          </a:xfrm>
          <a:prstGeom prst="rect">
            <a:avLst/>
          </a:prstGeom>
        </p:spPr>
        <p:txBody>
          <a:bodyPr vert="horz" wrap="square" lIns="0" tIns="6350" rIns="0" bIns="0" rtlCol="0">
            <a:spAutoFit/>
          </a:bodyPr>
          <a:lstStyle/>
          <a:p>
            <a:pPr marL="6350">
              <a:spcBef>
                <a:spcPts val="50"/>
              </a:spcBef>
            </a:pPr>
            <a:r>
              <a:rPr sz="800" spc="-4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习惯⑦ 习惯Ⓑ</a:t>
            </a:r>
            <a:endParaRPr sz="800">
              <a:latin typeface="江城圆体 400W" panose="020B0800000000000000" pitchFamily="34" charset="-128"/>
              <a:ea typeface="江城圆体 400W" panose="020B0800000000000000" pitchFamily="34" charset="-128"/>
              <a:cs typeface="宋体" panose="02010600030101010101" pitchFamily="2" charset="-122"/>
            </a:endParaRPr>
          </a:p>
        </p:txBody>
      </p:sp>
      <p:sp>
        <p:nvSpPr>
          <p:cNvPr id="20" name="object 20"/>
          <p:cNvSpPr txBox="1"/>
          <p:nvPr/>
        </p:nvSpPr>
        <p:spPr>
          <a:xfrm>
            <a:off x="2187116" y="1714500"/>
            <a:ext cx="1340803" cy="128905"/>
          </a:xfrm>
          <a:prstGeom prst="rect">
            <a:avLst/>
          </a:prstGeom>
        </p:spPr>
        <p:txBody>
          <a:bodyPr vert="horz" wrap="square" lIns="0" tIns="6350" rIns="0" bIns="0" rtlCol="0">
            <a:spAutoFit/>
          </a:bodyPr>
          <a:lstStyle/>
          <a:p>
            <a:pPr marL="6350">
              <a:spcBef>
                <a:spcPts val="50"/>
              </a:spcBef>
              <a:tabLst>
                <a:tab pos="1034415" algn="l"/>
              </a:tabLst>
            </a:pPr>
            <a:r>
              <a:rPr sz="800" spc="-23"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依赖</a:t>
            </a:r>
            <a:r>
              <a:rPr sz="800" spc="-3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期</a:t>
            </a:r>
            <a:r>
              <a:rPr sz="8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	</a:t>
            </a:r>
            <a:r>
              <a:rPr sz="800" spc="-23"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独立</a:t>
            </a:r>
            <a:r>
              <a:rPr sz="800" spc="-2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期</a:t>
            </a:r>
            <a:endParaRPr sz="800">
              <a:latin typeface="江城圆体 400W" panose="020B0800000000000000" pitchFamily="34" charset="-128"/>
              <a:ea typeface="江城圆体 400W" panose="020B0800000000000000" pitchFamily="34" charset="-128"/>
              <a:cs typeface="宋体" panose="02010600030101010101" pitchFamily="2" charset="-122"/>
            </a:endParaRPr>
          </a:p>
        </p:txBody>
      </p:sp>
      <p:sp>
        <p:nvSpPr>
          <p:cNvPr id="21" name="object 21"/>
          <p:cNvSpPr txBox="1"/>
          <p:nvPr/>
        </p:nvSpPr>
        <p:spPr>
          <a:xfrm>
            <a:off x="4384831" y="1714500"/>
            <a:ext cx="312103" cy="128905"/>
          </a:xfrm>
          <a:prstGeom prst="rect">
            <a:avLst/>
          </a:prstGeom>
        </p:spPr>
        <p:txBody>
          <a:bodyPr vert="horz" wrap="square" lIns="0" tIns="6350" rIns="0" bIns="0" rtlCol="0">
            <a:spAutoFit/>
          </a:bodyPr>
          <a:lstStyle/>
          <a:p>
            <a:pPr marL="6350">
              <a:spcBef>
                <a:spcPts val="50"/>
              </a:spcBef>
            </a:pPr>
            <a:r>
              <a:rPr sz="800" spc="-2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互赖期</a:t>
            </a:r>
            <a:endParaRPr sz="800">
              <a:latin typeface="江城圆体 400W" panose="020B0800000000000000" pitchFamily="34" charset="-128"/>
              <a:ea typeface="江城圆体 400W" panose="020B0800000000000000" pitchFamily="34" charset="-128"/>
              <a:cs typeface="宋体" panose="02010600030101010101" pitchFamily="2" charset="-122"/>
            </a:endParaRPr>
          </a:p>
        </p:txBody>
      </p:sp>
      <p:sp>
        <p:nvSpPr>
          <p:cNvPr id="22" name="object 22"/>
          <p:cNvSpPr txBox="1"/>
          <p:nvPr/>
        </p:nvSpPr>
        <p:spPr>
          <a:xfrm>
            <a:off x="565150" y="1885950"/>
            <a:ext cx="944563" cy="167640"/>
          </a:xfrm>
          <a:prstGeom prst="rect">
            <a:avLst/>
          </a:prstGeom>
        </p:spPr>
        <p:txBody>
          <a:bodyPr vert="horz" wrap="square" lIns="0" tIns="6350" rIns="0" bIns="0" rtlCol="0">
            <a:spAutoFit/>
          </a:bodyPr>
          <a:lstStyle/>
          <a:p>
            <a:pPr marL="6350" algn="ctr">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人的成熟模式图</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23" name="object 23"/>
          <p:cNvGrpSpPr/>
          <p:nvPr/>
        </p:nvGrpSpPr>
        <p:grpSpPr>
          <a:xfrm>
            <a:off x="1384300" y="1949450"/>
            <a:ext cx="4921568" cy="456247"/>
            <a:chOff x="2768600" y="3898900"/>
            <a:chExt cx="9843135" cy="912494"/>
          </a:xfrm>
        </p:grpSpPr>
        <p:sp>
          <p:nvSpPr>
            <p:cNvPr id="24" name="object 24"/>
            <p:cNvSpPr/>
            <p:nvPr/>
          </p:nvSpPr>
          <p:spPr>
            <a:xfrm>
              <a:off x="2768600" y="4229100"/>
              <a:ext cx="9829800" cy="241300"/>
            </a:xfrm>
            <a:custGeom>
              <a:avLst/>
              <a:gdLst/>
              <a:ahLst/>
              <a:cxnLst/>
              <a:rect l="l" t="t" r="r" b="b"/>
              <a:pathLst>
                <a:path w="9829800" h="241300">
                  <a:moveTo>
                    <a:pt x="9588500" y="0"/>
                  </a:moveTo>
                  <a:lnTo>
                    <a:pt x="9588500" y="101600"/>
                  </a:lnTo>
                  <a:lnTo>
                    <a:pt x="0" y="101600"/>
                  </a:lnTo>
                  <a:lnTo>
                    <a:pt x="0" y="139700"/>
                  </a:lnTo>
                  <a:lnTo>
                    <a:pt x="9588500" y="139700"/>
                  </a:lnTo>
                  <a:lnTo>
                    <a:pt x="9588500" y="241300"/>
                  </a:lnTo>
                  <a:lnTo>
                    <a:pt x="9829800" y="120650"/>
                  </a:lnTo>
                  <a:lnTo>
                    <a:pt x="958850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 name="object 25"/>
            <p:cNvSpPr/>
            <p:nvPr/>
          </p:nvSpPr>
          <p:spPr>
            <a:xfrm>
              <a:off x="3070550" y="3987800"/>
              <a:ext cx="1616710" cy="368935"/>
            </a:xfrm>
            <a:custGeom>
              <a:avLst/>
              <a:gdLst/>
              <a:ahLst/>
              <a:cxnLst/>
              <a:rect l="l" t="t" r="r" b="b"/>
              <a:pathLst>
                <a:path w="1616710" h="368935">
                  <a:moveTo>
                    <a:pt x="1616555" y="368314"/>
                  </a:moveTo>
                  <a:lnTo>
                    <a:pt x="1590546" y="333683"/>
                  </a:lnTo>
                  <a:lnTo>
                    <a:pt x="1562171" y="300419"/>
                  </a:lnTo>
                  <a:lnTo>
                    <a:pt x="1531518" y="268580"/>
                  </a:lnTo>
                  <a:lnTo>
                    <a:pt x="1498675" y="238222"/>
                  </a:lnTo>
                  <a:lnTo>
                    <a:pt x="1463729" y="209405"/>
                  </a:lnTo>
                  <a:lnTo>
                    <a:pt x="1426769" y="182185"/>
                  </a:lnTo>
                  <a:lnTo>
                    <a:pt x="1387883" y="156621"/>
                  </a:lnTo>
                  <a:lnTo>
                    <a:pt x="1347157" y="132769"/>
                  </a:lnTo>
                  <a:lnTo>
                    <a:pt x="1304681" y="110689"/>
                  </a:lnTo>
                  <a:lnTo>
                    <a:pt x="1260542" y="90438"/>
                  </a:lnTo>
                  <a:lnTo>
                    <a:pt x="1214827" y="72073"/>
                  </a:lnTo>
                  <a:lnTo>
                    <a:pt x="1167625" y="55653"/>
                  </a:lnTo>
                  <a:lnTo>
                    <a:pt x="1119024" y="41234"/>
                  </a:lnTo>
                  <a:lnTo>
                    <a:pt x="1069111" y="28875"/>
                  </a:lnTo>
                  <a:lnTo>
                    <a:pt x="1017975" y="18634"/>
                  </a:lnTo>
                  <a:lnTo>
                    <a:pt x="965702" y="10568"/>
                  </a:lnTo>
                  <a:lnTo>
                    <a:pt x="912382" y="4735"/>
                  </a:lnTo>
                  <a:lnTo>
                    <a:pt x="858102" y="1193"/>
                  </a:lnTo>
                  <a:lnTo>
                    <a:pt x="802949" y="0"/>
                  </a:lnTo>
                  <a:lnTo>
                    <a:pt x="749155" y="1187"/>
                  </a:lnTo>
                  <a:lnTo>
                    <a:pt x="696169" y="4707"/>
                  </a:lnTo>
                  <a:lnTo>
                    <a:pt x="644073" y="10495"/>
                  </a:lnTo>
                  <a:lnTo>
                    <a:pt x="592952" y="18485"/>
                  </a:lnTo>
                  <a:lnTo>
                    <a:pt x="542889" y="28614"/>
                  </a:lnTo>
                  <a:lnTo>
                    <a:pt x="493968" y="40815"/>
                  </a:lnTo>
                  <a:lnTo>
                    <a:pt x="446273" y="55025"/>
                  </a:lnTo>
                  <a:lnTo>
                    <a:pt x="399887" y="71178"/>
                  </a:lnTo>
                  <a:lnTo>
                    <a:pt x="354894" y="89210"/>
                  </a:lnTo>
                  <a:lnTo>
                    <a:pt x="311378" y="109057"/>
                  </a:lnTo>
                  <a:lnTo>
                    <a:pt x="269422" y="130652"/>
                  </a:lnTo>
                  <a:lnTo>
                    <a:pt x="229111" y="153932"/>
                  </a:lnTo>
                  <a:lnTo>
                    <a:pt x="190527" y="178831"/>
                  </a:lnTo>
                  <a:lnTo>
                    <a:pt x="153755" y="205286"/>
                  </a:lnTo>
                  <a:lnTo>
                    <a:pt x="118879" y="233230"/>
                  </a:lnTo>
                  <a:lnTo>
                    <a:pt x="85981" y="262600"/>
                  </a:lnTo>
                  <a:lnTo>
                    <a:pt x="55146" y="293330"/>
                  </a:lnTo>
                  <a:lnTo>
                    <a:pt x="26458" y="325356"/>
                  </a:lnTo>
                  <a:lnTo>
                    <a:pt x="0" y="358612"/>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6" name="object 26"/>
            <p:cNvSpPr/>
            <p:nvPr/>
          </p:nvSpPr>
          <p:spPr>
            <a:xfrm>
              <a:off x="6061305" y="4013200"/>
              <a:ext cx="1565275" cy="334645"/>
            </a:xfrm>
            <a:custGeom>
              <a:avLst/>
              <a:gdLst/>
              <a:ahLst/>
              <a:cxnLst/>
              <a:rect l="l" t="t" r="r" b="b"/>
              <a:pathLst>
                <a:path w="1565275" h="334645">
                  <a:moveTo>
                    <a:pt x="1565111" y="330886"/>
                  </a:moveTo>
                  <a:lnTo>
                    <a:pt x="1536517" y="298351"/>
                  </a:lnTo>
                  <a:lnTo>
                    <a:pt x="1505723" y="267126"/>
                  </a:lnTo>
                  <a:lnTo>
                    <a:pt x="1472814" y="237278"/>
                  </a:lnTo>
                  <a:lnTo>
                    <a:pt x="1437877" y="208872"/>
                  </a:lnTo>
                  <a:lnTo>
                    <a:pt x="1400998" y="181975"/>
                  </a:lnTo>
                  <a:lnTo>
                    <a:pt x="1362262" y="156655"/>
                  </a:lnTo>
                  <a:lnTo>
                    <a:pt x="1321757" y="132977"/>
                  </a:lnTo>
                  <a:lnTo>
                    <a:pt x="1279568" y="111009"/>
                  </a:lnTo>
                  <a:lnTo>
                    <a:pt x="1235780" y="90817"/>
                  </a:lnTo>
                  <a:lnTo>
                    <a:pt x="1190481" y="72467"/>
                  </a:lnTo>
                  <a:lnTo>
                    <a:pt x="1143756" y="56027"/>
                  </a:lnTo>
                  <a:lnTo>
                    <a:pt x="1095692" y="41562"/>
                  </a:lnTo>
                  <a:lnTo>
                    <a:pt x="1046374" y="29140"/>
                  </a:lnTo>
                  <a:lnTo>
                    <a:pt x="995888" y="18827"/>
                  </a:lnTo>
                  <a:lnTo>
                    <a:pt x="944322" y="10690"/>
                  </a:lnTo>
                  <a:lnTo>
                    <a:pt x="891759" y="4795"/>
                  </a:lnTo>
                  <a:lnTo>
                    <a:pt x="838288" y="1210"/>
                  </a:lnTo>
                  <a:lnTo>
                    <a:pt x="783994" y="0"/>
                  </a:lnTo>
                  <a:lnTo>
                    <a:pt x="729384" y="1224"/>
                  </a:lnTo>
                  <a:lnTo>
                    <a:pt x="675608" y="4851"/>
                  </a:lnTo>
                  <a:lnTo>
                    <a:pt x="622753" y="10814"/>
                  </a:lnTo>
                  <a:lnTo>
                    <a:pt x="570906" y="19044"/>
                  </a:lnTo>
                  <a:lnTo>
                    <a:pt x="520155" y="29473"/>
                  </a:lnTo>
                  <a:lnTo>
                    <a:pt x="470588" y="42035"/>
                  </a:lnTo>
                  <a:lnTo>
                    <a:pt x="422292" y="56661"/>
                  </a:lnTo>
                  <a:lnTo>
                    <a:pt x="375355" y="73283"/>
                  </a:lnTo>
                  <a:lnTo>
                    <a:pt x="329865" y="91834"/>
                  </a:lnTo>
                  <a:lnTo>
                    <a:pt x="285909" y="112245"/>
                  </a:lnTo>
                  <a:lnTo>
                    <a:pt x="243574" y="134449"/>
                  </a:lnTo>
                  <a:lnTo>
                    <a:pt x="202949" y="158378"/>
                  </a:lnTo>
                  <a:lnTo>
                    <a:pt x="164121" y="183965"/>
                  </a:lnTo>
                  <a:lnTo>
                    <a:pt x="127177" y="211141"/>
                  </a:lnTo>
                  <a:lnTo>
                    <a:pt x="92205" y="239838"/>
                  </a:lnTo>
                  <a:lnTo>
                    <a:pt x="59293" y="269990"/>
                  </a:lnTo>
                  <a:lnTo>
                    <a:pt x="28529" y="301527"/>
                  </a:lnTo>
                  <a:lnTo>
                    <a:pt x="0" y="334383"/>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7" name="object 27"/>
            <p:cNvSpPr/>
            <p:nvPr/>
          </p:nvSpPr>
          <p:spPr>
            <a:xfrm>
              <a:off x="9043094" y="4025900"/>
              <a:ext cx="1575435" cy="337185"/>
            </a:xfrm>
            <a:custGeom>
              <a:avLst/>
              <a:gdLst/>
              <a:ahLst/>
              <a:cxnLst/>
              <a:rect l="l" t="t" r="r" b="b"/>
              <a:pathLst>
                <a:path w="1575434" h="337185">
                  <a:moveTo>
                    <a:pt x="1574920" y="337185"/>
                  </a:moveTo>
                  <a:lnTo>
                    <a:pt x="1547623" y="300947"/>
                  </a:lnTo>
                  <a:lnTo>
                    <a:pt x="1518114" y="266748"/>
                  </a:lnTo>
                  <a:lnTo>
                    <a:pt x="1486442" y="234592"/>
                  </a:lnTo>
                  <a:lnTo>
                    <a:pt x="1452660" y="204482"/>
                  </a:lnTo>
                  <a:lnTo>
                    <a:pt x="1416818" y="176423"/>
                  </a:lnTo>
                  <a:lnTo>
                    <a:pt x="1378968" y="150418"/>
                  </a:lnTo>
                  <a:lnTo>
                    <a:pt x="1339160" y="126471"/>
                  </a:lnTo>
                  <a:lnTo>
                    <a:pt x="1297446" y="104586"/>
                  </a:lnTo>
                  <a:lnTo>
                    <a:pt x="1253877" y="84767"/>
                  </a:lnTo>
                  <a:lnTo>
                    <a:pt x="1208504" y="67017"/>
                  </a:lnTo>
                  <a:lnTo>
                    <a:pt x="1161378" y="51342"/>
                  </a:lnTo>
                  <a:lnTo>
                    <a:pt x="1112550" y="37744"/>
                  </a:lnTo>
                  <a:lnTo>
                    <a:pt x="1062071" y="26227"/>
                  </a:lnTo>
                  <a:lnTo>
                    <a:pt x="1009992" y="16795"/>
                  </a:lnTo>
                  <a:lnTo>
                    <a:pt x="956366" y="9453"/>
                  </a:lnTo>
                  <a:lnTo>
                    <a:pt x="901241" y="4204"/>
                  </a:lnTo>
                  <a:lnTo>
                    <a:pt x="844671" y="1051"/>
                  </a:lnTo>
                  <a:lnTo>
                    <a:pt x="786705" y="0"/>
                  </a:lnTo>
                  <a:lnTo>
                    <a:pt x="730091" y="1131"/>
                  </a:lnTo>
                  <a:lnTo>
                    <a:pt x="674649" y="4505"/>
                  </a:lnTo>
                  <a:lnTo>
                    <a:pt x="620443" y="10088"/>
                  </a:lnTo>
                  <a:lnTo>
                    <a:pt x="567540" y="17849"/>
                  </a:lnTo>
                  <a:lnTo>
                    <a:pt x="516004" y="27756"/>
                  </a:lnTo>
                  <a:lnTo>
                    <a:pt x="465900" y="39776"/>
                  </a:lnTo>
                  <a:lnTo>
                    <a:pt x="417293" y="53878"/>
                  </a:lnTo>
                  <a:lnTo>
                    <a:pt x="370247" y="70029"/>
                  </a:lnTo>
                  <a:lnTo>
                    <a:pt x="324829" y="88197"/>
                  </a:lnTo>
                  <a:lnTo>
                    <a:pt x="281102" y="108350"/>
                  </a:lnTo>
                  <a:lnTo>
                    <a:pt x="239133" y="130456"/>
                  </a:lnTo>
                  <a:lnTo>
                    <a:pt x="198985" y="154483"/>
                  </a:lnTo>
                  <a:lnTo>
                    <a:pt x="160725" y="180399"/>
                  </a:lnTo>
                  <a:lnTo>
                    <a:pt x="124416" y="208171"/>
                  </a:lnTo>
                  <a:lnTo>
                    <a:pt x="90124" y="237768"/>
                  </a:lnTo>
                  <a:lnTo>
                    <a:pt x="57914" y="269157"/>
                  </a:lnTo>
                  <a:lnTo>
                    <a:pt x="27851" y="302307"/>
                  </a:lnTo>
                  <a:lnTo>
                    <a:pt x="0" y="337185"/>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 name="object 28"/>
            <p:cNvSpPr/>
            <p:nvPr/>
          </p:nvSpPr>
          <p:spPr>
            <a:xfrm>
              <a:off x="4682267" y="4347578"/>
              <a:ext cx="1379220" cy="326390"/>
            </a:xfrm>
            <a:custGeom>
              <a:avLst/>
              <a:gdLst/>
              <a:ahLst/>
              <a:cxnLst/>
              <a:rect l="l" t="t" r="r" b="b"/>
              <a:pathLst>
                <a:path w="1379220" h="326389">
                  <a:moveTo>
                    <a:pt x="0" y="2731"/>
                  </a:moveTo>
                  <a:lnTo>
                    <a:pt x="28905" y="38456"/>
                  </a:lnTo>
                  <a:lnTo>
                    <a:pt x="60195" y="72537"/>
                  </a:lnTo>
                  <a:lnTo>
                    <a:pt x="93765" y="104884"/>
                  </a:lnTo>
                  <a:lnTo>
                    <a:pt x="129509" y="135405"/>
                  </a:lnTo>
                  <a:lnTo>
                    <a:pt x="167323" y="164009"/>
                  </a:lnTo>
                  <a:lnTo>
                    <a:pt x="207101" y="190605"/>
                  </a:lnTo>
                  <a:lnTo>
                    <a:pt x="248739" y="215101"/>
                  </a:lnTo>
                  <a:lnTo>
                    <a:pt x="292131" y="237406"/>
                  </a:lnTo>
                  <a:lnTo>
                    <a:pt x="337173" y="257428"/>
                  </a:lnTo>
                  <a:lnTo>
                    <a:pt x="383759" y="275077"/>
                  </a:lnTo>
                  <a:lnTo>
                    <a:pt x="431785" y="290262"/>
                  </a:lnTo>
                  <a:lnTo>
                    <a:pt x="481146" y="302890"/>
                  </a:lnTo>
                  <a:lnTo>
                    <a:pt x="531736" y="312871"/>
                  </a:lnTo>
                  <a:lnTo>
                    <a:pt x="583450" y="320113"/>
                  </a:lnTo>
                  <a:lnTo>
                    <a:pt x="636184" y="324525"/>
                  </a:lnTo>
                  <a:lnTo>
                    <a:pt x="689832" y="326016"/>
                  </a:lnTo>
                  <a:lnTo>
                    <a:pt x="743144" y="324470"/>
                  </a:lnTo>
                  <a:lnTo>
                    <a:pt x="795605" y="319904"/>
                  </a:lnTo>
                  <a:lnTo>
                    <a:pt x="847103" y="312428"/>
                  </a:lnTo>
                  <a:lnTo>
                    <a:pt x="897530" y="302150"/>
                  </a:lnTo>
                  <a:lnTo>
                    <a:pt x="946775" y="289179"/>
                  </a:lnTo>
                  <a:lnTo>
                    <a:pt x="994728" y="273625"/>
                  </a:lnTo>
                  <a:lnTo>
                    <a:pt x="1041280" y="255597"/>
                  </a:lnTo>
                  <a:lnTo>
                    <a:pt x="1086321" y="235204"/>
                  </a:lnTo>
                  <a:lnTo>
                    <a:pt x="1129740" y="212555"/>
                  </a:lnTo>
                  <a:lnTo>
                    <a:pt x="1171427" y="187758"/>
                  </a:lnTo>
                  <a:lnTo>
                    <a:pt x="1211273" y="160924"/>
                  </a:lnTo>
                  <a:lnTo>
                    <a:pt x="1249169" y="132160"/>
                  </a:lnTo>
                  <a:lnTo>
                    <a:pt x="1285002" y="101577"/>
                  </a:lnTo>
                  <a:lnTo>
                    <a:pt x="1318665" y="69283"/>
                  </a:lnTo>
                  <a:lnTo>
                    <a:pt x="1350047" y="35388"/>
                  </a:lnTo>
                  <a:lnTo>
                    <a:pt x="1379038"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9" name="object 29"/>
            <p:cNvSpPr/>
            <p:nvPr/>
          </p:nvSpPr>
          <p:spPr>
            <a:xfrm>
              <a:off x="7631944" y="4349750"/>
              <a:ext cx="1418590" cy="349250"/>
            </a:xfrm>
            <a:custGeom>
              <a:avLst/>
              <a:gdLst/>
              <a:ahLst/>
              <a:cxnLst/>
              <a:rect l="l" t="t" r="r" b="b"/>
              <a:pathLst>
                <a:path w="1418590" h="349250">
                  <a:moveTo>
                    <a:pt x="0" y="0"/>
                  </a:moveTo>
                  <a:lnTo>
                    <a:pt x="27358" y="33927"/>
                  </a:lnTo>
                  <a:lnTo>
                    <a:pt x="57240" y="66878"/>
                  </a:lnTo>
                  <a:lnTo>
                    <a:pt x="89503" y="98715"/>
                  </a:lnTo>
                  <a:lnTo>
                    <a:pt x="124006" y="129298"/>
                  </a:lnTo>
                  <a:lnTo>
                    <a:pt x="160608" y="158487"/>
                  </a:lnTo>
                  <a:lnTo>
                    <a:pt x="199166" y="186142"/>
                  </a:lnTo>
                  <a:lnTo>
                    <a:pt x="239539" y="212125"/>
                  </a:lnTo>
                  <a:lnTo>
                    <a:pt x="281586" y="236295"/>
                  </a:lnTo>
                  <a:lnTo>
                    <a:pt x="325165" y="258513"/>
                  </a:lnTo>
                  <a:lnTo>
                    <a:pt x="370134" y="278640"/>
                  </a:lnTo>
                  <a:lnTo>
                    <a:pt x="416351" y="296536"/>
                  </a:lnTo>
                  <a:lnTo>
                    <a:pt x="463677" y="312062"/>
                  </a:lnTo>
                  <a:lnTo>
                    <a:pt x="511967" y="325077"/>
                  </a:lnTo>
                  <a:lnTo>
                    <a:pt x="561082" y="335443"/>
                  </a:lnTo>
                  <a:lnTo>
                    <a:pt x="610879" y="343020"/>
                  </a:lnTo>
                  <a:lnTo>
                    <a:pt x="661217" y="347669"/>
                  </a:lnTo>
                  <a:lnTo>
                    <a:pt x="711955" y="349250"/>
                  </a:lnTo>
                  <a:lnTo>
                    <a:pt x="762325" y="347698"/>
                  </a:lnTo>
                  <a:lnTo>
                    <a:pt x="812260" y="343133"/>
                  </a:lnTo>
                  <a:lnTo>
                    <a:pt x="861627" y="335691"/>
                  </a:lnTo>
                  <a:lnTo>
                    <a:pt x="910292" y="325506"/>
                  </a:lnTo>
                  <a:lnTo>
                    <a:pt x="958123" y="312714"/>
                  </a:lnTo>
                  <a:lnTo>
                    <a:pt x="1004984" y="297450"/>
                  </a:lnTo>
                  <a:lnTo>
                    <a:pt x="1050743" y="279849"/>
                  </a:lnTo>
                  <a:lnTo>
                    <a:pt x="1095266" y="260047"/>
                  </a:lnTo>
                  <a:lnTo>
                    <a:pt x="1138419" y="238179"/>
                  </a:lnTo>
                  <a:lnTo>
                    <a:pt x="1180070" y="214379"/>
                  </a:lnTo>
                  <a:lnTo>
                    <a:pt x="1220083" y="188785"/>
                  </a:lnTo>
                  <a:lnTo>
                    <a:pt x="1258327" y="161530"/>
                  </a:lnTo>
                  <a:lnTo>
                    <a:pt x="1294667" y="132749"/>
                  </a:lnTo>
                  <a:lnTo>
                    <a:pt x="1328969" y="102579"/>
                  </a:lnTo>
                  <a:lnTo>
                    <a:pt x="1361101" y="71155"/>
                  </a:lnTo>
                  <a:lnTo>
                    <a:pt x="1390928" y="38611"/>
                  </a:lnTo>
                  <a:lnTo>
                    <a:pt x="1418318" y="5083"/>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0" name="object 30"/>
            <p:cNvSpPr/>
            <p:nvPr/>
          </p:nvSpPr>
          <p:spPr>
            <a:xfrm>
              <a:off x="4622800" y="3898899"/>
              <a:ext cx="7988934" cy="912494"/>
            </a:xfrm>
            <a:custGeom>
              <a:avLst/>
              <a:gdLst/>
              <a:ahLst/>
              <a:cxnLst/>
              <a:rect l="l" t="t" r="r" b="b"/>
              <a:pathLst>
                <a:path w="7988934" h="912495">
                  <a:moveTo>
                    <a:pt x="63500" y="381000"/>
                  </a:moveTo>
                  <a:lnTo>
                    <a:pt x="50800" y="381000"/>
                  </a:lnTo>
                  <a:lnTo>
                    <a:pt x="50800" y="431800"/>
                  </a:lnTo>
                  <a:lnTo>
                    <a:pt x="63500" y="431800"/>
                  </a:lnTo>
                  <a:lnTo>
                    <a:pt x="63500" y="381000"/>
                  </a:lnTo>
                  <a:close/>
                </a:path>
                <a:path w="7988934" h="912495">
                  <a:moveTo>
                    <a:pt x="63500" y="304800"/>
                  </a:moveTo>
                  <a:lnTo>
                    <a:pt x="50800" y="304800"/>
                  </a:lnTo>
                  <a:lnTo>
                    <a:pt x="50800" y="355600"/>
                  </a:lnTo>
                  <a:lnTo>
                    <a:pt x="63500" y="355600"/>
                  </a:lnTo>
                  <a:lnTo>
                    <a:pt x="63500" y="304800"/>
                  </a:lnTo>
                  <a:close/>
                </a:path>
                <a:path w="7988934" h="912495">
                  <a:moveTo>
                    <a:pt x="63500" y="228600"/>
                  </a:moveTo>
                  <a:lnTo>
                    <a:pt x="50800" y="228600"/>
                  </a:lnTo>
                  <a:lnTo>
                    <a:pt x="50800" y="279400"/>
                  </a:lnTo>
                  <a:lnTo>
                    <a:pt x="63500" y="279400"/>
                  </a:lnTo>
                  <a:lnTo>
                    <a:pt x="63500" y="228600"/>
                  </a:lnTo>
                  <a:close/>
                </a:path>
                <a:path w="7988934" h="912495">
                  <a:moveTo>
                    <a:pt x="63500" y="152400"/>
                  </a:moveTo>
                  <a:lnTo>
                    <a:pt x="50800" y="152400"/>
                  </a:lnTo>
                  <a:lnTo>
                    <a:pt x="50800" y="203200"/>
                  </a:lnTo>
                  <a:lnTo>
                    <a:pt x="63500" y="203200"/>
                  </a:lnTo>
                  <a:lnTo>
                    <a:pt x="63500" y="152400"/>
                  </a:lnTo>
                  <a:close/>
                </a:path>
                <a:path w="7988934" h="912495">
                  <a:moveTo>
                    <a:pt x="63500" y="76200"/>
                  </a:moveTo>
                  <a:lnTo>
                    <a:pt x="50800" y="76200"/>
                  </a:lnTo>
                  <a:lnTo>
                    <a:pt x="50800" y="127000"/>
                  </a:lnTo>
                  <a:lnTo>
                    <a:pt x="63500" y="127000"/>
                  </a:lnTo>
                  <a:lnTo>
                    <a:pt x="63500" y="76200"/>
                  </a:lnTo>
                  <a:close/>
                </a:path>
                <a:path w="7988934" h="912495">
                  <a:moveTo>
                    <a:pt x="107950" y="285788"/>
                  </a:moveTo>
                  <a:lnTo>
                    <a:pt x="57150" y="285750"/>
                  </a:lnTo>
                  <a:lnTo>
                    <a:pt x="57137" y="298450"/>
                  </a:lnTo>
                  <a:lnTo>
                    <a:pt x="107937" y="298488"/>
                  </a:lnTo>
                  <a:lnTo>
                    <a:pt x="107950" y="285788"/>
                  </a:lnTo>
                  <a:close/>
                </a:path>
                <a:path w="7988934" h="912495">
                  <a:moveTo>
                    <a:pt x="114300" y="0"/>
                  </a:moveTo>
                  <a:lnTo>
                    <a:pt x="0" y="0"/>
                  </a:lnTo>
                  <a:lnTo>
                    <a:pt x="0" y="12700"/>
                  </a:lnTo>
                  <a:lnTo>
                    <a:pt x="50800" y="12700"/>
                  </a:lnTo>
                  <a:lnTo>
                    <a:pt x="50800" y="50800"/>
                  </a:lnTo>
                  <a:lnTo>
                    <a:pt x="63500" y="50800"/>
                  </a:lnTo>
                  <a:lnTo>
                    <a:pt x="63500" y="12687"/>
                  </a:lnTo>
                  <a:lnTo>
                    <a:pt x="114300" y="12700"/>
                  </a:lnTo>
                  <a:lnTo>
                    <a:pt x="114300" y="0"/>
                  </a:lnTo>
                  <a:close/>
                </a:path>
                <a:path w="7988934" h="912495">
                  <a:moveTo>
                    <a:pt x="184150" y="285851"/>
                  </a:moveTo>
                  <a:lnTo>
                    <a:pt x="133350" y="285800"/>
                  </a:lnTo>
                  <a:lnTo>
                    <a:pt x="133337" y="298500"/>
                  </a:lnTo>
                  <a:lnTo>
                    <a:pt x="184137" y="298551"/>
                  </a:lnTo>
                  <a:lnTo>
                    <a:pt x="184150" y="285851"/>
                  </a:lnTo>
                  <a:close/>
                </a:path>
                <a:path w="7988934" h="912495">
                  <a:moveTo>
                    <a:pt x="260350" y="285902"/>
                  </a:moveTo>
                  <a:lnTo>
                    <a:pt x="209550" y="285864"/>
                  </a:lnTo>
                  <a:lnTo>
                    <a:pt x="209537" y="298564"/>
                  </a:lnTo>
                  <a:lnTo>
                    <a:pt x="260337" y="298602"/>
                  </a:lnTo>
                  <a:lnTo>
                    <a:pt x="260350" y="285902"/>
                  </a:lnTo>
                  <a:close/>
                </a:path>
                <a:path w="7988934" h="912495">
                  <a:moveTo>
                    <a:pt x="336550" y="285965"/>
                  </a:moveTo>
                  <a:lnTo>
                    <a:pt x="285750" y="285927"/>
                  </a:lnTo>
                  <a:lnTo>
                    <a:pt x="285737" y="298627"/>
                  </a:lnTo>
                  <a:lnTo>
                    <a:pt x="336537" y="298665"/>
                  </a:lnTo>
                  <a:lnTo>
                    <a:pt x="336550" y="285965"/>
                  </a:lnTo>
                  <a:close/>
                </a:path>
                <a:path w="7988934" h="912495">
                  <a:moveTo>
                    <a:pt x="412750" y="286029"/>
                  </a:moveTo>
                  <a:lnTo>
                    <a:pt x="361950" y="285991"/>
                  </a:lnTo>
                  <a:lnTo>
                    <a:pt x="361937" y="298691"/>
                  </a:lnTo>
                  <a:lnTo>
                    <a:pt x="412737" y="298729"/>
                  </a:lnTo>
                  <a:lnTo>
                    <a:pt x="412750" y="286029"/>
                  </a:lnTo>
                  <a:close/>
                </a:path>
                <a:path w="7988934" h="912495">
                  <a:moveTo>
                    <a:pt x="488950" y="286092"/>
                  </a:moveTo>
                  <a:lnTo>
                    <a:pt x="438150" y="286054"/>
                  </a:lnTo>
                  <a:lnTo>
                    <a:pt x="438137" y="298754"/>
                  </a:lnTo>
                  <a:lnTo>
                    <a:pt x="488937" y="298792"/>
                  </a:lnTo>
                  <a:lnTo>
                    <a:pt x="488950" y="286092"/>
                  </a:lnTo>
                  <a:close/>
                </a:path>
                <a:path w="7988934" h="912495">
                  <a:moveTo>
                    <a:pt x="565150" y="286156"/>
                  </a:moveTo>
                  <a:lnTo>
                    <a:pt x="514350" y="286118"/>
                  </a:lnTo>
                  <a:lnTo>
                    <a:pt x="514337" y="298818"/>
                  </a:lnTo>
                  <a:lnTo>
                    <a:pt x="565137" y="298856"/>
                  </a:lnTo>
                  <a:lnTo>
                    <a:pt x="565150" y="286156"/>
                  </a:lnTo>
                  <a:close/>
                </a:path>
                <a:path w="7988934" h="912495">
                  <a:moveTo>
                    <a:pt x="641350" y="286219"/>
                  </a:moveTo>
                  <a:lnTo>
                    <a:pt x="590550" y="286169"/>
                  </a:lnTo>
                  <a:lnTo>
                    <a:pt x="590537" y="298869"/>
                  </a:lnTo>
                  <a:lnTo>
                    <a:pt x="641337" y="298919"/>
                  </a:lnTo>
                  <a:lnTo>
                    <a:pt x="641350" y="286219"/>
                  </a:lnTo>
                  <a:close/>
                </a:path>
                <a:path w="7988934" h="912495">
                  <a:moveTo>
                    <a:pt x="717550" y="286270"/>
                  </a:moveTo>
                  <a:lnTo>
                    <a:pt x="666750" y="286232"/>
                  </a:lnTo>
                  <a:lnTo>
                    <a:pt x="666737" y="298932"/>
                  </a:lnTo>
                  <a:lnTo>
                    <a:pt x="717537" y="298970"/>
                  </a:lnTo>
                  <a:lnTo>
                    <a:pt x="717550" y="286270"/>
                  </a:lnTo>
                  <a:close/>
                </a:path>
                <a:path w="7988934" h="912495">
                  <a:moveTo>
                    <a:pt x="793750" y="286334"/>
                  </a:moveTo>
                  <a:lnTo>
                    <a:pt x="742950" y="286296"/>
                  </a:lnTo>
                  <a:lnTo>
                    <a:pt x="742937" y="298996"/>
                  </a:lnTo>
                  <a:lnTo>
                    <a:pt x="793737" y="299034"/>
                  </a:lnTo>
                  <a:lnTo>
                    <a:pt x="793750" y="286334"/>
                  </a:lnTo>
                  <a:close/>
                </a:path>
                <a:path w="7988934" h="912495">
                  <a:moveTo>
                    <a:pt x="869950" y="286397"/>
                  </a:moveTo>
                  <a:lnTo>
                    <a:pt x="819150" y="286359"/>
                  </a:lnTo>
                  <a:lnTo>
                    <a:pt x="819137" y="299059"/>
                  </a:lnTo>
                  <a:lnTo>
                    <a:pt x="869937" y="299097"/>
                  </a:lnTo>
                  <a:lnTo>
                    <a:pt x="869950" y="286397"/>
                  </a:lnTo>
                  <a:close/>
                </a:path>
                <a:path w="7988934" h="912495">
                  <a:moveTo>
                    <a:pt x="946150" y="286461"/>
                  </a:moveTo>
                  <a:lnTo>
                    <a:pt x="895350" y="286423"/>
                  </a:lnTo>
                  <a:lnTo>
                    <a:pt x="895337" y="299123"/>
                  </a:lnTo>
                  <a:lnTo>
                    <a:pt x="946137" y="299161"/>
                  </a:lnTo>
                  <a:lnTo>
                    <a:pt x="946150" y="286461"/>
                  </a:lnTo>
                  <a:close/>
                </a:path>
                <a:path w="7988934" h="912495">
                  <a:moveTo>
                    <a:pt x="1022350" y="286524"/>
                  </a:moveTo>
                  <a:lnTo>
                    <a:pt x="971550" y="286473"/>
                  </a:lnTo>
                  <a:lnTo>
                    <a:pt x="971537" y="299173"/>
                  </a:lnTo>
                  <a:lnTo>
                    <a:pt x="1022337" y="299224"/>
                  </a:lnTo>
                  <a:lnTo>
                    <a:pt x="1022350" y="286524"/>
                  </a:lnTo>
                  <a:close/>
                </a:path>
                <a:path w="7988934" h="912495">
                  <a:moveTo>
                    <a:pt x="1098550" y="286575"/>
                  </a:moveTo>
                  <a:lnTo>
                    <a:pt x="1047750" y="286537"/>
                  </a:lnTo>
                  <a:lnTo>
                    <a:pt x="1047737" y="299237"/>
                  </a:lnTo>
                  <a:lnTo>
                    <a:pt x="1098537" y="299275"/>
                  </a:lnTo>
                  <a:lnTo>
                    <a:pt x="1098550" y="286575"/>
                  </a:lnTo>
                  <a:close/>
                </a:path>
                <a:path w="7988934" h="912495">
                  <a:moveTo>
                    <a:pt x="1174750" y="286639"/>
                  </a:moveTo>
                  <a:lnTo>
                    <a:pt x="1123950" y="286600"/>
                  </a:lnTo>
                  <a:lnTo>
                    <a:pt x="1123937" y="299300"/>
                  </a:lnTo>
                  <a:lnTo>
                    <a:pt x="1174737" y="299339"/>
                  </a:lnTo>
                  <a:lnTo>
                    <a:pt x="1174750" y="286639"/>
                  </a:lnTo>
                  <a:close/>
                </a:path>
                <a:path w="7988934" h="912495">
                  <a:moveTo>
                    <a:pt x="1250950" y="286702"/>
                  </a:moveTo>
                  <a:lnTo>
                    <a:pt x="1200150" y="286664"/>
                  </a:lnTo>
                  <a:lnTo>
                    <a:pt x="1200137" y="299364"/>
                  </a:lnTo>
                  <a:lnTo>
                    <a:pt x="1250937" y="299402"/>
                  </a:lnTo>
                  <a:lnTo>
                    <a:pt x="1250950" y="286702"/>
                  </a:lnTo>
                  <a:close/>
                </a:path>
                <a:path w="7988934" h="912495">
                  <a:moveTo>
                    <a:pt x="1327150" y="286766"/>
                  </a:moveTo>
                  <a:lnTo>
                    <a:pt x="1276350" y="286727"/>
                  </a:lnTo>
                  <a:lnTo>
                    <a:pt x="1276337" y="299427"/>
                  </a:lnTo>
                  <a:lnTo>
                    <a:pt x="1327137" y="299466"/>
                  </a:lnTo>
                  <a:lnTo>
                    <a:pt x="1327150" y="286766"/>
                  </a:lnTo>
                  <a:close/>
                </a:path>
                <a:path w="7988934" h="912495">
                  <a:moveTo>
                    <a:pt x="1403350" y="286829"/>
                  </a:moveTo>
                  <a:lnTo>
                    <a:pt x="1352550" y="286791"/>
                  </a:lnTo>
                  <a:lnTo>
                    <a:pt x="1352537" y="299491"/>
                  </a:lnTo>
                  <a:lnTo>
                    <a:pt x="1403337" y="299529"/>
                  </a:lnTo>
                  <a:lnTo>
                    <a:pt x="1403350" y="286829"/>
                  </a:lnTo>
                  <a:close/>
                </a:path>
                <a:path w="7988934" h="912495">
                  <a:moveTo>
                    <a:pt x="1479550" y="286893"/>
                  </a:moveTo>
                  <a:lnTo>
                    <a:pt x="1428750" y="286842"/>
                  </a:lnTo>
                  <a:lnTo>
                    <a:pt x="1428737" y="299542"/>
                  </a:lnTo>
                  <a:lnTo>
                    <a:pt x="1479537" y="299593"/>
                  </a:lnTo>
                  <a:lnTo>
                    <a:pt x="1479550" y="286893"/>
                  </a:lnTo>
                  <a:close/>
                </a:path>
                <a:path w="7988934" h="912495">
                  <a:moveTo>
                    <a:pt x="1555750" y="286943"/>
                  </a:moveTo>
                  <a:lnTo>
                    <a:pt x="1504950" y="286905"/>
                  </a:lnTo>
                  <a:lnTo>
                    <a:pt x="1504937" y="299605"/>
                  </a:lnTo>
                  <a:lnTo>
                    <a:pt x="1555737" y="299643"/>
                  </a:lnTo>
                  <a:lnTo>
                    <a:pt x="1555750" y="286943"/>
                  </a:lnTo>
                  <a:close/>
                </a:path>
                <a:path w="7988934" h="912495">
                  <a:moveTo>
                    <a:pt x="1631950" y="287007"/>
                  </a:moveTo>
                  <a:lnTo>
                    <a:pt x="1581150" y="286969"/>
                  </a:lnTo>
                  <a:lnTo>
                    <a:pt x="1581137" y="299669"/>
                  </a:lnTo>
                  <a:lnTo>
                    <a:pt x="1631937" y="299707"/>
                  </a:lnTo>
                  <a:lnTo>
                    <a:pt x="1631950" y="287007"/>
                  </a:lnTo>
                  <a:close/>
                </a:path>
                <a:path w="7988934" h="912495">
                  <a:moveTo>
                    <a:pt x="1708150" y="287070"/>
                  </a:moveTo>
                  <a:lnTo>
                    <a:pt x="1657350" y="287032"/>
                  </a:lnTo>
                  <a:lnTo>
                    <a:pt x="1657337" y="299732"/>
                  </a:lnTo>
                  <a:lnTo>
                    <a:pt x="1708137" y="299770"/>
                  </a:lnTo>
                  <a:lnTo>
                    <a:pt x="1708150" y="287070"/>
                  </a:lnTo>
                  <a:close/>
                </a:path>
                <a:path w="7988934" h="912495">
                  <a:moveTo>
                    <a:pt x="1784350" y="287134"/>
                  </a:moveTo>
                  <a:lnTo>
                    <a:pt x="1733550" y="287096"/>
                  </a:lnTo>
                  <a:lnTo>
                    <a:pt x="1733537" y="299796"/>
                  </a:lnTo>
                  <a:lnTo>
                    <a:pt x="1784337" y="299834"/>
                  </a:lnTo>
                  <a:lnTo>
                    <a:pt x="1784350" y="287134"/>
                  </a:lnTo>
                  <a:close/>
                </a:path>
                <a:path w="7988934" h="912495">
                  <a:moveTo>
                    <a:pt x="1860550" y="287197"/>
                  </a:moveTo>
                  <a:lnTo>
                    <a:pt x="1809750" y="287147"/>
                  </a:lnTo>
                  <a:lnTo>
                    <a:pt x="1809737" y="299847"/>
                  </a:lnTo>
                  <a:lnTo>
                    <a:pt x="1860537" y="299897"/>
                  </a:lnTo>
                  <a:lnTo>
                    <a:pt x="1860550" y="287197"/>
                  </a:lnTo>
                  <a:close/>
                </a:path>
                <a:path w="7988934" h="912495">
                  <a:moveTo>
                    <a:pt x="1936750" y="287248"/>
                  </a:moveTo>
                  <a:lnTo>
                    <a:pt x="1885950" y="287210"/>
                  </a:lnTo>
                  <a:lnTo>
                    <a:pt x="1885937" y="299910"/>
                  </a:lnTo>
                  <a:lnTo>
                    <a:pt x="1936737" y="299948"/>
                  </a:lnTo>
                  <a:lnTo>
                    <a:pt x="1936750" y="287248"/>
                  </a:lnTo>
                  <a:close/>
                </a:path>
                <a:path w="7988934" h="912495">
                  <a:moveTo>
                    <a:pt x="2012950" y="287312"/>
                  </a:moveTo>
                  <a:lnTo>
                    <a:pt x="1962150" y="287274"/>
                  </a:lnTo>
                  <a:lnTo>
                    <a:pt x="1962137" y="299974"/>
                  </a:lnTo>
                  <a:lnTo>
                    <a:pt x="2012937" y="300012"/>
                  </a:lnTo>
                  <a:lnTo>
                    <a:pt x="2012950" y="287312"/>
                  </a:lnTo>
                  <a:close/>
                </a:path>
                <a:path w="7988934" h="912495">
                  <a:moveTo>
                    <a:pt x="2089150" y="287375"/>
                  </a:moveTo>
                  <a:lnTo>
                    <a:pt x="2038350" y="287337"/>
                  </a:lnTo>
                  <a:lnTo>
                    <a:pt x="2038337" y="300037"/>
                  </a:lnTo>
                  <a:lnTo>
                    <a:pt x="2089137" y="300075"/>
                  </a:lnTo>
                  <a:lnTo>
                    <a:pt x="2089150" y="287375"/>
                  </a:lnTo>
                  <a:close/>
                </a:path>
                <a:path w="7988934" h="912495">
                  <a:moveTo>
                    <a:pt x="2165350" y="287439"/>
                  </a:moveTo>
                  <a:lnTo>
                    <a:pt x="2114550" y="287401"/>
                  </a:lnTo>
                  <a:lnTo>
                    <a:pt x="2114537" y="300101"/>
                  </a:lnTo>
                  <a:lnTo>
                    <a:pt x="2165337" y="300139"/>
                  </a:lnTo>
                  <a:lnTo>
                    <a:pt x="2165350" y="287439"/>
                  </a:lnTo>
                  <a:close/>
                </a:path>
                <a:path w="7988934" h="912495">
                  <a:moveTo>
                    <a:pt x="2222500" y="381000"/>
                  </a:moveTo>
                  <a:lnTo>
                    <a:pt x="2209800" y="381000"/>
                  </a:lnTo>
                  <a:lnTo>
                    <a:pt x="2209800" y="431800"/>
                  </a:lnTo>
                  <a:lnTo>
                    <a:pt x="2222500" y="431800"/>
                  </a:lnTo>
                  <a:lnTo>
                    <a:pt x="2222500" y="381000"/>
                  </a:lnTo>
                  <a:close/>
                </a:path>
                <a:path w="7988934" h="912495">
                  <a:moveTo>
                    <a:pt x="2222500" y="304800"/>
                  </a:moveTo>
                  <a:lnTo>
                    <a:pt x="2209800" y="304800"/>
                  </a:lnTo>
                  <a:lnTo>
                    <a:pt x="2209800" y="355600"/>
                  </a:lnTo>
                  <a:lnTo>
                    <a:pt x="2222500" y="355600"/>
                  </a:lnTo>
                  <a:lnTo>
                    <a:pt x="2222500" y="304800"/>
                  </a:lnTo>
                  <a:close/>
                </a:path>
                <a:path w="7988934" h="912495">
                  <a:moveTo>
                    <a:pt x="2222500" y="228600"/>
                  </a:moveTo>
                  <a:lnTo>
                    <a:pt x="2209800" y="228600"/>
                  </a:lnTo>
                  <a:lnTo>
                    <a:pt x="2209800" y="279400"/>
                  </a:lnTo>
                  <a:lnTo>
                    <a:pt x="2222500" y="279400"/>
                  </a:lnTo>
                  <a:lnTo>
                    <a:pt x="2222500" y="228600"/>
                  </a:lnTo>
                  <a:close/>
                </a:path>
                <a:path w="7988934" h="912495">
                  <a:moveTo>
                    <a:pt x="2222500" y="152400"/>
                  </a:moveTo>
                  <a:lnTo>
                    <a:pt x="2209800" y="152400"/>
                  </a:lnTo>
                  <a:lnTo>
                    <a:pt x="2209800" y="203200"/>
                  </a:lnTo>
                  <a:lnTo>
                    <a:pt x="2222500" y="203200"/>
                  </a:lnTo>
                  <a:lnTo>
                    <a:pt x="2222500" y="152400"/>
                  </a:lnTo>
                  <a:close/>
                </a:path>
                <a:path w="7988934" h="912495">
                  <a:moveTo>
                    <a:pt x="2222500" y="76200"/>
                  </a:moveTo>
                  <a:lnTo>
                    <a:pt x="2209800" y="76200"/>
                  </a:lnTo>
                  <a:lnTo>
                    <a:pt x="2209800" y="127000"/>
                  </a:lnTo>
                  <a:lnTo>
                    <a:pt x="2222500" y="127000"/>
                  </a:lnTo>
                  <a:lnTo>
                    <a:pt x="2222500" y="76200"/>
                  </a:lnTo>
                  <a:close/>
                </a:path>
                <a:path w="7988934" h="912495">
                  <a:moveTo>
                    <a:pt x="2241550" y="287502"/>
                  </a:moveTo>
                  <a:lnTo>
                    <a:pt x="2190750" y="287464"/>
                  </a:lnTo>
                  <a:lnTo>
                    <a:pt x="2190737" y="300164"/>
                  </a:lnTo>
                  <a:lnTo>
                    <a:pt x="2241537" y="300202"/>
                  </a:lnTo>
                  <a:lnTo>
                    <a:pt x="2241550" y="287502"/>
                  </a:lnTo>
                  <a:close/>
                </a:path>
                <a:path w="7988934" h="912495">
                  <a:moveTo>
                    <a:pt x="2273300" y="0"/>
                  </a:moveTo>
                  <a:lnTo>
                    <a:pt x="2159000" y="0"/>
                  </a:lnTo>
                  <a:lnTo>
                    <a:pt x="2159000" y="12700"/>
                  </a:lnTo>
                  <a:lnTo>
                    <a:pt x="2209800" y="12700"/>
                  </a:lnTo>
                  <a:lnTo>
                    <a:pt x="2209800" y="50800"/>
                  </a:lnTo>
                  <a:lnTo>
                    <a:pt x="2222500" y="50800"/>
                  </a:lnTo>
                  <a:lnTo>
                    <a:pt x="2222500" y="12687"/>
                  </a:lnTo>
                  <a:lnTo>
                    <a:pt x="2273300" y="12700"/>
                  </a:lnTo>
                  <a:lnTo>
                    <a:pt x="2273300" y="0"/>
                  </a:lnTo>
                  <a:close/>
                </a:path>
                <a:path w="7988934" h="912495">
                  <a:moveTo>
                    <a:pt x="2317750" y="287566"/>
                  </a:moveTo>
                  <a:lnTo>
                    <a:pt x="2266950" y="287515"/>
                  </a:lnTo>
                  <a:lnTo>
                    <a:pt x="2266937" y="300215"/>
                  </a:lnTo>
                  <a:lnTo>
                    <a:pt x="2317737" y="300266"/>
                  </a:lnTo>
                  <a:lnTo>
                    <a:pt x="2317750" y="287566"/>
                  </a:lnTo>
                  <a:close/>
                </a:path>
                <a:path w="7988934" h="912495">
                  <a:moveTo>
                    <a:pt x="2393950" y="287616"/>
                  </a:moveTo>
                  <a:lnTo>
                    <a:pt x="2343150" y="287578"/>
                  </a:lnTo>
                  <a:lnTo>
                    <a:pt x="2343137" y="300278"/>
                  </a:lnTo>
                  <a:lnTo>
                    <a:pt x="2393937" y="300316"/>
                  </a:lnTo>
                  <a:lnTo>
                    <a:pt x="2393950" y="287616"/>
                  </a:lnTo>
                  <a:close/>
                </a:path>
                <a:path w="7988934" h="912495">
                  <a:moveTo>
                    <a:pt x="2470150" y="287680"/>
                  </a:moveTo>
                  <a:lnTo>
                    <a:pt x="2419350" y="287642"/>
                  </a:lnTo>
                  <a:lnTo>
                    <a:pt x="2419337" y="300342"/>
                  </a:lnTo>
                  <a:lnTo>
                    <a:pt x="2470137" y="300380"/>
                  </a:lnTo>
                  <a:lnTo>
                    <a:pt x="2470150" y="287680"/>
                  </a:lnTo>
                  <a:close/>
                </a:path>
                <a:path w="7988934" h="912495">
                  <a:moveTo>
                    <a:pt x="2546350" y="287743"/>
                  </a:moveTo>
                  <a:lnTo>
                    <a:pt x="2495550" y="287705"/>
                  </a:lnTo>
                  <a:lnTo>
                    <a:pt x="2495537" y="300405"/>
                  </a:lnTo>
                  <a:lnTo>
                    <a:pt x="2546337" y="300443"/>
                  </a:lnTo>
                  <a:lnTo>
                    <a:pt x="2546350" y="287743"/>
                  </a:lnTo>
                  <a:close/>
                </a:path>
                <a:path w="7988934" h="912495">
                  <a:moveTo>
                    <a:pt x="2622550" y="287807"/>
                  </a:moveTo>
                  <a:lnTo>
                    <a:pt x="2571750" y="287769"/>
                  </a:lnTo>
                  <a:lnTo>
                    <a:pt x="2571737" y="300469"/>
                  </a:lnTo>
                  <a:lnTo>
                    <a:pt x="2622537" y="300507"/>
                  </a:lnTo>
                  <a:lnTo>
                    <a:pt x="2622550" y="287807"/>
                  </a:lnTo>
                  <a:close/>
                </a:path>
                <a:path w="7988934" h="912495">
                  <a:moveTo>
                    <a:pt x="2698750" y="287870"/>
                  </a:moveTo>
                  <a:lnTo>
                    <a:pt x="2647950" y="287820"/>
                  </a:lnTo>
                  <a:lnTo>
                    <a:pt x="2647937" y="300520"/>
                  </a:lnTo>
                  <a:lnTo>
                    <a:pt x="2698737" y="300570"/>
                  </a:lnTo>
                  <a:lnTo>
                    <a:pt x="2698750" y="287870"/>
                  </a:lnTo>
                  <a:close/>
                </a:path>
                <a:path w="7988934" h="912495">
                  <a:moveTo>
                    <a:pt x="2774950" y="287921"/>
                  </a:moveTo>
                  <a:lnTo>
                    <a:pt x="2724150" y="287883"/>
                  </a:lnTo>
                  <a:lnTo>
                    <a:pt x="2724137" y="300583"/>
                  </a:lnTo>
                  <a:lnTo>
                    <a:pt x="2774937" y="300621"/>
                  </a:lnTo>
                  <a:lnTo>
                    <a:pt x="2774950" y="287921"/>
                  </a:lnTo>
                  <a:close/>
                </a:path>
                <a:path w="7988934" h="912495">
                  <a:moveTo>
                    <a:pt x="2851150" y="287985"/>
                  </a:moveTo>
                  <a:lnTo>
                    <a:pt x="2800350" y="287947"/>
                  </a:lnTo>
                  <a:lnTo>
                    <a:pt x="2800337" y="300647"/>
                  </a:lnTo>
                  <a:lnTo>
                    <a:pt x="2851137" y="300685"/>
                  </a:lnTo>
                  <a:lnTo>
                    <a:pt x="2851150" y="287985"/>
                  </a:lnTo>
                  <a:close/>
                </a:path>
                <a:path w="7988934" h="912495">
                  <a:moveTo>
                    <a:pt x="2927350" y="288048"/>
                  </a:moveTo>
                  <a:lnTo>
                    <a:pt x="2876550" y="288010"/>
                  </a:lnTo>
                  <a:lnTo>
                    <a:pt x="2876537" y="300710"/>
                  </a:lnTo>
                  <a:lnTo>
                    <a:pt x="2927337" y="300748"/>
                  </a:lnTo>
                  <a:lnTo>
                    <a:pt x="2927350" y="288048"/>
                  </a:lnTo>
                  <a:close/>
                </a:path>
                <a:path w="7988934" h="912495">
                  <a:moveTo>
                    <a:pt x="3003550" y="288112"/>
                  </a:moveTo>
                  <a:lnTo>
                    <a:pt x="2952750" y="288074"/>
                  </a:lnTo>
                  <a:lnTo>
                    <a:pt x="2952737" y="300774"/>
                  </a:lnTo>
                  <a:lnTo>
                    <a:pt x="3003537" y="300812"/>
                  </a:lnTo>
                  <a:lnTo>
                    <a:pt x="3003550" y="288112"/>
                  </a:lnTo>
                  <a:close/>
                </a:path>
                <a:path w="7988934" h="912495">
                  <a:moveTo>
                    <a:pt x="3079750" y="288175"/>
                  </a:moveTo>
                  <a:lnTo>
                    <a:pt x="3028950" y="288137"/>
                  </a:lnTo>
                  <a:lnTo>
                    <a:pt x="3028937" y="300837"/>
                  </a:lnTo>
                  <a:lnTo>
                    <a:pt x="3079737" y="300875"/>
                  </a:lnTo>
                  <a:lnTo>
                    <a:pt x="3079750" y="288175"/>
                  </a:lnTo>
                  <a:close/>
                </a:path>
                <a:path w="7988934" h="912495">
                  <a:moveTo>
                    <a:pt x="3155950" y="288239"/>
                  </a:moveTo>
                  <a:lnTo>
                    <a:pt x="3105150" y="288188"/>
                  </a:lnTo>
                  <a:lnTo>
                    <a:pt x="3105137" y="300888"/>
                  </a:lnTo>
                  <a:lnTo>
                    <a:pt x="3155937" y="300939"/>
                  </a:lnTo>
                  <a:lnTo>
                    <a:pt x="3155950" y="288239"/>
                  </a:lnTo>
                  <a:close/>
                </a:path>
                <a:path w="7988934" h="912495">
                  <a:moveTo>
                    <a:pt x="3232150" y="288290"/>
                  </a:moveTo>
                  <a:lnTo>
                    <a:pt x="3181350" y="288251"/>
                  </a:lnTo>
                  <a:lnTo>
                    <a:pt x="3181337" y="300951"/>
                  </a:lnTo>
                  <a:lnTo>
                    <a:pt x="3232137" y="300990"/>
                  </a:lnTo>
                  <a:lnTo>
                    <a:pt x="3232150" y="288290"/>
                  </a:lnTo>
                  <a:close/>
                </a:path>
                <a:path w="7988934" h="912495">
                  <a:moveTo>
                    <a:pt x="3308350" y="288353"/>
                  </a:moveTo>
                  <a:lnTo>
                    <a:pt x="3257550" y="288315"/>
                  </a:lnTo>
                  <a:lnTo>
                    <a:pt x="3257537" y="301015"/>
                  </a:lnTo>
                  <a:lnTo>
                    <a:pt x="3308337" y="301053"/>
                  </a:lnTo>
                  <a:lnTo>
                    <a:pt x="3308350" y="288353"/>
                  </a:lnTo>
                  <a:close/>
                </a:path>
                <a:path w="7988934" h="912495">
                  <a:moveTo>
                    <a:pt x="3384550" y="288417"/>
                  </a:moveTo>
                  <a:lnTo>
                    <a:pt x="3333750" y="288378"/>
                  </a:lnTo>
                  <a:lnTo>
                    <a:pt x="3333737" y="301078"/>
                  </a:lnTo>
                  <a:lnTo>
                    <a:pt x="3384537" y="301117"/>
                  </a:lnTo>
                  <a:lnTo>
                    <a:pt x="3384550" y="288417"/>
                  </a:lnTo>
                  <a:close/>
                </a:path>
                <a:path w="7988934" h="912495">
                  <a:moveTo>
                    <a:pt x="3460750" y="288480"/>
                  </a:moveTo>
                  <a:lnTo>
                    <a:pt x="3409950" y="288442"/>
                  </a:lnTo>
                  <a:lnTo>
                    <a:pt x="3409937" y="301142"/>
                  </a:lnTo>
                  <a:lnTo>
                    <a:pt x="3460737" y="301180"/>
                  </a:lnTo>
                  <a:lnTo>
                    <a:pt x="3460750" y="288480"/>
                  </a:lnTo>
                  <a:close/>
                </a:path>
                <a:path w="7988934" h="912495">
                  <a:moveTo>
                    <a:pt x="3536950" y="288544"/>
                  </a:moveTo>
                  <a:lnTo>
                    <a:pt x="3486150" y="288493"/>
                  </a:lnTo>
                  <a:lnTo>
                    <a:pt x="3486137" y="301193"/>
                  </a:lnTo>
                  <a:lnTo>
                    <a:pt x="3536937" y="301244"/>
                  </a:lnTo>
                  <a:lnTo>
                    <a:pt x="3536950" y="288544"/>
                  </a:lnTo>
                  <a:close/>
                </a:path>
                <a:path w="7988934" h="912495">
                  <a:moveTo>
                    <a:pt x="3613150" y="288594"/>
                  </a:moveTo>
                  <a:lnTo>
                    <a:pt x="3562350" y="288556"/>
                  </a:lnTo>
                  <a:lnTo>
                    <a:pt x="3562337" y="301256"/>
                  </a:lnTo>
                  <a:lnTo>
                    <a:pt x="3613137" y="301294"/>
                  </a:lnTo>
                  <a:lnTo>
                    <a:pt x="3613150" y="288594"/>
                  </a:lnTo>
                  <a:close/>
                </a:path>
                <a:path w="7988934" h="912495">
                  <a:moveTo>
                    <a:pt x="3689350" y="288658"/>
                  </a:moveTo>
                  <a:lnTo>
                    <a:pt x="3638550" y="288620"/>
                  </a:lnTo>
                  <a:lnTo>
                    <a:pt x="3638537" y="301320"/>
                  </a:lnTo>
                  <a:lnTo>
                    <a:pt x="3689337" y="301358"/>
                  </a:lnTo>
                  <a:lnTo>
                    <a:pt x="3689350" y="288658"/>
                  </a:lnTo>
                  <a:close/>
                </a:path>
                <a:path w="7988934" h="912495">
                  <a:moveTo>
                    <a:pt x="3765550" y="288721"/>
                  </a:moveTo>
                  <a:lnTo>
                    <a:pt x="3714750" y="288683"/>
                  </a:lnTo>
                  <a:lnTo>
                    <a:pt x="3714737" y="301383"/>
                  </a:lnTo>
                  <a:lnTo>
                    <a:pt x="3765537" y="301421"/>
                  </a:lnTo>
                  <a:lnTo>
                    <a:pt x="3765550" y="288721"/>
                  </a:lnTo>
                  <a:close/>
                </a:path>
                <a:path w="7988934" h="912495">
                  <a:moveTo>
                    <a:pt x="3841750" y="288785"/>
                  </a:moveTo>
                  <a:lnTo>
                    <a:pt x="3790950" y="288747"/>
                  </a:lnTo>
                  <a:lnTo>
                    <a:pt x="3790937" y="301447"/>
                  </a:lnTo>
                  <a:lnTo>
                    <a:pt x="3841737" y="301485"/>
                  </a:lnTo>
                  <a:lnTo>
                    <a:pt x="3841750" y="288785"/>
                  </a:lnTo>
                  <a:close/>
                </a:path>
                <a:path w="7988934" h="912495">
                  <a:moveTo>
                    <a:pt x="3917950" y="288848"/>
                  </a:moveTo>
                  <a:lnTo>
                    <a:pt x="3867150" y="288810"/>
                  </a:lnTo>
                  <a:lnTo>
                    <a:pt x="3867137" y="301510"/>
                  </a:lnTo>
                  <a:lnTo>
                    <a:pt x="3917937" y="301548"/>
                  </a:lnTo>
                  <a:lnTo>
                    <a:pt x="3917950" y="288848"/>
                  </a:lnTo>
                  <a:close/>
                </a:path>
                <a:path w="7988934" h="912495">
                  <a:moveTo>
                    <a:pt x="3994150" y="288912"/>
                  </a:moveTo>
                  <a:lnTo>
                    <a:pt x="3943350" y="288861"/>
                  </a:lnTo>
                  <a:lnTo>
                    <a:pt x="3943337" y="301561"/>
                  </a:lnTo>
                  <a:lnTo>
                    <a:pt x="3994137" y="301612"/>
                  </a:lnTo>
                  <a:lnTo>
                    <a:pt x="3994150" y="288912"/>
                  </a:lnTo>
                  <a:close/>
                </a:path>
                <a:path w="7988934" h="912495">
                  <a:moveTo>
                    <a:pt x="4070350" y="288963"/>
                  </a:moveTo>
                  <a:lnTo>
                    <a:pt x="4019550" y="288925"/>
                  </a:lnTo>
                  <a:lnTo>
                    <a:pt x="4019537" y="301625"/>
                  </a:lnTo>
                  <a:lnTo>
                    <a:pt x="4070337" y="301663"/>
                  </a:lnTo>
                  <a:lnTo>
                    <a:pt x="4070350" y="288963"/>
                  </a:lnTo>
                  <a:close/>
                </a:path>
                <a:path w="7988934" h="912495">
                  <a:moveTo>
                    <a:pt x="4146550" y="289026"/>
                  </a:moveTo>
                  <a:lnTo>
                    <a:pt x="4095750" y="288988"/>
                  </a:lnTo>
                  <a:lnTo>
                    <a:pt x="4095737" y="301688"/>
                  </a:lnTo>
                  <a:lnTo>
                    <a:pt x="4146537" y="301726"/>
                  </a:lnTo>
                  <a:lnTo>
                    <a:pt x="4146550" y="289026"/>
                  </a:lnTo>
                  <a:close/>
                </a:path>
                <a:path w="7988934" h="912495">
                  <a:moveTo>
                    <a:pt x="4222750" y="289090"/>
                  </a:moveTo>
                  <a:lnTo>
                    <a:pt x="4171950" y="289052"/>
                  </a:lnTo>
                  <a:lnTo>
                    <a:pt x="4171937" y="301752"/>
                  </a:lnTo>
                  <a:lnTo>
                    <a:pt x="4222737" y="301790"/>
                  </a:lnTo>
                  <a:lnTo>
                    <a:pt x="4222750" y="289090"/>
                  </a:lnTo>
                  <a:close/>
                </a:path>
                <a:path w="7988934" h="912495">
                  <a:moveTo>
                    <a:pt x="4298950" y="289153"/>
                  </a:moveTo>
                  <a:lnTo>
                    <a:pt x="4248150" y="289115"/>
                  </a:lnTo>
                  <a:lnTo>
                    <a:pt x="4248137" y="301815"/>
                  </a:lnTo>
                  <a:lnTo>
                    <a:pt x="4298937" y="301853"/>
                  </a:lnTo>
                  <a:lnTo>
                    <a:pt x="4298950" y="289153"/>
                  </a:lnTo>
                  <a:close/>
                </a:path>
                <a:path w="7988934" h="912495">
                  <a:moveTo>
                    <a:pt x="4375150" y="289217"/>
                  </a:moveTo>
                  <a:lnTo>
                    <a:pt x="4324350" y="289166"/>
                  </a:lnTo>
                  <a:lnTo>
                    <a:pt x="4324337" y="301866"/>
                  </a:lnTo>
                  <a:lnTo>
                    <a:pt x="4375137" y="301917"/>
                  </a:lnTo>
                  <a:lnTo>
                    <a:pt x="4375150" y="289217"/>
                  </a:lnTo>
                  <a:close/>
                </a:path>
                <a:path w="7988934" h="912495">
                  <a:moveTo>
                    <a:pt x="4432300" y="393700"/>
                  </a:moveTo>
                  <a:lnTo>
                    <a:pt x="4419600" y="393700"/>
                  </a:lnTo>
                  <a:lnTo>
                    <a:pt x="4419600" y="444500"/>
                  </a:lnTo>
                  <a:lnTo>
                    <a:pt x="4432300" y="444500"/>
                  </a:lnTo>
                  <a:lnTo>
                    <a:pt x="4432300" y="393700"/>
                  </a:lnTo>
                  <a:close/>
                </a:path>
                <a:path w="7988934" h="912495">
                  <a:moveTo>
                    <a:pt x="4432300" y="317500"/>
                  </a:moveTo>
                  <a:lnTo>
                    <a:pt x="4419600" y="317500"/>
                  </a:lnTo>
                  <a:lnTo>
                    <a:pt x="4419600" y="368300"/>
                  </a:lnTo>
                  <a:lnTo>
                    <a:pt x="4432300" y="368300"/>
                  </a:lnTo>
                  <a:lnTo>
                    <a:pt x="4432300" y="317500"/>
                  </a:lnTo>
                  <a:close/>
                </a:path>
                <a:path w="7988934" h="912495">
                  <a:moveTo>
                    <a:pt x="4432300" y="165100"/>
                  </a:moveTo>
                  <a:lnTo>
                    <a:pt x="4419600" y="165100"/>
                  </a:lnTo>
                  <a:lnTo>
                    <a:pt x="4419600" y="215900"/>
                  </a:lnTo>
                  <a:lnTo>
                    <a:pt x="4432300" y="215900"/>
                  </a:lnTo>
                  <a:lnTo>
                    <a:pt x="4432300" y="165100"/>
                  </a:lnTo>
                  <a:close/>
                </a:path>
                <a:path w="7988934" h="912495">
                  <a:moveTo>
                    <a:pt x="4432300" y="88900"/>
                  </a:moveTo>
                  <a:lnTo>
                    <a:pt x="4419600" y="88900"/>
                  </a:lnTo>
                  <a:lnTo>
                    <a:pt x="4419600" y="139700"/>
                  </a:lnTo>
                  <a:lnTo>
                    <a:pt x="4432300" y="139700"/>
                  </a:lnTo>
                  <a:lnTo>
                    <a:pt x="4432300" y="88900"/>
                  </a:lnTo>
                  <a:close/>
                </a:path>
                <a:path w="7988934" h="912495">
                  <a:moveTo>
                    <a:pt x="4451350" y="289280"/>
                  </a:moveTo>
                  <a:lnTo>
                    <a:pt x="4432300" y="289267"/>
                  </a:lnTo>
                  <a:lnTo>
                    <a:pt x="4432300" y="241300"/>
                  </a:lnTo>
                  <a:lnTo>
                    <a:pt x="4419600" y="241300"/>
                  </a:lnTo>
                  <a:lnTo>
                    <a:pt x="4419600" y="289255"/>
                  </a:lnTo>
                  <a:lnTo>
                    <a:pt x="4400550" y="289229"/>
                  </a:lnTo>
                  <a:lnTo>
                    <a:pt x="4400537" y="301929"/>
                  </a:lnTo>
                  <a:lnTo>
                    <a:pt x="4451337" y="301980"/>
                  </a:lnTo>
                  <a:lnTo>
                    <a:pt x="4451350" y="289280"/>
                  </a:lnTo>
                  <a:close/>
                </a:path>
                <a:path w="7988934" h="912495">
                  <a:moveTo>
                    <a:pt x="4483100" y="12700"/>
                  </a:moveTo>
                  <a:lnTo>
                    <a:pt x="4368800" y="12700"/>
                  </a:lnTo>
                  <a:lnTo>
                    <a:pt x="4368800" y="25400"/>
                  </a:lnTo>
                  <a:lnTo>
                    <a:pt x="4419600" y="25400"/>
                  </a:lnTo>
                  <a:lnTo>
                    <a:pt x="4419600" y="63500"/>
                  </a:lnTo>
                  <a:lnTo>
                    <a:pt x="4432300" y="63500"/>
                  </a:lnTo>
                  <a:lnTo>
                    <a:pt x="4432300" y="25387"/>
                  </a:lnTo>
                  <a:lnTo>
                    <a:pt x="4483100" y="25400"/>
                  </a:lnTo>
                  <a:lnTo>
                    <a:pt x="4483100" y="12700"/>
                  </a:lnTo>
                  <a:close/>
                </a:path>
                <a:path w="7988934" h="912495">
                  <a:moveTo>
                    <a:pt x="4527550" y="289331"/>
                  </a:moveTo>
                  <a:lnTo>
                    <a:pt x="4476750" y="289293"/>
                  </a:lnTo>
                  <a:lnTo>
                    <a:pt x="4476737" y="301993"/>
                  </a:lnTo>
                  <a:lnTo>
                    <a:pt x="4527537" y="302031"/>
                  </a:lnTo>
                  <a:lnTo>
                    <a:pt x="4527550" y="289331"/>
                  </a:lnTo>
                  <a:close/>
                </a:path>
                <a:path w="7988934" h="912495">
                  <a:moveTo>
                    <a:pt x="4603750" y="289394"/>
                  </a:moveTo>
                  <a:lnTo>
                    <a:pt x="4552950" y="289356"/>
                  </a:lnTo>
                  <a:lnTo>
                    <a:pt x="4552937" y="302056"/>
                  </a:lnTo>
                  <a:lnTo>
                    <a:pt x="4603737" y="302094"/>
                  </a:lnTo>
                  <a:lnTo>
                    <a:pt x="4603750" y="289394"/>
                  </a:lnTo>
                  <a:close/>
                </a:path>
                <a:path w="7988934" h="912495">
                  <a:moveTo>
                    <a:pt x="4679950" y="289458"/>
                  </a:moveTo>
                  <a:lnTo>
                    <a:pt x="4629150" y="289420"/>
                  </a:lnTo>
                  <a:lnTo>
                    <a:pt x="4629137" y="302120"/>
                  </a:lnTo>
                  <a:lnTo>
                    <a:pt x="4679937" y="302158"/>
                  </a:lnTo>
                  <a:lnTo>
                    <a:pt x="4679950" y="289458"/>
                  </a:lnTo>
                  <a:close/>
                </a:path>
                <a:path w="7988934" h="912495">
                  <a:moveTo>
                    <a:pt x="4756150" y="289521"/>
                  </a:moveTo>
                  <a:lnTo>
                    <a:pt x="4705350" y="289483"/>
                  </a:lnTo>
                  <a:lnTo>
                    <a:pt x="4705337" y="302183"/>
                  </a:lnTo>
                  <a:lnTo>
                    <a:pt x="4756137" y="302221"/>
                  </a:lnTo>
                  <a:lnTo>
                    <a:pt x="4756150" y="289521"/>
                  </a:lnTo>
                  <a:close/>
                </a:path>
                <a:path w="7988934" h="912495">
                  <a:moveTo>
                    <a:pt x="4832350" y="289585"/>
                  </a:moveTo>
                  <a:lnTo>
                    <a:pt x="4781550" y="289534"/>
                  </a:lnTo>
                  <a:lnTo>
                    <a:pt x="4781537" y="302234"/>
                  </a:lnTo>
                  <a:lnTo>
                    <a:pt x="4832337" y="302285"/>
                  </a:lnTo>
                  <a:lnTo>
                    <a:pt x="4832350" y="289585"/>
                  </a:lnTo>
                  <a:close/>
                </a:path>
                <a:path w="7988934" h="912495">
                  <a:moveTo>
                    <a:pt x="4908550" y="289636"/>
                  </a:moveTo>
                  <a:lnTo>
                    <a:pt x="4857750" y="289598"/>
                  </a:lnTo>
                  <a:lnTo>
                    <a:pt x="4857737" y="302298"/>
                  </a:lnTo>
                  <a:lnTo>
                    <a:pt x="4908537" y="302336"/>
                  </a:lnTo>
                  <a:lnTo>
                    <a:pt x="4908550" y="289636"/>
                  </a:lnTo>
                  <a:close/>
                </a:path>
                <a:path w="7988934" h="912495">
                  <a:moveTo>
                    <a:pt x="4984750" y="289699"/>
                  </a:moveTo>
                  <a:lnTo>
                    <a:pt x="4933950" y="289661"/>
                  </a:lnTo>
                  <a:lnTo>
                    <a:pt x="4933937" y="302361"/>
                  </a:lnTo>
                  <a:lnTo>
                    <a:pt x="4984737" y="302399"/>
                  </a:lnTo>
                  <a:lnTo>
                    <a:pt x="4984750" y="289699"/>
                  </a:lnTo>
                  <a:close/>
                </a:path>
                <a:path w="7988934" h="912495">
                  <a:moveTo>
                    <a:pt x="5060950" y="289763"/>
                  </a:moveTo>
                  <a:lnTo>
                    <a:pt x="5010150" y="289725"/>
                  </a:lnTo>
                  <a:lnTo>
                    <a:pt x="5010137" y="302425"/>
                  </a:lnTo>
                  <a:lnTo>
                    <a:pt x="5060937" y="302463"/>
                  </a:lnTo>
                  <a:lnTo>
                    <a:pt x="5060950" y="289763"/>
                  </a:lnTo>
                  <a:close/>
                </a:path>
                <a:path w="7988934" h="912495">
                  <a:moveTo>
                    <a:pt x="5137150" y="289826"/>
                  </a:moveTo>
                  <a:lnTo>
                    <a:pt x="5086350" y="289788"/>
                  </a:lnTo>
                  <a:lnTo>
                    <a:pt x="5086337" y="302488"/>
                  </a:lnTo>
                  <a:lnTo>
                    <a:pt x="5137137" y="302526"/>
                  </a:lnTo>
                  <a:lnTo>
                    <a:pt x="5137150" y="289826"/>
                  </a:lnTo>
                  <a:close/>
                </a:path>
                <a:path w="7988934" h="912495">
                  <a:moveTo>
                    <a:pt x="5213350" y="289890"/>
                  </a:moveTo>
                  <a:lnTo>
                    <a:pt x="5162550" y="289839"/>
                  </a:lnTo>
                  <a:lnTo>
                    <a:pt x="5162537" y="302539"/>
                  </a:lnTo>
                  <a:lnTo>
                    <a:pt x="5213337" y="302590"/>
                  </a:lnTo>
                  <a:lnTo>
                    <a:pt x="5213350" y="289890"/>
                  </a:lnTo>
                  <a:close/>
                </a:path>
                <a:path w="7988934" h="912495">
                  <a:moveTo>
                    <a:pt x="5289550" y="289953"/>
                  </a:moveTo>
                  <a:lnTo>
                    <a:pt x="5238750" y="289902"/>
                  </a:lnTo>
                  <a:lnTo>
                    <a:pt x="5238737" y="302602"/>
                  </a:lnTo>
                  <a:lnTo>
                    <a:pt x="5289537" y="302653"/>
                  </a:lnTo>
                  <a:lnTo>
                    <a:pt x="5289550" y="289953"/>
                  </a:lnTo>
                  <a:close/>
                </a:path>
                <a:path w="7988934" h="912495">
                  <a:moveTo>
                    <a:pt x="5365750" y="290004"/>
                  </a:moveTo>
                  <a:lnTo>
                    <a:pt x="5314950" y="289966"/>
                  </a:lnTo>
                  <a:lnTo>
                    <a:pt x="5314937" y="302666"/>
                  </a:lnTo>
                  <a:lnTo>
                    <a:pt x="5365737" y="302704"/>
                  </a:lnTo>
                  <a:lnTo>
                    <a:pt x="5365750" y="290004"/>
                  </a:lnTo>
                  <a:close/>
                </a:path>
                <a:path w="7988934" h="912495">
                  <a:moveTo>
                    <a:pt x="5441950" y="290068"/>
                  </a:moveTo>
                  <a:lnTo>
                    <a:pt x="5391150" y="290029"/>
                  </a:lnTo>
                  <a:lnTo>
                    <a:pt x="5391137" y="302729"/>
                  </a:lnTo>
                  <a:lnTo>
                    <a:pt x="5441937" y="302768"/>
                  </a:lnTo>
                  <a:lnTo>
                    <a:pt x="5441950" y="290068"/>
                  </a:lnTo>
                  <a:close/>
                </a:path>
                <a:path w="7988934" h="912495">
                  <a:moveTo>
                    <a:pt x="5518150" y="290131"/>
                  </a:moveTo>
                  <a:lnTo>
                    <a:pt x="5467350" y="290093"/>
                  </a:lnTo>
                  <a:lnTo>
                    <a:pt x="5467337" y="302793"/>
                  </a:lnTo>
                  <a:lnTo>
                    <a:pt x="5518137" y="302831"/>
                  </a:lnTo>
                  <a:lnTo>
                    <a:pt x="5518150" y="290131"/>
                  </a:lnTo>
                  <a:close/>
                </a:path>
                <a:path w="7988934" h="912495">
                  <a:moveTo>
                    <a:pt x="5594350" y="290195"/>
                  </a:moveTo>
                  <a:lnTo>
                    <a:pt x="5543550" y="290156"/>
                  </a:lnTo>
                  <a:lnTo>
                    <a:pt x="5543537" y="302856"/>
                  </a:lnTo>
                  <a:lnTo>
                    <a:pt x="5594337" y="302895"/>
                  </a:lnTo>
                  <a:lnTo>
                    <a:pt x="5594350" y="290195"/>
                  </a:lnTo>
                  <a:close/>
                </a:path>
                <a:path w="7988934" h="912495">
                  <a:moveTo>
                    <a:pt x="5670550" y="290258"/>
                  </a:moveTo>
                  <a:lnTo>
                    <a:pt x="5619750" y="290207"/>
                  </a:lnTo>
                  <a:lnTo>
                    <a:pt x="5619737" y="302907"/>
                  </a:lnTo>
                  <a:lnTo>
                    <a:pt x="5670537" y="302958"/>
                  </a:lnTo>
                  <a:lnTo>
                    <a:pt x="5670550" y="290258"/>
                  </a:lnTo>
                  <a:close/>
                </a:path>
                <a:path w="7988934" h="912495">
                  <a:moveTo>
                    <a:pt x="5746750" y="290309"/>
                  </a:moveTo>
                  <a:lnTo>
                    <a:pt x="5695950" y="290271"/>
                  </a:lnTo>
                  <a:lnTo>
                    <a:pt x="5695937" y="302971"/>
                  </a:lnTo>
                  <a:lnTo>
                    <a:pt x="5746737" y="303009"/>
                  </a:lnTo>
                  <a:lnTo>
                    <a:pt x="5746750" y="290309"/>
                  </a:lnTo>
                  <a:close/>
                </a:path>
                <a:path w="7988934" h="912495">
                  <a:moveTo>
                    <a:pt x="5822950" y="290372"/>
                  </a:moveTo>
                  <a:lnTo>
                    <a:pt x="5772150" y="290334"/>
                  </a:lnTo>
                  <a:lnTo>
                    <a:pt x="5772137" y="303034"/>
                  </a:lnTo>
                  <a:lnTo>
                    <a:pt x="5822937" y="303072"/>
                  </a:lnTo>
                  <a:lnTo>
                    <a:pt x="5822950" y="290372"/>
                  </a:lnTo>
                  <a:close/>
                </a:path>
                <a:path w="7988934" h="912495">
                  <a:moveTo>
                    <a:pt x="5899150" y="290436"/>
                  </a:moveTo>
                  <a:lnTo>
                    <a:pt x="5848350" y="290398"/>
                  </a:lnTo>
                  <a:lnTo>
                    <a:pt x="5848337" y="303098"/>
                  </a:lnTo>
                  <a:lnTo>
                    <a:pt x="5899137" y="303136"/>
                  </a:lnTo>
                  <a:lnTo>
                    <a:pt x="5899150" y="290436"/>
                  </a:lnTo>
                  <a:close/>
                </a:path>
                <a:path w="7988934" h="912495">
                  <a:moveTo>
                    <a:pt x="5975350" y="290499"/>
                  </a:moveTo>
                  <a:lnTo>
                    <a:pt x="5924550" y="290461"/>
                  </a:lnTo>
                  <a:lnTo>
                    <a:pt x="5924537" y="303161"/>
                  </a:lnTo>
                  <a:lnTo>
                    <a:pt x="5975337" y="303199"/>
                  </a:lnTo>
                  <a:lnTo>
                    <a:pt x="5975350" y="290499"/>
                  </a:lnTo>
                  <a:close/>
                </a:path>
                <a:path w="7988934" h="912495">
                  <a:moveTo>
                    <a:pt x="6051550" y="290563"/>
                  </a:moveTo>
                  <a:lnTo>
                    <a:pt x="6000750" y="290525"/>
                  </a:lnTo>
                  <a:lnTo>
                    <a:pt x="6000737" y="303225"/>
                  </a:lnTo>
                  <a:lnTo>
                    <a:pt x="6051537" y="303263"/>
                  </a:lnTo>
                  <a:lnTo>
                    <a:pt x="6051550" y="290563"/>
                  </a:lnTo>
                  <a:close/>
                </a:path>
                <a:path w="7988934" h="912495">
                  <a:moveTo>
                    <a:pt x="6127750" y="290626"/>
                  </a:moveTo>
                  <a:lnTo>
                    <a:pt x="6076950" y="290576"/>
                  </a:lnTo>
                  <a:lnTo>
                    <a:pt x="6076937" y="303276"/>
                  </a:lnTo>
                  <a:lnTo>
                    <a:pt x="6127737" y="303326"/>
                  </a:lnTo>
                  <a:lnTo>
                    <a:pt x="6127750" y="290626"/>
                  </a:lnTo>
                  <a:close/>
                </a:path>
                <a:path w="7988934" h="912495">
                  <a:moveTo>
                    <a:pt x="6203950" y="290677"/>
                  </a:moveTo>
                  <a:lnTo>
                    <a:pt x="6153150" y="290639"/>
                  </a:lnTo>
                  <a:lnTo>
                    <a:pt x="6153137" y="303339"/>
                  </a:lnTo>
                  <a:lnTo>
                    <a:pt x="6203937" y="303377"/>
                  </a:lnTo>
                  <a:lnTo>
                    <a:pt x="6203950" y="290677"/>
                  </a:lnTo>
                  <a:close/>
                </a:path>
                <a:path w="7988934" h="912495">
                  <a:moveTo>
                    <a:pt x="6280150" y="290741"/>
                  </a:moveTo>
                  <a:lnTo>
                    <a:pt x="6229350" y="290703"/>
                  </a:lnTo>
                  <a:lnTo>
                    <a:pt x="6229337" y="303403"/>
                  </a:lnTo>
                  <a:lnTo>
                    <a:pt x="6280137" y="303441"/>
                  </a:lnTo>
                  <a:lnTo>
                    <a:pt x="6280150" y="290741"/>
                  </a:lnTo>
                  <a:close/>
                </a:path>
                <a:path w="7988934" h="912495">
                  <a:moveTo>
                    <a:pt x="6356350" y="290804"/>
                  </a:moveTo>
                  <a:lnTo>
                    <a:pt x="6305550" y="290766"/>
                  </a:lnTo>
                  <a:lnTo>
                    <a:pt x="6305537" y="303466"/>
                  </a:lnTo>
                  <a:lnTo>
                    <a:pt x="6356337" y="303504"/>
                  </a:lnTo>
                  <a:lnTo>
                    <a:pt x="6356350" y="290804"/>
                  </a:lnTo>
                  <a:close/>
                </a:path>
                <a:path w="7988934" h="912495">
                  <a:moveTo>
                    <a:pt x="6432550" y="290868"/>
                  </a:moveTo>
                  <a:lnTo>
                    <a:pt x="6381750" y="290830"/>
                  </a:lnTo>
                  <a:lnTo>
                    <a:pt x="6381737" y="303530"/>
                  </a:lnTo>
                  <a:lnTo>
                    <a:pt x="6432537" y="303568"/>
                  </a:lnTo>
                  <a:lnTo>
                    <a:pt x="6432550" y="290868"/>
                  </a:lnTo>
                  <a:close/>
                </a:path>
                <a:path w="7988934" h="912495">
                  <a:moveTo>
                    <a:pt x="6508750" y="290931"/>
                  </a:moveTo>
                  <a:lnTo>
                    <a:pt x="6457950" y="290880"/>
                  </a:lnTo>
                  <a:lnTo>
                    <a:pt x="6457937" y="303580"/>
                  </a:lnTo>
                  <a:lnTo>
                    <a:pt x="6508737" y="303631"/>
                  </a:lnTo>
                  <a:lnTo>
                    <a:pt x="6508750" y="290931"/>
                  </a:lnTo>
                  <a:close/>
                </a:path>
                <a:path w="7988934" h="912495">
                  <a:moveTo>
                    <a:pt x="6584950" y="290982"/>
                  </a:moveTo>
                  <a:lnTo>
                    <a:pt x="6534150" y="290944"/>
                  </a:lnTo>
                  <a:lnTo>
                    <a:pt x="6534137" y="303644"/>
                  </a:lnTo>
                  <a:lnTo>
                    <a:pt x="6584937" y="303682"/>
                  </a:lnTo>
                  <a:lnTo>
                    <a:pt x="6584950" y="290982"/>
                  </a:lnTo>
                  <a:close/>
                </a:path>
                <a:path w="7988934" h="912495">
                  <a:moveTo>
                    <a:pt x="6661150" y="291045"/>
                  </a:moveTo>
                  <a:lnTo>
                    <a:pt x="6610350" y="291007"/>
                  </a:lnTo>
                  <a:lnTo>
                    <a:pt x="6610337" y="303707"/>
                  </a:lnTo>
                  <a:lnTo>
                    <a:pt x="6661137" y="303745"/>
                  </a:lnTo>
                  <a:lnTo>
                    <a:pt x="6661150" y="291045"/>
                  </a:lnTo>
                  <a:close/>
                </a:path>
                <a:path w="7988934" h="912495">
                  <a:moveTo>
                    <a:pt x="6724459" y="803567"/>
                  </a:moveTo>
                  <a:lnTo>
                    <a:pt x="6527114" y="650201"/>
                  </a:lnTo>
                  <a:lnTo>
                    <a:pt x="6512915" y="646887"/>
                  </a:lnTo>
                  <a:lnTo>
                    <a:pt x="6506070" y="649439"/>
                  </a:lnTo>
                  <a:lnTo>
                    <a:pt x="6500533" y="654583"/>
                  </a:lnTo>
                  <a:lnTo>
                    <a:pt x="6499530" y="656120"/>
                  </a:lnTo>
                  <a:lnTo>
                    <a:pt x="6497180" y="662774"/>
                  </a:lnTo>
                  <a:lnTo>
                    <a:pt x="6497383" y="669632"/>
                  </a:lnTo>
                  <a:lnTo>
                    <a:pt x="6500000" y="676008"/>
                  </a:lnTo>
                  <a:lnTo>
                    <a:pt x="6504914" y="681164"/>
                  </a:lnTo>
                  <a:lnTo>
                    <a:pt x="6635293" y="774598"/>
                  </a:lnTo>
                  <a:lnTo>
                    <a:pt x="6510350" y="760869"/>
                  </a:lnTo>
                  <a:lnTo>
                    <a:pt x="6508331" y="760653"/>
                  </a:lnTo>
                  <a:lnTo>
                    <a:pt x="6509207" y="760869"/>
                  </a:lnTo>
                  <a:lnTo>
                    <a:pt x="6508293" y="760653"/>
                  </a:lnTo>
                  <a:lnTo>
                    <a:pt x="6458877" y="748220"/>
                  </a:lnTo>
                  <a:lnTo>
                    <a:pt x="6409499" y="732675"/>
                  </a:lnTo>
                  <a:lnTo>
                    <a:pt x="6361239" y="714400"/>
                  </a:lnTo>
                  <a:lnTo>
                    <a:pt x="6314275" y="693496"/>
                  </a:lnTo>
                  <a:lnTo>
                    <a:pt x="6268783" y="670090"/>
                  </a:lnTo>
                  <a:lnTo>
                    <a:pt x="6224956" y="644334"/>
                  </a:lnTo>
                  <a:lnTo>
                    <a:pt x="6182944" y="616331"/>
                  </a:lnTo>
                  <a:lnTo>
                    <a:pt x="6142926" y="586219"/>
                  </a:lnTo>
                  <a:lnTo>
                    <a:pt x="6105093" y="554126"/>
                  </a:lnTo>
                  <a:lnTo>
                    <a:pt x="6069609" y="520179"/>
                  </a:lnTo>
                  <a:lnTo>
                    <a:pt x="6036665" y="484492"/>
                  </a:lnTo>
                  <a:lnTo>
                    <a:pt x="6006414" y="447205"/>
                  </a:lnTo>
                  <a:lnTo>
                    <a:pt x="6000750" y="442201"/>
                  </a:lnTo>
                  <a:lnTo>
                    <a:pt x="5993828" y="439851"/>
                  </a:lnTo>
                  <a:lnTo>
                    <a:pt x="5986538" y="440245"/>
                  </a:lnTo>
                  <a:lnTo>
                    <a:pt x="5979731" y="443534"/>
                  </a:lnTo>
                  <a:lnTo>
                    <a:pt x="5974727" y="449211"/>
                  </a:lnTo>
                  <a:lnTo>
                    <a:pt x="5972365" y="456120"/>
                  </a:lnTo>
                  <a:lnTo>
                    <a:pt x="5972772" y="463410"/>
                  </a:lnTo>
                  <a:lnTo>
                    <a:pt x="6005182" y="506336"/>
                  </a:lnTo>
                  <a:lnTo>
                    <a:pt x="6036716" y="541007"/>
                  </a:lnTo>
                  <a:lnTo>
                    <a:pt x="6070498" y="574128"/>
                  </a:lnTo>
                  <a:lnTo>
                    <a:pt x="6106401" y="605612"/>
                  </a:lnTo>
                  <a:lnTo>
                    <a:pt x="6144260" y="635342"/>
                  </a:lnTo>
                  <a:lnTo>
                    <a:pt x="6183960" y="663232"/>
                  </a:lnTo>
                  <a:lnTo>
                    <a:pt x="6225337" y="689165"/>
                  </a:lnTo>
                  <a:lnTo>
                    <a:pt x="6268263" y="713041"/>
                  </a:lnTo>
                  <a:lnTo>
                    <a:pt x="6312573" y="734771"/>
                  </a:lnTo>
                  <a:lnTo>
                    <a:pt x="6358153" y="754240"/>
                  </a:lnTo>
                  <a:lnTo>
                    <a:pt x="6404851" y="771347"/>
                  </a:lnTo>
                  <a:lnTo>
                    <a:pt x="6452590" y="786003"/>
                  </a:lnTo>
                  <a:lnTo>
                    <a:pt x="6501016" y="798068"/>
                  </a:lnTo>
                  <a:lnTo>
                    <a:pt x="6631165" y="812469"/>
                  </a:lnTo>
                  <a:lnTo>
                    <a:pt x="6483578" y="875385"/>
                  </a:lnTo>
                  <a:lnTo>
                    <a:pt x="6477343" y="879678"/>
                  </a:lnTo>
                  <a:lnTo>
                    <a:pt x="6473380" y="885812"/>
                  </a:lnTo>
                  <a:lnTo>
                    <a:pt x="6471996" y="892975"/>
                  </a:lnTo>
                  <a:lnTo>
                    <a:pt x="6473533" y="900379"/>
                  </a:lnTo>
                  <a:lnTo>
                    <a:pt x="6477813" y="906614"/>
                  </a:lnTo>
                  <a:lnTo>
                    <a:pt x="6483947" y="910590"/>
                  </a:lnTo>
                  <a:lnTo>
                    <a:pt x="6491110" y="911974"/>
                  </a:lnTo>
                  <a:lnTo>
                    <a:pt x="6498526" y="910437"/>
                  </a:lnTo>
                  <a:lnTo>
                    <a:pt x="6712991" y="819010"/>
                  </a:lnTo>
                  <a:lnTo>
                    <a:pt x="6721018" y="812622"/>
                  </a:lnTo>
                  <a:lnTo>
                    <a:pt x="6724459" y="803567"/>
                  </a:lnTo>
                  <a:close/>
                </a:path>
                <a:path w="7988934" h="912495">
                  <a:moveTo>
                    <a:pt x="6737350" y="291109"/>
                  </a:moveTo>
                  <a:lnTo>
                    <a:pt x="6686550" y="291071"/>
                  </a:lnTo>
                  <a:lnTo>
                    <a:pt x="6686537" y="303771"/>
                  </a:lnTo>
                  <a:lnTo>
                    <a:pt x="6737337" y="303809"/>
                  </a:lnTo>
                  <a:lnTo>
                    <a:pt x="6737350" y="291109"/>
                  </a:lnTo>
                  <a:close/>
                </a:path>
                <a:path w="7988934" h="912495">
                  <a:moveTo>
                    <a:pt x="6813550" y="291172"/>
                  </a:moveTo>
                  <a:lnTo>
                    <a:pt x="6762750" y="291134"/>
                  </a:lnTo>
                  <a:lnTo>
                    <a:pt x="6762737" y="303834"/>
                  </a:lnTo>
                  <a:lnTo>
                    <a:pt x="6813537" y="303872"/>
                  </a:lnTo>
                  <a:lnTo>
                    <a:pt x="6813550" y="291172"/>
                  </a:lnTo>
                  <a:close/>
                </a:path>
                <a:path w="7988934" h="912495">
                  <a:moveTo>
                    <a:pt x="6889750" y="291236"/>
                  </a:moveTo>
                  <a:lnTo>
                    <a:pt x="6838950" y="291198"/>
                  </a:lnTo>
                  <a:lnTo>
                    <a:pt x="6838937" y="303898"/>
                  </a:lnTo>
                  <a:lnTo>
                    <a:pt x="6889737" y="303936"/>
                  </a:lnTo>
                  <a:lnTo>
                    <a:pt x="6889750" y="291236"/>
                  </a:lnTo>
                  <a:close/>
                </a:path>
                <a:path w="7988934" h="912495">
                  <a:moveTo>
                    <a:pt x="6965950" y="291299"/>
                  </a:moveTo>
                  <a:lnTo>
                    <a:pt x="6915150" y="291249"/>
                  </a:lnTo>
                  <a:lnTo>
                    <a:pt x="6915137" y="303949"/>
                  </a:lnTo>
                  <a:lnTo>
                    <a:pt x="6965937" y="303999"/>
                  </a:lnTo>
                  <a:lnTo>
                    <a:pt x="6965950" y="291299"/>
                  </a:lnTo>
                  <a:close/>
                </a:path>
                <a:path w="7988934" h="912495">
                  <a:moveTo>
                    <a:pt x="7042150" y="291350"/>
                  </a:moveTo>
                  <a:lnTo>
                    <a:pt x="6991350" y="291312"/>
                  </a:lnTo>
                  <a:lnTo>
                    <a:pt x="6991337" y="304012"/>
                  </a:lnTo>
                  <a:lnTo>
                    <a:pt x="7042137" y="304050"/>
                  </a:lnTo>
                  <a:lnTo>
                    <a:pt x="7042150" y="291350"/>
                  </a:lnTo>
                  <a:close/>
                </a:path>
                <a:path w="7988934" h="912495">
                  <a:moveTo>
                    <a:pt x="7118350" y="291414"/>
                  </a:moveTo>
                  <a:lnTo>
                    <a:pt x="7067550" y="291376"/>
                  </a:lnTo>
                  <a:lnTo>
                    <a:pt x="7067537" y="304076"/>
                  </a:lnTo>
                  <a:lnTo>
                    <a:pt x="7118337" y="304114"/>
                  </a:lnTo>
                  <a:lnTo>
                    <a:pt x="7118350" y="291414"/>
                  </a:lnTo>
                  <a:close/>
                </a:path>
                <a:path w="7988934" h="912495">
                  <a:moveTo>
                    <a:pt x="7194550" y="291477"/>
                  </a:moveTo>
                  <a:lnTo>
                    <a:pt x="7143750" y="291439"/>
                  </a:lnTo>
                  <a:lnTo>
                    <a:pt x="7143737" y="304139"/>
                  </a:lnTo>
                  <a:lnTo>
                    <a:pt x="7194537" y="304177"/>
                  </a:lnTo>
                  <a:lnTo>
                    <a:pt x="7194550" y="291477"/>
                  </a:lnTo>
                  <a:close/>
                </a:path>
                <a:path w="7988934" h="912495">
                  <a:moveTo>
                    <a:pt x="7270750" y="291541"/>
                  </a:moveTo>
                  <a:lnTo>
                    <a:pt x="7219950" y="291503"/>
                  </a:lnTo>
                  <a:lnTo>
                    <a:pt x="7219937" y="304203"/>
                  </a:lnTo>
                  <a:lnTo>
                    <a:pt x="7270737" y="304241"/>
                  </a:lnTo>
                  <a:lnTo>
                    <a:pt x="7270750" y="291541"/>
                  </a:lnTo>
                  <a:close/>
                </a:path>
                <a:path w="7988934" h="912495">
                  <a:moveTo>
                    <a:pt x="7346950" y="291604"/>
                  </a:moveTo>
                  <a:lnTo>
                    <a:pt x="7296150" y="291553"/>
                  </a:lnTo>
                  <a:lnTo>
                    <a:pt x="7296137" y="304253"/>
                  </a:lnTo>
                  <a:lnTo>
                    <a:pt x="7346937" y="304304"/>
                  </a:lnTo>
                  <a:lnTo>
                    <a:pt x="7346950" y="291604"/>
                  </a:lnTo>
                  <a:close/>
                </a:path>
                <a:path w="7988934" h="912495">
                  <a:moveTo>
                    <a:pt x="7423150" y="291655"/>
                  </a:moveTo>
                  <a:lnTo>
                    <a:pt x="7372350" y="291617"/>
                  </a:lnTo>
                  <a:lnTo>
                    <a:pt x="7372337" y="304317"/>
                  </a:lnTo>
                  <a:lnTo>
                    <a:pt x="7423137" y="304355"/>
                  </a:lnTo>
                  <a:lnTo>
                    <a:pt x="7423150" y="291655"/>
                  </a:lnTo>
                  <a:close/>
                </a:path>
                <a:path w="7988934" h="912495">
                  <a:moveTo>
                    <a:pt x="7499350" y="291719"/>
                  </a:moveTo>
                  <a:lnTo>
                    <a:pt x="7448550" y="291680"/>
                  </a:lnTo>
                  <a:lnTo>
                    <a:pt x="7448537" y="304380"/>
                  </a:lnTo>
                  <a:lnTo>
                    <a:pt x="7499337" y="304419"/>
                  </a:lnTo>
                  <a:lnTo>
                    <a:pt x="7499350" y="291719"/>
                  </a:lnTo>
                  <a:close/>
                </a:path>
                <a:path w="7988934" h="912495">
                  <a:moveTo>
                    <a:pt x="7575550" y="291782"/>
                  </a:moveTo>
                  <a:lnTo>
                    <a:pt x="7524750" y="291744"/>
                  </a:lnTo>
                  <a:lnTo>
                    <a:pt x="7524737" y="304444"/>
                  </a:lnTo>
                  <a:lnTo>
                    <a:pt x="7575537" y="304482"/>
                  </a:lnTo>
                  <a:lnTo>
                    <a:pt x="7575550" y="291782"/>
                  </a:lnTo>
                  <a:close/>
                </a:path>
                <a:path w="7988934" h="912495">
                  <a:moveTo>
                    <a:pt x="7651750" y="291846"/>
                  </a:moveTo>
                  <a:lnTo>
                    <a:pt x="7600950" y="291807"/>
                  </a:lnTo>
                  <a:lnTo>
                    <a:pt x="7600937" y="304507"/>
                  </a:lnTo>
                  <a:lnTo>
                    <a:pt x="7651737" y="304546"/>
                  </a:lnTo>
                  <a:lnTo>
                    <a:pt x="7651750" y="291846"/>
                  </a:lnTo>
                  <a:close/>
                </a:path>
                <a:path w="7988934" h="912495">
                  <a:moveTo>
                    <a:pt x="7727950" y="291909"/>
                  </a:moveTo>
                  <a:lnTo>
                    <a:pt x="7677150" y="291871"/>
                  </a:lnTo>
                  <a:lnTo>
                    <a:pt x="7677137" y="304571"/>
                  </a:lnTo>
                  <a:lnTo>
                    <a:pt x="7727937" y="304609"/>
                  </a:lnTo>
                  <a:lnTo>
                    <a:pt x="7727950" y="291909"/>
                  </a:lnTo>
                  <a:close/>
                </a:path>
                <a:path w="7988934" h="912495">
                  <a:moveTo>
                    <a:pt x="7804150" y="291973"/>
                  </a:moveTo>
                  <a:lnTo>
                    <a:pt x="7753350" y="291922"/>
                  </a:lnTo>
                  <a:lnTo>
                    <a:pt x="7753337" y="304622"/>
                  </a:lnTo>
                  <a:lnTo>
                    <a:pt x="7804137" y="304673"/>
                  </a:lnTo>
                  <a:lnTo>
                    <a:pt x="7804150" y="291973"/>
                  </a:lnTo>
                  <a:close/>
                </a:path>
                <a:path w="7988934" h="912495">
                  <a:moveTo>
                    <a:pt x="7880350" y="292023"/>
                  </a:moveTo>
                  <a:lnTo>
                    <a:pt x="7829550" y="291985"/>
                  </a:lnTo>
                  <a:lnTo>
                    <a:pt x="7829537" y="304685"/>
                  </a:lnTo>
                  <a:lnTo>
                    <a:pt x="7880337" y="304723"/>
                  </a:lnTo>
                  <a:lnTo>
                    <a:pt x="7880350" y="292023"/>
                  </a:lnTo>
                  <a:close/>
                </a:path>
                <a:path w="7988934" h="912495">
                  <a:moveTo>
                    <a:pt x="7988541" y="298462"/>
                  </a:moveTo>
                  <a:lnTo>
                    <a:pt x="7982420" y="295008"/>
                  </a:lnTo>
                  <a:lnTo>
                    <a:pt x="7977238" y="292087"/>
                  </a:lnTo>
                  <a:lnTo>
                    <a:pt x="7962646" y="283870"/>
                  </a:lnTo>
                  <a:lnTo>
                    <a:pt x="7962646" y="298450"/>
                  </a:lnTo>
                  <a:lnTo>
                    <a:pt x="7956537" y="301879"/>
                  </a:lnTo>
                  <a:lnTo>
                    <a:pt x="7956550" y="295008"/>
                  </a:lnTo>
                  <a:lnTo>
                    <a:pt x="7962646" y="298450"/>
                  </a:lnTo>
                  <a:lnTo>
                    <a:pt x="7962646" y="283870"/>
                  </a:lnTo>
                  <a:lnTo>
                    <a:pt x="7871625" y="232575"/>
                  </a:lnTo>
                  <a:lnTo>
                    <a:pt x="7865389" y="243636"/>
                  </a:lnTo>
                  <a:lnTo>
                    <a:pt x="7951356" y="292087"/>
                  </a:lnTo>
                  <a:lnTo>
                    <a:pt x="7950200" y="292087"/>
                  </a:lnTo>
                  <a:lnTo>
                    <a:pt x="7905750" y="292049"/>
                  </a:lnTo>
                  <a:lnTo>
                    <a:pt x="7905737" y="304749"/>
                  </a:lnTo>
                  <a:lnTo>
                    <a:pt x="7951356" y="304787"/>
                  </a:lnTo>
                  <a:lnTo>
                    <a:pt x="7865300" y="353098"/>
                  </a:lnTo>
                  <a:lnTo>
                    <a:pt x="7871523" y="364172"/>
                  </a:lnTo>
                  <a:lnTo>
                    <a:pt x="7982458" y="301879"/>
                  </a:lnTo>
                  <a:lnTo>
                    <a:pt x="7988541" y="298462"/>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31" name="object 31"/>
            <p:cNvPicPr/>
            <p:nvPr/>
          </p:nvPicPr>
          <p:blipFill>
            <a:blip r:embed="rId3" cstate="print"/>
            <a:stretch>
              <a:fillRect/>
            </a:stretch>
          </p:blipFill>
          <p:spPr>
            <a:xfrm>
              <a:off x="4584700" y="4241800"/>
              <a:ext cx="203200" cy="203200"/>
            </a:xfrm>
            <a:prstGeom prst="rect">
              <a:avLst/>
            </a:prstGeom>
          </p:spPr>
        </p:pic>
        <p:pic>
          <p:nvPicPr>
            <p:cNvPr id="32" name="object 32"/>
            <p:cNvPicPr/>
            <p:nvPr/>
          </p:nvPicPr>
          <p:blipFill>
            <a:blip r:embed="rId4" cstate="print"/>
            <a:stretch>
              <a:fillRect/>
            </a:stretch>
          </p:blipFill>
          <p:spPr>
            <a:xfrm>
              <a:off x="6731000" y="4241800"/>
              <a:ext cx="203200" cy="203200"/>
            </a:xfrm>
            <a:prstGeom prst="rect">
              <a:avLst/>
            </a:prstGeom>
          </p:spPr>
        </p:pic>
        <p:pic>
          <p:nvPicPr>
            <p:cNvPr id="33" name="object 33"/>
            <p:cNvPicPr/>
            <p:nvPr/>
          </p:nvPicPr>
          <p:blipFill>
            <a:blip r:embed="rId4" cstate="print"/>
            <a:stretch>
              <a:fillRect/>
            </a:stretch>
          </p:blipFill>
          <p:spPr>
            <a:xfrm>
              <a:off x="8940800" y="4241800"/>
              <a:ext cx="203200" cy="203200"/>
            </a:xfrm>
            <a:prstGeom prst="rect">
              <a:avLst/>
            </a:prstGeom>
          </p:spPr>
        </p:pic>
        <p:pic>
          <p:nvPicPr>
            <p:cNvPr id="34" name="object 34"/>
            <p:cNvPicPr/>
            <p:nvPr/>
          </p:nvPicPr>
          <p:blipFill>
            <a:blip r:embed="rId5" cstate="print"/>
            <a:stretch>
              <a:fillRect/>
            </a:stretch>
          </p:blipFill>
          <p:spPr>
            <a:xfrm>
              <a:off x="5238615" y="4546600"/>
              <a:ext cx="241569" cy="229742"/>
            </a:xfrm>
            <a:prstGeom prst="rect">
              <a:avLst/>
            </a:prstGeom>
          </p:spPr>
        </p:pic>
        <p:pic>
          <p:nvPicPr>
            <p:cNvPr id="35" name="object 35"/>
            <p:cNvPicPr/>
            <p:nvPr/>
          </p:nvPicPr>
          <p:blipFill>
            <a:blip r:embed="rId6" cstate="print"/>
            <a:stretch>
              <a:fillRect/>
            </a:stretch>
          </p:blipFill>
          <p:spPr>
            <a:xfrm>
              <a:off x="5810115" y="4368800"/>
              <a:ext cx="241569" cy="229742"/>
            </a:xfrm>
            <a:prstGeom prst="rect">
              <a:avLst/>
            </a:prstGeom>
          </p:spPr>
        </p:pic>
        <p:pic>
          <p:nvPicPr>
            <p:cNvPr id="36" name="object 36"/>
            <p:cNvPicPr/>
            <p:nvPr/>
          </p:nvPicPr>
          <p:blipFill>
            <a:blip r:embed="rId7" cstate="print"/>
            <a:stretch>
              <a:fillRect/>
            </a:stretch>
          </p:blipFill>
          <p:spPr>
            <a:xfrm>
              <a:off x="6203815" y="4000500"/>
              <a:ext cx="241569" cy="229742"/>
            </a:xfrm>
            <a:prstGeom prst="rect">
              <a:avLst/>
            </a:prstGeom>
          </p:spPr>
        </p:pic>
        <p:pic>
          <p:nvPicPr>
            <p:cNvPr id="37" name="object 37"/>
            <p:cNvPicPr/>
            <p:nvPr/>
          </p:nvPicPr>
          <p:blipFill>
            <a:blip r:embed="rId7" cstate="print"/>
            <a:stretch>
              <a:fillRect/>
            </a:stretch>
          </p:blipFill>
          <p:spPr>
            <a:xfrm>
              <a:off x="7308715" y="4000500"/>
              <a:ext cx="241569" cy="229742"/>
            </a:xfrm>
            <a:prstGeom prst="rect">
              <a:avLst/>
            </a:prstGeom>
          </p:spPr>
        </p:pic>
        <p:pic>
          <p:nvPicPr>
            <p:cNvPr id="38" name="object 38"/>
            <p:cNvPicPr/>
            <p:nvPr/>
          </p:nvPicPr>
          <p:blipFill>
            <a:blip r:embed="rId6" cstate="print"/>
            <a:stretch>
              <a:fillRect/>
            </a:stretch>
          </p:blipFill>
          <p:spPr>
            <a:xfrm>
              <a:off x="7702415" y="4368800"/>
              <a:ext cx="241569" cy="229742"/>
            </a:xfrm>
            <a:prstGeom prst="rect">
              <a:avLst/>
            </a:prstGeom>
          </p:spPr>
        </p:pic>
        <p:pic>
          <p:nvPicPr>
            <p:cNvPr id="39" name="object 39"/>
            <p:cNvPicPr/>
            <p:nvPr/>
          </p:nvPicPr>
          <p:blipFill>
            <a:blip r:embed="rId5" cstate="print"/>
            <a:stretch>
              <a:fillRect/>
            </a:stretch>
          </p:blipFill>
          <p:spPr>
            <a:xfrm>
              <a:off x="8286615" y="4572000"/>
              <a:ext cx="241569" cy="229742"/>
            </a:xfrm>
            <a:prstGeom prst="rect">
              <a:avLst/>
            </a:prstGeom>
          </p:spPr>
        </p:pic>
        <p:pic>
          <p:nvPicPr>
            <p:cNvPr id="40" name="object 40"/>
            <p:cNvPicPr/>
            <p:nvPr/>
          </p:nvPicPr>
          <p:blipFill>
            <a:blip r:embed="rId5" cstate="print"/>
            <a:stretch>
              <a:fillRect/>
            </a:stretch>
          </p:blipFill>
          <p:spPr>
            <a:xfrm>
              <a:off x="10991715" y="4229100"/>
              <a:ext cx="241569" cy="229742"/>
            </a:xfrm>
            <a:prstGeom prst="rect">
              <a:avLst/>
            </a:prstGeom>
          </p:spPr>
        </p:pic>
        <p:pic>
          <p:nvPicPr>
            <p:cNvPr id="41" name="object 41"/>
            <p:cNvPicPr/>
            <p:nvPr/>
          </p:nvPicPr>
          <p:blipFill>
            <a:blip r:embed="rId7" cstate="print"/>
            <a:stretch>
              <a:fillRect/>
            </a:stretch>
          </p:blipFill>
          <p:spPr>
            <a:xfrm>
              <a:off x="11575915" y="4229100"/>
              <a:ext cx="241569" cy="229742"/>
            </a:xfrm>
            <a:prstGeom prst="rect">
              <a:avLst/>
            </a:prstGeom>
          </p:spPr>
        </p:pic>
      </p:grpSp>
      <p:grpSp>
        <p:nvGrpSpPr>
          <p:cNvPr id="42" name="object 42"/>
          <p:cNvGrpSpPr/>
          <p:nvPr/>
        </p:nvGrpSpPr>
        <p:grpSpPr>
          <a:xfrm>
            <a:off x="739775" y="2486025"/>
            <a:ext cx="259398" cy="259080"/>
            <a:chOff x="1479550" y="4972050"/>
            <a:chExt cx="518795" cy="518159"/>
          </a:xfrm>
        </p:grpSpPr>
        <p:sp>
          <p:nvSpPr>
            <p:cNvPr id="43" name="object 43"/>
            <p:cNvSpPr/>
            <p:nvPr/>
          </p:nvSpPr>
          <p:spPr>
            <a:xfrm>
              <a:off x="1485900" y="4978400"/>
              <a:ext cx="506095" cy="505459"/>
            </a:xfrm>
            <a:custGeom>
              <a:avLst/>
              <a:gdLst/>
              <a:ahLst/>
              <a:cxnLst/>
              <a:rect l="l" t="t" r="r" b="b"/>
              <a:pathLst>
                <a:path w="506094" h="505460">
                  <a:moveTo>
                    <a:pt x="252529" y="0"/>
                  </a:moveTo>
                  <a:lnTo>
                    <a:pt x="207137" y="4068"/>
                  </a:lnTo>
                  <a:lnTo>
                    <a:pt x="164413" y="15798"/>
                  </a:lnTo>
                  <a:lnTo>
                    <a:pt x="125073" y="34476"/>
                  </a:lnTo>
                  <a:lnTo>
                    <a:pt x="89828" y="59389"/>
                  </a:lnTo>
                  <a:lnTo>
                    <a:pt x="59391" y="89825"/>
                  </a:lnTo>
                  <a:lnTo>
                    <a:pt x="34477" y="125069"/>
                  </a:lnTo>
                  <a:lnTo>
                    <a:pt x="15798" y="164410"/>
                  </a:lnTo>
                  <a:lnTo>
                    <a:pt x="4068" y="207133"/>
                  </a:lnTo>
                  <a:lnTo>
                    <a:pt x="0" y="252526"/>
                  </a:lnTo>
                  <a:lnTo>
                    <a:pt x="4068" y="297920"/>
                  </a:lnTo>
                  <a:lnTo>
                    <a:pt x="15798" y="340643"/>
                  </a:lnTo>
                  <a:lnTo>
                    <a:pt x="34477" y="379984"/>
                  </a:lnTo>
                  <a:lnTo>
                    <a:pt x="59391" y="415228"/>
                  </a:lnTo>
                  <a:lnTo>
                    <a:pt x="89828" y="445664"/>
                  </a:lnTo>
                  <a:lnTo>
                    <a:pt x="125073" y="470577"/>
                  </a:lnTo>
                  <a:lnTo>
                    <a:pt x="164413" y="489255"/>
                  </a:lnTo>
                  <a:lnTo>
                    <a:pt x="207137" y="500985"/>
                  </a:lnTo>
                  <a:lnTo>
                    <a:pt x="252529" y="505053"/>
                  </a:lnTo>
                  <a:lnTo>
                    <a:pt x="287809" y="502610"/>
                  </a:lnTo>
                  <a:lnTo>
                    <a:pt x="321592" y="495498"/>
                  </a:lnTo>
                  <a:lnTo>
                    <a:pt x="353550" y="484045"/>
                  </a:lnTo>
                  <a:lnTo>
                    <a:pt x="383353" y="468579"/>
                  </a:lnTo>
                  <a:lnTo>
                    <a:pt x="502900" y="468579"/>
                  </a:lnTo>
                  <a:lnTo>
                    <a:pt x="493532" y="437051"/>
                  </a:lnTo>
                  <a:lnTo>
                    <a:pt x="480073" y="394304"/>
                  </a:lnTo>
                  <a:lnTo>
                    <a:pt x="478115" y="366153"/>
                  </a:lnTo>
                  <a:lnTo>
                    <a:pt x="489596" y="339734"/>
                  </a:lnTo>
                  <a:lnTo>
                    <a:pt x="498050" y="311854"/>
                  </a:lnTo>
                  <a:lnTo>
                    <a:pt x="503272" y="282718"/>
                  </a:lnTo>
                  <a:lnTo>
                    <a:pt x="505058" y="252526"/>
                  </a:lnTo>
                  <a:lnTo>
                    <a:pt x="500990" y="207133"/>
                  </a:lnTo>
                  <a:lnTo>
                    <a:pt x="489259" y="164410"/>
                  </a:lnTo>
                  <a:lnTo>
                    <a:pt x="470580" y="125069"/>
                  </a:lnTo>
                  <a:lnTo>
                    <a:pt x="445666" y="89825"/>
                  </a:lnTo>
                  <a:lnTo>
                    <a:pt x="415230" y="59389"/>
                  </a:lnTo>
                  <a:lnTo>
                    <a:pt x="379985" y="34476"/>
                  </a:lnTo>
                  <a:lnTo>
                    <a:pt x="340644" y="15798"/>
                  </a:lnTo>
                  <a:lnTo>
                    <a:pt x="297921" y="4068"/>
                  </a:lnTo>
                  <a:lnTo>
                    <a:pt x="252529" y="0"/>
                  </a:lnTo>
                  <a:close/>
                </a:path>
                <a:path w="506094" h="505460">
                  <a:moveTo>
                    <a:pt x="502900" y="468579"/>
                  </a:moveTo>
                  <a:lnTo>
                    <a:pt x="383353" y="468579"/>
                  </a:lnTo>
                  <a:lnTo>
                    <a:pt x="408707" y="471511"/>
                  </a:lnTo>
                  <a:lnTo>
                    <a:pt x="445823" y="488716"/>
                  </a:lnTo>
                  <a:lnTo>
                    <a:pt x="482130" y="504971"/>
                  </a:lnTo>
                  <a:lnTo>
                    <a:pt x="505058" y="505053"/>
                  </a:lnTo>
                  <a:lnTo>
                    <a:pt x="506018" y="479074"/>
                  </a:lnTo>
                  <a:lnTo>
                    <a:pt x="502900" y="468579"/>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4" name="object 44"/>
            <p:cNvSpPr/>
            <p:nvPr/>
          </p:nvSpPr>
          <p:spPr>
            <a:xfrm>
              <a:off x="1485900" y="4978400"/>
              <a:ext cx="506095" cy="505459"/>
            </a:xfrm>
            <a:custGeom>
              <a:avLst/>
              <a:gdLst/>
              <a:ahLst/>
              <a:cxnLst/>
              <a:rect l="l" t="t" r="r" b="b"/>
              <a:pathLst>
                <a:path w="506094" h="505460">
                  <a:moveTo>
                    <a:pt x="252529" y="505058"/>
                  </a:moveTo>
                  <a:lnTo>
                    <a:pt x="287809" y="502613"/>
                  </a:lnTo>
                  <a:lnTo>
                    <a:pt x="321592" y="495498"/>
                  </a:lnTo>
                  <a:lnTo>
                    <a:pt x="353550" y="484042"/>
                  </a:lnTo>
                  <a:lnTo>
                    <a:pt x="383353" y="468572"/>
                  </a:lnTo>
                  <a:lnTo>
                    <a:pt x="408707" y="471508"/>
                  </a:lnTo>
                  <a:lnTo>
                    <a:pt x="445822" y="488716"/>
                  </a:lnTo>
                  <a:lnTo>
                    <a:pt x="482130" y="504973"/>
                  </a:lnTo>
                  <a:lnTo>
                    <a:pt x="505058" y="505058"/>
                  </a:lnTo>
                  <a:lnTo>
                    <a:pt x="506018" y="479079"/>
                  </a:lnTo>
                  <a:lnTo>
                    <a:pt x="493532" y="437055"/>
                  </a:lnTo>
                  <a:lnTo>
                    <a:pt x="480074" y="394304"/>
                  </a:lnTo>
                  <a:lnTo>
                    <a:pt x="478116" y="366147"/>
                  </a:lnTo>
                  <a:lnTo>
                    <a:pt x="489596" y="339734"/>
                  </a:lnTo>
                  <a:lnTo>
                    <a:pt x="498050" y="311856"/>
                  </a:lnTo>
                  <a:lnTo>
                    <a:pt x="503272" y="282720"/>
                  </a:lnTo>
                  <a:lnTo>
                    <a:pt x="505058" y="252529"/>
                  </a:lnTo>
                  <a:lnTo>
                    <a:pt x="500990" y="207136"/>
                  </a:lnTo>
                  <a:lnTo>
                    <a:pt x="489259" y="164413"/>
                  </a:lnTo>
                  <a:lnTo>
                    <a:pt x="470581" y="125072"/>
                  </a:lnTo>
                  <a:lnTo>
                    <a:pt x="445666" y="89827"/>
                  </a:lnTo>
                  <a:lnTo>
                    <a:pt x="415230" y="59391"/>
                  </a:lnTo>
                  <a:lnTo>
                    <a:pt x="379985" y="34477"/>
                  </a:lnTo>
                  <a:lnTo>
                    <a:pt x="340645" y="15798"/>
                  </a:lnTo>
                  <a:lnTo>
                    <a:pt x="297921" y="4068"/>
                  </a:lnTo>
                  <a:lnTo>
                    <a:pt x="252529" y="0"/>
                  </a:lnTo>
                  <a:lnTo>
                    <a:pt x="207136" y="4068"/>
                  </a:lnTo>
                  <a:lnTo>
                    <a:pt x="164413" y="15798"/>
                  </a:lnTo>
                  <a:lnTo>
                    <a:pt x="125072" y="34477"/>
                  </a:lnTo>
                  <a:lnTo>
                    <a:pt x="89827" y="59391"/>
                  </a:lnTo>
                  <a:lnTo>
                    <a:pt x="59391" y="89827"/>
                  </a:lnTo>
                  <a:lnTo>
                    <a:pt x="34477" y="125072"/>
                  </a:lnTo>
                  <a:lnTo>
                    <a:pt x="15798" y="164413"/>
                  </a:lnTo>
                  <a:lnTo>
                    <a:pt x="4068" y="207136"/>
                  </a:lnTo>
                  <a:lnTo>
                    <a:pt x="0" y="252529"/>
                  </a:lnTo>
                  <a:lnTo>
                    <a:pt x="4068" y="297921"/>
                  </a:lnTo>
                  <a:lnTo>
                    <a:pt x="15798" y="340645"/>
                  </a:lnTo>
                  <a:lnTo>
                    <a:pt x="34477" y="379985"/>
                  </a:lnTo>
                  <a:lnTo>
                    <a:pt x="59391" y="415230"/>
                  </a:lnTo>
                  <a:lnTo>
                    <a:pt x="89827" y="445666"/>
                  </a:lnTo>
                  <a:lnTo>
                    <a:pt x="125072" y="470581"/>
                  </a:lnTo>
                  <a:lnTo>
                    <a:pt x="164413" y="489259"/>
                  </a:lnTo>
                  <a:lnTo>
                    <a:pt x="207136" y="500990"/>
                  </a:lnTo>
                  <a:lnTo>
                    <a:pt x="252529" y="505058"/>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45" name="object 45"/>
          <p:cNvSpPr txBox="1"/>
          <p:nvPr/>
        </p:nvSpPr>
        <p:spPr>
          <a:xfrm>
            <a:off x="785977" y="2536978"/>
            <a:ext cx="212042"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01</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grpSp>
        <p:nvGrpSpPr>
          <p:cNvPr id="46" name="object 46"/>
          <p:cNvGrpSpPr/>
          <p:nvPr/>
        </p:nvGrpSpPr>
        <p:grpSpPr>
          <a:xfrm>
            <a:off x="1108075" y="2930525"/>
            <a:ext cx="857250" cy="857250"/>
            <a:chOff x="2216150" y="5861050"/>
            <a:chExt cx="1714500" cy="1714500"/>
          </a:xfrm>
        </p:grpSpPr>
        <p:sp>
          <p:nvSpPr>
            <p:cNvPr id="47" name="object 47"/>
            <p:cNvSpPr/>
            <p:nvPr/>
          </p:nvSpPr>
          <p:spPr>
            <a:xfrm>
              <a:off x="2235200" y="5880100"/>
              <a:ext cx="1676400" cy="1676400"/>
            </a:xfrm>
            <a:custGeom>
              <a:avLst/>
              <a:gdLst/>
              <a:ahLst/>
              <a:cxnLst/>
              <a:rect l="l" t="t" r="r" b="b"/>
              <a:pathLst>
                <a:path w="1676400" h="1676400">
                  <a:moveTo>
                    <a:pt x="838200" y="1676400"/>
                  </a:moveTo>
                  <a:lnTo>
                    <a:pt x="885764" y="1675073"/>
                  </a:lnTo>
                  <a:lnTo>
                    <a:pt x="932632" y="1671139"/>
                  </a:lnTo>
                  <a:lnTo>
                    <a:pt x="978734" y="1664670"/>
                  </a:lnTo>
                  <a:lnTo>
                    <a:pt x="1023997" y="1655735"/>
                  </a:lnTo>
                  <a:lnTo>
                    <a:pt x="1068353" y="1644407"/>
                  </a:lnTo>
                  <a:lnTo>
                    <a:pt x="1111729" y="1630755"/>
                  </a:lnTo>
                  <a:lnTo>
                    <a:pt x="1154056" y="1614850"/>
                  </a:lnTo>
                  <a:lnTo>
                    <a:pt x="1195261" y="1596763"/>
                  </a:lnTo>
                  <a:lnTo>
                    <a:pt x="1235276" y="1576564"/>
                  </a:lnTo>
                  <a:lnTo>
                    <a:pt x="1274028" y="1554325"/>
                  </a:lnTo>
                  <a:lnTo>
                    <a:pt x="1311447" y="1530117"/>
                  </a:lnTo>
                  <a:lnTo>
                    <a:pt x="1347463" y="1504009"/>
                  </a:lnTo>
                  <a:lnTo>
                    <a:pt x="1382004" y="1476073"/>
                  </a:lnTo>
                  <a:lnTo>
                    <a:pt x="1415000" y="1446380"/>
                  </a:lnTo>
                  <a:lnTo>
                    <a:pt x="1446380" y="1415000"/>
                  </a:lnTo>
                  <a:lnTo>
                    <a:pt x="1476073" y="1382004"/>
                  </a:lnTo>
                  <a:lnTo>
                    <a:pt x="1504009" y="1347463"/>
                  </a:lnTo>
                  <a:lnTo>
                    <a:pt x="1530117" y="1311447"/>
                  </a:lnTo>
                  <a:lnTo>
                    <a:pt x="1554325" y="1274028"/>
                  </a:lnTo>
                  <a:lnTo>
                    <a:pt x="1576564" y="1235276"/>
                  </a:lnTo>
                  <a:lnTo>
                    <a:pt x="1596763" y="1195261"/>
                  </a:lnTo>
                  <a:lnTo>
                    <a:pt x="1614850" y="1154056"/>
                  </a:lnTo>
                  <a:lnTo>
                    <a:pt x="1630755" y="1111729"/>
                  </a:lnTo>
                  <a:lnTo>
                    <a:pt x="1644407" y="1068353"/>
                  </a:lnTo>
                  <a:lnTo>
                    <a:pt x="1655735" y="1023997"/>
                  </a:lnTo>
                  <a:lnTo>
                    <a:pt x="1664670" y="978734"/>
                  </a:lnTo>
                  <a:lnTo>
                    <a:pt x="1671139" y="932632"/>
                  </a:lnTo>
                  <a:lnTo>
                    <a:pt x="1675073" y="885764"/>
                  </a:lnTo>
                  <a:lnTo>
                    <a:pt x="1676400" y="838200"/>
                  </a:lnTo>
                  <a:lnTo>
                    <a:pt x="1675073" y="790635"/>
                  </a:lnTo>
                  <a:lnTo>
                    <a:pt x="1671139" y="743767"/>
                  </a:lnTo>
                  <a:lnTo>
                    <a:pt x="1664670" y="697666"/>
                  </a:lnTo>
                  <a:lnTo>
                    <a:pt x="1655735" y="652402"/>
                  </a:lnTo>
                  <a:lnTo>
                    <a:pt x="1644407" y="608046"/>
                  </a:lnTo>
                  <a:lnTo>
                    <a:pt x="1630755" y="564670"/>
                  </a:lnTo>
                  <a:lnTo>
                    <a:pt x="1614850" y="522344"/>
                  </a:lnTo>
                  <a:lnTo>
                    <a:pt x="1596763" y="481138"/>
                  </a:lnTo>
                  <a:lnTo>
                    <a:pt x="1576564" y="441123"/>
                  </a:lnTo>
                  <a:lnTo>
                    <a:pt x="1554325" y="402371"/>
                  </a:lnTo>
                  <a:lnTo>
                    <a:pt x="1530117" y="364952"/>
                  </a:lnTo>
                  <a:lnTo>
                    <a:pt x="1504009" y="328936"/>
                  </a:lnTo>
                  <a:lnTo>
                    <a:pt x="1476073" y="294395"/>
                  </a:lnTo>
                  <a:lnTo>
                    <a:pt x="1446380" y="261399"/>
                  </a:lnTo>
                  <a:lnTo>
                    <a:pt x="1415000" y="230019"/>
                  </a:lnTo>
                  <a:lnTo>
                    <a:pt x="1382004" y="200326"/>
                  </a:lnTo>
                  <a:lnTo>
                    <a:pt x="1347463" y="172390"/>
                  </a:lnTo>
                  <a:lnTo>
                    <a:pt x="1311447" y="146282"/>
                  </a:lnTo>
                  <a:lnTo>
                    <a:pt x="1274028" y="122074"/>
                  </a:lnTo>
                  <a:lnTo>
                    <a:pt x="1235276" y="99835"/>
                  </a:lnTo>
                  <a:lnTo>
                    <a:pt x="1195261" y="79637"/>
                  </a:lnTo>
                  <a:lnTo>
                    <a:pt x="1154056" y="61549"/>
                  </a:lnTo>
                  <a:lnTo>
                    <a:pt x="1111729" y="45644"/>
                  </a:lnTo>
                  <a:lnTo>
                    <a:pt x="1068353" y="31992"/>
                  </a:lnTo>
                  <a:lnTo>
                    <a:pt x="1023997" y="20664"/>
                  </a:lnTo>
                  <a:lnTo>
                    <a:pt x="978734" y="11729"/>
                  </a:lnTo>
                  <a:lnTo>
                    <a:pt x="932632" y="5260"/>
                  </a:lnTo>
                  <a:lnTo>
                    <a:pt x="885764" y="1326"/>
                  </a:lnTo>
                  <a:lnTo>
                    <a:pt x="838200" y="0"/>
                  </a:lnTo>
                  <a:lnTo>
                    <a:pt x="790635" y="1326"/>
                  </a:lnTo>
                  <a:lnTo>
                    <a:pt x="743767" y="5260"/>
                  </a:lnTo>
                  <a:lnTo>
                    <a:pt x="697666" y="11729"/>
                  </a:lnTo>
                  <a:lnTo>
                    <a:pt x="652402" y="20664"/>
                  </a:lnTo>
                  <a:lnTo>
                    <a:pt x="608046" y="31992"/>
                  </a:lnTo>
                  <a:lnTo>
                    <a:pt x="564670" y="45644"/>
                  </a:lnTo>
                  <a:lnTo>
                    <a:pt x="522344" y="61549"/>
                  </a:lnTo>
                  <a:lnTo>
                    <a:pt x="481138" y="79637"/>
                  </a:lnTo>
                  <a:lnTo>
                    <a:pt x="441123" y="99835"/>
                  </a:lnTo>
                  <a:lnTo>
                    <a:pt x="402371" y="122074"/>
                  </a:lnTo>
                  <a:lnTo>
                    <a:pt x="364952" y="146282"/>
                  </a:lnTo>
                  <a:lnTo>
                    <a:pt x="328936" y="172390"/>
                  </a:lnTo>
                  <a:lnTo>
                    <a:pt x="294395" y="200326"/>
                  </a:lnTo>
                  <a:lnTo>
                    <a:pt x="261399" y="230019"/>
                  </a:lnTo>
                  <a:lnTo>
                    <a:pt x="230019" y="261399"/>
                  </a:lnTo>
                  <a:lnTo>
                    <a:pt x="200326" y="294395"/>
                  </a:lnTo>
                  <a:lnTo>
                    <a:pt x="172390" y="328936"/>
                  </a:lnTo>
                  <a:lnTo>
                    <a:pt x="146282" y="364952"/>
                  </a:lnTo>
                  <a:lnTo>
                    <a:pt x="122074" y="402371"/>
                  </a:lnTo>
                  <a:lnTo>
                    <a:pt x="99835" y="441123"/>
                  </a:lnTo>
                  <a:lnTo>
                    <a:pt x="79637" y="481138"/>
                  </a:lnTo>
                  <a:lnTo>
                    <a:pt x="61549" y="522344"/>
                  </a:lnTo>
                  <a:lnTo>
                    <a:pt x="45644" y="564670"/>
                  </a:lnTo>
                  <a:lnTo>
                    <a:pt x="31992" y="608046"/>
                  </a:lnTo>
                  <a:lnTo>
                    <a:pt x="20664" y="652402"/>
                  </a:lnTo>
                  <a:lnTo>
                    <a:pt x="11729" y="697666"/>
                  </a:lnTo>
                  <a:lnTo>
                    <a:pt x="5260" y="743767"/>
                  </a:lnTo>
                  <a:lnTo>
                    <a:pt x="1326" y="790635"/>
                  </a:lnTo>
                  <a:lnTo>
                    <a:pt x="0" y="838200"/>
                  </a:lnTo>
                  <a:lnTo>
                    <a:pt x="1326" y="885764"/>
                  </a:lnTo>
                  <a:lnTo>
                    <a:pt x="5260" y="932632"/>
                  </a:lnTo>
                  <a:lnTo>
                    <a:pt x="11729" y="978734"/>
                  </a:lnTo>
                  <a:lnTo>
                    <a:pt x="20664" y="1023997"/>
                  </a:lnTo>
                  <a:lnTo>
                    <a:pt x="31992" y="1068353"/>
                  </a:lnTo>
                  <a:lnTo>
                    <a:pt x="45644" y="1111729"/>
                  </a:lnTo>
                  <a:lnTo>
                    <a:pt x="61549" y="1154056"/>
                  </a:lnTo>
                  <a:lnTo>
                    <a:pt x="79637" y="1195261"/>
                  </a:lnTo>
                  <a:lnTo>
                    <a:pt x="99835" y="1235276"/>
                  </a:lnTo>
                  <a:lnTo>
                    <a:pt x="122074" y="1274028"/>
                  </a:lnTo>
                  <a:lnTo>
                    <a:pt x="146282" y="1311447"/>
                  </a:lnTo>
                  <a:lnTo>
                    <a:pt x="172390" y="1347463"/>
                  </a:lnTo>
                  <a:lnTo>
                    <a:pt x="200326" y="1382004"/>
                  </a:lnTo>
                  <a:lnTo>
                    <a:pt x="230019" y="1415000"/>
                  </a:lnTo>
                  <a:lnTo>
                    <a:pt x="261399" y="1446380"/>
                  </a:lnTo>
                  <a:lnTo>
                    <a:pt x="294395" y="1476073"/>
                  </a:lnTo>
                  <a:lnTo>
                    <a:pt x="328936" y="1504009"/>
                  </a:lnTo>
                  <a:lnTo>
                    <a:pt x="364952" y="1530117"/>
                  </a:lnTo>
                  <a:lnTo>
                    <a:pt x="402371" y="1554325"/>
                  </a:lnTo>
                  <a:lnTo>
                    <a:pt x="441123" y="1576564"/>
                  </a:lnTo>
                  <a:lnTo>
                    <a:pt x="481138" y="1596763"/>
                  </a:lnTo>
                  <a:lnTo>
                    <a:pt x="522344" y="1614850"/>
                  </a:lnTo>
                  <a:lnTo>
                    <a:pt x="564670" y="1630755"/>
                  </a:lnTo>
                  <a:lnTo>
                    <a:pt x="608046" y="1644407"/>
                  </a:lnTo>
                  <a:lnTo>
                    <a:pt x="652402" y="1655735"/>
                  </a:lnTo>
                  <a:lnTo>
                    <a:pt x="697666" y="1664670"/>
                  </a:lnTo>
                  <a:lnTo>
                    <a:pt x="743767" y="1671139"/>
                  </a:lnTo>
                  <a:lnTo>
                    <a:pt x="790635" y="1675073"/>
                  </a:lnTo>
                  <a:lnTo>
                    <a:pt x="838200" y="1676400"/>
                  </a:lnTo>
                  <a:close/>
                </a:path>
              </a:pathLst>
            </a:custGeom>
            <a:ln w="25400">
              <a:solidFill>
                <a:srgbClr val="212121"/>
              </a:solidFill>
            </a:ln>
          </p:spPr>
          <p:txBody>
            <a:bodyPr wrap="square" lIns="0" tIns="0" rIns="0" bIns="0" rtlCol="0"/>
            <a:lstStyle/>
            <a:p>
              <a:endParaRPr sz="900" dirty="0">
                <a:latin typeface="江城圆体 400W" panose="020B0800000000000000" pitchFamily="34" charset="-128"/>
                <a:ea typeface="江城圆体 400W" panose="020B0800000000000000" pitchFamily="34" charset="-128"/>
              </a:endParaRPr>
            </a:p>
          </p:txBody>
        </p:sp>
        <p:sp>
          <p:nvSpPr>
            <p:cNvPr id="48" name="object 48"/>
            <p:cNvSpPr/>
            <p:nvPr/>
          </p:nvSpPr>
          <p:spPr>
            <a:xfrm>
              <a:off x="2514600" y="6159500"/>
              <a:ext cx="1117600" cy="1117600"/>
            </a:xfrm>
            <a:custGeom>
              <a:avLst/>
              <a:gdLst/>
              <a:ahLst/>
              <a:cxnLst/>
              <a:rect l="l" t="t" r="r" b="b"/>
              <a:pathLst>
                <a:path w="1117600" h="1117600">
                  <a:moveTo>
                    <a:pt x="558800" y="0"/>
                  </a:moveTo>
                  <a:lnTo>
                    <a:pt x="510584" y="2051"/>
                  </a:lnTo>
                  <a:lnTo>
                    <a:pt x="463508" y="8092"/>
                  </a:lnTo>
                  <a:lnTo>
                    <a:pt x="417738" y="17956"/>
                  </a:lnTo>
                  <a:lnTo>
                    <a:pt x="373443" y="31476"/>
                  </a:lnTo>
                  <a:lnTo>
                    <a:pt x="330789" y="48482"/>
                  </a:lnTo>
                  <a:lnTo>
                    <a:pt x="289946" y="68808"/>
                  </a:lnTo>
                  <a:lnTo>
                    <a:pt x="251080" y="92286"/>
                  </a:lnTo>
                  <a:lnTo>
                    <a:pt x="214360" y="118748"/>
                  </a:lnTo>
                  <a:lnTo>
                    <a:pt x="179952" y="148026"/>
                  </a:lnTo>
                  <a:lnTo>
                    <a:pt x="148026" y="179952"/>
                  </a:lnTo>
                  <a:lnTo>
                    <a:pt x="118748" y="214360"/>
                  </a:lnTo>
                  <a:lnTo>
                    <a:pt x="92286" y="251080"/>
                  </a:lnTo>
                  <a:lnTo>
                    <a:pt x="68808" y="289946"/>
                  </a:lnTo>
                  <a:lnTo>
                    <a:pt x="48482" y="330789"/>
                  </a:lnTo>
                  <a:lnTo>
                    <a:pt x="31476" y="373443"/>
                  </a:lnTo>
                  <a:lnTo>
                    <a:pt x="17956" y="417738"/>
                  </a:lnTo>
                  <a:lnTo>
                    <a:pt x="8092" y="463508"/>
                  </a:lnTo>
                  <a:lnTo>
                    <a:pt x="2051" y="510584"/>
                  </a:lnTo>
                  <a:lnTo>
                    <a:pt x="0" y="558800"/>
                  </a:lnTo>
                  <a:lnTo>
                    <a:pt x="2051" y="607015"/>
                  </a:lnTo>
                  <a:lnTo>
                    <a:pt x="8092" y="654091"/>
                  </a:lnTo>
                  <a:lnTo>
                    <a:pt x="17956" y="699861"/>
                  </a:lnTo>
                  <a:lnTo>
                    <a:pt x="31476" y="744156"/>
                  </a:lnTo>
                  <a:lnTo>
                    <a:pt x="48482" y="786810"/>
                  </a:lnTo>
                  <a:lnTo>
                    <a:pt x="68808" y="827653"/>
                  </a:lnTo>
                  <a:lnTo>
                    <a:pt x="92286" y="866519"/>
                  </a:lnTo>
                  <a:lnTo>
                    <a:pt x="118748" y="903239"/>
                  </a:lnTo>
                  <a:lnTo>
                    <a:pt x="148026" y="937647"/>
                  </a:lnTo>
                  <a:lnTo>
                    <a:pt x="179952" y="969573"/>
                  </a:lnTo>
                  <a:lnTo>
                    <a:pt x="214360" y="998851"/>
                  </a:lnTo>
                  <a:lnTo>
                    <a:pt x="251080" y="1025313"/>
                  </a:lnTo>
                  <a:lnTo>
                    <a:pt x="289946" y="1048791"/>
                  </a:lnTo>
                  <a:lnTo>
                    <a:pt x="330789" y="1069117"/>
                  </a:lnTo>
                  <a:lnTo>
                    <a:pt x="373443" y="1086123"/>
                  </a:lnTo>
                  <a:lnTo>
                    <a:pt x="417738" y="1099643"/>
                  </a:lnTo>
                  <a:lnTo>
                    <a:pt x="463508" y="1109507"/>
                  </a:lnTo>
                  <a:lnTo>
                    <a:pt x="510584" y="1115548"/>
                  </a:lnTo>
                  <a:lnTo>
                    <a:pt x="558800" y="1117600"/>
                  </a:lnTo>
                  <a:lnTo>
                    <a:pt x="607015" y="1115548"/>
                  </a:lnTo>
                  <a:lnTo>
                    <a:pt x="654091" y="1109507"/>
                  </a:lnTo>
                  <a:lnTo>
                    <a:pt x="699861" y="1099643"/>
                  </a:lnTo>
                  <a:lnTo>
                    <a:pt x="744156" y="1086123"/>
                  </a:lnTo>
                  <a:lnTo>
                    <a:pt x="786810" y="1069117"/>
                  </a:lnTo>
                  <a:lnTo>
                    <a:pt x="827653" y="1048791"/>
                  </a:lnTo>
                  <a:lnTo>
                    <a:pt x="866519" y="1025313"/>
                  </a:lnTo>
                  <a:lnTo>
                    <a:pt x="903239" y="998851"/>
                  </a:lnTo>
                  <a:lnTo>
                    <a:pt x="937647" y="969573"/>
                  </a:lnTo>
                  <a:lnTo>
                    <a:pt x="969573" y="937647"/>
                  </a:lnTo>
                  <a:lnTo>
                    <a:pt x="998851" y="903239"/>
                  </a:lnTo>
                  <a:lnTo>
                    <a:pt x="1025313" y="866519"/>
                  </a:lnTo>
                  <a:lnTo>
                    <a:pt x="1048791" y="827653"/>
                  </a:lnTo>
                  <a:lnTo>
                    <a:pt x="1069117" y="786810"/>
                  </a:lnTo>
                  <a:lnTo>
                    <a:pt x="1086123" y="744156"/>
                  </a:lnTo>
                  <a:lnTo>
                    <a:pt x="1099643" y="699861"/>
                  </a:lnTo>
                  <a:lnTo>
                    <a:pt x="1109507" y="654091"/>
                  </a:lnTo>
                  <a:lnTo>
                    <a:pt x="1115548" y="607015"/>
                  </a:lnTo>
                  <a:lnTo>
                    <a:pt x="1117600" y="558800"/>
                  </a:lnTo>
                  <a:lnTo>
                    <a:pt x="1115548" y="510584"/>
                  </a:lnTo>
                  <a:lnTo>
                    <a:pt x="1109507" y="463508"/>
                  </a:lnTo>
                  <a:lnTo>
                    <a:pt x="1099643" y="417738"/>
                  </a:lnTo>
                  <a:lnTo>
                    <a:pt x="1086123" y="373443"/>
                  </a:lnTo>
                  <a:lnTo>
                    <a:pt x="1069117" y="330789"/>
                  </a:lnTo>
                  <a:lnTo>
                    <a:pt x="1048791" y="289946"/>
                  </a:lnTo>
                  <a:lnTo>
                    <a:pt x="1025313" y="251080"/>
                  </a:lnTo>
                  <a:lnTo>
                    <a:pt x="998851" y="214360"/>
                  </a:lnTo>
                  <a:lnTo>
                    <a:pt x="969573" y="179952"/>
                  </a:lnTo>
                  <a:lnTo>
                    <a:pt x="937647" y="148026"/>
                  </a:lnTo>
                  <a:lnTo>
                    <a:pt x="903239" y="118748"/>
                  </a:lnTo>
                  <a:lnTo>
                    <a:pt x="866519" y="92286"/>
                  </a:lnTo>
                  <a:lnTo>
                    <a:pt x="827653" y="68808"/>
                  </a:lnTo>
                  <a:lnTo>
                    <a:pt x="786810" y="48482"/>
                  </a:lnTo>
                  <a:lnTo>
                    <a:pt x="744156" y="31476"/>
                  </a:lnTo>
                  <a:lnTo>
                    <a:pt x="699861" y="17956"/>
                  </a:lnTo>
                  <a:lnTo>
                    <a:pt x="654091" y="8092"/>
                  </a:lnTo>
                  <a:lnTo>
                    <a:pt x="607015" y="2051"/>
                  </a:lnTo>
                  <a:lnTo>
                    <a:pt x="558800" y="0"/>
                  </a:lnTo>
                  <a:close/>
                </a:path>
              </a:pathLst>
            </a:custGeom>
            <a:solidFill>
              <a:srgbClr val="DFF1F3"/>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9" name="object 49"/>
            <p:cNvSpPr/>
            <p:nvPr/>
          </p:nvSpPr>
          <p:spPr>
            <a:xfrm>
              <a:off x="2514600" y="6159500"/>
              <a:ext cx="1117600" cy="1117600"/>
            </a:xfrm>
            <a:custGeom>
              <a:avLst/>
              <a:gdLst/>
              <a:ahLst/>
              <a:cxnLst/>
              <a:rect l="l" t="t" r="r" b="b"/>
              <a:pathLst>
                <a:path w="1117600" h="1117600">
                  <a:moveTo>
                    <a:pt x="558800" y="1117600"/>
                  </a:moveTo>
                  <a:lnTo>
                    <a:pt x="607015" y="1115548"/>
                  </a:lnTo>
                  <a:lnTo>
                    <a:pt x="654091" y="1109507"/>
                  </a:lnTo>
                  <a:lnTo>
                    <a:pt x="699861" y="1099643"/>
                  </a:lnTo>
                  <a:lnTo>
                    <a:pt x="744157" y="1086123"/>
                  </a:lnTo>
                  <a:lnTo>
                    <a:pt x="786810" y="1069117"/>
                  </a:lnTo>
                  <a:lnTo>
                    <a:pt x="827653" y="1048791"/>
                  </a:lnTo>
                  <a:lnTo>
                    <a:pt x="866519" y="1025313"/>
                  </a:lnTo>
                  <a:lnTo>
                    <a:pt x="903240" y="998851"/>
                  </a:lnTo>
                  <a:lnTo>
                    <a:pt x="937647" y="969573"/>
                  </a:lnTo>
                  <a:lnTo>
                    <a:pt x="969573" y="937647"/>
                  </a:lnTo>
                  <a:lnTo>
                    <a:pt x="998851" y="903240"/>
                  </a:lnTo>
                  <a:lnTo>
                    <a:pt x="1025313" y="866519"/>
                  </a:lnTo>
                  <a:lnTo>
                    <a:pt x="1048791" y="827653"/>
                  </a:lnTo>
                  <a:lnTo>
                    <a:pt x="1069117" y="786810"/>
                  </a:lnTo>
                  <a:lnTo>
                    <a:pt x="1086123" y="744157"/>
                  </a:lnTo>
                  <a:lnTo>
                    <a:pt x="1099643" y="699861"/>
                  </a:lnTo>
                  <a:lnTo>
                    <a:pt x="1109507" y="654091"/>
                  </a:lnTo>
                  <a:lnTo>
                    <a:pt x="1115548" y="607015"/>
                  </a:lnTo>
                  <a:lnTo>
                    <a:pt x="1117600" y="558800"/>
                  </a:lnTo>
                  <a:lnTo>
                    <a:pt x="1115548" y="510584"/>
                  </a:lnTo>
                  <a:lnTo>
                    <a:pt x="1109507" y="463508"/>
                  </a:lnTo>
                  <a:lnTo>
                    <a:pt x="1099643" y="417738"/>
                  </a:lnTo>
                  <a:lnTo>
                    <a:pt x="1086123" y="373442"/>
                  </a:lnTo>
                  <a:lnTo>
                    <a:pt x="1069117" y="330789"/>
                  </a:lnTo>
                  <a:lnTo>
                    <a:pt x="1048791" y="289946"/>
                  </a:lnTo>
                  <a:lnTo>
                    <a:pt x="1025313" y="251080"/>
                  </a:lnTo>
                  <a:lnTo>
                    <a:pt x="998851" y="214359"/>
                  </a:lnTo>
                  <a:lnTo>
                    <a:pt x="969573" y="179952"/>
                  </a:lnTo>
                  <a:lnTo>
                    <a:pt x="937647" y="148026"/>
                  </a:lnTo>
                  <a:lnTo>
                    <a:pt x="903240" y="118748"/>
                  </a:lnTo>
                  <a:lnTo>
                    <a:pt x="866519" y="92286"/>
                  </a:lnTo>
                  <a:lnTo>
                    <a:pt x="827653" y="68808"/>
                  </a:lnTo>
                  <a:lnTo>
                    <a:pt x="786810" y="48482"/>
                  </a:lnTo>
                  <a:lnTo>
                    <a:pt x="744157" y="31476"/>
                  </a:lnTo>
                  <a:lnTo>
                    <a:pt x="699861" y="17956"/>
                  </a:lnTo>
                  <a:lnTo>
                    <a:pt x="654091" y="8092"/>
                  </a:lnTo>
                  <a:lnTo>
                    <a:pt x="607015" y="2051"/>
                  </a:lnTo>
                  <a:lnTo>
                    <a:pt x="558800" y="0"/>
                  </a:lnTo>
                  <a:lnTo>
                    <a:pt x="510584" y="2051"/>
                  </a:lnTo>
                  <a:lnTo>
                    <a:pt x="463508" y="8092"/>
                  </a:lnTo>
                  <a:lnTo>
                    <a:pt x="417738" y="17956"/>
                  </a:lnTo>
                  <a:lnTo>
                    <a:pt x="373442" y="31476"/>
                  </a:lnTo>
                  <a:lnTo>
                    <a:pt x="330789" y="48482"/>
                  </a:lnTo>
                  <a:lnTo>
                    <a:pt x="289946" y="68808"/>
                  </a:lnTo>
                  <a:lnTo>
                    <a:pt x="251080" y="92286"/>
                  </a:lnTo>
                  <a:lnTo>
                    <a:pt x="214359" y="118748"/>
                  </a:lnTo>
                  <a:lnTo>
                    <a:pt x="179952" y="148026"/>
                  </a:lnTo>
                  <a:lnTo>
                    <a:pt x="148026" y="179952"/>
                  </a:lnTo>
                  <a:lnTo>
                    <a:pt x="118748" y="214359"/>
                  </a:lnTo>
                  <a:lnTo>
                    <a:pt x="92286" y="251080"/>
                  </a:lnTo>
                  <a:lnTo>
                    <a:pt x="68808" y="289946"/>
                  </a:lnTo>
                  <a:lnTo>
                    <a:pt x="48482" y="330789"/>
                  </a:lnTo>
                  <a:lnTo>
                    <a:pt x="31476" y="373442"/>
                  </a:lnTo>
                  <a:lnTo>
                    <a:pt x="17956" y="417738"/>
                  </a:lnTo>
                  <a:lnTo>
                    <a:pt x="8092" y="463508"/>
                  </a:lnTo>
                  <a:lnTo>
                    <a:pt x="2051" y="510584"/>
                  </a:lnTo>
                  <a:lnTo>
                    <a:pt x="0" y="558800"/>
                  </a:lnTo>
                  <a:lnTo>
                    <a:pt x="2051" y="607015"/>
                  </a:lnTo>
                  <a:lnTo>
                    <a:pt x="8092" y="654091"/>
                  </a:lnTo>
                  <a:lnTo>
                    <a:pt x="17956" y="699861"/>
                  </a:lnTo>
                  <a:lnTo>
                    <a:pt x="31476" y="744157"/>
                  </a:lnTo>
                  <a:lnTo>
                    <a:pt x="48482" y="786810"/>
                  </a:lnTo>
                  <a:lnTo>
                    <a:pt x="68808" y="827653"/>
                  </a:lnTo>
                  <a:lnTo>
                    <a:pt x="92286" y="866519"/>
                  </a:lnTo>
                  <a:lnTo>
                    <a:pt x="118748" y="903240"/>
                  </a:lnTo>
                  <a:lnTo>
                    <a:pt x="148026" y="937647"/>
                  </a:lnTo>
                  <a:lnTo>
                    <a:pt x="179952" y="969573"/>
                  </a:lnTo>
                  <a:lnTo>
                    <a:pt x="214359" y="998851"/>
                  </a:lnTo>
                  <a:lnTo>
                    <a:pt x="251080" y="1025313"/>
                  </a:lnTo>
                  <a:lnTo>
                    <a:pt x="289946" y="1048791"/>
                  </a:lnTo>
                  <a:lnTo>
                    <a:pt x="330789" y="1069117"/>
                  </a:lnTo>
                  <a:lnTo>
                    <a:pt x="373442" y="1086123"/>
                  </a:lnTo>
                  <a:lnTo>
                    <a:pt x="417738" y="1099643"/>
                  </a:lnTo>
                  <a:lnTo>
                    <a:pt x="463508" y="1109507"/>
                  </a:lnTo>
                  <a:lnTo>
                    <a:pt x="510584" y="1115548"/>
                  </a:lnTo>
                  <a:lnTo>
                    <a:pt x="558800" y="1117600"/>
                  </a:lnTo>
                  <a:close/>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0" name="object 50"/>
            <p:cNvSpPr/>
            <p:nvPr/>
          </p:nvSpPr>
          <p:spPr>
            <a:xfrm>
              <a:off x="2781300" y="6426200"/>
              <a:ext cx="584200" cy="584200"/>
            </a:xfrm>
            <a:custGeom>
              <a:avLst/>
              <a:gdLst/>
              <a:ahLst/>
              <a:cxnLst/>
              <a:rect l="l" t="t" r="r" b="b"/>
              <a:pathLst>
                <a:path w="584200" h="584200">
                  <a:moveTo>
                    <a:pt x="292100" y="0"/>
                  </a:moveTo>
                  <a:lnTo>
                    <a:pt x="244720" y="3823"/>
                  </a:lnTo>
                  <a:lnTo>
                    <a:pt x="199774" y="14891"/>
                  </a:lnTo>
                  <a:lnTo>
                    <a:pt x="157863" y="32603"/>
                  </a:lnTo>
                  <a:lnTo>
                    <a:pt x="119589" y="56358"/>
                  </a:lnTo>
                  <a:lnTo>
                    <a:pt x="85554" y="85554"/>
                  </a:lnTo>
                  <a:lnTo>
                    <a:pt x="56358" y="119589"/>
                  </a:lnTo>
                  <a:lnTo>
                    <a:pt x="32603" y="157863"/>
                  </a:lnTo>
                  <a:lnTo>
                    <a:pt x="14891" y="199774"/>
                  </a:lnTo>
                  <a:lnTo>
                    <a:pt x="3823" y="244720"/>
                  </a:lnTo>
                  <a:lnTo>
                    <a:pt x="0" y="292100"/>
                  </a:lnTo>
                  <a:lnTo>
                    <a:pt x="3823" y="339479"/>
                  </a:lnTo>
                  <a:lnTo>
                    <a:pt x="14891" y="384425"/>
                  </a:lnTo>
                  <a:lnTo>
                    <a:pt x="32603" y="426336"/>
                  </a:lnTo>
                  <a:lnTo>
                    <a:pt x="56358" y="464610"/>
                  </a:lnTo>
                  <a:lnTo>
                    <a:pt x="85554" y="498645"/>
                  </a:lnTo>
                  <a:lnTo>
                    <a:pt x="119589" y="527841"/>
                  </a:lnTo>
                  <a:lnTo>
                    <a:pt x="157863" y="551596"/>
                  </a:lnTo>
                  <a:lnTo>
                    <a:pt x="199774" y="569308"/>
                  </a:lnTo>
                  <a:lnTo>
                    <a:pt x="244720" y="580376"/>
                  </a:lnTo>
                  <a:lnTo>
                    <a:pt x="292100" y="584200"/>
                  </a:lnTo>
                  <a:lnTo>
                    <a:pt x="339479" y="580376"/>
                  </a:lnTo>
                  <a:lnTo>
                    <a:pt x="384425" y="569308"/>
                  </a:lnTo>
                  <a:lnTo>
                    <a:pt x="426336" y="551596"/>
                  </a:lnTo>
                  <a:lnTo>
                    <a:pt x="464610" y="527841"/>
                  </a:lnTo>
                  <a:lnTo>
                    <a:pt x="498645" y="498645"/>
                  </a:lnTo>
                  <a:lnTo>
                    <a:pt x="527841" y="464610"/>
                  </a:lnTo>
                  <a:lnTo>
                    <a:pt x="551596" y="426336"/>
                  </a:lnTo>
                  <a:lnTo>
                    <a:pt x="569308" y="384425"/>
                  </a:lnTo>
                  <a:lnTo>
                    <a:pt x="580376" y="339479"/>
                  </a:lnTo>
                  <a:lnTo>
                    <a:pt x="584200" y="292100"/>
                  </a:lnTo>
                  <a:lnTo>
                    <a:pt x="580376" y="244720"/>
                  </a:lnTo>
                  <a:lnTo>
                    <a:pt x="569308" y="199774"/>
                  </a:lnTo>
                  <a:lnTo>
                    <a:pt x="551596" y="157863"/>
                  </a:lnTo>
                  <a:lnTo>
                    <a:pt x="527841" y="119589"/>
                  </a:lnTo>
                  <a:lnTo>
                    <a:pt x="498645" y="85554"/>
                  </a:lnTo>
                  <a:lnTo>
                    <a:pt x="464610" y="56358"/>
                  </a:lnTo>
                  <a:lnTo>
                    <a:pt x="426336" y="32603"/>
                  </a:lnTo>
                  <a:lnTo>
                    <a:pt x="384425" y="14891"/>
                  </a:lnTo>
                  <a:lnTo>
                    <a:pt x="339479" y="3823"/>
                  </a:lnTo>
                  <a:lnTo>
                    <a:pt x="2921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51" name="object 51"/>
          <p:cNvGrpSpPr/>
          <p:nvPr/>
        </p:nvGrpSpPr>
        <p:grpSpPr>
          <a:xfrm>
            <a:off x="889000" y="4029075"/>
            <a:ext cx="1758950" cy="578803"/>
            <a:chOff x="1778000" y="8058150"/>
            <a:chExt cx="3517900" cy="1157605"/>
          </a:xfrm>
        </p:grpSpPr>
        <p:sp>
          <p:nvSpPr>
            <p:cNvPr id="52" name="object 52"/>
            <p:cNvSpPr/>
            <p:nvPr/>
          </p:nvSpPr>
          <p:spPr>
            <a:xfrm>
              <a:off x="3314700" y="8166100"/>
              <a:ext cx="863600" cy="609600"/>
            </a:xfrm>
            <a:custGeom>
              <a:avLst/>
              <a:gdLst/>
              <a:ahLst/>
              <a:cxnLst/>
              <a:rect l="l" t="t" r="r" b="b"/>
              <a:pathLst>
                <a:path w="863600" h="609600">
                  <a:moveTo>
                    <a:pt x="4165" y="607961"/>
                  </a:moveTo>
                  <a:lnTo>
                    <a:pt x="1794" y="609594"/>
                  </a:lnTo>
                  <a:lnTo>
                    <a:pt x="851971" y="609592"/>
                  </a:lnTo>
                  <a:lnTo>
                    <a:pt x="849911" y="607969"/>
                  </a:lnTo>
                  <a:lnTo>
                    <a:pt x="4165" y="607961"/>
                  </a:lnTo>
                  <a:close/>
                </a:path>
                <a:path w="863600" h="609600">
                  <a:moveTo>
                    <a:pt x="3822" y="299"/>
                  </a:moveTo>
                  <a:lnTo>
                    <a:pt x="0" y="309"/>
                  </a:lnTo>
                  <a:lnTo>
                    <a:pt x="7" y="13521"/>
                  </a:lnTo>
                  <a:lnTo>
                    <a:pt x="31626" y="45678"/>
                  </a:lnTo>
                  <a:lnTo>
                    <a:pt x="59328" y="81250"/>
                  </a:lnTo>
                  <a:lnTo>
                    <a:pt x="82769" y="119897"/>
                  </a:lnTo>
                  <a:lnTo>
                    <a:pt x="101602" y="161281"/>
                  </a:lnTo>
                  <a:lnTo>
                    <a:pt x="115481" y="205061"/>
                  </a:lnTo>
                  <a:lnTo>
                    <a:pt x="124062" y="250897"/>
                  </a:lnTo>
                  <a:lnTo>
                    <a:pt x="127000" y="298450"/>
                  </a:lnTo>
                  <a:lnTo>
                    <a:pt x="124062" y="346002"/>
                  </a:lnTo>
                  <a:lnTo>
                    <a:pt x="115481" y="391838"/>
                  </a:lnTo>
                  <a:lnTo>
                    <a:pt x="101602" y="435618"/>
                  </a:lnTo>
                  <a:lnTo>
                    <a:pt x="82769" y="477002"/>
                  </a:lnTo>
                  <a:lnTo>
                    <a:pt x="59328" y="515649"/>
                  </a:lnTo>
                  <a:lnTo>
                    <a:pt x="31626" y="551221"/>
                  </a:lnTo>
                  <a:lnTo>
                    <a:pt x="7" y="583378"/>
                  </a:lnTo>
                  <a:lnTo>
                    <a:pt x="0" y="607978"/>
                  </a:lnTo>
                  <a:lnTo>
                    <a:pt x="4165" y="607961"/>
                  </a:lnTo>
                  <a:lnTo>
                    <a:pt x="8323" y="605132"/>
                  </a:lnTo>
                  <a:lnTo>
                    <a:pt x="50152" y="579990"/>
                  </a:lnTo>
                  <a:lnTo>
                    <a:pt x="93936" y="559119"/>
                  </a:lnTo>
                  <a:lnTo>
                    <a:pt x="139509" y="542168"/>
                  </a:lnTo>
                  <a:lnTo>
                    <a:pt x="186703" y="528787"/>
                  </a:lnTo>
                  <a:lnTo>
                    <a:pt x="235351" y="518624"/>
                  </a:lnTo>
                  <a:lnTo>
                    <a:pt x="285288" y="511330"/>
                  </a:lnTo>
                  <a:lnTo>
                    <a:pt x="336347" y="506555"/>
                  </a:lnTo>
                  <a:lnTo>
                    <a:pt x="388360" y="503946"/>
                  </a:lnTo>
                  <a:lnTo>
                    <a:pt x="441162" y="503154"/>
                  </a:lnTo>
                  <a:lnTo>
                    <a:pt x="758489" y="503154"/>
                  </a:lnTo>
                  <a:lnTo>
                    <a:pt x="738509" y="466645"/>
                  </a:lnTo>
                  <a:lnTo>
                    <a:pt x="719751" y="416923"/>
                  </a:lnTo>
                  <a:lnTo>
                    <a:pt x="708091" y="364253"/>
                  </a:lnTo>
                  <a:lnTo>
                    <a:pt x="704081" y="309175"/>
                  </a:lnTo>
                  <a:lnTo>
                    <a:pt x="707251" y="260158"/>
                  </a:lnTo>
                  <a:lnTo>
                    <a:pt x="716502" y="212992"/>
                  </a:lnTo>
                  <a:lnTo>
                    <a:pt x="731448" y="168056"/>
                  </a:lnTo>
                  <a:lnTo>
                    <a:pt x="746480" y="136638"/>
                  </a:lnTo>
                  <a:lnTo>
                    <a:pt x="443790" y="136638"/>
                  </a:lnTo>
                  <a:lnTo>
                    <a:pt x="391053" y="134853"/>
                  </a:lnTo>
                  <a:lnTo>
                    <a:pt x="339005" y="129578"/>
                  </a:lnTo>
                  <a:lnTo>
                    <a:pt x="287840" y="120928"/>
                  </a:lnTo>
                  <a:lnTo>
                    <a:pt x="237750" y="109020"/>
                  </a:lnTo>
                  <a:lnTo>
                    <a:pt x="188928" y="93970"/>
                  </a:lnTo>
                  <a:lnTo>
                    <a:pt x="141568" y="75894"/>
                  </a:lnTo>
                  <a:lnTo>
                    <a:pt x="95862" y="54910"/>
                  </a:lnTo>
                  <a:lnTo>
                    <a:pt x="52003" y="31134"/>
                  </a:lnTo>
                  <a:lnTo>
                    <a:pt x="10184" y="4681"/>
                  </a:lnTo>
                  <a:lnTo>
                    <a:pt x="3822" y="299"/>
                  </a:lnTo>
                  <a:close/>
                </a:path>
                <a:path w="863600" h="609600">
                  <a:moveTo>
                    <a:pt x="758489" y="503154"/>
                  </a:moveTo>
                  <a:lnTo>
                    <a:pt x="441162" y="503154"/>
                  </a:lnTo>
                  <a:lnTo>
                    <a:pt x="449798" y="503179"/>
                  </a:lnTo>
                  <a:lnTo>
                    <a:pt x="502847" y="504482"/>
                  </a:lnTo>
                  <a:lnTo>
                    <a:pt x="554246" y="507997"/>
                  </a:lnTo>
                  <a:lnTo>
                    <a:pt x="604064" y="514030"/>
                  </a:lnTo>
                  <a:lnTo>
                    <a:pt x="652369" y="522889"/>
                  </a:lnTo>
                  <a:lnTo>
                    <a:pt x="699230" y="534882"/>
                  </a:lnTo>
                  <a:lnTo>
                    <a:pt x="744717" y="550314"/>
                  </a:lnTo>
                  <a:lnTo>
                    <a:pt x="788896" y="569495"/>
                  </a:lnTo>
                  <a:lnTo>
                    <a:pt x="831838" y="592730"/>
                  </a:lnTo>
                  <a:lnTo>
                    <a:pt x="795106" y="555088"/>
                  </a:lnTo>
                  <a:lnTo>
                    <a:pt x="763812" y="512880"/>
                  </a:lnTo>
                  <a:lnTo>
                    <a:pt x="758489" y="503154"/>
                  </a:lnTo>
                  <a:close/>
                </a:path>
                <a:path w="863600" h="609600">
                  <a:moveTo>
                    <a:pt x="840433" y="18166"/>
                  </a:moveTo>
                  <a:lnTo>
                    <a:pt x="796183" y="44031"/>
                  </a:lnTo>
                  <a:lnTo>
                    <a:pt x="750257" y="67203"/>
                  </a:lnTo>
                  <a:lnTo>
                    <a:pt x="702733" y="87449"/>
                  </a:lnTo>
                  <a:lnTo>
                    <a:pt x="653687" y="104536"/>
                  </a:lnTo>
                  <a:lnTo>
                    <a:pt x="603193" y="118231"/>
                  </a:lnTo>
                  <a:lnTo>
                    <a:pt x="551329" y="128302"/>
                  </a:lnTo>
                  <a:lnTo>
                    <a:pt x="498169" y="134515"/>
                  </a:lnTo>
                  <a:lnTo>
                    <a:pt x="443790" y="136638"/>
                  </a:lnTo>
                  <a:lnTo>
                    <a:pt x="746480" y="136638"/>
                  </a:lnTo>
                  <a:lnTo>
                    <a:pt x="751701" y="125727"/>
                  </a:lnTo>
                  <a:lnTo>
                    <a:pt x="776874" y="86384"/>
                  </a:lnTo>
                  <a:lnTo>
                    <a:pt x="806580" y="50404"/>
                  </a:lnTo>
                  <a:lnTo>
                    <a:pt x="840433" y="18166"/>
                  </a:lnTo>
                  <a:close/>
                </a:path>
                <a:path w="863600" h="609600">
                  <a:moveTo>
                    <a:pt x="863601" y="0"/>
                  </a:moveTo>
                  <a:lnTo>
                    <a:pt x="3426" y="20"/>
                  </a:lnTo>
                  <a:lnTo>
                    <a:pt x="3822" y="299"/>
                  </a:lnTo>
                  <a:lnTo>
                    <a:pt x="863194" y="294"/>
                  </a:lnTo>
                  <a:lnTo>
                    <a:pt x="863601" y="0"/>
                  </a:lnTo>
                  <a:close/>
                </a:path>
              </a:pathLst>
            </a:custGeom>
            <a:solidFill>
              <a:srgbClr val="D8F4E8"/>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53" name="object 53"/>
            <p:cNvPicPr/>
            <p:nvPr/>
          </p:nvPicPr>
          <p:blipFill>
            <a:blip r:embed="rId8" cstate="print"/>
            <a:stretch>
              <a:fillRect/>
            </a:stretch>
          </p:blipFill>
          <p:spPr>
            <a:xfrm>
              <a:off x="3475890" y="8324678"/>
              <a:ext cx="431449" cy="293914"/>
            </a:xfrm>
            <a:prstGeom prst="rect">
              <a:avLst/>
            </a:prstGeom>
          </p:spPr>
        </p:pic>
        <p:sp>
          <p:nvSpPr>
            <p:cNvPr id="54" name="object 54"/>
            <p:cNvSpPr/>
            <p:nvPr/>
          </p:nvSpPr>
          <p:spPr>
            <a:xfrm>
              <a:off x="3898900" y="8191500"/>
              <a:ext cx="558800" cy="558800"/>
            </a:xfrm>
            <a:custGeom>
              <a:avLst/>
              <a:gdLst/>
              <a:ahLst/>
              <a:cxnLst/>
              <a:rect l="l" t="t" r="r" b="b"/>
              <a:pathLst>
                <a:path w="558800" h="558800">
                  <a:moveTo>
                    <a:pt x="279400" y="0"/>
                  </a:moveTo>
                  <a:lnTo>
                    <a:pt x="234079" y="3656"/>
                  </a:lnTo>
                  <a:lnTo>
                    <a:pt x="191087" y="14243"/>
                  </a:lnTo>
                  <a:lnTo>
                    <a:pt x="150999" y="31186"/>
                  </a:lnTo>
                  <a:lnTo>
                    <a:pt x="114389" y="53907"/>
                  </a:lnTo>
                  <a:lnTo>
                    <a:pt x="81834" y="81834"/>
                  </a:lnTo>
                  <a:lnTo>
                    <a:pt x="53907" y="114389"/>
                  </a:lnTo>
                  <a:lnTo>
                    <a:pt x="31186" y="150999"/>
                  </a:lnTo>
                  <a:lnTo>
                    <a:pt x="14243" y="191087"/>
                  </a:lnTo>
                  <a:lnTo>
                    <a:pt x="3656" y="234079"/>
                  </a:lnTo>
                  <a:lnTo>
                    <a:pt x="0" y="279400"/>
                  </a:lnTo>
                  <a:lnTo>
                    <a:pt x="3656" y="324720"/>
                  </a:lnTo>
                  <a:lnTo>
                    <a:pt x="14243" y="367712"/>
                  </a:lnTo>
                  <a:lnTo>
                    <a:pt x="31186" y="407800"/>
                  </a:lnTo>
                  <a:lnTo>
                    <a:pt x="53907" y="444410"/>
                  </a:lnTo>
                  <a:lnTo>
                    <a:pt x="81834" y="476965"/>
                  </a:lnTo>
                  <a:lnTo>
                    <a:pt x="114389" y="504892"/>
                  </a:lnTo>
                  <a:lnTo>
                    <a:pt x="150999" y="527613"/>
                  </a:lnTo>
                  <a:lnTo>
                    <a:pt x="191087" y="544556"/>
                  </a:lnTo>
                  <a:lnTo>
                    <a:pt x="234079" y="555143"/>
                  </a:lnTo>
                  <a:lnTo>
                    <a:pt x="279400" y="558800"/>
                  </a:lnTo>
                  <a:lnTo>
                    <a:pt x="324720" y="555143"/>
                  </a:lnTo>
                  <a:lnTo>
                    <a:pt x="367712" y="544556"/>
                  </a:lnTo>
                  <a:lnTo>
                    <a:pt x="407800" y="527613"/>
                  </a:lnTo>
                  <a:lnTo>
                    <a:pt x="444410" y="504892"/>
                  </a:lnTo>
                  <a:lnTo>
                    <a:pt x="476965" y="476965"/>
                  </a:lnTo>
                  <a:lnTo>
                    <a:pt x="504892" y="444410"/>
                  </a:lnTo>
                  <a:lnTo>
                    <a:pt x="527613" y="407800"/>
                  </a:lnTo>
                  <a:lnTo>
                    <a:pt x="544556" y="367712"/>
                  </a:lnTo>
                  <a:lnTo>
                    <a:pt x="555143" y="324720"/>
                  </a:lnTo>
                  <a:lnTo>
                    <a:pt x="558800" y="279400"/>
                  </a:lnTo>
                  <a:lnTo>
                    <a:pt x="555143" y="234079"/>
                  </a:lnTo>
                  <a:lnTo>
                    <a:pt x="544556" y="191087"/>
                  </a:lnTo>
                  <a:lnTo>
                    <a:pt x="527613" y="150999"/>
                  </a:lnTo>
                  <a:lnTo>
                    <a:pt x="504892" y="114389"/>
                  </a:lnTo>
                  <a:lnTo>
                    <a:pt x="476965" y="81834"/>
                  </a:lnTo>
                  <a:lnTo>
                    <a:pt x="444410" y="53907"/>
                  </a:lnTo>
                  <a:lnTo>
                    <a:pt x="407800" y="31186"/>
                  </a:lnTo>
                  <a:lnTo>
                    <a:pt x="367712" y="14243"/>
                  </a:lnTo>
                  <a:lnTo>
                    <a:pt x="324720" y="3656"/>
                  </a:lnTo>
                  <a:lnTo>
                    <a:pt x="2794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55" name="object 55"/>
            <p:cNvPicPr/>
            <p:nvPr/>
          </p:nvPicPr>
          <p:blipFill>
            <a:blip r:embed="rId9" cstate="print"/>
            <a:stretch>
              <a:fillRect/>
            </a:stretch>
          </p:blipFill>
          <p:spPr>
            <a:xfrm>
              <a:off x="2434813" y="8823650"/>
              <a:ext cx="283037" cy="282486"/>
            </a:xfrm>
            <a:prstGeom prst="rect">
              <a:avLst/>
            </a:prstGeom>
          </p:spPr>
        </p:pic>
        <p:pic>
          <p:nvPicPr>
            <p:cNvPr id="56" name="object 56"/>
            <p:cNvPicPr/>
            <p:nvPr/>
          </p:nvPicPr>
          <p:blipFill>
            <a:blip r:embed="rId10" cstate="print"/>
            <a:stretch>
              <a:fillRect/>
            </a:stretch>
          </p:blipFill>
          <p:spPr>
            <a:xfrm>
              <a:off x="2752742" y="8899663"/>
              <a:ext cx="218236" cy="314843"/>
            </a:xfrm>
            <a:prstGeom prst="rect">
              <a:avLst/>
            </a:prstGeom>
          </p:spPr>
        </p:pic>
        <p:pic>
          <p:nvPicPr>
            <p:cNvPr id="57" name="object 57"/>
            <p:cNvPicPr/>
            <p:nvPr/>
          </p:nvPicPr>
          <p:blipFill>
            <a:blip r:embed="rId11" cstate="print"/>
            <a:stretch>
              <a:fillRect/>
            </a:stretch>
          </p:blipFill>
          <p:spPr>
            <a:xfrm>
              <a:off x="3344580" y="8823650"/>
              <a:ext cx="283037" cy="282486"/>
            </a:xfrm>
            <a:prstGeom prst="rect">
              <a:avLst/>
            </a:prstGeom>
          </p:spPr>
        </p:pic>
        <p:pic>
          <p:nvPicPr>
            <p:cNvPr id="58" name="object 58"/>
            <p:cNvPicPr/>
            <p:nvPr/>
          </p:nvPicPr>
          <p:blipFill>
            <a:blip r:embed="rId12" cstate="print"/>
            <a:stretch>
              <a:fillRect/>
            </a:stretch>
          </p:blipFill>
          <p:spPr>
            <a:xfrm>
              <a:off x="3109097" y="8900623"/>
              <a:ext cx="215284" cy="314843"/>
            </a:xfrm>
            <a:prstGeom prst="rect">
              <a:avLst/>
            </a:prstGeom>
          </p:spPr>
        </p:pic>
        <p:sp>
          <p:nvSpPr>
            <p:cNvPr id="59" name="object 59"/>
            <p:cNvSpPr/>
            <p:nvPr/>
          </p:nvSpPr>
          <p:spPr>
            <a:xfrm>
              <a:off x="2628900" y="8064500"/>
              <a:ext cx="812800" cy="812800"/>
            </a:xfrm>
            <a:custGeom>
              <a:avLst/>
              <a:gdLst/>
              <a:ahLst/>
              <a:cxnLst/>
              <a:rect l="l" t="t" r="r" b="b"/>
              <a:pathLst>
                <a:path w="812800" h="812800">
                  <a:moveTo>
                    <a:pt x="406400" y="0"/>
                  </a:moveTo>
                  <a:lnTo>
                    <a:pt x="359005" y="2734"/>
                  </a:lnTo>
                  <a:lnTo>
                    <a:pt x="313216" y="10733"/>
                  </a:lnTo>
                  <a:lnTo>
                    <a:pt x="269338" y="23692"/>
                  </a:lnTo>
                  <a:lnTo>
                    <a:pt x="227675" y="41306"/>
                  </a:lnTo>
                  <a:lnTo>
                    <a:pt x="188533" y="63271"/>
                  </a:lnTo>
                  <a:lnTo>
                    <a:pt x="152217" y="89281"/>
                  </a:lnTo>
                  <a:lnTo>
                    <a:pt x="119031" y="119031"/>
                  </a:lnTo>
                  <a:lnTo>
                    <a:pt x="89281" y="152217"/>
                  </a:lnTo>
                  <a:lnTo>
                    <a:pt x="63271" y="188533"/>
                  </a:lnTo>
                  <a:lnTo>
                    <a:pt x="41306" y="227675"/>
                  </a:lnTo>
                  <a:lnTo>
                    <a:pt x="23692" y="269338"/>
                  </a:lnTo>
                  <a:lnTo>
                    <a:pt x="10733" y="313216"/>
                  </a:lnTo>
                  <a:lnTo>
                    <a:pt x="2734" y="359005"/>
                  </a:lnTo>
                  <a:lnTo>
                    <a:pt x="0" y="406400"/>
                  </a:lnTo>
                  <a:lnTo>
                    <a:pt x="2734" y="453794"/>
                  </a:lnTo>
                  <a:lnTo>
                    <a:pt x="10733" y="499583"/>
                  </a:lnTo>
                  <a:lnTo>
                    <a:pt x="23692" y="543461"/>
                  </a:lnTo>
                  <a:lnTo>
                    <a:pt x="41306" y="585124"/>
                  </a:lnTo>
                  <a:lnTo>
                    <a:pt x="63271" y="624266"/>
                  </a:lnTo>
                  <a:lnTo>
                    <a:pt x="89281" y="660582"/>
                  </a:lnTo>
                  <a:lnTo>
                    <a:pt x="119031" y="693768"/>
                  </a:lnTo>
                  <a:lnTo>
                    <a:pt x="152217" y="723518"/>
                  </a:lnTo>
                  <a:lnTo>
                    <a:pt x="188533" y="749528"/>
                  </a:lnTo>
                  <a:lnTo>
                    <a:pt x="227675" y="771493"/>
                  </a:lnTo>
                  <a:lnTo>
                    <a:pt x="269338" y="789107"/>
                  </a:lnTo>
                  <a:lnTo>
                    <a:pt x="313216" y="802066"/>
                  </a:lnTo>
                  <a:lnTo>
                    <a:pt x="359005" y="810065"/>
                  </a:lnTo>
                  <a:lnTo>
                    <a:pt x="406400" y="812800"/>
                  </a:lnTo>
                  <a:lnTo>
                    <a:pt x="453794" y="810065"/>
                  </a:lnTo>
                  <a:lnTo>
                    <a:pt x="499583" y="802066"/>
                  </a:lnTo>
                  <a:lnTo>
                    <a:pt x="543461" y="789107"/>
                  </a:lnTo>
                  <a:lnTo>
                    <a:pt x="585124" y="771493"/>
                  </a:lnTo>
                  <a:lnTo>
                    <a:pt x="624266" y="749528"/>
                  </a:lnTo>
                  <a:lnTo>
                    <a:pt x="660582" y="723518"/>
                  </a:lnTo>
                  <a:lnTo>
                    <a:pt x="693768" y="693768"/>
                  </a:lnTo>
                  <a:lnTo>
                    <a:pt x="723518" y="660582"/>
                  </a:lnTo>
                  <a:lnTo>
                    <a:pt x="749528" y="624266"/>
                  </a:lnTo>
                  <a:lnTo>
                    <a:pt x="771493" y="585124"/>
                  </a:lnTo>
                  <a:lnTo>
                    <a:pt x="789107" y="543461"/>
                  </a:lnTo>
                  <a:lnTo>
                    <a:pt x="802066" y="499583"/>
                  </a:lnTo>
                  <a:lnTo>
                    <a:pt x="810065" y="453794"/>
                  </a:lnTo>
                  <a:lnTo>
                    <a:pt x="812800" y="406400"/>
                  </a:lnTo>
                  <a:lnTo>
                    <a:pt x="810065" y="359005"/>
                  </a:lnTo>
                  <a:lnTo>
                    <a:pt x="802066" y="313216"/>
                  </a:lnTo>
                  <a:lnTo>
                    <a:pt x="789107" y="269338"/>
                  </a:lnTo>
                  <a:lnTo>
                    <a:pt x="771493" y="227675"/>
                  </a:lnTo>
                  <a:lnTo>
                    <a:pt x="749528" y="188533"/>
                  </a:lnTo>
                  <a:lnTo>
                    <a:pt x="723518" y="152217"/>
                  </a:lnTo>
                  <a:lnTo>
                    <a:pt x="693768" y="119031"/>
                  </a:lnTo>
                  <a:lnTo>
                    <a:pt x="660582" y="89281"/>
                  </a:lnTo>
                  <a:lnTo>
                    <a:pt x="624266" y="63271"/>
                  </a:lnTo>
                  <a:lnTo>
                    <a:pt x="585124" y="41306"/>
                  </a:lnTo>
                  <a:lnTo>
                    <a:pt x="543461" y="23692"/>
                  </a:lnTo>
                  <a:lnTo>
                    <a:pt x="499583" y="10733"/>
                  </a:lnTo>
                  <a:lnTo>
                    <a:pt x="453794" y="2734"/>
                  </a:lnTo>
                  <a:lnTo>
                    <a:pt x="406400" y="0"/>
                  </a:lnTo>
                  <a:close/>
                </a:path>
              </a:pathLst>
            </a:custGeom>
            <a:solidFill>
              <a:srgbClr val="E9F9F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0" name="object 60"/>
            <p:cNvSpPr/>
            <p:nvPr/>
          </p:nvSpPr>
          <p:spPr>
            <a:xfrm>
              <a:off x="2628900" y="8064500"/>
              <a:ext cx="812800" cy="812800"/>
            </a:xfrm>
            <a:custGeom>
              <a:avLst/>
              <a:gdLst/>
              <a:ahLst/>
              <a:cxnLst/>
              <a:rect l="l" t="t" r="r" b="b"/>
              <a:pathLst>
                <a:path w="812800" h="812800">
                  <a:moveTo>
                    <a:pt x="406400" y="812800"/>
                  </a:moveTo>
                  <a:lnTo>
                    <a:pt x="453794" y="810065"/>
                  </a:lnTo>
                  <a:lnTo>
                    <a:pt x="499583" y="802066"/>
                  </a:lnTo>
                  <a:lnTo>
                    <a:pt x="543461" y="789107"/>
                  </a:lnTo>
                  <a:lnTo>
                    <a:pt x="585124" y="771493"/>
                  </a:lnTo>
                  <a:lnTo>
                    <a:pt x="624266" y="749528"/>
                  </a:lnTo>
                  <a:lnTo>
                    <a:pt x="660582" y="723518"/>
                  </a:lnTo>
                  <a:lnTo>
                    <a:pt x="693768" y="693768"/>
                  </a:lnTo>
                  <a:lnTo>
                    <a:pt x="723518" y="660582"/>
                  </a:lnTo>
                  <a:lnTo>
                    <a:pt x="749528" y="624266"/>
                  </a:lnTo>
                  <a:lnTo>
                    <a:pt x="771493" y="585124"/>
                  </a:lnTo>
                  <a:lnTo>
                    <a:pt x="789107" y="543461"/>
                  </a:lnTo>
                  <a:lnTo>
                    <a:pt x="802066" y="499583"/>
                  </a:lnTo>
                  <a:lnTo>
                    <a:pt x="810065" y="453794"/>
                  </a:lnTo>
                  <a:lnTo>
                    <a:pt x="812800" y="406400"/>
                  </a:lnTo>
                  <a:lnTo>
                    <a:pt x="810065" y="359005"/>
                  </a:lnTo>
                  <a:lnTo>
                    <a:pt x="802066" y="313216"/>
                  </a:lnTo>
                  <a:lnTo>
                    <a:pt x="789107" y="269338"/>
                  </a:lnTo>
                  <a:lnTo>
                    <a:pt x="771493" y="227675"/>
                  </a:lnTo>
                  <a:lnTo>
                    <a:pt x="749528" y="188533"/>
                  </a:lnTo>
                  <a:lnTo>
                    <a:pt x="723518" y="152217"/>
                  </a:lnTo>
                  <a:lnTo>
                    <a:pt x="693768" y="119031"/>
                  </a:lnTo>
                  <a:lnTo>
                    <a:pt x="660582" y="89281"/>
                  </a:lnTo>
                  <a:lnTo>
                    <a:pt x="624266" y="63271"/>
                  </a:lnTo>
                  <a:lnTo>
                    <a:pt x="585124" y="41306"/>
                  </a:lnTo>
                  <a:lnTo>
                    <a:pt x="543461" y="23692"/>
                  </a:lnTo>
                  <a:lnTo>
                    <a:pt x="499583" y="10733"/>
                  </a:lnTo>
                  <a:lnTo>
                    <a:pt x="453794" y="2734"/>
                  </a:lnTo>
                  <a:lnTo>
                    <a:pt x="406400" y="0"/>
                  </a:lnTo>
                  <a:lnTo>
                    <a:pt x="359005" y="2734"/>
                  </a:lnTo>
                  <a:lnTo>
                    <a:pt x="313216" y="10733"/>
                  </a:lnTo>
                  <a:lnTo>
                    <a:pt x="269338" y="23692"/>
                  </a:lnTo>
                  <a:lnTo>
                    <a:pt x="227675" y="41306"/>
                  </a:lnTo>
                  <a:lnTo>
                    <a:pt x="188533" y="63271"/>
                  </a:lnTo>
                  <a:lnTo>
                    <a:pt x="152217" y="89281"/>
                  </a:lnTo>
                  <a:lnTo>
                    <a:pt x="119031" y="119031"/>
                  </a:lnTo>
                  <a:lnTo>
                    <a:pt x="89281" y="152217"/>
                  </a:lnTo>
                  <a:lnTo>
                    <a:pt x="63271" y="188533"/>
                  </a:lnTo>
                  <a:lnTo>
                    <a:pt x="41306" y="227675"/>
                  </a:lnTo>
                  <a:lnTo>
                    <a:pt x="23692" y="269338"/>
                  </a:lnTo>
                  <a:lnTo>
                    <a:pt x="10733" y="313216"/>
                  </a:lnTo>
                  <a:lnTo>
                    <a:pt x="2734" y="359005"/>
                  </a:lnTo>
                  <a:lnTo>
                    <a:pt x="0" y="406400"/>
                  </a:lnTo>
                  <a:lnTo>
                    <a:pt x="2734" y="453794"/>
                  </a:lnTo>
                  <a:lnTo>
                    <a:pt x="10733" y="499583"/>
                  </a:lnTo>
                  <a:lnTo>
                    <a:pt x="23692" y="543461"/>
                  </a:lnTo>
                  <a:lnTo>
                    <a:pt x="41306" y="585124"/>
                  </a:lnTo>
                  <a:lnTo>
                    <a:pt x="63271" y="624266"/>
                  </a:lnTo>
                  <a:lnTo>
                    <a:pt x="89281" y="660582"/>
                  </a:lnTo>
                  <a:lnTo>
                    <a:pt x="119031" y="693768"/>
                  </a:lnTo>
                  <a:lnTo>
                    <a:pt x="152217" y="723518"/>
                  </a:lnTo>
                  <a:lnTo>
                    <a:pt x="188533" y="749528"/>
                  </a:lnTo>
                  <a:lnTo>
                    <a:pt x="227675" y="771493"/>
                  </a:lnTo>
                  <a:lnTo>
                    <a:pt x="269338" y="789107"/>
                  </a:lnTo>
                  <a:lnTo>
                    <a:pt x="313216" y="802066"/>
                  </a:lnTo>
                  <a:lnTo>
                    <a:pt x="359005" y="810065"/>
                  </a:lnTo>
                  <a:lnTo>
                    <a:pt x="406400" y="812800"/>
                  </a:lnTo>
                  <a:close/>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1" name="object 61"/>
            <p:cNvSpPr/>
            <p:nvPr/>
          </p:nvSpPr>
          <p:spPr>
            <a:xfrm>
              <a:off x="1778000" y="8204199"/>
              <a:ext cx="3517900" cy="533400"/>
            </a:xfrm>
            <a:custGeom>
              <a:avLst/>
              <a:gdLst/>
              <a:ahLst/>
              <a:cxnLst/>
              <a:rect l="l" t="t" r="r" b="b"/>
              <a:pathLst>
                <a:path w="3517900" h="533400">
                  <a:moveTo>
                    <a:pt x="533400" y="266700"/>
                  </a:moveTo>
                  <a:lnTo>
                    <a:pt x="529094" y="218770"/>
                  </a:lnTo>
                  <a:lnTo>
                    <a:pt x="516712" y="173647"/>
                  </a:lnTo>
                  <a:lnTo>
                    <a:pt x="496976" y="132092"/>
                  </a:lnTo>
                  <a:lnTo>
                    <a:pt x="470674" y="94869"/>
                  </a:lnTo>
                  <a:lnTo>
                    <a:pt x="438531" y="62725"/>
                  </a:lnTo>
                  <a:lnTo>
                    <a:pt x="401307" y="36423"/>
                  </a:lnTo>
                  <a:lnTo>
                    <a:pt x="359752" y="16687"/>
                  </a:lnTo>
                  <a:lnTo>
                    <a:pt x="314629" y="4305"/>
                  </a:lnTo>
                  <a:lnTo>
                    <a:pt x="266700" y="0"/>
                  </a:lnTo>
                  <a:lnTo>
                    <a:pt x="218757" y="4305"/>
                  </a:lnTo>
                  <a:lnTo>
                    <a:pt x="173634" y="16687"/>
                  </a:lnTo>
                  <a:lnTo>
                    <a:pt x="132080" y="36423"/>
                  </a:lnTo>
                  <a:lnTo>
                    <a:pt x="94856" y="62725"/>
                  </a:lnTo>
                  <a:lnTo>
                    <a:pt x="62712" y="94869"/>
                  </a:lnTo>
                  <a:lnTo>
                    <a:pt x="36410" y="132092"/>
                  </a:lnTo>
                  <a:lnTo>
                    <a:pt x="16675" y="173647"/>
                  </a:lnTo>
                  <a:lnTo>
                    <a:pt x="4292" y="218770"/>
                  </a:lnTo>
                  <a:lnTo>
                    <a:pt x="0" y="266700"/>
                  </a:lnTo>
                  <a:lnTo>
                    <a:pt x="4292" y="314642"/>
                  </a:lnTo>
                  <a:lnTo>
                    <a:pt x="16675" y="359765"/>
                  </a:lnTo>
                  <a:lnTo>
                    <a:pt x="36410" y="401320"/>
                  </a:lnTo>
                  <a:lnTo>
                    <a:pt x="62712" y="438543"/>
                  </a:lnTo>
                  <a:lnTo>
                    <a:pt x="94856" y="470687"/>
                  </a:lnTo>
                  <a:lnTo>
                    <a:pt x="132080" y="496989"/>
                  </a:lnTo>
                  <a:lnTo>
                    <a:pt x="173634" y="516724"/>
                  </a:lnTo>
                  <a:lnTo>
                    <a:pt x="218757" y="529107"/>
                  </a:lnTo>
                  <a:lnTo>
                    <a:pt x="266700" y="533400"/>
                  </a:lnTo>
                  <a:lnTo>
                    <a:pt x="314629" y="529107"/>
                  </a:lnTo>
                  <a:lnTo>
                    <a:pt x="359752" y="516724"/>
                  </a:lnTo>
                  <a:lnTo>
                    <a:pt x="401307" y="496989"/>
                  </a:lnTo>
                  <a:lnTo>
                    <a:pt x="438531" y="470687"/>
                  </a:lnTo>
                  <a:lnTo>
                    <a:pt x="470674" y="438543"/>
                  </a:lnTo>
                  <a:lnTo>
                    <a:pt x="496976" y="401320"/>
                  </a:lnTo>
                  <a:lnTo>
                    <a:pt x="516712" y="359765"/>
                  </a:lnTo>
                  <a:lnTo>
                    <a:pt x="529094" y="314642"/>
                  </a:lnTo>
                  <a:lnTo>
                    <a:pt x="533400" y="266700"/>
                  </a:lnTo>
                  <a:close/>
                </a:path>
                <a:path w="3517900" h="533400">
                  <a:moveTo>
                    <a:pt x="1524000" y="266700"/>
                  </a:moveTo>
                  <a:lnTo>
                    <a:pt x="1519694" y="218770"/>
                  </a:lnTo>
                  <a:lnTo>
                    <a:pt x="1507312" y="173647"/>
                  </a:lnTo>
                  <a:lnTo>
                    <a:pt x="1487576" y="132092"/>
                  </a:lnTo>
                  <a:lnTo>
                    <a:pt x="1461274" y="94869"/>
                  </a:lnTo>
                  <a:lnTo>
                    <a:pt x="1429131" y="62725"/>
                  </a:lnTo>
                  <a:lnTo>
                    <a:pt x="1391907" y="36423"/>
                  </a:lnTo>
                  <a:lnTo>
                    <a:pt x="1350352" y="16687"/>
                  </a:lnTo>
                  <a:lnTo>
                    <a:pt x="1305229" y="4305"/>
                  </a:lnTo>
                  <a:lnTo>
                    <a:pt x="1257300" y="0"/>
                  </a:lnTo>
                  <a:lnTo>
                    <a:pt x="1209357" y="4305"/>
                  </a:lnTo>
                  <a:lnTo>
                    <a:pt x="1164234" y="16687"/>
                  </a:lnTo>
                  <a:lnTo>
                    <a:pt x="1122680" y="36423"/>
                  </a:lnTo>
                  <a:lnTo>
                    <a:pt x="1085456" y="62725"/>
                  </a:lnTo>
                  <a:lnTo>
                    <a:pt x="1053312" y="94869"/>
                  </a:lnTo>
                  <a:lnTo>
                    <a:pt x="1027010" y="132092"/>
                  </a:lnTo>
                  <a:lnTo>
                    <a:pt x="1007275" y="173647"/>
                  </a:lnTo>
                  <a:lnTo>
                    <a:pt x="994892" y="218770"/>
                  </a:lnTo>
                  <a:lnTo>
                    <a:pt x="990600" y="266700"/>
                  </a:lnTo>
                  <a:lnTo>
                    <a:pt x="994892" y="314642"/>
                  </a:lnTo>
                  <a:lnTo>
                    <a:pt x="1007275" y="359765"/>
                  </a:lnTo>
                  <a:lnTo>
                    <a:pt x="1027010" y="401320"/>
                  </a:lnTo>
                  <a:lnTo>
                    <a:pt x="1053312" y="438543"/>
                  </a:lnTo>
                  <a:lnTo>
                    <a:pt x="1085456" y="470687"/>
                  </a:lnTo>
                  <a:lnTo>
                    <a:pt x="1122680" y="496989"/>
                  </a:lnTo>
                  <a:lnTo>
                    <a:pt x="1164234" y="516724"/>
                  </a:lnTo>
                  <a:lnTo>
                    <a:pt x="1209357" y="529107"/>
                  </a:lnTo>
                  <a:lnTo>
                    <a:pt x="1257300" y="533400"/>
                  </a:lnTo>
                  <a:lnTo>
                    <a:pt x="1305229" y="529107"/>
                  </a:lnTo>
                  <a:lnTo>
                    <a:pt x="1350352" y="516724"/>
                  </a:lnTo>
                  <a:lnTo>
                    <a:pt x="1391907" y="496989"/>
                  </a:lnTo>
                  <a:lnTo>
                    <a:pt x="1429131" y="470687"/>
                  </a:lnTo>
                  <a:lnTo>
                    <a:pt x="1461274" y="438543"/>
                  </a:lnTo>
                  <a:lnTo>
                    <a:pt x="1487576" y="401320"/>
                  </a:lnTo>
                  <a:lnTo>
                    <a:pt x="1507312" y="359765"/>
                  </a:lnTo>
                  <a:lnTo>
                    <a:pt x="1519694" y="314642"/>
                  </a:lnTo>
                  <a:lnTo>
                    <a:pt x="1524000" y="266700"/>
                  </a:lnTo>
                  <a:close/>
                </a:path>
                <a:path w="3517900" h="533400">
                  <a:moveTo>
                    <a:pt x="3517900" y="266700"/>
                  </a:moveTo>
                  <a:lnTo>
                    <a:pt x="3513594" y="218770"/>
                  </a:lnTo>
                  <a:lnTo>
                    <a:pt x="3501212" y="173647"/>
                  </a:lnTo>
                  <a:lnTo>
                    <a:pt x="3481476" y="132092"/>
                  </a:lnTo>
                  <a:lnTo>
                    <a:pt x="3455174" y="94869"/>
                  </a:lnTo>
                  <a:lnTo>
                    <a:pt x="3423031" y="62725"/>
                  </a:lnTo>
                  <a:lnTo>
                    <a:pt x="3385807" y="36423"/>
                  </a:lnTo>
                  <a:lnTo>
                    <a:pt x="3344253" y="16687"/>
                  </a:lnTo>
                  <a:lnTo>
                    <a:pt x="3299129" y="4305"/>
                  </a:lnTo>
                  <a:lnTo>
                    <a:pt x="3251200" y="0"/>
                  </a:lnTo>
                  <a:lnTo>
                    <a:pt x="3203257" y="4305"/>
                  </a:lnTo>
                  <a:lnTo>
                    <a:pt x="3158134" y="16687"/>
                  </a:lnTo>
                  <a:lnTo>
                    <a:pt x="3116580" y="36423"/>
                  </a:lnTo>
                  <a:lnTo>
                    <a:pt x="3079356" y="62725"/>
                  </a:lnTo>
                  <a:lnTo>
                    <a:pt x="3047212" y="94869"/>
                  </a:lnTo>
                  <a:lnTo>
                    <a:pt x="3020911" y="132092"/>
                  </a:lnTo>
                  <a:lnTo>
                    <a:pt x="3001175" y="173647"/>
                  </a:lnTo>
                  <a:lnTo>
                    <a:pt x="2988792" y="218770"/>
                  </a:lnTo>
                  <a:lnTo>
                    <a:pt x="2984500" y="266700"/>
                  </a:lnTo>
                  <a:lnTo>
                    <a:pt x="2988792" y="314642"/>
                  </a:lnTo>
                  <a:lnTo>
                    <a:pt x="3001175" y="359765"/>
                  </a:lnTo>
                  <a:lnTo>
                    <a:pt x="3020911" y="401320"/>
                  </a:lnTo>
                  <a:lnTo>
                    <a:pt x="3047212" y="438543"/>
                  </a:lnTo>
                  <a:lnTo>
                    <a:pt x="3079356" y="470687"/>
                  </a:lnTo>
                  <a:lnTo>
                    <a:pt x="3116580" y="496989"/>
                  </a:lnTo>
                  <a:lnTo>
                    <a:pt x="3158134" y="516724"/>
                  </a:lnTo>
                  <a:lnTo>
                    <a:pt x="3203257" y="529107"/>
                  </a:lnTo>
                  <a:lnTo>
                    <a:pt x="3251200" y="533400"/>
                  </a:lnTo>
                  <a:lnTo>
                    <a:pt x="3299129" y="529107"/>
                  </a:lnTo>
                  <a:lnTo>
                    <a:pt x="3344253" y="516724"/>
                  </a:lnTo>
                  <a:lnTo>
                    <a:pt x="3385807" y="496989"/>
                  </a:lnTo>
                  <a:lnTo>
                    <a:pt x="3423031" y="470687"/>
                  </a:lnTo>
                  <a:lnTo>
                    <a:pt x="3455174" y="438543"/>
                  </a:lnTo>
                  <a:lnTo>
                    <a:pt x="3481476" y="401320"/>
                  </a:lnTo>
                  <a:lnTo>
                    <a:pt x="3501212" y="359765"/>
                  </a:lnTo>
                  <a:lnTo>
                    <a:pt x="3513594" y="314642"/>
                  </a:lnTo>
                  <a:lnTo>
                    <a:pt x="3517900" y="26670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62" name="object 62"/>
          <p:cNvSpPr txBox="1"/>
          <p:nvPr/>
        </p:nvSpPr>
        <p:spPr>
          <a:xfrm>
            <a:off x="1416258" y="3308350"/>
            <a:ext cx="240983" cy="98425"/>
          </a:xfrm>
          <a:prstGeom prst="rect">
            <a:avLst/>
          </a:prstGeom>
        </p:spPr>
        <p:txBody>
          <a:bodyPr vert="horz" wrap="square" lIns="0" tIns="6350" rIns="0" bIns="0" rtlCol="0">
            <a:spAutoFit/>
          </a:bodyPr>
          <a:lstStyle/>
          <a:p>
            <a:pPr marL="6350">
              <a:spcBef>
                <a:spcPts val="50"/>
              </a:spcBef>
            </a:pPr>
            <a:r>
              <a:rPr sz="600" spc="-13" dirty="0">
                <a:solidFill>
                  <a:srgbClr val="FFFFFF"/>
                </a:solidFill>
                <a:latin typeface="江城圆体 400W" panose="020B0800000000000000" pitchFamily="34" charset="-128"/>
                <a:ea typeface="江城圆体 400W" panose="020B0800000000000000" pitchFamily="34" charset="-128"/>
                <a:cs typeface="Microsoft JhengHei"/>
              </a:rPr>
              <a:t>影响圈</a:t>
            </a:r>
            <a:endParaRPr sz="600" dirty="0">
              <a:latin typeface="江城圆体 400W" panose="020B0800000000000000" pitchFamily="34" charset="-128"/>
              <a:ea typeface="江城圆体 400W" panose="020B0800000000000000" pitchFamily="34" charset="-128"/>
              <a:cs typeface="Microsoft JhengHei"/>
            </a:endParaRPr>
          </a:p>
        </p:txBody>
      </p:sp>
      <p:sp>
        <p:nvSpPr>
          <p:cNvPr id="63" name="object 63"/>
          <p:cNvSpPr txBox="1"/>
          <p:nvPr/>
        </p:nvSpPr>
        <p:spPr>
          <a:xfrm>
            <a:off x="1416258" y="3644900"/>
            <a:ext cx="240983" cy="98425"/>
          </a:xfrm>
          <a:prstGeom prst="rect">
            <a:avLst/>
          </a:prstGeom>
        </p:spPr>
        <p:txBody>
          <a:bodyPr vert="horz" wrap="square" lIns="0" tIns="6350" rIns="0" bIns="0" rtlCol="0">
            <a:spAutoFit/>
          </a:bodyPr>
          <a:lstStyle/>
          <a:p>
            <a:pPr marL="6350">
              <a:spcBef>
                <a:spcPts val="50"/>
              </a:spcBef>
            </a:pPr>
            <a:r>
              <a:rPr sz="600" spc="-13" dirty="0">
                <a:solidFill>
                  <a:srgbClr val="212121"/>
                </a:solidFill>
                <a:latin typeface="江城圆体 400W" panose="020B0800000000000000" pitchFamily="34" charset="-128"/>
                <a:ea typeface="江城圆体 400W" panose="020B0800000000000000" pitchFamily="34" charset="-128"/>
                <a:cs typeface="Microsoft JhengHei"/>
              </a:rPr>
              <a:t>关注圈</a:t>
            </a:r>
            <a:endParaRPr sz="600">
              <a:latin typeface="江城圆体 400W" panose="020B0800000000000000" pitchFamily="34" charset="-128"/>
              <a:ea typeface="江城圆体 400W" panose="020B0800000000000000" pitchFamily="34" charset="-128"/>
              <a:cs typeface="Microsoft JhengHei"/>
            </a:endParaRPr>
          </a:p>
        </p:txBody>
      </p:sp>
      <p:sp>
        <p:nvSpPr>
          <p:cNvPr id="64" name="object 64"/>
          <p:cNvSpPr txBox="1"/>
          <p:nvPr/>
        </p:nvSpPr>
        <p:spPr>
          <a:xfrm>
            <a:off x="502066" y="2889250"/>
            <a:ext cx="469265" cy="98425"/>
          </a:xfrm>
          <a:prstGeom prst="rect">
            <a:avLst/>
          </a:prstGeom>
        </p:spPr>
        <p:txBody>
          <a:bodyPr vert="horz" wrap="square" lIns="0" tIns="6350" rIns="0" bIns="0" rtlCol="0">
            <a:spAutoFit/>
          </a:bodyPr>
          <a:lstStyle/>
          <a:p>
            <a:pPr marL="6350">
              <a:spcBef>
                <a:spcPts val="50"/>
              </a:spcBef>
            </a:pPr>
            <a:r>
              <a:rPr sz="600" spc="-10" dirty="0">
                <a:solidFill>
                  <a:srgbClr val="212121"/>
                </a:solidFill>
                <a:latin typeface="江城圆体 400W" panose="020B0800000000000000" pitchFamily="34" charset="-128"/>
                <a:ea typeface="江城圆体 400W" panose="020B0800000000000000" pitchFamily="34" charset="-128"/>
                <a:cs typeface="Microsoft JhengHei"/>
              </a:rPr>
              <a:t>你可以影响的</a:t>
            </a:r>
            <a:endParaRPr sz="600">
              <a:latin typeface="江城圆体 400W" panose="020B0800000000000000" pitchFamily="34" charset="-128"/>
              <a:ea typeface="江城圆体 400W" panose="020B0800000000000000" pitchFamily="34" charset="-128"/>
              <a:cs typeface="Microsoft JhengHei"/>
            </a:endParaRPr>
          </a:p>
        </p:txBody>
      </p:sp>
      <p:sp>
        <p:nvSpPr>
          <p:cNvPr id="65" name="object 65"/>
          <p:cNvSpPr txBox="1"/>
          <p:nvPr/>
        </p:nvSpPr>
        <p:spPr>
          <a:xfrm>
            <a:off x="2102266" y="2876550"/>
            <a:ext cx="469265" cy="98425"/>
          </a:xfrm>
          <a:prstGeom prst="rect">
            <a:avLst/>
          </a:prstGeom>
        </p:spPr>
        <p:txBody>
          <a:bodyPr vert="horz" wrap="square" lIns="0" tIns="6350" rIns="0" bIns="0" rtlCol="0">
            <a:spAutoFit/>
          </a:bodyPr>
          <a:lstStyle/>
          <a:p>
            <a:pPr marL="6350">
              <a:spcBef>
                <a:spcPts val="50"/>
              </a:spcBef>
            </a:pPr>
            <a:r>
              <a:rPr sz="600" spc="-10" dirty="0">
                <a:solidFill>
                  <a:srgbClr val="212121"/>
                </a:solidFill>
                <a:latin typeface="江城圆体 400W" panose="020B0800000000000000" pitchFamily="34" charset="-128"/>
                <a:ea typeface="江城圆体 400W" panose="020B0800000000000000" pitchFamily="34" charset="-128"/>
                <a:cs typeface="Microsoft JhengHei"/>
              </a:rPr>
              <a:t>你无法控制的</a:t>
            </a:r>
            <a:endParaRPr sz="600">
              <a:latin typeface="江城圆体 400W" panose="020B0800000000000000" pitchFamily="34" charset="-128"/>
              <a:ea typeface="江城圆体 400W" panose="020B0800000000000000" pitchFamily="34" charset="-128"/>
              <a:cs typeface="Microsoft JhengHei"/>
            </a:endParaRPr>
          </a:p>
        </p:txBody>
      </p:sp>
      <p:sp>
        <p:nvSpPr>
          <p:cNvPr id="66" name="object 66"/>
          <p:cNvSpPr txBox="1"/>
          <p:nvPr/>
        </p:nvSpPr>
        <p:spPr>
          <a:xfrm>
            <a:off x="528796" y="3028950"/>
            <a:ext cx="385604" cy="506095"/>
          </a:xfrm>
          <a:prstGeom prst="rect">
            <a:avLst/>
          </a:prstGeom>
        </p:spPr>
        <p:txBody>
          <a:bodyPr vert="horz" wrap="square" lIns="0" tIns="12700" rIns="0" bIns="0" rtlCol="0">
            <a:spAutoFit/>
          </a:bodyPr>
          <a:lstStyle/>
          <a:p>
            <a:pPr algn="ctr">
              <a:spcBef>
                <a:spcPts val="100"/>
              </a:spcBef>
            </a:pPr>
            <a:r>
              <a:rPr sz="5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500" spc="6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心情</a:t>
            </a:r>
            <a:endParaRPr sz="5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50"/>
              </a:spcBef>
            </a:pPr>
            <a:r>
              <a:rPr sz="5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500" spc="6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健康</a:t>
            </a:r>
            <a:endParaRPr sz="5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50"/>
              </a:spcBef>
            </a:pPr>
            <a:r>
              <a:rPr sz="5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500" spc="6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习惯</a:t>
            </a:r>
            <a:endParaRPr sz="5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50"/>
              </a:spcBef>
            </a:pPr>
            <a:r>
              <a:rPr sz="5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500" spc="6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态度</a:t>
            </a:r>
            <a:endParaRPr sz="5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50"/>
              </a:spcBef>
            </a:pPr>
            <a:r>
              <a:rPr sz="5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500" spc="3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工作方式</a:t>
            </a:r>
            <a:endParaRPr sz="5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50"/>
              </a:spcBef>
            </a:pPr>
            <a:r>
              <a:rPr sz="5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500" spc="3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生活方式</a:t>
            </a:r>
            <a:endParaRPr sz="5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67" name="object 67"/>
          <p:cNvSpPr txBox="1"/>
          <p:nvPr/>
        </p:nvSpPr>
        <p:spPr>
          <a:xfrm>
            <a:off x="2133600" y="3028950"/>
            <a:ext cx="376313" cy="506095"/>
          </a:xfrm>
          <a:prstGeom prst="rect">
            <a:avLst/>
          </a:prstGeom>
        </p:spPr>
        <p:txBody>
          <a:bodyPr vert="horz" wrap="square" lIns="0" tIns="12700" rIns="0" bIns="0" rtlCol="0">
            <a:spAutoFit/>
          </a:bodyPr>
          <a:lstStyle/>
          <a:p>
            <a:pPr algn="ctr">
              <a:spcBef>
                <a:spcPts val="100"/>
              </a:spcBef>
            </a:pPr>
            <a:r>
              <a:rPr sz="5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500" spc="6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天气</a:t>
            </a:r>
            <a:endParaRPr sz="5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50"/>
              </a:spcBef>
            </a:pPr>
            <a:r>
              <a:rPr sz="5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500" spc="6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政策</a:t>
            </a:r>
            <a:endParaRPr sz="5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50"/>
              </a:spcBef>
            </a:pPr>
            <a:r>
              <a:rPr sz="5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500" spc="6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经济</a:t>
            </a:r>
            <a:endParaRPr sz="5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50"/>
              </a:spcBef>
            </a:pPr>
            <a:r>
              <a:rPr sz="5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500" spc="3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公共环境</a:t>
            </a:r>
            <a:endParaRPr sz="5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50"/>
              </a:spcBef>
            </a:pPr>
            <a:r>
              <a:rPr sz="5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500" spc="3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他人缺点</a:t>
            </a:r>
            <a:endParaRPr sz="5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50"/>
              </a:spcBef>
            </a:pPr>
            <a:r>
              <a:rPr sz="5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500" spc="3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不可抗力</a:t>
            </a:r>
            <a:endParaRPr sz="5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68" name="object 68"/>
          <p:cNvSpPr txBox="1"/>
          <p:nvPr/>
        </p:nvSpPr>
        <p:spPr>
          <a:xfrm>
            <a:off x="498891" y="3613150"/>
            <a:ext cx="469265" cy="182880"/>
          </a:xfrm>
          <a:prstGeom prst="rect">
            <a:avLst/>
          </a:prstGeom>
        </p:spPr>
        <p:txBody>
          <a:bodyPr vert="horz" wrap="square" lIns="0" tIns="16510" rIns="0" bIns="0" rtlCol="0">
            <a:spAutoFit/>
          </a:bodyPr>
          <a:lstStyle/>
          <a:p>
            <a:pPr marL="82550" marR="2540" indent="-76200">
              <a:lnSpc>
                <a:spcPts val="650"/>
              </a:lnSpc>
              <a:spcBef>
                <a:spcPts val="130"/>
              </a:spcBef>
            </a:pPr>
            <a:r>
              <a:rPr sz="600" spc="-10" dirty="0">
                <a:solidFill>
                  <a:srgbClr val="212121"/>
                </a:solidFill>
                <a:latin typeface="江城圆体 400W" panose="020B0800000000000000" pitchFamily="34" charset="-128"/>
                <a:ea typeface="江城圆体 400W" panose="020B0800000000000000" pitchFamily="34" charset="-128"/>
                <a:cs typeface="Microsoft JhengHei"/>
              </a:rPr>
              <a:t>聚焦和扩展你的影响圈</a:t>
            </a:r>
            <a:endParaRPr sz="600">
              <a:latin typeface="江城圆体 400W" panose="020B0800000000000000" pitchFamily="34" charset="-128"/>
              <a:ea typeface="江城圆体 400W" panose="020B0800000000000000" pitchFamily="34" charset="-128"/>
              <a:cs typeface="Microsoft JhengHei"/>
            </a:endParaRPr>
          </a:p>
        </p:txBody>
      </p:sp>
      <p:sp>
        <p:nvSpPr>
          <p:cNvPr id="69" name="object 69"/>
          <p:cNvSpPr txBox="1"/>
          <p:nvPr/>
        </p:nvSpPr>
        <p:spPr>
          <a:xfrm>
            <a:off x="733633" y="3879850"/>
            <a:ext cx="240983" cy="98425"/>
          </a:xfrm>
          <a:prstGeom prst="rect">
            <a:avLst/>
          </a:prstGeom>
        </p:spPr>
        <p:txBody>
          <a:bodyPr vert="horz" wrap="square" lIns="0" tIns="6350" rIns="0" bIns="0" rtlCol="0">
            <a:spAutoFit/>
          </a:bodyPr>
          <a:lstStyle/>
          <a:p>
            <a:pPr marL="6350">
              <a:spcBef>
                <a:spcPts val="50"/>
              </a:spcBef>
            </a:pPr>
            <a:r>
              <a:rPr sz="600" spc="-13" dirty="0">
                <a:solidFill>
                  <a:srgbClr val="212121"/>
                </a:solidFill>
                <a:latin typeface="江城圆体 400W" panose="020B0800000000000000" pitchFamily="34" charset="-128"/>
                <a:ea typeface="江城圆体 400W" panose="020B0800000000000000" pitchFamily="34" charset="-128"/>
                <a:cs typeface="Microsoft JhengHei"/>
              </a:rPr>
              <a:t>关注圈</a:t>
            </a:r>
            <a:endParaRPr sz="600">
              <a:latin typeface="江城圆体 400W" panose="020B0800000000000000" pitchFamily="34" charset="-128"/>
              <a:ea typeface="江城圆体 400W" panose="020B0800000000000000" pitchFamily="34" charset="-128"/>
              <a:cs typeface="Microsoft JhengHei"/>
            </a:endParaRPr>
          </a:p>
        </p:txBody>
      </p:sp>
      <p:sp>
        <p:nvSpPr>
          <p:cNvPr id="70" name="object 70"/>
          <p:cNvSpPr txBox="1"/>
          <p:nvPr/>
        </p:nvSpPr>
        <p:spPr>
          <a:xfrm>
            <a:off x="2340183" y="3879850"/>
            <a:ext cx="240983" cy="98425"/>
          </a:xfrm>
          <a:prstGeom prst="rect">
            <a:avLst/>
          </a:prstGeom>
        </p:spPr>
        <p:txBody>
          <a:bodyPr vert="horz" wrap="square" lIns="0" tIns="6350" rIns="0" bIns="0" rtlCol="0">
            <a:spAutoFit/>
          </a:bodyPr>
          <a:lstStyle/>
          <a:p>
            <a:pPr marL="6350">
              <a:spcBef>
                <a:spcPts val="50"/>
              </a:spcBef>
            </a:pPr>
            <a:r>
              <a:rPr sz="600" spc="-13" dirty="0">
                <a:solidFill>
                  <a:srgbClr val="212121"/>
                </a:solidFill>
                <a:latin typeface="江城圆体 400W" panose="020B0800000000000000" pitchFamily="34" charset="-128"/>
                <a:ea typeface="江城圆体 400W" panose="020B0800000000000000" pitchFamily="34" charset="-128"/>
                <a:cs typeface="Microsoft JhengHei"/>
              </a:rPr>
              <a:t>关注圈</a:t>
            </a:r>
            <a:endParaRPr sz="600">
              <a:latin typeface="江城圆体 400W" panose="020B0800000000000000" pitchFamily="34" charset="-128"/>
              <a:ea typeface="江城圆体 400W" panose="020B0800000000000000" pitchFamily="34" charset="-128"/>
              <a:cs typeface="Microsoft JhengHei"/>
            </a:endParaRPr>
          </a:p>
        </p:txBody>
      </p:sp>
      <p:sp>
        <p:nvSpPr>
          <p:cNvPr id="71" name="object 71"/>
          <p:cNvSpPr txBox="1"/>
          <p:nvPr/>
        </p:nvSpPr>
        <p:spPr>
          <a:xfrm>
            <a:off x="2343358" y="4476750"/>
            <a:ext cx="240983" cy="98425"/>
          </a:xfrm>
          <a:prstGeom prst="rect">
            <a:avLst/>
          </a:prstGeom>
        </p:spPr>
        <p:txBody>
          <a:bodyPr vert="horz" wrap="square" lIns="0" tIns="6350" rIns="0" bIns="0" rtlCol="0">
            <a:spAutoFit/>
          </a:bodyPr>
          <a:lstStyle/>
          <a:p>
            <a:pPr marL="6350">
              <a:spcBef>
                <a:spcPts val="50"/>
              </a:spcBef>
            </a:pPr>
            <a:r>
              <a:rPr sz="600" spc="-13" dirty="0">
                <a:solidFill>
                  <a:srgbClr val="212121"/>
                </a:solidFill>
                <a:latin typeface="江城圆体 400W" panose="020B0800000000000000" pitchFamily="34" charset="-128"/>
                <a:ea typeface="江城圆体 400W" panose="020B0800000000000000" pitchFamily="34" charset="-128"/>
                <a:cs typeface="Microsoft JhengHei"/>
              </a:rPr>
              <a:t>影响圈</a:t>
            </a:r>
            <a:endParaRPr sz="600">
              <a:latin typeface="江城圆体 400W" panose="020B0800000000000000" pitchFamily="34" charset="-128"/>
              <a:ea typeface="江城圆体 400W" panose="020B0800000000000000" pitchFamily="34" charset="-128"/>
              <a:cs typeface="Microsoft JhengHei"/>
            </a:endParaRPr>
          </a:p>
        </p:txBody>
      </p:sp>
      <p:sp>
        <p:nvSpPr>
          <p:cNvPr id="72" name="object 72"/>
          <p:cNvSpPr txBox="1"/>
          <p:nvPr/>
        </p:nvSpPr>
        <p:spPr>
          <a:xfrm>
            <a:off x="1622633" y="3879850"/>
            <a:ext cx="240983" cy="98425"/>
          </a:xfrm>
          <a:prstGeom prst="rect">
            <a:avLst/>
          </a:prstGeom>
        </p:spPr>
        <p:txBody>
          <a:bodyPr vert="horz" wrap="square" lIns="0" tIns="6350" rIns="0" bIns="0" rtlCol="0">
            <a:spAutoFit/>
          </a:bodyPr>
          <a:lstStyle/>
          <a:p>
            <a:pPr marL="6350">
              <a:spcBef>
                <a:spcPts val="50"/>
              </a:spcBef>
            </a:pPr>
            <a:r>
              <a:rPr sz="600" spc="-13" dirty="0">
                <a:solidFill>
                  <a:srgbClr val="212121"/>
                </a:solidFill>
                <a:latin typeface="江城圆体 400W" panose="020B0800000000000000" pitchFamily="34" charset="-128"/>
                <a:ea typeface="江城圆体 400W" panose="020B0800000000000000" pitchFamily="34" charset="-128"/>
                <a:cs typeface="Microsoft JhengHei"/>
              </a:rPr>
              <a:t>影响圈</a:t>
            </a:r>
            <a:endParaRPr sz="600">
              <a:latin typeface="江城圆体 400W" panose="020B0800000000000000" pitchFamily="34" charset="-128"/>
              <a:ea typeface="江城圆体 400W" panose="020B0800000000000000" pitchFamily="34" charset="-128"/>
              <a:cs typeface="Microsoft JhengHei"/>
            </a:endParaRPr>
          </a:p>
        </p:txBody>
      </p:sp>
      <p:sp>
        <p:nvSpPr>
          <p:cNvPr id="73" name="object 73"/>
          <p:cNvSpPr txBox="1"/>
          <p:nvPr/>
        </p:nvSpPr>
        <p:spPr>
          <a:xfrm>
            <a:off x="1397208" y="4152900"/>
            <a:ext cx="240983" cy="182880"/>
          </a:xfrm>
          <a:prstGeom prst="rect">
            <a:avLst/>
          </a:prstGeom>
        </p:spPr>
        <p:txBody>
          <a:bodyPr vert="horz" wrap="square" lIns="0" tIns="16510" rIns="0" bIns="0" rtlCol="0">
            <a:spAutoFit/>
          </a:bodyPr>
          <a:lstStyle/>
          <a:p>
            <a:pPr marL="44450" marR="2540" indent="-38100">
              <a:lnSpc>
                <a:spcPts val="650"/>
              </a:lnSpc>
              <a:spcBef>
                <a:spcPts val="130"/>
              </a:spcBef>
            </a:pPr>
            <a:r>
              <a:rPr sz="600" spc="-13" dirty="0">
                <a:solidFill>
                  <a:srgbClr val="FFFFFF"/>
                </a:solidFill>
                <a:latin typeface="江城圆体 400W" panose="020B0800000000000000" pitchFamily="34" charset="-128"/>
                <a:ea typeface="江城圆体 400W" panose="020B0800000000000000" pitchFamily="34" charset="-128"/>
                <a:cs typeface="Microsoft JhengHei"/>
              </a:rPr>
              <a:t>选择的</a:t>
            </a:r>
            <a:r>
              <a:rPr sz="600" spc="-15" dirty="0">
                <a:solidFill>
                  <a:srgbClr val="FFFFFF"/>
                </a:solidFill>
                <a:latin typeface="江城圆体 400W" panose="020B0800000000000000" pitchFamily="34" charset="-128"/>
                <a:ea typeface="江城圆体 400W" panose="020B0800000000000000" pitchFamily="34" charset="-128"/>
                <a:cs typeface="Microsoft JhengHei"/>
              </a:rPr>
              <a:t>自由</a:t>
            </a:r>
            <a:endParaRPr sz="600" dirty="0">
              <a:latin typeface="江城圆体 400W" panose="020B0800000000000000" pitchFamily="34" charset="-128"/>
              <a:ea typeface="江城圆体 400W" panose="020B0800000000000000" pitchFamily="34" charset="-128"/>
              <a:cs typeface="Microsoft JhengHei"/>
            </a:endParaRPr>
          </a:p>
        </p:txBody>
      </p:sp>
      <p:sp>
        <p:nvSpPr>
          <p:cNvPr id="74" name="object 74"/>
          <p:cNvSpPr txBox="1"/>
          <p:nvPr/>
        </p:nvSpPr>
        <p:spPr>
          <a:xfrm>
            <a:off x="444731" y="4064000"/>
            <a:ext cx="266383" cy="83185"/>
          </a:xfrm>
          <a:prstGeom prst="rect">
            <a:avLst/>
          </a:prstGeom>
        </p:spPr>
        <p:txBody>
          <a:bodyPr vert="horz" wrap="square" lIns="0" tIns="6350" rIns="0" bIns="0" rtlCol="0">
            <a:spAutoFit/>
          </a:bodyPr>
          <a:lstStyle/>
          <a:p>
            <a:pPr marL="6350">
              <a:spcBef>
                <a:spcPts val="50"/>
              </a:spcBef>
            </a:pPr>
            <a:r>
              <a:rPr sz="50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生理因素</a:t>
            </a:r>
            <a:endParaRPr sz="500">
              <a:latin typeface="江城圆体 400W" panose="020B0800000000000000" pitchFamily="34" charset="-128"/>
              <a:ea typeface="江城圆体 400W" panose="020B0800000000000000" pitchFamily="34" charset="-128"/>
              <a:cs typeface="PMingLiU" panose="02020500000000000000" charset="-120"/>
            </a:endParaRPr>
          </a:p>
        </p:txBody>
      </p:sp>
      <p:sp>
        <p:nvSpPr>
          <p:cNvPr id="75" name="object 75"/>
          <p:cNvSpPr txBox="1"/>
          <p:nvPr/>
        </p:nvSpPr>
        <p:spPr>
          <a:xfrm>
            <a:off x="447906" y="4324350"/>
            <a:ext cx="266383" cy="83185"/>
          </a:xfrm>
          <a:prstGeom prst="rect">
            <a:avLst/>
          </a:prstGeom>
        </p:spPr>
        <p:txBody>
          <a:bodyPr vert="horz" wrap="square" lIns="0" tIns="6350" rIns="0" bIns="0" rtlCol="0">
            <a:spAutoFit/>
          </a:bodyPr>
          <a:lstStyle/>
          <a:p>
            <a:pPr marL="6350">
              <a:spcBef>
                <a:spcPts val="50"/>
              </a:spcBef>
            </a:pPr>
            <a:r>
              <a:rPr sz="50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心理因素</a:t>
            </a:r>
            <a:endParaRPr sz="500">
              <a:latin typeface="江城圆体 400W" panose="020B0800000000000000" pitchFamily="34" charset="-128"/>
              <a:ea typeface="江城圆体 400W" panose="020B0800000000000000" pitchFamily="34" charset="-128"/>
              <a:cs typeface="PMingLiU" panose="02020500000000000000" charset="-120"/>
            </a:endParaRPr>
          </a:p>
        </p:txBody>
      </p:sp>
      <p:sp>
        <p:nvSpPr>
          <p:cNvPr id="76" name="object 76"/>
          <p:cNvSpPr txBox="1"/>
          <p:nvPr/>
        </p:nvSpPr>
        <p:spPr>
          <a:xfrm>
            <a:off x="444731" y="4197350"/>
            <a:ext cx="266383" cy="83185"/>
          </a:xfrm>
          <a:prstGeom prst="rect">
            <a:avLst/>
          </a:prstGeom>
        </p:spPr>
        <p:txBody>
          <a:bodyPr vert="horz" wrap="square" lIns="0" tIns="6350" rIns="0" bIns="0" rtlCol="0">
            <a:spAutoFit/>
          </a:bodyPr>
          <a:lstStyle/>
          <a:p>
            <a:pPr marL="6350">
              <a:spcBef>
                <a:spcPts val="50"/>
              </a:spcBef>
            </a:pPr>
            <a:r>
              <a:rPr sz="50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社会因素</a:t>
            </a:r>
            <a:endParaRPr sz="500">
              <a:latin typeface="江城圆体 400W" panose="020B0800000000000000" pitchFamily="34" charset="-128"/>
              <a:ea typeface="江城圆体 400W" panose="020B0800000000000000" pitchFamily="34" charset="-128"/>
              <a:cs typeface="PMingLiU" panose="02020500000000000000" charset="-120"/>
            </a:endParaRPr>
          </a:p>
        </p:txBody>
      </p:sp>
      <p:sp>
        <p:nvSpPr>
          <p:cNvPr id="77" name="object 77"/>
          <p:cNvSpPr txBox="1"/>
          <p:nvPr/>
        </p:nvSpPr>
        <p:spPr>
          <a:xfrm>
            <a:off x="939939" y="4184650"/>
            <a:ext cx="165100" cy="98425"/>
          </a:xfrm>
          <a:prstGeom prst="rect">
            <a:avLst/>
          </a:prstGeom>
        </p:spPr>
        <p:txBody>
          <a:bodyPr vert="horz" wrap="square" lIns="0" tIns="6350" rIns="0" bIns="0" rtlCol="0">
            <a:spAutoFit/>
          </a:bodyPr>
          <a:lstStyle/>
          <a:p>
            <a:pPr marL="6350">
              <a:spcBef>
                <a:spcPts val="50"/>
              </a:spcBef>
            </a:pPr>
            <a:r>
              <a:rPr sz="600" spc="-15" dirty="0">
                <a:solidFill>
                  <a:srgbClr val="FFFFFF"/>
                </a:solidFill>
                <a:latin typeface="江城圆体 400W" panose="020B0800000000000000" pitchFamily="34" charset="-128"/>
                <a:ea typeface="江城圆体 400W" panose="020B0800000000000000" pitchFamily="34" charset="-128"/>
                <a:cs typeface="Microsoft JhengHei"/>
              </a:rPr>
              <a:t>刺激</a:t>
            </a:r>
            <a:endParaRPr sz="600">
              <a:latin typeface="江城圆体 400W" panose="020B0800000000000000" pitchFamily="34" charset="-128"/>
              <a:ea typeface="江城圆体 400W" panose="020B0800000000000000" pitchFamily="34" charset="-128"/>
              <a:cs typeface="Microsoft JhengHei"/>
            </a:endParaRPr>
          </a:p>
        </p:txBody>
      </p:sp>
      <p:sp>
        <p:nvSpPr>
          <p:cNvPr id="78" name="object 78"/>
          <p:cNvSpPr txBox="1"/>
          <p:nvPr/>
        </p:nvSpPr>
        <p:spPr>
          <a:xfrm>
            <a:off x="2006739" y="4184650"/>
            <a:ext cx="165100" cy="98425"/>
          </a:xfrm>
          <a:prstGeom prst="rect">
            <a:avLst/>
          </a:prstGeom>
        </p:spPr>
        <p:txBody>
          <a:bodyPr vert="horz" wrap="square" lIns="0" tIns="6350" rIns="0" bIns="0" rtlCol="0">
            <a:spAutoFit/>
          </a:bodyPr>
          <a:lstStyle/>
          <a:p>
            <a:pPr marL="6350">
              <a:spcBef>
                <a:spcPts val="50"/>
              </a:spcBef>
            </a:pPr>
            <a:r>
              <a:rPr sz="600" spc="-15" dirty="0">
                <a:solidFill>
                  <a:srgbClr val="FFFFFF"/>
                </a:solidFill>
                <a:latin typeface="江城圆体 400W" panose="020B0800000000000000" pitchFamily="34" charset="-128"/>
                <a:ea typeface="江城圆体 400W" panose="020B0800000000000000" pitchFamily="34" charset="-128"/>
                <a:cs typeface="Microsoft JhengHei"/>
              </a:rPr>
              <a:t>回应</a:t>
            </a:r>
            <a:endParaRPr sz="600">
              <a:latin typeface="江城圆体 400W" panose="020B0800000000000000" pitchFamily="34" charset="-128"/>
              <a:ea typeface="江城圆体 400W" panose="020B0800000000000000" pitchFamily="34" charset="-128"/>
              <a:cs typeface="Microsoft JhengHei"/>
            </a:endParaRPr>
          </a:p>
        </p:txBody>
      </p:sp>
      <p:sp>
        <p:nvSpPr>
          <p:cNvPr id="79" name="object 79"/>
          <p:cNvSpPr txBox="1"/>
          <p:nvPr/>
        </p:nvSpPr>
        <p:spPr>
          <a:xfrm>
            <a:off x="2432189" y="4184650"/>
            <a:ext cx="165100" cy="98425"/>
          </a:xfrm>
          <a:prstGeom prst="rect">
            <a:avLst/>
          </a:prstGeom>
        </p:spPr>
        <p:txBody>
          <a:bodyPr vert="horz" wrap="square" lIns="0" tIns="6350" rIns="0" bIns="0" rtlCol="0">
            <a:spAutoFit/>
          </a:bodyPr>
          <a:lstStyle/>
          <a:p>
            <a:pPr marL="6350">
              <a:spcBef>
                <a:spcPts val="50"/>
              </a:spcBef>
            </a:pPr>
            <a:r>
              <a:rPr sz="600" spc="-15" dirty="0">
                <a:solidFill>
                  <a:srgbClr val="FFFFFF"/>
                </a:solidFill>
                <a:latin typeface="江城圆体 400W" panose="020B0800000000000000" pitchFamily="34" charset="-128"/>
                <a:ea typeface="江城圆体 400W" panose="020B0800000000000000" pitchFamily="34" charset="-128"/>
                <a:cs typeface="Microsoft JhengHei"/>
              </a:rPr>
              <a:t>后果</a:t>
            </a:r>
            <a:endParaRPr sz="600">
              <a:latin typeface="江城圆体 400W" panose="020B0800000000000000" pitchFamily="34" charset="-128"/>
              <a:ea typeface="江城圆体 400W" panose="020B0800000000000000" pitchFamily="34" charset="-128"/>
              <a:cs typeface="Microsoft JhengHei"/>
            </a:endParaRPr>
          </a:p>
        </p:txBody>
      </p:sp>
      <p:sp>
        <p:nvSpPr>
          <p:cNvPr id="80" name="object 80"/>
          <p:cNvSpPr txBox="1"/>
          <p:nvPr/>
        </p:nvSpPr>
        <p:spPr>
          <a:xfrm>
            <a:off x="2099091" y="3613150"/>
            <a:ext cx="469265" cy="182880"/>
          </a:xfrm>
          <a:prstGeom prst="rect">
            <a:avLst/>
          </a:prstGeom>
        </p:spPr>
        <p:txBody>
          <a:bodyPr vert="horz" wrap="square" lIns="0" tIns="16510" rIns="0" bIns="0" rtlCol="0">
            <a:spAutoFit/>
          </a:bodyPr>
          <a:lstStyle/>
          <a:p>
            <a:pPr marL="120650" marR="2540" indent="-114300">
              <a:lnSpc>
                <a:spcPts val="650"/>
              </a:lnSpc>
              <a:spcBef>
                <a:spcPts val="130"/>
              </a:spcBef>
            </a:pPr>
            <a:r>
              <a:rPr sz="600" spc="-10" dirty="0">
                <a:solidFill>
                  <a:srgbClr val="212121"/>
                </a:solidFill>
                <a:latin typeface="江城圆体 400W" panose="020B0800000000000000" pitchFamily="34" charset="-128"/>
                <a:ea typeface="江城圆体 400W" panose="020B0800000000000000" pitchFamily="34" charset="-128"/>
                <a:cs typeface="Microsoft JhengHei"/>
              </a:rPr>
              <a:t>接受并学会和</a:t>
            </a:r>
            <a:r>
              <a:rPr sz="600" spc="-13" dirty="0">
                <a:solidFill>
                  <a:srgbClr val="212121"/>
                </a:solidFill>
                <a:latin typeface="江城圆体 400W" panose="020B0800000000000000" pitchFamily="34" charset="-128"/>
                <a:ea typeface="江城圆体 400W" panose="020B0800000000000000" pitchFamily="34" charset="-128"/>
                <a:cs typeface="Microsoft JhengHei"/>
              </a:rPr>
              <a:t>它相处</a:t>
            </a:r>
            <a:endParaRPr sz="600" dirty="0">
              <a:latin typeface="江城圆体 400W" panose="020B0800000000000000" pitchFamily="34" charset="-128"/>
              <a:ea typeface="江城圆体 400W" panose="020B0800000000000000" pitchFamily="34" charset="-128"/>
              <a:cs typeface="Microsoft JhengHei"/>
            </a:endParaRPr>
          </a:p>
        </p:txBody>
      </p:sp>
      <p:sp>
        <p:nvSpPr>
          <p:cNvPr id="81" name="object 81"/>
          <p:cNvSpPr/>
          <p:nvPr/>
        </p:nvSpPr>
        <p:spPr>
          <a:xfrm>
            <a:off x="454025" y="3590925"/>
            <a:ext cx="565150" cy="0"/>
          </a:xfrm>
          <a:custGeom>
            <a:avLst/>
            <a:gdLst/>
            <a:ahLst/>
            <a:cxnLst/>
            <a:rect l="l" t="t" r="r" b="b"/>
            <a:pathLst>
              <a:path w="1130300">
                <a:moveTo>
                  <a:pt x="1130300" y="0"/>
                </a:moveTo>
                <a:lnTo>
                  <a:pt x="0" y="0"/>
                </a:lnTo>
              </a:path>
            </a:pathLst>
          </a:custGeom>
          <a:ln w="127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2" name="object 82"/>
          <p:cNvSpPr/>
          <p:nvPr/>
        </p:nvSpPr>
        <p:spPr>
          <a:xfrm>
            <a:off x="2022475" y="3590925"/>
            <a:ext cx="565150" cy="0"/>
          </a:xfrm>
          <a:custGeom>
            <a:avLst/>
            <a:gdLst/>
            <a:ahLst/>
            <a:cxnLst/>
            <a:rect l="l" t="t" r="r" b="b"/>
            <a:pathLst>
              <a:path w="1130300">
                <a:moveTo>
                  <a:pt x="1130300" y="0"/>
                </a:moveTo>
                <a:lnTo>
                  <a:pt x="0" y="0"/>
                </a:lnTo>
              </a:path>
            </a:pathLst>
          </a:custGeom>
          <a:ln w="127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3" name="object 83"/>
          <p:cNvSpPr/>
          <p:nvPr/>
        </p:nvSpPr>
        <p:spPr>
          <a:xfrm>
            <a:off x="2273300" y="3968750"/>
            <a:ext cx="387350" cy="57150"/>
          </a:xfrm>
          <a:custGeom>
            <a:avLst/>
            <a:gdLst/>
            <a:ahLst/>
            <a:cxnLst/>
            <a:rect l="l" t="t" r="r" b="b"/>
            <a:pathLst>
              <a:path w="774700" h="114300">
                <a:moveTo>
                  <a:pt x="771856" y="0"/>
                </a:moveTo>
                <a:lnTo>
                  <a:pt x="764843" y="0"/>
                </a:lnTo>
                <a:lnTo>
                  <a:pt x="762000" y="2843"/>
                </a:lnTo>
                <a:lnTo>
                  <a:pt x="762000" y="50800"/>
                </a:lnTo>
                <a:lnTo>
                  <a:pt x="12687" y="50800"/>
                </a:lnTo>
                <a:lnTo>
                  <a:pt x="12700" y="2843"/>
                </a:lnTo>
                <a:lnTo>
                  <a:pt x="9856" y="0"/>
                </a:lnTo>
                <a:lnTo>
                  <a:pt x="2843" y="0"/>
                </a:lnTo>
                <a:lnTo>
                  <a:pt x="0" y="2843"/>
                </a:lnTo>
                <a:lnTo>
                  <a:pt x="0" y="111456"/>
                </a:lnTo>
                <a:lnTo>
                  <a:pt x="2843" y="114300"/>
                </a:lnTo>
                <a:lnTo>
                  <a:pt x="9856" y="114300"/>
                </a:lnTo>
                <a:lnTo>
                  <a:pt x="12700" y="111456"/>
                </a:lnTo>
                <a:lnTo>
                  <a:pt x="12700" y="107950"/>
                </a:lnTo>
                <a:lnTo>
                  <a:pt x="12700" y="63500"/>
                </a:lnTo>
                <a:lnTo>
                  <a:pt x="762000" y="63500"/>
                </a:lnTo>
                <a:lnTo>
                  <a:pt x="762000" y="111456"/>
                </a:lnTo>
                <a:lnTo>
                  <a:pt x="764843" y="114300"/>
                </a:lnTo>
                <a:lnTo>
                  <a:pt x="771856" y="114300"/>
                </a:lnTo>
                <a:lnTo>
                  <a:pt x="774700" y="111456"/>
                </a:lnTo>
                <a:lnTo>
                  <a:pt x="774700" y="2843"/>
                </a:lnTo>
                <a:lnTo>
                  <a:pt x="771856"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4" name="object 84"/>
          <p:cNvSpPr/>
          <p:nvPr/>
        </p:nvSpPr>
        <p:spPr>
          <a:xfrm>
            <a:off x="2273300" y="4438650"/>
            <a:ext cx="387350" cy="57150"/>
          </a:xfrm>
          <a:custGeom>
            <a:avLst/>
            <a:gdLst/>
            <a:ahLst/>
            <a:cxnLst/>
            <a:rect l="l" t="t" r="r" b="b"/>
            <a:pathLst>
              <a:path w="774700" h="114300">
                <a:moveTo>
                  <a:pt x="771856" y="0"/>
                </a:moveTo>
                <a:lnTo>
                  <a:pt x="764843" y="0"/>
                </a:lnTo>
                <a:lnTo>
                  <a:pt x="762000" y="2843"/>
                </a:lnTo>
                <a:lnTo>
                  <a:pt x="762000" y="50800"/>
                </a:lnTo>
                <a:lnTo>
                  <a:pt x="12687" y="50800"/>
                </a:lnTo>
                <a:lnTo>
                  <a:pt x="12700" y="2843"/>
                </a:lnTo>
                <a:lnTo>
                  <a:pt x="9856" y="0"/>
                </a:lnTo>
                <a:lnTo>
                  <a:pt x="2843" y="0"/>
                </a:lnTo>
                <a:lnTo>
                  <a:pt x="0" y="2843"/>
                </a:lnTo>
                <a:lnTo>
                  <a:pt x="0" y="111456"/>
                </a:lnTo>
                <a:lnTo>
                  <a:pt x="2843" y="114300"/>
                </a:lnTo>
                <a:lnTo>
                  <a:pt x="9856" y="114300"/>
                </a:lnTo>
                <a:lnTo>
                  <a:pt x="12700" y="111456"/>
                </a:lnTo>
                <a:lnTo>
                  <a:pt x="12700" y="107950"/>
                </a:lnTo>
                <a:lnTo>
                  <a:pt x="12700" y="63500"/>
                </a:lnTo>
                <a:lnTo>
                  <a:pt x="762000" y="63500"/>
                </a:lnTo>
                <a:lnTo>
                  <a:pt x="762000" y="111456"/>
                </a:lnTo>
                <a:lnTo>
                  <a:pt x="764843" y="114300"/>
                </a:lnTo>
                <a:lnTo>
                  <a:pt x="771856" y="114300"/>
                </a:lnTo>
                <a:lnTo>
                  <a:pt x="774700" y="111456"/>
                </a:lnTo>
                <a:lnTo>
                  <a:pt x="774700" y="2843"/>
                </a:lnTo>
                <a:lnTo>
                  <a:pt x="771856"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85" name="object 85"/>
          <p:cNvGrpSpPr/>
          <p:nvPr/>
        </p:nvGrpSpPr>
        <p:grpSpPr>
          <a:xfrm>
            <a:off x="463550" y="3962389"/>
            <a:ext cx="1911985" cy="308616"/>
            <a:chOff x="927100" y="7924787"/>
            <a:chExt cx="3823970" cy="617232"/>
          </a:xfrm>
        </p:grpSpPr>
        <p:sp>
          <p:nvSpPr>
            <p:cNvPr id="86" name="object 86"/>
            <p:cNvSpPr/>
            <p:nvPr/>
          </p:nvSpPr>
          <p:spPr>
            <a:xfrm>
              <a:off x="1454150" y="8216899"/>
              <a:ext cx="1150620" cy="325120"/>
            </a:xfrm>
            <a:custGeom>
              <a:avLst/>
              <a:gdLst/>
              <a:ahLst/>
              <a:cxnLst/>
              <a:rect l="l" t="t" r="r" b="b"/>
              <a:pathLst>
                <a:path w="1150620" h="325120">
                  <a:moveTo>
                    <a:pt x="299529" y="257251"/>
                  </a:moveTo>
                  <a:lnTo>
                    <a:pt x="190550" y="195948"/>
                  </a:lnTo>
                  <a:lnTo>
                    <a:pt x="186677" y="197040"/>
                  </a:lnTo>
                  <a:lnTo>
                    <a:pt x="184962" y="200088"/>
                  </a:lnTo>
                  <a:lnTo>
                    <a:pt x="183502" y="203987"/>
                  </a:lnTo>
                  <a:lnTo>
                    <a:pt x="184658" y="207213"/>
                  </a:lnTo>
                  <a:lnTo>
                    <a:pt x="267855" y="254000"/>
                  </a:lnTo>
                  <a:lnTo>
                    <a:pt x="127609" y="254000"/>
                  </a:lnTo>
                  <a:lnTo>
                    <a:pt x="127596" y="2844"/>
                  </a:lnTo>
                  <a:lnTo>
                    <a:pt x="124752" y="0"/>
                  </a:lnTo>
                  <a:lnTo>
                    <a:pt x="2832" y="0"/>
                  </a:lnTo>
                  <a:lnTo>
                    <a:pt x="0" y="2844"/>
                  </a:lnTo>
                  <a:lnTo>
                    <a:pt x="0" y="6350"/>
                  </a:lnTo>
                  <a:lnTo>
                    <a:pt x="635" y="10464"/>
                  </a:lnTo>
                  <a:lnTo>
                    <a:pt x="3225" y="12700"/>
                  </a:lnTo>
                  <a:lnTo>
                    <a:pt x="114909" y="12700"/>
                  </a:lnTo>
                  <a:lnTo>
                    <a:pt x="114896" y="263867"/>
                  </a:lnTo>
                  <a:lnTo>
                    <a:pt x="117741" y="266700"/>
                  </a:lnTo>
                  <a:lnTo>
                    <a:pt x="267855" y="266700"/>
                  </a:lnTo>
                  <a:lnTo>
                    <a:pt x="184327" y="313690"/>
                  </a:lnTo>
                  <a:lnTo>
                    <a:pt x="183235" y="317563"/>
                  </a:lnTo>
                  <a:lnTo>
                    <a:pt x="186677" y="323672"/>
                  </a:lnTo>
                  <a:lnTo>
                    <a:pt x="190550" y="324764"/>
                  </a:lnTo>
                  <a:lnTo>
                    <a:pt x="295211" y="265887"/>
                  </a:lnTo>
                  <a:lnTo>
                    <a:pt x="299529" y="263461"/>
                  </a:lnTo>
                  <a:lnTo>
                    <a:pt x="299529" y="257251"/>
                  </a:lnTo>
                  <a:close/>
                </a:path>
                <a:path w="1150620" h="325120">
                  <a:moveTo>
                    <a:pt x="1150429" y="250901"/>
                  </a:moveTo>
                  <a:lnTo>
                    <a:pt x="1041450" y="189598"/>
                  </a:lnTo>
                  <a:lnTo>
                    <a:pt x="1037577" y="190690"/>
                  </a:lnTo>
                  <a:lnTo>
                    <a:pt x="1035862" y="193738"/>
                  </a:lnTo>
                  <a:lnTo>
                    <a:pt x="1034402" y="197637"/>
                  </a:lnTo>
                  <a:lnTo>
                    <a:pt x="1035558" y="200863"/>
                  </a:lnTo>
                  <a:lnTo>
                    <a:pt x="1118768" y="247650"/>
                  </a:lnTo>
                  <a:lnTo>
                    <a:pt x="866432" y="247650"/>
                  </a:lnTo>
                  <a:lnTo>
                    <a:pt x="863600" y="250494"/>
                  </a:lnTo>
                  <a:lnTo>
                    <a:pt x="863600" y="257517"/>
                  </a:lnTo>
                  <a:lnTo>
                    <a:pt x="866432" y="260350"/>
                  </a:lnTo>
                  <a:lnTo>
                    <a:pt x="1118768" y="260350"/>
                  </a:lnTo>
                  <a:lnTo>
                    <a:pt x="1035227" y="307340"/>
                  </a:lnTo>
                  <a:lnTo>
                    <a:pt x="1034135" y="311213"/>
                  </a:lnTo>
                  <a:lnTo>
                    <a:pt x="1037577" y="317322"/>
                  </a:lnTo>
                  <a:lnTo>
                    <a:pt x="1041450" y="318414"/>
                  </a:lnTo>
                  <a:lnTo>
                    <a:pt x="1146111" y="259537"/>
                  </a:lnTo>
                  <a:lnTo>
                    <a:pt x="1150429" y="257111"/>
                  </a:lnTo>
                  <a:lnTo>
                    <a:pt x="1150429" y="250901"/>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8" name="object 88"/>
            <p:cNvSpPr/>
            <p:nvPr/>
          </p:nvSpPr>
          <p:spPr>
            <a:xfrm>
              <a:off x="927100" y="7924787"/>
              <a:ext cx="3493135" cy="127635"/>
            </a:xfrm>
            <a:custGeom>
              <a:avLst/>
              <a:gdLst/>
              <a:ahLst/>
              <a:cxnLst/>
              <a:rect l="l" t="t" r="r" b="b"/>
              <a:pathLst>
                <a:path w="3493135" h="127634">
                  <a:moveTo>
                    <a:pt x="1536700" y="2857"/>
                  </a:moveTo>
                  <a:lnTo>
                    <a:pt x="1533855" y="12"/>
                  </a:lnTo>
                  <a:lnTo>
                    <a:pt x="1526832" y="12"/>
                  </a:lnTo>
                  <a:lnTo>
                    <a:pt x="1524000" y="2857"/>
                  </a:lnTo>
                  <a:lnTo>
                    <a:pt x="1524000" y="50812"/>
                  </a:lnTo>
                  <a:lnTo>
                    <a:pt x="12687" y="50812"/>
                  </a:lnTo>
                  <a:lnTo>
                    <a:pt x="12700" y="2857"/>
                  </a:lnTo>
                  <a:lnTo>
                    <a:pt x="9855" y="12"/>
                  </a:lnTo>
                  <a:lnTo>
                    <a:pt x="2832" y="12"/>
                  </a:lnTo>
                  <a:lnTo>
                    <a:pt x="0" y="2857"/>
                  </a:lnTo>
                  <a:lnTo>
                    <a:pt x="0" y="111480"/>
                  </a:lnTo>
                  <a:lnTo>
                    <a:pt x="2832" y="114312"/>
                  </a:lnTo>
                  <a:lnTo>
                    <a:pt x="9855" y="114312"/>
                  </a:lnTo>
                  <a:lnTo>
                    <a:pt x="12700" y="111480"/>
                  </a:lnTo>
                  <a:lnTo>
                    <a:pt x="12700" y="107962"/>
                  </a:lnTo>
                  <a:lnTo>
                    <a:pt x="12700" y="63512"/>
                  </a:lnTo>
                  <a:lnTo>
                    <a:pt x="1524000" y="63512"/>
                  </a:lnTo>
                  <a:lnTo>
                    <a:pt x="1524000" y="111480"/>
                  </a:lnTo>
                  <a:lnTo>
                    <a:pt x="1526832" y="114312"/>
                  </a:lnTo>
                  <a:lnTo>
                    <a:pt x="1533855" y="114312"/>
                  </a:lnTo>
                  <a:lnTo>
                    <a:pt x="1536700" y="111480"/>
                  </a:lnTo>
                  <a:lnTo>
                    <a:pt x="1536700" y="2857"/>
                  </a:lnTo>
                  <a:close/>
                </a:path>
                <a:path w="3493135" h="127634">
                  <a:moveTo>
                    <a:pt x="3492855" y="15608"/>
                  </a:moveTo>
                  <a:lnTo>
                    <a:pt x="3490036" y="12738"/>
                  </a:lnTo>
                  <a:lnTo>
                    <a:pt x="3483025" y="12700"/>
                  </a:lnTo>
                  <a:lnTo>
                    <a:pt x="3480155" y="15519"/>
                  </a:lnTo>
                  <a:lnTo>
                    <a:pt x="3479838" y="63474"/>
                  </a:lnTo>
                  <a:lnTo>
                    <a:pt x="1600238" y="50850"/>
                  </a:lnTo>
                  <a:lnTo>
                    <a:pt x="1600555" y="2908"/>
                  </a:lnTo>
                  <a:lnTo>
                    <a:pt x="1597736" y="38"/>
                  </a:lnTo>
                  <a:lnTo>
                    <a:pt x="1594231" y="25"/>
                  </a:lnTo>
                  <a:lnTo>
                    <a:pt x="1590725" y="0"/>
                  </a:lnTo>
                  <a:lnTo>
                    <a:pt x="1587855" y="2819"/>
                  </a:lnTo>
                  <a:lnTo>
                    <a:pt x="1587131" y="111429"/>
                  </a:lnTo>
                  <a:lnTo>
                    <a:pt x="1589951" y="114287"/>
                  </a:lnTo>
                  <a:lnTo>
                    <a:pt x="1596961" y="114338"/>
                  </a:lnTo>
                  <a:lnTo>
                    <a:pt x="1599831" y="111518"/>
                  </a:lnTo>
                  <a:lnTo>
                    <a:pt x="1600149" y="63538"/>
                  </a:lnTo>
                  <a:lnTo>
                    <a:pt x="3479749" y="76161"/>
                  </a:lnTo>
                  <a:lnTo>
                    <a:pt x="3479431" y="124129"/>
                  </a:lnTo>
                  <a:lnTo>
                    <a:pt x="3482251" y="126987"/>
                  </a:lnTo>
                  <a:lnTo>
                    <a:pt x="3489261" y="127038"/>
                  </a:lnTo>
                  <a:lnTo>
                    <a:pt x="3492131" y="124218"/>
                  </a:lnTo>
                  <a:lnTo>
                    <a:pt x="3492855" y="15608"/>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0" name="object 90"/>
            <p:cNvSpPr/>
            <p:nvPr/>
          </p:nvSpPr>
          <p:spPr>
            <a:xfrm>
              <a:off x="4464050" y="8406496"/>
              <a:ext cx="287020" cy="128905"/>
            </a:xfrm>
            <a:custGeom>
              <a:avLst/>
              <a:gdLst/>
              <a:ahLst/>
              <a:cxnLst/>
              <a:rect l="l" t="t" r="r" b="b"/>
              <a:pathLst>
                <a:path w="287020" h="128904">
                  <a:moveTo>
                    <a:pt x="177857" y="0"/>
                  </a:moveTo>
                  <a:lnTo>
                    <a:pt x="173984" y="1084"/>
                  </a:lnTo>
                  <a:lnTo>
                    <a:pt x="172265" y="4141"/>
                  </a:lnTo>
                  <a:lnTo>
                    <a:pt x="170811" y="8031"/>
                  </a:lnTo>
                  <a:lnTo>
                    <a:pt x="171969" y="11259"/>
                  </a:lnTo>
                  <a:lnTo>
                    <a:pt x="255168" y="58054"/>
                  </a:lnTo>
                  <a:lnTo>
                    <a:pt x="2843" y="58054"/>
                  </a:lnTo>
                  <a:lnTo>
                    <a:pt x="0" y="60897"/>
                  </a:lnTo>
                  <a:lnTo>
                    <a:pt x="0" y="67910"/>
                  </a:lnTo>
                  <a:lnTo>
                    <a:pt x="2843" y="70754"/>
                  </a:lnTo>
                  <a:lnTo>
                    <a:pt x="255168" y="70754"/>
                  </a:lnTo>
                  <a:lnTo>
                    <a:pt x="171630" y="117739"/>
                  </a:lnTo>
                  <a:lnTo>
                    <a:pt x="170545" y="121611"/>
                  </a:lnTo>
                  <a:lnTo>
                    <a:pt x="173984" y="127723"/>
                  </a:lnTo>
                  <a:lnTo>
                    <a:pt x="177857" y="128808"/>
                  </a:lnTo>
                  <a:lnTo>
                    <a:pt x="282512" y="69938"/>
                  </a:lnTo>
                  <a:lnTo>
                    <a:pt x="286829" y="67510"/>
                  </a:lnTo>
                  <a:lnTo>
                    <a:pt x="286829" y="61297"/>
                  </a:lnTo>
                  <a:lnTo>
                    <a:pt x="177857"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91" name="object 91"/>
          <p:cNvGrpSpPr/>
          <p:nvPr/>
        </p:nvGrpSpPr>
        <p:grpSpPr>
          <a:xfrm>
            <a:off x="447675" y="3003550"/>
            <a:ext cx="2200275" cy="548640"/>
            <a:chOff x="895350" y="6007100"/>
            <a:chExt cx="4400550" cy="1097280"/>
          </a:xfrm>
        </p:grpSpPr>
        <p:pic>
          <p:nvPicPr>
            <p:cNvPr id="92" name="object 92"/>
            <p:cNvPicPr/>
            <p:nvPr/>
          </p:nvPicPr>
          <p:blipFill>
            <a:blip r:embed="rId13" cstate="print"/>
            <a:stretch>
              <a:fillRect/>
            </a:stretch>
          </p:blipFill>
          <p:spPr>
            <a:xfrm>
              <a:off x="3257887" y="6319967"/>
              <a:ext cx="207495" cy="207495"/>
            </a:xfrm>
            <a:prstGeom prst="rect">
              <a:avLst/>
            </a:prstGeom>
          </p:spPr>
        </p:pic>
        <p:pic>
          <p:nvPicPr>
            <p:cNvPr id="93" name="object 93"/>
            <p:cNvPicPr/>
            <p:nvPr/>
          </p:nvPicPr>
          <p:blipFill>
            <a:blip r:embed="rId14" cstate="print"/>
            <a:stretch>
              <a:fillRect/>
            </a:stretch>
          </p:blipFill>
          <p:spPr>
            <a:xfrm>
              <a:off x="2668716" y="6319967"/>
              <a:ext cx="207495" cy="207495"/>
            </a:xfrm>
            <a:prstGeom prst="rect">
              <a:avLst/>
            </a:prstGeom>
          </p:spPr>
        </p:pic>
        <p:pic>
          <p:nvPicPr>
            <p:cNvPr id="94" name="object 94"/>
            <p:cNvPicPr/>
            <p:nvPr/>
          </p:nvPicPr>
          <p:blipFill>
            <a:blip r:embed="rId15" cstate="print"/>
            <a:stretch>
              <a:fillRect/>
            </a:stretch>
          </p:blipFill>
          <p:spPr>
            <a:xfrm>
              <a:off x="3257887" y="6896437"/>
              <a:ext cx="207495" cy="207495"/>
            </a:xfrm>
            <a:prstGeom prst="rect">
              <a:avLst/>
            </a:prstGeom>
          </p:spPr>
        </p:pic>
        <p:pic>
          <p:nvPicPr>
            <p:cNvPr id="95" name="object 95"/>
            <p:cNvPicPr/>
            <p:nvPr/>
          </p:nvPicPr>
          <p:blipFill>
            <a:blip r:embed="rId16" cstate="print"/>
            <a:stretch>
              <a:fillRect/>
            </a:stretch>
          </p:blipFill>
          <p:spPr>
            <a:xfrm>
              <a:off x="2643316" y="6896437"/>
              <a:ext cx="207495" cy="207495"/>
            </a:xfrm>
            <a:prstGeom prst="rect">
              <a:avLst/>
            </a:prstGeom>
          </p:spPr>
        </p:pic>
        <p:sp>
          <p:nvSpPr>
            <p:cNvPr id="96" name="object 96"/>
            <p:cNvSpPr/>
            <p:nvPr/>
          </p:nvSpPr>
          <p:spPr>
            <a:xfrm>
              <a:off x="895350" y="6007099"/>
              <a:ext cx="4400550" cy="882650"/>
            </a:xfrm>
            <a:custGeom>
              <a:avLst/>
              <a:gdLst/>
              <a:ahLst/>
              <a:cxnLst/>
              <a:rect l="l" t="t" r="r" b="b"/>
              <a:pathLst>
                <a:path w="4400550" h="882650">
                  <a:moveTo>
                    <a:pt x="1847850" y="552450"/>
                  </a:moveTo>
                  <a:lnTo>
                    <a:pt x="1843354" y="530212"/>
                  </a:lnTo>
                  <a:lnTo>
                    <a:pt x="1831098" y="512051"/>
                  </a:lnTo>
                  <a:lnTo>
                    <a:pt x="1812937" y="499795"/>
                  </a:lnTo>
                  <a:lnTo>
                    <a:pt x="1790700" y="495300"/>
                  </a:lnTo>
                  <a:lnTo>
                    <a:pt x="1769846" y="499224"/>
                  </a:lnTo>
                  <a:lnTo>
                    <a:pt x="1752447" y="509993"/>
                  </a:lnTo>
                  <a:lnTo>
                    <a:pt x="1739963" y="526110"/>
                  </a:lnTo>
                  <a:lnTo>
                    <a:pt x="1733892" y="546112"/>
                  </a:lnTo>
                  <a:lnTo>
                    <a:pt x="1179868" y="546100"/>
                  </a:lnTo>
                  <a:lnTo>
                    <a:pt x="1181100" y="15557"/>
                  </a:lnTo>
                  <a:lnTo>
                    <a:pt x="1178255" y="12700"/>
                  </a:lnTo>
                  <a:lnTo>
                    <a:pt x="1174750" y="12700"/>
                  </a:lnTo>
                  <a:lnTo>
                    <a:pt x="2832" y="12700"/>
                  </a:lnTo>
                  <a:lnTo>
                    <a:pt x="0" y="15544"/>
                  </a:lnTo>
                  <a:lnTo>
                    <a:pt x="0" y="19050"/>
                  </a:lnTo>
                  <a:lnTo>
                    <a:pt x="635" y="23164"/>
                  </a:lnTo>
                  <a:lnTo>
                    <a:pt x="3225" y="25400"/>
                  </a:lnTo>
                  <a:lnTo>
                    <a:pt x="1168387" y="25400"/>
                  </a:lnTo>
                  <a:lnTo>
                    <a:pt x="1167142" y="555955"/>
                  </a:lnTo>
                  <a:lnTo>
                    <a:pt x="1169987" y="558800"/>
                  </a:lnTo>
                  <a:lnTo>
                    <a:pt x="1733892" y="558812"/>
                  </a:lnTo>
                  <a:lnTo>
                    <a:pt x="1739963" y="578802"/>
                  </a:lnTo>
                  <a:lnTo>
                    <a:pt x="1752447" y="594918"/>
                  </a:lnTo>
                  <a:lnTo>
                    <a:pt x="1769859" y="605688"/>
                  </a:lnTo>
                  <a:lnTo>
                    <a:pt x="1790700" y="609600"/>
                  </a:lnTo>
                  <a:lnTo>
                    <a:pt x="1812937" y="605116"/>
                  </a:lnTo>
                  <a:lnTo>
                    <a:pt x="1831098" y="592861"/>
                  </a:lnTo>
                  <a:lnTo>
                    <a:pt x="1843354" y="574700"/>
                  </a:lnTo>
                  <a:lnTo>
                    <a:pt x="1847850" y="552450"/>
                  </a:lnTo>
                  <a:close/>
                </a:path>
                <a:path w="4400550" h="882650">
                  <a:moveTo>
                    <a:pt x="4400550" y="2844"/>
                  </a:moveTo>
                  <a:lnTo>
                    <a:pt x="4397705" y="0"/>
                  </a:lnTo>
                  <a:lnTo>
                    <a:pt x="3225800" y="0"/>
                  </a:lnTo>
                  <a:lnTo>
                    <a:pt x="3222269" y="0"/>
                  </a:lnTo>
                  <a:lnTo>
                    <a:pt x="3219412" y="2882"/>
                  </a:lnTo>
                  <a:lnTo>
                    <a:pt x="3225762" y="819150"/>
                  </a:lnTo>
                  <a:lnTo>
                    <a:pt x="2938462" y="819162"/>
                  </a:lnTo>
                  <a:lnTo>
                    <a:pt x="2932392" y="799160"/>
                  </a:lnTo>
                  <a:lnTo>
                    <a:pt x="2919907" y="783043"/>
                  </a:lnTo>
                  <a:lnTo>
                    <a:pt x="2902496" y="772274"/>
                  </a:lnTo>
                  <a:lnTo>
                    <a:pt x="2881655" y="768350"/>
                  </a:lnTo>
                  <a:lnTo>
                    <a:pt x="2859405" y="772845"/>
                  </a:lnTo>
                  <a:lnTo>
                    <a:pt x="2841244" y="785101"/>
                  </a:lnTo>
                  <a:lnTo>
                    <a:pt x="2829001" y="803262"/>
                  </a:lnTo>
                  <a:lnTo>
                    <a:pt x="2824505" y="825500"/>
                  </a:lnTo>
                  <a:lnTo>
                    <a:pt x="2829001" y="847750"/>
                  </a:lnTo>
                  <a:lnTo>
                    <a:pt x="2841244" y="865911"/>
                  </a:lnTo>
                  <a:lnTo>
                    <a:pt x="2859405" y="878166"/>
                  </a:lnTo>
                  <a:lnTo>
                    <a:pt x="2881655" y="882650"/>
                  </a:lnTo>
                  <a:lnTo>
                    <a:pt x="2902496" y="878738"/>
                  </a:lnTo>
                  <a:lnTo>
                    <a:pt x="2919895" y="867968"/>
                  </a:lnTo>
                  <a:lnTo>
                    <a:pt x="2932379" y="851852"/>
                  </a:lnTo>
                  <a:lnTo>
                    <a:pt x="2938462" y="831862"/>
                  </a:lnTo>
                  <a:lnTo>
                    <a:pt x="3235668" y="831850"/>
                  </a:lnTo>
                  <a:lnTo>
                    <a:pt x="3238525" y="828979"/>
                  </a:lnTo>
                  <a:lnTo>
                    <a:pt x="3232200" y="12700"/>
                  </a:lnTo>
                  <a:lnTo>
                    <a:pt x="4397311" y="12700"/>
                  </a:lnTo>
                  <a:lnTo>
                    <a:pt x="4399902" y="10464"/>
                  </a:lnTo>
                  <a:lnTo>
                    <a:pt x="4400550" y="6350"/>
                  </a:lnTo>
                  <a:lnTo>
                    <a:pt x="4400550" y="2844"/>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97" name="object 97"/>
          <p:cNvSpPr txBox="1"/>
          <p:nvPr/>
        </p:nvSpPr>
        <p:spPr>
          <a:xfrm>
            <a:off x="1035050" y="2470150"/>
            <a:ext cx="1077595" cy="479425"/>
          </a:xfrm>
          <a:prstGeom prst="rect">
            <a:avLst/>
          </a:prstGeom>
        </p:spPr>
        <p:txBody>
          <a:bodyPr vert="horz" wrap="square" lIns="0" tIns="6350" rIns="0" bIns="0" rtlCol="0">
            <a:spAutoFit/>
          </a:bodyPr>
          <a:lstStyle/>
          <a:p>
            <a:pPr marL="6350">
              <a:lnSpc>
                <a:spcPts val="1230"/>
              </a:lnSpc>
              <a:spcBef>
                <a:spcPts val="50"/>
              </a:spcBef>
            </a:pPr>
            <a:r>
              <a:rPr sz="105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「个人愿景」的原则</a:t>
            </a:r>
            <a:endParaRPr sz="1050" b="1" dirty="0">
              <a:latin typeface="江城圆体 600W" panose="020B0800000000000000" pitchFamily="34" charset="-128"/>
              <a:ea typeface="江城圆体 600W" panose="020B0800000000000000" pitchFamily="34" charset="-128"/>
              <a:cs typeface="PMingLiU" panose="02020500000000000000" charset="-120"/>
            </a:endParaRPr>
          </a:p>
          <a:p>
            <a:pPr marL="6350">
              <a:lnSpc>
                <a:spcPts val="1230"/>
              </a:lnSpc>
            </a:pPr>
            <a:r>
              <a:rPr sz="105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-积极主动</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grpSp>
        <p:nvGrpSpPr>
          <p:cNvPr id="98" name="object 98"/>
          <p:cNvGrpSpPr/>
          <p:nvPr/>
        </p:nvGrpSpPr>
        <p:grpSpPr>
          <a:xfrm>
            <a:off x="2714625" y="2498725"/>
            <a:ext cx="259398" cy="259080"/>
            <a:chOff x="5429250" y="4997450"/>
            <a:chExt cx="518795" cy="518159"/>
          </a:xfrm>
        </p:grpSpPr>
        <p:sp>
          <p:nvSpPr>
            <p:cNvPr id="99" name="object 99"/>
            <p:cNvSpPr/>
            <p:nvPr/>
          </p:nvSpPr>
          <p:spPr>
            <a:xfrm>
              <a:off x="5435600" y="5003800"/>
              <a:ext cx="506095" cy="505459"/>
            </a:xfrm>
            <a:custGeom>
              <a:avLst/>
              <a:gdLst/>
              <a:ahLst/>
              <a:cxnLst/>
              <a:rect l="l" t="t" r="r" b="b"/>
              <a:pathLst>
                <a:path w="506095" h="505460">
                  <a:moveTo>
                    <a:pt x="252529" y="0"/>
                  </a:moveTo>
                  <a:lnTo>
                    <a:pt x="207137" y="4068"/>
                  </a:lnTo>
                  <a:lnTo>
                    <a:pt x="164413" y="15798"/>
                  </a:lnTo>
                  <a:lnTo>
                    <a:pt x="125073" y="34476"/>
                  </a:lnTo>
                  <a:lnTo>
                    <a:pt x="89828" y="59389"/>
                  </a:lnTo>
                  <a:lnTo>
                    <a:pt x="59391" y="89825"/>
                  </a:lnTo>
                  <a:lnTo>
                    <a:pt x="34477" y="125069"/>
                  </a:lnTo>
                  <a:lnTo>
                    <a:pt x="15798" y="164410"/>
                  </a:lnTo>
                  <a:lnTo>
                    <a:pt x="4068" y="207133"/>
                  </a:lnTo>
                  <a:lnTo>
                    <a:pt x="0" y="252526"/>
                  </a:lnTo>
                  <a:lnTo>
                    <a:pt x="4068" y="297920"/>
                  </a:lnTo>
                  <a:lnTo>
                    <a:pt x="15798" y="340643"/>
                  </a:lnTo>
                  <a:lnTo>
                    <a:pt x="34477" y="379984"/>
                  </a:lnTo>
                  <a:lnTo>
                    <a:pt x="59391" y="415228"/>
                  </a:lnTo>
                  <a:lnTo>
                    <a:pt x="89828" y="445664"/>
                  </a:lnTo>
                  <a:lnTo>
                    <a:pt x="125073" y="470577"/>
                  </a:lnTo>
                  <a:lnTo>
                    <a:pt x="164413" y="489255"/>
                  </a:lnTo>
                  <a:lnTo>
                    <a:pt x="207137" y="500985"/>
                  </a:lnTo>
                  <a:lnTo>
                    <a:pt x="252529" y="505053"/>
                  </a:lnTo>
                  <a:lnTo>
                    <a:pt x="287809" y="502610"/>
                  </a:lnTo>
                  <a:lnTo>
                    <a:pt x="321592" y="495498"/>
                  </a:lnTo>
                  <a:lnTo>
                    <a:pt x="353550" y="484045"/>
                  </a:lnTo>
                  <a:lnTo>
                    <a:pt x="383353" y="468579"/>
                  </a:lnTo>
                  <a:lnTo>
                    <a:pt x="502900" y="468579"/>
                  </a:lnTo>
                  <a:lnTo>
                    <a:pt x="493532" y="437051"/>
                  </a:lnTo>
                  <a:lnTo>
                    <a:pt x="480073" y="394304"/>
                  </a:lnTo>
                  <a:lnTo>
                    <a:pt x="478115" y="366153"/>
                  </a:lnTo>
                  <a:lnTo>
                    <a:pt x="489596" y="339734"/>
                  </a:lnTo>
                  <a:lnTo>
                    <a:pt x="498050" y="311854"/>
                  </a:lnTo>
                  <a:lnTo>
                    <a:pt x="503272" y="282718"/>
                  </a:lnTo>
                  <a:lnTo>
                    <a:pt x="505058" y="252526"/>
                  </a:lnTo>
                  <a:lnTo>
                    <a:pt x="500990" y="207133"/>
                  </a:lnTo>
                  <a:lnTo>
                    <a:pt x="489259" y="164410"/>
                  </a:lnTo>
                  <a:lnTo>
                    <a:pt x="470580" y="125069"/>
                  </a:lnTo>
                  <a:lnTo>
                    <a:pt x="445666" y="89825"/>
                  </a:lnTo>
                  <a:lnTo>
                    <a:pt x="415230" y="59389"/>
                  </a:lnTo>
                  <a:lnTo>
                    <a:pt x="379985" y="34476"/>
                  </a:lnTo>
                  <a:lnTo>
                    <a:pt x="340644" y="15798"/>
                  </a:lnTo>
                  <a:lnTo>
                    <a:pt x="297921" y="4068"/>
                  </a:lnTo>
                  <a:lnTo>
                    <a:pt x="252529" y="0"/>
                  </a:lnTo>
                  <a:close/>
                </a:path>
                <a:path w="506095" h="505460">
                  <a:moveTo>
                    <a:pt x="502900" y="468579"/>
                  </a:moveTo>
                  <a:lnTo>
                    <a:pt x="383353" y="468579"/>
                  </a:lnTo>
                  <a:lnTo>
                    <a:pt x="408707" y="471511"/>
                  </a:lnTo>
                  <a:lnTo>
                    <a:pt x="445823" y="488716"/>
                  </a:lnTo>
                  <a:lnTo>
                    <a:pt x="482130" y="504971"/>
                  </a:lnTo>
                  <a:lnTo>
                    <a:pt x="505058" y="505053"/>
                  </a:lnTo>
                  <a:lnTo>
                    <a:pt x="506018" y="479074"/>
                  </a:lnTo>
                  <a:lnTo>
                    <a:pt x="502900" y="468579"/>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0" name="object 100"/>
            <p:cNvSpPr/>
            <p:nvPr/>
          </p:nvSpPr>
          <p:spPr>
            <a:xfrm>
              <a:off x="5435600" y="5003800"/>
              <a:ext cx="506095" cy="505459"/>
            </a:xfrm>
            <a:custGeom>
              <a:avLst/>
              <a:gdLst/>
              <a:ahLst/>
              <a:cxnLst/>
              <a:rect l="l" t="t" r="r" b="b"/>
              <a:pathLst>
                <a:path w="506095" h="505460">
                  <a:moveTo>
                    <a:pt x="252529" y="505058"/>
                  </a:moveTo>
                  <a:lnTo>
                    <a:pt x="287809" y="502613"/>
                  </a:lnTo>
                  <a:lnTo>
                    <a:pt x="321592" y="495498"/>
                  </a:lnTo>
                  <a:lnTo>
                    <a:pt x="353550" y="484042"/>
                  </a:lnTo>
                  <a:lnTo>
                    <a:pt x="383353" y="468572"/>
                  </a:lnTo>
                  <a:lnTo>
                    <a:pt x="408707" y="471508"/>
                  </a:lnTo>
                  <a:lnTo>
                    <a:pt x="445822" y="488716"/>
                  </a:lnTo>
                  <a:lnTo>
                    <a:pt x="482130" y="504973"/>
                  </a:lnTo>
                  <a:lnTo>
                    <a:pt x="505058" y="505058"/>
                  </a:lnTo>
                  <a:lnTo>
                    <a:pt x="506018" y="479079"/>
                  </a:lnTo>
                  <a:lnTo>
                    <a:pt x="493532" y="437055"/>
                  </a:lnTo>
                  <a:lnTo>
                    <a:pt x="480074" y="394304"/>
                  </a:lnTo>
                  <a:lnTo>
                    <a:pt x="478116" y="366147"/>
                  </a:lnTo>
                  <a:lnTo>
                    <a:pt x="489596" y="339734"/>
                  </a:lnTo>
                  <a:lnTo>
                    <a:pt x="498050" y="311856"/>
                  </a:lnTo>
                  <a:lnTo>
                    <a:pt x="503272" y="282720"/>
                  </a:lnTo>
                  <a:lnTo>
                    <a:pt x="505058" y="252529"/>
                  </a:lnTo>
                  <a:lnTo>
                    <a:pt x="500990" y="207136"/>
                  </a:lnTo>
                  <a:lnTo>
                    <a:pt x="489259" y="164413"/>
                  </a:lnTo>
                  <a:lnTo>
                    <a:pt x="470581" y="125072"/>
                  </a:lnTo>
                  <a:lnTo>
                    <a:pt x="445666" y="89827"/>
                  </a:lnTo>
                  <a:lnTo>
                    <a:pt x="415230" y="59391"/>
                  </a:lnTo>
                  <a:lnTo>
                    <a:pt x="379985" y="34477"/>
                  </a:lnTo>
                  <a:lnTo>
                    <a:pt x="340645" y="15798"/>
                  </a:lnTo>
                  <a:lnTo>
                    <a:pt x="297921" y="4068"/>
                  </a:lnTo>
                  <a:lnTo>
                    <a:pt x="252529" y="0"/>
                  </a:lnTo>
                  <a:lnTo>
                    <a:pt x="207136" y="4068"/>
                  </a:lnTo>
                  <a:lnTo>
                    <a:pt x="164413" y="15798"/>
                  </a:lnTo>
                  <a:lnTo>
                    <a:pt x="125072" y="34477"/>
                  </a:lnTo>
                  <a:lnTo>
                    <a:pt x="89827" y="59391"/>
                  </a:lnTo>
                  <a:lnTo>
                    <a:pt x="59391" y="89827"/>
                  </a:lnTo>
                  <a:lnTo>
                    <a:pt x="34477" y="125072"/>
                  </a:lnTo>
                  <a:lnTo>
                    <a:pt x="15798" y="164413"/>
                  </a:lnTo>
                  <a:lnTo>
                    <a:pt x="4068" y="207136"/>
                  </a:lnTo>
                  <a:lnTo>
                    <a:pt x="0" y="252529"/>
                  </a:lnTo>
                  <a:lnTo>
                    <a:pt x="4068" y="297921"/>
                  </a:lnTo>
                  <a:lnTo>
                    <a:pt x="15798" y="340645"/>
                  </a:lnTo>
                  <a:lnTo>
                    <a:pt x="34477" y="379985"/>
                  </a:lnTo>
                  <a:lnTo>
                    <a:pt x="59391" y="415230"/>
                  </a:lnTo>
                  <a:lnTo>
                    <a:pt x="89827" y="445666"/>
                  </a:lnTo>
                  <a:lnTo>
                    <a:pt x="125072" y="470581"/>
                  </a:lnTo>
                  <a:lnTo>
                    <a:pt x="164413" y="489259"/>
                  </a:lnTo>
                  <a:lnTo>
                    <a:pt x="207136" y="500990"/>
                  </a:lnTo>
                  <a:lnTo>
                    <a:pt x="252529" y="505058"/>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01" name="object 101"/>
          <p:cNvSpPr txBox="1"/>
          <p:nvPr/>
        </p:nvSpPr>
        <p:spPr>
          <a:xfrm>
            <a:off x="2766181" y="2545634"/>
            <a:ext cx="237370"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02</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02" name="object 102"/>
          <p:cNvSpPr txBox="1"/>
          <p:nvPr/>
        </p:nvSpPr>
        <p:spPr>
          <a:xfrm>
            <a:off x="2936637" y="2495550"/>
            <a:ext cx="1188085" cy="314960"/>
          </a:xfrm>
          <a:prstGeom prst="rect">
            <a:avLst/>
          </a:prstGeom>
        </p:spPr>
        <p:txBody>
          <a:bodyPr vert="horz" wrap="square" lIns="0" tIns="6350" rIns="0" bIns="0" rtlCol="0">
            <a:spAutoFit/>
          </a:bodyPr>
          <a:lstStyle/>
          <a:p>
            <a:pPr marL="85725">
              <a:lnSpc>
                <a:spcPts val="1205"/>
              </a:lnSpc>
              <a:spcBef>
                <a:spcPts val="50"/>
              </a:spcBef>
            </a:pPr>
            <a:r>
              <a:rPr sz="105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「自我领导」的原则</a:t>
            </a:r>
            <a:endParaRPr sz="1050" b="1" dirty="0">
              <a:latin typeface="江城圆体 600W" panose="020B0800000000000000" pitchFamily="34" charset="-128"/>
              <a:ea typeface="江城圆体 600W" panose="020B0800000000000000" pitchFamily="34" charset="-128"/>
              <a:cs typeface="PMingLiU" panose="02020500000000000000" charset="-120"/>
            </a:endParaRPr>
          </a:p>
          <a:p>
            <a:pPr marL="85725">
              <a:lnSpc>
                <a:spcPts val="1205"/>
              </a:lnSpc>
            </a:pPr>
            <a:r>
              <a:rPr sz="105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r>
              <a:rPr sz="1050" b="1" dirty="0" err="1">
                <a:solidFill>
                  <a:srgbClr val="212121"/>
                </a:solidFill>
                <a:latin typeface="江城圆体 600W" panose="020B0800000000000000" pitchFamily="34" charset="-128"/>
                <a:ea typeface="江城圆体 600W" panose="020B0800000000000000" pitchFamily="34" charset="-128"/>
                <a:cs typeface="PMingLiU" panose="02020500000000000000" charset="-120"/>
              </a:rPr>
              <a:t>以终为始</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03" name="object 103"/>
          <p:cNvSpPr txBox="1"/>
          <p:nvPr/>
        </p:nvSpPr>
        <p:spPr>
          <a:xfrm>
            <a:off x="2697209" y="3578225"/>
            <a:ext cx="1222375" cy="98425"/>
          </a:xfrm>
          <a:prstGeom prst="rect">
            <a:avLst/>
          </a:prstGeom>
        </p:spPr>
        <p:txBody>
          <a:bodyPr vert="horz" wrap="square" lIns="0" tIns="6350" rIns="0" bIns="0" rtlCol="0">
            <a:spAutoFit/>
          </a:bodyPr>
          <a:lstStyle/>
          <a:p>
            <a:pPr marL="6350">
              <a:spcBef>
                <a:spcPts val="50"/>
              </a:spcBef>
            </a:pPr>
            <a:r>
              <a:rPr sz="6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第1</a:t>
            </a:r>
            <a:r>
              <a:rPr sz="600" spc="2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次头脑中创造  第</a:t>
            </a:r>
            <a:r>
              <a:rPr sz="6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2</a:t>
            </a:r>
            <a:r>
              <a:rPr sz="600" spc="-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次行动中创造</a:t>
            </a:r>
            <a:endParaRPr sz="600">
              <a:latin typeface="江城圆体 400W" panose="020B0800000000000000" pitchFamily="34" charset="-128"/>
              <a:ea typeface="江城圆体 400W" panose="020B0800000000000000" pitchFamily="34" charset="-128"/>
              <a:cs typeface="PMingLiU" panose="02020500000000000000" charset="-120"/>
            </a:endParaRPr>
          </a:p>
        </p:txBody>
      </p:sp>
      <p:sp>
        <p:nvSpPr>
          <p:cNvPr id="104" name="object 104"/>
          <p:cNvSpPr/>
          <p:nvPr/>
        </p:nvSpPr>
        <p:spPr>
          <a:xfrm>
            <a:off x="4057650" y="3267075"/>
            <a:ext cx="292100" cy="292100"/>
          </a:xfrm>
          <a:custGeom>
            <a:avLst/>
            <a:gdLst/>
            <a:ahLst/>
            <a:cxnLst/>
            <a:rect l="l" t="t" r="r" b="b"/>
            <a:pathLst>
              <a:path w="584200" h="584200">
                <a:moveTo>
                  <a:pt x="292100" y="0"/>
                </a:moveTo>
                <a:lnTo>
                  <a:pt x="244720" y="3823"/>
                </a:lnTo>
                <a:lnTo>
                  <a:pt x="199774" y="14891"/>
                </a:lnTo>
                <a:lnTo>
                  <a:pt x="157863" y="32603"/>
                </a:lnTo>
                <a:lnTo>
                  <a:pt x="119589" y="56358"/>
                </a:lnTo>
                <a:lnTo>
                  <a:pt x="85554" y="85554"/>
                </a:lnTo>
                <a:lnTo>
                  <a:pt x="56358" y="119589"/>
                </a:lnTo>
                <a:lnTo>
                  <a:pt x="32603" y="157863"/>
                </a:lnTo>
                <a:lnTo>
                  <a:pt x="14891" y="199774"/>
                </a:lnTo>
                <a:lnTo>
                  <a:pt x="3823" y="244720"/>
                </a:lnTo>
                <a:lnTo>
                  <a:pt x="0" y="292100"/>
                </a:lnTo>
                <a:lnTo>
                  <a:pt x="3823" y="339479"/>
                </a:lnTo>
                <a:lnTo>
                  <a:pt x="14891" y="384425"/>
                </a:lnTo>
                <a:lnTo>
                  <a:pt x="32603" y="426336"/>
                </a:lnTo>
                <a:lnTo>
                  <a:pt x="56358" y="464610"/>
                </a:lnTo>
                <a:lnTo>
                  <a:pt x="85554" y="498645"/>
                </a:lnTo>
                <a:lnTo>
                  <a:pt x="119589" y="527841"/>
                </a:lnTo>
                <a:lnTo>
                  <a:pt x="157863" y="551596"/>
                </a:lnTo>
                <a:lnTo>
                  <a:pt x="199774" y="569308"/>
                </a:lnTo>
                <a:lnTo>
                  <a:pt x="244720" y="580376"/>
                </a:lnTo>
                <a:lnTo>
                  <a:pt x="292100" y="584200"/>
                </a:lnTo>
                <a:lnTo>
                  <a:pt x="339479" y="580376"/>
                </a:lnTo>
                <a:lnTo>
                  <a:pt x="384425" y="569308"/>
                </a:lnTo>
                <a:lnTo>
                  <a:pt x="426336" y="551596"/>
                </a:lnTo>
                <a:lnTo>
                  <a:pt x="464610" y="527841"/>
                </a:lnTo>
                <a:lnTo>
                  <a:pt x="498645" y="498645"/>
                </a:lnTo>
                <a:lnTo>
                  <a:pt x="527841" y="464610"/>
                </a:lnTo>
                <a:lnTo>
                  <a:pt x="551596" y="426336"/>
                </a:lnTo>
                <a:lnTo>
                  <a:pt x="569308" y="384425"/>
                </a:lnTo>
                <a:lnTo>
                  <a:pt x="580376" y="339479"/>
                </a:lnTo>
                <a:lnTo>
                  <a:pt x="584200" y="292100"/>
                </a:lnTo>
                <a:lnTo>
                  <a:pt x="580376" y="244720"/>
                </a:lnTo>
                <a:lnTo>
                  <a:pt x="569308" y="199774"/>
                </a:lnTo>
                <a:lnTo>
                  <a:pt x="551596" y="157863"/>
                </a:lnTo>
                <a:lnTo>
                  <a:pt x="527841" y="119589"/>
                </a:lnTo>
                <a:lnTo>
                  <a:pt x="498645" y="85554"/>
                </a:lnTo>
                <a:lnTo>
                  <a:pt x="464610" y="56358"/>
                </a:lnTo>
                <a:lnTo>
                  <a:pt x="426336" y="32603"/>
                </a:lnTo>
                <a:lnTo>
                  <a:pt x="384425" y="14891"/>
                </a:lnTo>
                <a:lnTo>
                  <a:pt x="339479" y="3823"/>
                </a:lnTo>
                <a:lnTo>
                  <a:pt x="2921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5" name="object 105"/>
          <p:cNvSpPr txBox="1"/>
          <p:nvPr/>
        </p:nvSpPr>
        <p:spPr>
          <a:xfrm>
            <a:off x="4121288" y="3355975"/>
            <a:ext cx="165100" cy="98425"/>
          </a:xfrm>
          <a:prstGeom prst="rect">
            <a:avLst/>
          </a:prstGeom>
        </p:spPr>
        <p:txBody>
          <a:bodyPr vert="horz" wrap="square" lIns="0" tIns="6350" rIns="0" bIns="0" rtlCol="0">
            <a:spAutoFit/>
          </a:bodyPr>
          <a:lstStyle/>
          <a:p>
            <a:pPr marL="6350">
              <a:spcBef>
                <a:spcPts val="50"/>
              </a:spcBef>
            </a:pPr>
            <a:r>
              <a:rPr sz="600" spc="-15" dirty="0">
                <a:solidFill>
                  <a:srgbClr val="FFFFFF"/>
                </a:solidFill>
                <a:latin typeface="江城圆体 400W" panose="020B0800000000000000" pitchFamily="34" charset="-128"/>
                <a:ea typeface="江城圆体 400W" panose="020B0800000000000000" pitchFamily="34" charset="-128"/>
                <a:cs typeface="Microsoft JhengHei"/>
              </a:rPr>
              <a:t>目标</a:t>
            </a:r>
            <a:endParaRPr sz="600">
              <a:latin typeface="江城圆体 400W" panose="020B0800000000000000" pitchFamily="34" charset="-128"/>
              <a:ea typeface="江城圆体 400W" panose="020B0800000000000000" pitchFamily="34" charset="-128"/>
              <a:cs typeface="Microsoft JhengHei"/>
            </a:endParaRPr>
          </a:p>
        </p:txBody>
      </p:sp>
      <p:grpSp>
        <p:nvGrpSpPr>
          <p:cNvPr id="106" name="object 106"/>
          <p:cNvGrpSpPr/>
          <p:nvPr/>
        </p:nvGrpSpPr>
        <p:grpSpPr>
          <a:xfrm>
            <a:off x="2787665" y="3044898"/>
            <a:ext cx="1237933" cy="514350"/>
            <a:chOff x="5575329" y="6089796"/>
            <a:chExt cx="2475865" cy="1028700"/>
          </a:xfrm>
        </p:grpSpPr>
        <p:pic>
          <p:nvPicPr>
            <p:cNvPr id="107" name="object 107"/>
            <p:cNvPicPr/>
            <p:nvPr/>
          </p:nvPicPr>
          <p:blipFill>
            <a:blip r:embed="rId17" cstate="print"/>
            <a:stretch>
              <a:fillRect/>
            </a:stretch>
          </p:blipFill>
          <p:spPr>
            <a:xfrm>
              <a:off x="5575329" y="6089796"/>
              <a:ext cx="2475684" cy="1028553"/>
            </a:xfrm>
            <a:prstGeom prst="rect">
              <a:avLst/>
            </a:prstGeom>
          </p:spPr>
        </p:pic>
        <p:sp>
          <p:nvSpPr>
            <p:cNvPr id="108" name="object 108"/>
            <p:cNvSpPr/>
            <p:nvPr/>
          </p:nvSpPr>
          <p:spPr>
            <a:xfrm>
              <a:off x="7588149" y="6739615"/>
              <a:ext cx="462915" cy="179705"/>
            </a:xfrm>
            <a:custGeom>
              <a:avLst/>
              <a:gdLst/>
              <a:ahLst/>
              <a:cxnLst/>
              <a:rect l="l" t="t" r="r" b="b"/>
              <a:pathLst>
                <a:path w="462915" h="179704">
                  <a:moveTo>
                    <a:pt x="294008" y="0"/>
                  </a:moveTo>
                  <a:lnTo>
                    <a:pt x="292362" y="22"/>
                  </a:lnTo>
                  <a:lnTo>
                    <a:pt x="285813" y="855"/>
                  </a:lnTo>
                  <a:lnTo>
                    <a:pt x="281833" y="5375"/>
                  </a:lnTo>
                  <a:lnTo>
                    <a:pt x="282865" y="76372"/>
                  </a:lnTo>
                  <a:lnTo>
                    <a:pt x="5603" y="80387"/>
                  </a:lnTo>
                  <a:lnTo>
                    <a:pt x="0" y="86155"/>
                  </a:lnTo>
                  <a:lnTo>
                    <a:pt x="203" y="100181"/>
                  </a:lnTo>
                  <a:lnTo>
                    <a:pt x="5971" y="105784"/>
                  </a:lnTo>
                  <a:lnTo>
                    <a:pt x="283234" y="101760"/>
                  </a:lnTo>
                  <a:lnTo>
                    <a:pt x="284204" y="168997"/>
                  </a:lnTo>
                  <a:lnTo>
                    <a:pt x="284610" y="170615"/>
                  </a:lnTo>
                  <a:lnTo>
                    <a:pt x="288063" y="177278"/>
                  </a:lnTo>
                  <a:lnTo>
                    <a:pt x="294464" y="179308"/>
                  </a:lnTo>
                  <a:lnTo>
                    <a:pt x="457137" y="95004"/>
                  </a:lnTo>
                  <a:lnTo>
                    <a:pt x="458777" y="93315"/>
                  </a:lnTo>
                  <a:lnTo>
                    <a:pt x="462316" y="85972"/>
                  </a:lnTo>
                  <a:lnTo>
                    <a:pt x="460101" y="79632"/>
                  </a:lnTo>
                  <a:lnTo>
                    <a:pt x="454825" y="77090"/>
                  </a:lnTo>
                  <a:lnTo>
                    <a:pt x="295638" y="359"/>
                  </a:lnTo>
                  <a:lnTo>
                    <a:pt x="294008"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09" name="object 109"/>
          <p:cNvGrpSpPr/>
          <p:nvPr/>
        </p:nvGrpSpPr>
        <p:grpSpPr>
          <a:xfrm>
            <a:off x="3003550" y="3752850"/>
            <a:ext cx="768350" cy="952500"/>
            <a:chOff x="6007100" y="7505700"/>
            <a:chExt cx="1536700" cy="1905000"/>
          </a:xfrm>
        </p:grpSpPr>
        <p:sp>
          <p:nvSpPr>
            <p:cNvPr id="110" name="object 110"/>
            <p:cNvSpPr/>
            <p:nvPr/>
          </p:nvSpPr>
          <p:spPr>
            <a:xfrm>
              <a:off x="6007100" y="7505700"/>
              <a:ext cx="1536700" cy="1905000"/>
            </a:xfrm>
            <a:custGeom>
              <a:avLst/>
              <a:gdLst/>
              <a:ahLst/>
              <a:cxnLst/>
              <a:rect l="l" t="t" r="r" b="b"/>
              <a:pathLst>
                <a:path w="1536700" h="1905000">
                  <a:moveTo>
                    <a:pt x="0" y="0"/>
                  </a:moveTo>
                  <a:lnTo>
                    <a:pt x="1263673" y="0"/>
                  </a:lnTo>
                  <a:lnTo>
                    <a:pt x="1263673" y="239152"/>
                  </a:lnTo>
                  <a:lnTo>
                    <a:pt x="1536700" y="239152"/>
                  </a:lnTo>
                  <a:lnTo>
                    <a:pt x="1536700" y="1905000"/>
                  </a:lnTo>
                  <a:lnTo>
                    <a:pt x="0" y="1905000"/>
                  </a:lnTo>
                  <a:lnTo>
                    <a:pt x="0" y="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1" name="object 111"/>
            <p:cNvSpPr/>
            <p:nvPr/>
          </p:nvSpPr>
          <p:spPr>
            <a:xfrm>
              <a:off x="7277100" y="7505700"/>
              <a:ext cx="266700" cy="241300"/>
            </a:xfrm>
            <a:custGeom>
              <a:avLst/>
              <a:gdLst/>
              <a:ahLst/>
              <a:cxnLst/>
              <a:rect l="l" t="t" r="r" b="b"/>
              <a:pathLst>
                <a:path w="266700" h="241300">
                  <a:moveTo>
                    <a:pt x="0" y="0"/>
                  </a:moveTo>
                  <a:lnTo>
                    <a:pt x="266700" y="241300"/>
                  </a:lnTo>
                </a:path>
              </a:pathLst>
            </a:custGeom>
            <a:ln w="25400">
              <a:solidFill>
                <a:srgbClr val="212121"/>
              </a:solidFill>
            </a:ln>
          </p:spPr>
          <p:txBody>
            <a:bodyPr wrap="square" lIns="0" tIns="0" rIns="0" bIns="0" rtlCol="0"/>
            <a:lstStyle/>
            <a:p>
              <a:endParaRPr sz="900" dirty="0">
                <a:latin typeface="江城圆体 400W" panose="020B0800000000000000" pitchFamily="34" charset="-128"/>
                <a:ea typeface="江城圆体 400W" panose="020B0800000000000000" pitchFamily="34" charset="-128"/>
              </a:endParaRPr>
            </a:p>
          </p:txBody>
        </p:sp>
      </p:grpSp>
      <p:sp>
        <p:nvSpPr>
          <p:cNvPr id="112" name="object 112"/>
          <p:cNvSpPr txBox="1"/>
          <p:nvPr/>
        </p:nvSpPr>
        <p:spPr>
          <a:xfrm>
            <a:off x="3048577" y="4127500"/>
            <a:ext cx="646748" cy="83185"/>
          </a:xfrm>
          <a:prstGeom prst="rect">
            <a:avLst/>
          </a:prstGeom>
        </p:spPr>
        <p:txBody>
          <a:bodyPr vert="horz" wrap="square" lIns="0" tIns="6350" rIns="0" bIns="0" rtlCol="0">
            <a:spAutoFit/>
          </a:bodyPr>
          <a:lstStyle/>
          <a:p>
            <a:pPr marL="6350">
              <a:spcBef>
                <a:spcPts val="50"/>
              </a:spcBef>
            </a:pPr>
            <a:r>
              <a:rPr sz="500" spc="-8"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你想成为什么样的人？</a:t>
            </a:r>
            <a:endParaRPr sz="500">
              <a:latin typeface="江城圆体 400W" panose="020B0800000000000000" pitchFamily="34" charset="-128"/>
              <a:ea typeface="江城圆体 400W" panose="020B0800000000000000" pitchFamily="34" charset="-128"/>
              <a:cs typeface="PMingLiU" panose="02020500000000000000" charset="-120"/>
            </a:endParaRPr>
          </a:p>
        </p:txBody>
      </p:sp>
      <p:sp>
        <p:nvSpPr>
          <p:cNvPr id="113" name="object 113"/>
          <p:cNvSpPr txBox="1"/>
          <p:nvPr/>
        </p:nvSpPr>
        <p:spPr>
          <a:xfrm>
            <a:off x="3048404" y="4318000"/>
            <a:ext cx="456565" cy="83185"/>
          </a:xfrm>
          <a:prstGeom prst="rect">
            <a:avLst/>
          </a:prstGeom>
        </p:spPr>
        <p:txBody>
          <a:bodyPr vert="horz" wrap="square" lIns="0" tIns="6350" rIns="0" bIns="0" rtlCol="0">
            <a:spAutoFit/>
          </a:bodyPr>
          <a:lstStyle/>
          <a:p>
            <a:pPr marL="6350">
              <a:spcBef>
                <a:spcPts val="50"/>
              </a:spcBef>
            </a:pPr>
            <a:r>
              <a:rPr sz="50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你想要做什么？</a:t>
            </a:r>
            <a:endParaRPr sz="500">
              <a:latin typeface="江城圆体 400W" panose="020B0800000000000000" pitchFamily="34" charset="-128"/>
              <a:ea typeface="江城圆体 400W" panose="020B0800000000000000" pitchFamily="34" charset="-128"/>
              <a:cs typeface="PMingLiU" panose="02020500000000000000" charset="-120"/>
            </a:endParaRPr>
          </a:p>
        </p:txBody>
      </p:sp>
      <p:sp>
        <p:nvSpPr>
          <p:cNvPr id="114" name="object 114"/>
          <p:cNvSpPr txBox="1"/>
          <p:nvPr/>
        </p:nvSpPr>
        <p:spPr>
          <a:xfrm>
            <a:off x="3051695" y="4502150"/>
            <a:ext cx="583248" cy="83185"/>
          </a:xfrm>
          <a:prstGeom prst="rect">
            <a:avLst/>
          </a:prstGeom>
        </p:spPr>
        <p:txBody>
          <a:bodyPr vert="horz" wrap="square" lIns="0" tIns="6350" rIns="0" bIns="0" rtlCol="0">
            <a:spAutoFit/>
          </a:bodyPr>
          <a:lstStyle/>
          <a:p>
            <a:pPr marL="6350">
              <a:spcBef>
                <a:spcPts val="50"/>
              </a:spcBef>
            </a:pPr>
            <a:r>
              <a:rPr sz="500" spc="-8"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你的价値观是什么？</a:t>
            </a:r>
            <a:endParaRPr sz="5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15" name="object 115"/>
          <p:cNvSpPr txBox="1"/>
          <p:nvPr/>
        </p:nvSpPr>
        <p:spPr>
          <a:xfrm>
            <a:off x="3956188" y="4114800"/>
            <a:ext cx="393383" cy="489585"/>
          </a:xfrm>
          <a:prstGeom prst="rect">
            <a:avLst/>
          </a:prstGeom>
        </p:spPr>
        <p:txBody>
          <a:bodyPr vert="horz" wrap="square" lIns="0" tIns="6350" rIns="0" bIns="0" rtlCol="0">
            <a:spAutoFit/>
          </a:bodyPr>
          <a:lstStyle/>
          <a:p>
            <a:pPr marL="6350">
              <a:spcBef>
                <a:spcPts val="50"/>
              </a:spcBef>
            </a:pPr>
            <a:r>
              <a:rPr sz="600" spc="-15" dirty="0">
                <a:solidFill>
                  <a:srgbClr val="212121"/>
                </a:solidFill>
                <a:latin typeface="江城圆体 400W" panose="020B0800000000000000" pitchFamily="34" charset="-128"/>
                <a:ea typeface="江城圆体 400W" panose="020B0800000000000000" pitchFamily="34" charset="-128"/>
                <a:cs typeface="Microsoft JhengHei"/>
              </a:rPr>
              <a:t>角色</a:t>
            </a:r>
            <a:endParaRPr sz="600" dirty="0">
              <a:latin typeface="江城圆体 400W" panose="020B0800000000000000" pitchFamily="34" charset="-128"/>
              <a:ea typeface="江城圆体 400W" panose="020B0800000000000000" pitchFamily="34" charset="-128"/>
              <a:cs typeface="Microsoft JhengHei"/>
            </a:endParaRPr>
          </a:p>
          <a:p>
            <a:pPr marL="59055">
              <a:spcBef>
                <a:spcPts val="30"/>
              </a:spcBef>
            </a:pPr>
            <a:r>
              <a:rPr sz="600" spc="4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endParaRPr sz="600" dirty="0">
              <a:latin typeface="江城圆体 400W" panose="020B0800000000000000" pitchFamily="34" charset="-128"/>
              <a:ea typeface="江城圆体 400W" panose="020B0800000000000000" pitchFamily="34" charset="-128"/>
              <a:cs typeface="PMingLiU" panose="02020500000000000000" charset="-120"/>
            </a:endParaRPr>
          </a:p>
          <a:p>
            <a:pPr marL="6350">
              <a:spcBef>
                <a:spcPts val="130"/>
              </a:spcBef>
            </a:pPr>
            <a:r>
              <a:rPr sz="600" spc="-10" dirty="0">
                <a:solidFill>
                  <a:srgbClr val="212121"/>
                </a:solidFill>
                <a:latin typeface="江城圆体 400W" panose="020B0800000000000000" pitchFamily="34" charset="-128"/>
                <a:ea typeface="江城圆体 400W" panose="020B0800000000000000" pitchFamily="34" charset="-128"/>
                <a:cs typeface="Microsoft JhengHei"/>
              </a:rPr>
              <a:t>贡献和成就</a:t>
            </a:r>
            <a:endParaRPr sz="600" dirty="0">
              <a:latin typeface="江城圆体 400W" panose="020B0800000000000000" pitchFamily="34" charset="-128"/>
              <a:ea typeface="江城圆体 400W" panose="020B0800000000000000" pitchFamily="34" charset="-128"/>
              <a:cs typeface="Microsoft JhengHei"/>
            </a:endParaRPr>
          </a:p>
          <a:p>
            <a:pPr marL="59055">
              <a:lnSpc>
                <a:spcPts val="710"/>
              </a:lnSpc>
              <a:spcBef>
                <a:spcPts val="30"/>
              </a:spcBef>
            </a:pPr>
            <a:r>
              <a:rPr sz="600" spc="4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endParaRPr sz="600" dirty="0">
              <a:latin typeface="江城圆体 400W" panose="020B0800000000000000" pitchFamily="34" charset="-128"/>
              <a:ea typeface="江城圆体 400W" panose="020B0800000000000000" pitchFamily="34" charset="-128"/>
              <a:cs typeface="PMingLiU" panose="02020500000000000000" charset="-120"/>
            </a:endParaRPr>
          </a:p>
          <a:p>
            <a:pPr marL="6350">
              <a:lnSpc>
                <a:spcPts val="710"/>
              </a:lnSpc>
            </a:pPr>
            <a:r>
              <a:rPr sz="600" spc="-10" dirty="0">
                <a:solidFill>
                  <a:srgbClr val="212121"/>
                </a:solidFill>
                <a:latin typeface="江城圆体 400W" panose="020B0800000000000000" pitchFamily="34" charset="-128"/>
                <a:ea typeface="江城圆体 400W" panose="020B0800000000000000" pitchFamily="34" charset="-128"/>
                <a:cs typeface="Microsoft JhengHei"/>
              </a:rPr>
              <a:t>行动基础</a:t>
            </a:r>
            <a:endParaRPr sz="600" dirty="0">
              <a:latin typeface="江城圆体 400W" panose="020B0800000000000000" pitchFamily="34" charset="-128"/>
              <a:ea typeface="江城圆体 400W" panose="020B0800000000000000" pitchFamily="34" charset="-128"/>
              <a:cs typeface="Microsoft JhengHei"/>
            </a:endParaRPr>
          </a:p>
        </p:txBody>
      </p:sp>
      <p:grpSp>
        <p:nvGrpSpPr>
          <p:cNvPr id="116" name="object 116"/>
          <p:cNvGrpSpPr/>
          <p:nvPr/>
        </p:nvGrpSpPr>
        <p:grpSpPr>
          <a:xfrm>
            <a:off x="3063875" y="4140200"/>
            <a:ext cx="876300" cy="463550"/>
            <a:chOff x="6127750" y="8280400"/>
            <a:chExt cx="1752600" cy="927100"/>
          </a:xfrm>
        </p:grpSpPr>
        <p:sp>
          <p:nvSpPr>
            <p:cNvPr id="117" name="object 117"/>
            <p:cNvSpPr/>
            <p:nvPr/>
          </p:nvSpPr>
          <p:spPr>
            <a:xfrm>
              <a:off x="7372350" y="8280400"/>
              <a:ext cx="508000" cy="114300"/>
            </a:xfrm>
            <a:custGeom>
              <a:avLst/>
              <a:gdLst/>
              <a:ahLst/>
              <a:cxnLst/>
              <a:rect l="l" t="t" r="r" b="b"/>
              <a:pathLst>
                <a:path w="508000" h="114300">
                  <a:moveTo>
                    <a:pt x="450850" y="0"/>
                  </a:moveTo>
                  <a:lnTo>
                    <a:pt x="430009" y="3919"/>
                  </a:lnTo>
                  <a:lnTo>
                    <a:pt x="412603" y="14684"/>
                  </a:lnTo>
                  <a:lnTo>
                    <a:pt x="400120" y="30806"/>
                  </a:lnTo>
                  <a:lnTo>
                    <a:pt x="394049" y="50798"/>
                  </a:lnTo>
                  <a:lnTo>
                    <a:pt x="12687" y="50800"/>
                  </a:lnTo>
                  <a:lnTo>
                    <a:pt x="12700" y="2843"/>
                  </a:lnTo>
                  <a:lnTo>
                    <a:pt x="9856" y="0"/>
                  </a:lnTo>
                  <a:lnTo>
                    <a:pt x="2843" y="0"/>
                  </a:lnTo>
                  <a:lnTo>
                    <a:pt x="0" y="2843"/>
                  </a:lnTo>
                  <a:lnTo>
                    <a:pt x="0" y="111456"/>
                  </a:lnTo>
                  <a:lnTo>
                    <a:pt x="2843" y="114300"/>
                  </a:lnTo>
                  <a:lnTo>
                    <a:pt x="9856" y="114300"/>
                  </a:lnTo>
                  <a:lnTo>
                    <a:pt x="12700" y="111456"/>
                  </a:lnTo>
                  <a:lnTo>
                    <a:pt x="12700" y="107950"/>
                  </a:lnTo>
                  <a:lnTo>
                    <a:pt x="12700" y="63500"/>
                  </a:lnTo>
                  <a:lnTo>
                    <a:pt x="394049" y="63508"/>
                  </a:lnTo>
                  <a:lnTo>
                    <a:pt x="400122" y="83497"/>
                  </a:lnTo>
                  <a:lnTo>
                    <a:pt x="412606" y="99618"/>
                  </a:lnTo>
                  <a:lnTo>
                    <a:pt x="430011" y="110381"/>
                  </a:lnTo>
                  <a:lnTo>
                    <a:pt x="450850" y="114300"/>
                  </a:lnTo>
                  <a:lnTo>
                    <a:pt x="473095" y="109808"/>
                  </a:lnTo>
                  <a:lnTo>
                    <a:pt x="491261" y="97561"/>
                  </a:lnTo>
                  <a:lnTo>
                    <a:pt x="503508" y="79395"/>
                  </a:lnTo>
                  <a:lnTo>
                    <a:pt x="508000" y="57150"/>
                  </a:lnTo>
                  <a:lnTo>
                    <a:pt x="503508" y="34904"/>
                  </a:lnTo>
                  <a:lnTo>
                    <a:pt x="491261" y="16738"/>
                  </a:lnTo>
                  <a:lnTo>
                    <a:pt x="473095" y="4491"/>
                  </a:lnTo>
                  <a:lnTo>
                    <a:pt x="45085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8" name="object 118"/>
            <p:cNvSpPr/>
            <p:nvPr/>
          </p:nvSpPr>
          <p:spPr>
            <a:xfrm>
              <a:off x="6127750" y="8439150"/>
              <a:ext cx="1155700" cy="0"/>
            </a:xfrm>
            <a:custGeom>
              <a:avLst/>
              <a:gdLst/>
              <a:ahLst/>
              <a:cxnLst/>
              <a:rect l="l" t="t" r="r" b="b"/>
              <a:pathLst>
                <a:path w="1155700">
                  <a:moveTo>
                    <a:pt x="1155700" y="0"/>
                  </a:moveTo>
                  <a:lnTo>
                    <a:pt x="0" y="0"/>
                  </a:lnTo>
                </a:path>
              </a:pathLst>
            </a:custGeom>
            <a:ln w="12700">
              <a:solidFill>
                <a:srgbClr val="11A766"/>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9" name="object 119"/>
            <p:cNvSpPr/>
            <p:nvPr/>
          </p:nvSpPr>
          <p:spPr>
            <a:xfrm>
              <a:off x="6127750" y="8832850"/>
              <a:ext cx="1155700" cy="0"/>
            </a:xfrm>
            <a:custGeom>
              <a:avLst/>
              <a:gdLst/>
              <a:ahLst/>
              <a:cxnLst/>
              <a:rect l="l" t="t" r="r" b="b"/>
              <a:pathLst>
                <a:path w="1155700">
                  <a:moveTo>
                    <a:pt x="1155700" y="0"/>
                  </a:moveTo>
                  <a:lnTo>
                    <a:pt x="0" y="0"/>
                  </a:lnTo>
                </a:path>
              </a:pathLst>
            </a:custGeom>
            <a:ln w="12700">
              <a:solidFill>
                <a:srgbClr val="11A766"/>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0" name="object 120"/>
            <p:cNvSpPr/>
            <p:nvPr/>
          </p:nvSpPr>
          <p:spPr>
            <a:xfrm>
              <a:off x="6127750" y="9201150"/>
              <a:ext cx="1130300" cy="0"/>
            </a:xfrm>
            <a:custGeom>
              <a:avLst/>
              <a:gdLst/>
              <a:ahLst/>
              <a:cxnLst/>
              <a:rect l="l" t="t" r="r" b="b"/>
              <a:pathLst>
                <a:path w="1130300">
                  <a:moveTo>
                    <a:pt x="1130300" y="0"/>
                  </a:moveTo>
                  <a:lnTo>
                    <a:pt x="0" y="0"/>
                  </a:lnTo>
                </a:path>
              </a:pathLst>
            </a:custGeom>
            <a:ln w="12700">
              <a:solidFill>
                <a:srgbClr val="11A766"/>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1" name="object 121"/>
            <p:cNvSpPr/>
            <p:nvPr/>
          </p:nvSpPr>
          <p:spPr>
            <a:xfrm>
              <a:off x="7366000" y="8674099"/>
              <a:ext cx="508000" cy="495300"/>
            </a:xfrm>
            <a:custGeom>
              <a:avLst/>
              <a:gdLst/>
              <a:ahLst/>
              <a:cxnLst/>
              <a:rect l="l" t="t" r="r" b="b"/>
              <a:pathLst>
                <a:path w="508000" h="495300">
                  <a:moveTo>
                    <a:pt x="508000" y="438150"/>
                  </a:moveTo>
                  <a:lnTo>
                    <a:pt x="503504" y="415912"/>
                  </a:lnTo>
                  <a:lnTo>
                    <a:pt x="491248" y="397751"/>
                  </a:lnTo>
                  <a:lnTo>
                    <a:pt x="473087" y="385495"/>
                  </a:lnTo>
                  <a:lnTo>
                    <a:pt x="450850" y="381000"/>
                  </a:lnTo>
                  <a:lnTo>
                    <a:pt x="429996" y="384924"/>
                  </a:lnTo>
                  <a:lnTo>
                    <a:pt x="412597" y="395693"/>
                  </a:lnTo>
                  <a:lnTo>
                    <a:pt x="400113" y="411810"/>
                  </a:lnTo>
                  <a:lnTo>
                    <a:pt x="394042" y="431800"/>
                  </a:lnTo>
                  <a:lnTo>
                    <a:pt x="12687" y="431800"/>
                  </a:lnTo>
                  <a:lnTo>
                    <a:pt x="12700" y="383844"/>
                  </a:lnTo>
                  <a:lnTo>
                    <a:pt x="9855" y="381000"/>
                  </a:lnTo>
                  <a:lnTo>
                    <a:pt x="2832" y="381000"/>
                  </a:lnTo>
                  <a:lnTo>
                    <a:pt x="0" y="383844"/>
                  </a:lnTo>
                  <a:lnTo>
                    <a:pt x="0" y="492467"/>
                  </a:lnTo>
                  <a:lnTo>
                    <a:pt x="2832" y="495300"/>
                  </a:lnTo>
                  <a:lnTo>
                    <a:pt x="9855" y="495300"/>
                  </a:lnTo>
                  <a:lnTo>
                    <a:pt x="12700" y="492467"/>
                  </a:lnTo>
                  <a:lnTo>
                    <a:pt x="12700" y="488950"/>
                  </a:lnTo>
                  <a:lnTo>
                    <a:pt x="12700" y="444500"/>
                  </a:lnTo>
                  <a:lnTo>
                    <a:pt x="394042" y="444512"/>
                  </a:lnTo>
                  <a:lnTo>
                    <a:pt x="400113" y="464502"/>
                  </a:lnTo>
                  <a:lnTo>
                    <a:pt x="412597" y="480618"/>
                  </a:lnTo>
                  <a:lnTo>
                    <a:pt x="430009" y="491388"/>
                  </a:lnTo>
                  <a:lnTo>
                    <a:pt x="450850" y="495300"/>
                  </a:lnTo>
                  <a:lnTo>
                    <a:pt x="473087" y="490816"/>
                  </a:lnTo>
                  <a:lnTo>
                    <a:pt x="491248" y="478561"/>
                  </a:lnTo>
                  <a:lnTo>
                    <a:pt x="503504" y="460400"/>
                  </a:lnTo>
                  <a:lnTo>
                    <a:pt x="508000" y="438150"/>
                  </a:lnTo>
                  <a:close/>
                </a:path>
                <a:path w="508000" h="495300">
                  <a:moveTo>
                    <a:pt x="508000" y="57150"/>
                  </a:moveTo>
                  <a:lnTo>
                    <a:pt x="503504" y="34912"/>
                  </a:lnTo>
                  <a:lnTo>
                    <a:pt x="491248" y="16751"/>
                  </a:lnTo>
                  <a:lnTo>
                    <a:pt x="473087" y="4495"/>
                  </a:lnTo>
                  <a:lnTo>
                    <a:pt x="450850" y="0"/>
                  </a:lnTo>
                  <a:lnTo>
                    <a:pt x="429996" y="3924"/>
                  </a:lnTo>
                  <a:lnTo>
                    <a:pt x="412597" y="14693"/>
                  </a:lnTo>
                  <a:lnTo>
                    <a:pt x="400113" y="30810"/>
                  </a:lnTo>
                  <a:lnTo>
                    <a:pt x="394042" y="50800"/>
                  </a:lnTo>
                  <a:lnTo>
                    <a:pt x="12687" y="50800"/>
                  </a:lnTo>
                  <a:lnTo>
                    <a:pt x="12700" y="2844"/>
                  </a:lnTo>
                  <a:lnTo>
                    <a:pt x="9855" y="0"/>
                  </a:lnTo>
                  <a:lnTo>
                    <a:pt x="2832" y="0"/>
                  </a:lnTo>
                  <a:lnTo>
                    <a:pt x="0" y="2844"/>
                  </a:lnTo>
                  <a:lnTo>
                    <a:pt x="0" y="111467"/>
                  </a:lnTo>
                  <a:lnTo>
                    <a:pt x="2832" y="114300"/>
                  </a:lnTo>
                  <a:lnTo>
                    <a:pt x="9855" y="114300"/>
                  </a:lnTo>
                  <a:lnTo>
                    <a:pt x="12700" y="111467"/>
                  </a:lnTo>
                  <a:lnTo>
                    <a:pt x="12700" y="107950"/>
                  </a:lnTo>
                  <a:lnTo>
                    <a:pt x="12700" y="63500"/>
                  </a:lnTo>
                  <a:lnTo>
                    <a:pt x="394042" y="63512"/>
                  </a:lnTo>
                  <a:lnTo>
                    <a:pt x="400113" y="83502"/>
                  </a:lnTo>
                  <a:lnTo>
                    <a:pt x="412597" y="99618"/>
                  </a:lnTo>
                  <a:lnTo>
                    <a:pt x="430009" y="110388"/>
                  </a:lnTo>
                  <a:lnTo>
                    <a:pt x="450850" y="114300"/>
                  </a:lnTo>
                  <a:lnTo>
                    <a:pt x="473087" y="109816"/>
                  </a:lnTo>
                  <a:lnTo>
                    <a:pt x="491248" y="97561"/>
                  </a:lnTo>
                  <a:lnTo>
                    <a:pt x="503504" y="79400"/>
                  </a:lnTo>
                  <a:lnTo>
                    <a:pt x="508000" y="5715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22" name="object 122"/>
          <p:cNvSpPr txBox="1"/>
          <p:nvPr/>
        </p:nvSpPr>
        <p:spPr>
          <a:xfrm>
            <a:off x="3054350" y="3797300"/>
            <a:ext cx="418465" cy="128905"/>
          </a:xfrm>
          <a:prstGeom prst="rect">
            <a:avLst/>
          </a:prstGeom>
        </p:spPr>
        <p:txBody>
          <a:bodyPr vert="horz" wrap="square" lIns="0" tIns="6350" rIns="0" bIns="0" rtlCol="0">
            <a:spAutoFit/>
          </a:bodyPr>
          <a:lstStyle/>
          <a:p>
            <a:pPr marL="6350">
              <a:spcBef>
                <a:spcPts val="50"/>
              </a:spcBef>
            </a:pPr>
            <a:r>
              <a:rPr sz="800" spc="-10" dirty="0">
                <a:solidFill>
                  <a:srgbClr val="212121"/>
                </a:solidFill>
                <a:latin typeface="江城圆体 400W" panose="020B0800000000000000" pitchFamily="34" charset="-128"/>
                <a:ea typeface="江城圆体 400W" panose="020B0800000000000000" pitchFamily="34" charset="-128"/>
                <a:cs typeface="Microsoft JhengHei"/>
              </a:rPr>
              <a:t>写下你的</a:t>
            </a:r>
            <a:endParaRPr sz="800">
              <a:latin typeface="江城圆体 400W" panose="020B0800000000000000" pitchFamily="34" charset="-128"/>
              <a:ea typeface="江城圆体 400W" panose="020B0800000000000000" pitchFamily="34" charset="-128"/>
              <a:cs typeface="Microsoft JhengHei"/>
            </a:endParaRPr>
          </a:p>
        </p:txBody>
      </p:sp>
      <p:sp>
        <p:nvSpPr>
          <p:cNvPr id="123" name="object 123"/>
          <p:cNvSpPr txBox="1"/>
          <p:nvPr/>
        </p:nvSpPr>
        <p:spPr>
          <a:xfrm>
            <a:off x="3054350" y="3911600"/>
            <a:ext cx="722630" cy="128905"/>
          </a:xfrm>
          <a:prstGeom prst="rect">
            <a:avLst/>
          </a:prstGeom>
        </p:spPr>
        <p:txBody>
          <a:bodyPr vert="horz" wrap="square" lIns="0" tIns="6350" rIns="0" bIns="0" rtlCol="0">
            <a:spAutoFit/>
          </a:bodyPr>
          <a:lstStyle/>
          <a:p>
            <a:pPr marL="6350">
              <a:spcBef>
                <a:spcPts val="50"/>
              </a:spcBef>
            </a:pPr>
            <a:r>
              <a:rPr sz="800" spc="-10" dirty="0">
                <a:solidFill>
                  <a:srgbClr val="212121"/>
                </a:solidFill>
                <a:latin typeface="江城圆体 400W" panose="020B0800000000000000" pitchFamily="34" charset="-128"/>
                <a:ea typeface="江城圆体 400W" panose="020B0800000000000000" pitchFamily="34" charset="-128"/>
                <a:cs typeface="Microsoft JhengHei"/>
              </a:rPr>
              <a:t>个人使命宣言：</a:t>
            </a:r>
            <a:endParaRPr sz="800">
              <a:latin typeface="江城圆体 400W" panose="020B0800000000000000" pitchFamily="34" charset="-128"/>
              <a:ea typeface="江城圆体 400W" panose="020B0800000000000000" pitchFamily="34" charset="-128"/>
              <a:cs typeface="Microsoft JhengHei"/>
            </a:endParaRPr>
          </a:p>
        </p:txBody>
      </p:sp>
      <p:grpSp>
        <p:nvGrpSpPr>
          <p:cNvPr id="124" name="object 124"/>
          <p:cNvGrpSpPr/>
          <p:nvPr/>
        </p:nvGrpSpPr>
        <p:grpSpPr>
          <a:xfrm>
            <a:off x="739775" y="4816475"/>
            <a:ext cx="259398" cy="259080"/>
            <a:chOff x="1479550" y="9632950"/>
            <a:chExt cx="518795" cy="518159"/>
          </a:xfrm>
        </p:grpSpPr>
        <p:sp>
          <p:nvSpPr>
            <p:cNvPr id="125" name="object 125"/>
            <p:cNvSpPr/>
            <p:nvPr/>
          </p:nvSpPr>
          <p:spPr>
            <a:xfrm>
              <a:off x="1485900" y="9639300"/>
              <a:ext cx="506095" cy="505459"/>
            </a:xfrm>
            <a:custGeom>
              <a:avLst/>
              <a:gdLst/>
              <a:ahLst/>
              <a:cxnLst/>
              <a:rect l="l" t="t" r="r" b="b"/>
              <a:pathLst>
                <a:path w="506094" h="505459">
                  <a:moveTo>
                    <a:pt x="252529" y="0"/>
                  </a:moveTo>
                  <a:lnTo>
                    <a:pt x="207137" y="4068"/>
                  </a:lnTo>
                  <a:lnTo>
                    <a:pt x="164413" y="15798"/>
                  </a:lnTo>
                  <a:lnTo>
                    <a:pt x="125073" y="34477"/>
                  </a:lnTo>
                  <a:lnTo>
                    <a:pt x="89828" y="59391"/>
                  </a:lnTo>
                  <a:lnTo>
                    <a:pt x="59391" y="89828"/>
                  </a:lnTo>
                  <a:lnTo>
                    <a:pt x="34477" y="125073"/>
                  </a:lnTo>
                  <a:lnTo>
                    <a:pt x="15798" y="164413"/>
                  </a:lnTo>
                  <a:lnTo>
                    <a:pt x="4068" y="207137"/>
                  </a:lnTo>
                  <a:lnTo>
                    <a:pt x="0" y="252529"/>
                  </a:lnTo>
                  <a:lnTo>
                    <a:pt x="4068" y="297921"/>
                  </a:lnTo>
                  <a:lnTo>
                    <a:pt x="15798" y="340644"/>
                  </a:lnTo>
                  <a:lnTo>
                    <a:pt x="34477" y="379985"/>
                  </a:lnTo>
                  <a:lnTo>
                    <a:pt x="59391" y="415230"/>
                  </a:lnTo>
                  <a:lnTo>
                    <a:pt x="89828" y="445666"/>
                  </a:lnTo>
                  <a:lnTo>
                    <a:pt x="125073" y="470580"/>
                  </a:lnTo>
                  <a:lnTo>
                    <a:pt x="164413" y="489259"/>
                  </a:lnTo>
                  <a:lnTo>
                    <a:pt x="207137" y="500990"/>
                  </a:lnTo>
                  <a:lnTo>
                    <a:pt x="252529" y="505058"/>
                  </a:lnTo>
                  <a:lnTo>
                    <a:pt x="287809" y="502613"/>
                  </a:lnTo>
                  <a:lnTo>
                    <a:pt x="321592" y="495498"/>
                  </a:lnTo>
                  <a:lnTo>
                    <a:pt x="353550" y="484042"/>
                  </a:lnTo>
                  <a:lnTo>
                    <a:pt x="383353" y="468572"/>
                  </a:lnTo>
                  <a:lnTo>
                    <a:pt x="502896" y="468572"/>
                  </a:lnTo>
                  <a:lnTo>
                    <a:pt x="493532" y="437055"/>
                  </a:lnTo>
                  <a:lnTo>
                    <a:pt x="480073" y="394304"/>
                  </a:lnTo>
                  <a:lnTo>
                    <a:pt x="478115" y="366148"/>
                  </a:lnTo>
                  <a:lnTo>
                    <a:pt x="489596" y="339734"/>
                  </a:lnTo>
                  <a:lnTo>
                    <a:pt x="498050" y="311856"/>
                  </a:lnTo>
                  <a:lnTo>
                    <a:pt x="503272" y="282720"/>
                  </a:lnTo>
                  <a:lnTo>
                    <a:pt x="505058" y="252529"/>
                  </a:lnTo>
                  <a:lnTo>
                    <a:pt x="500990" y="207137"/>
                  </a:lnTo>
                  <a:lnTo>
                    <a:pt x="489259" y="164413"/>
                  </a:lnTo>
                  <a:lnTo>
                    <a:pt x="470580" y="125073"/>
                  </a:lnTo>
                  <a:lnTo>
                    <a:pt x="445666" y="89828"/>
                  </a:lnTo>
                  <a:lnTo>
                    <a:pt x="415230" y="59391"/>
                  </a:lnTo>
                  <a:lnTo>
                    <a:pt x="379985" y="34477"/>
                  </a:lnTo>
                  <a:lnTo>
                    <a:pt x="340644" y="15798"/>
                  </a:lnTo>
                  <a:lnTo>
                    <a:pt x="297921" y="4068"/>
                  </a:lnTo>
                  <a:lnTo>
                    <a:pt x="252529" y="0"/>
                  </a:lnTo>
                  <a:close/>
                </a:path>
                <a:path w="506094" h="505459">
                  <a:moveTo>
                    <a:pt x="502896" y="468572"/>
                  </a:moveTo>
                  <a:lnTo>
                    <a:pt x="383353" y="468572"/>
                  </a:lnTo>
                  <a:lnTo>
                    <a:pt x="408707" y="471509"/>
                  </a:lnTo>
                  <a:lnTo>
                    <a:pt x="445823" y="488716"/>
                  </a:lnTo>
                  <a:lnTo>
                    <a:pt x="482130" y="504974"/>
                  </a:lnTo>
                  <a:lnTo>
                    <a:pt x="505058" y="505058"/>
                  </a:lnTo>
                  <a:lnTo>
                    <a:pt x="506018" y="479079"/>
                  </a:lnTo>
                  <a:lnTo>
                    <a:pt x="502896" y="468572"/>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6" name="object 126"/>
            <p:cNvSpPr/>
            <p:nvPr/>
          </p:nvSpPr>
          <p:spPr>
            <a:xfrm>
              <a:off x="1485900" y="9639300"/>
              <a:ext cx="506095" cy="505459"/>
            </a:xfrm>
            <a:custGeom>
              <a:avLst/>
              <a:gdLst/>
              <a:ahLst/>
              <a:cxnLst/>
              <a:rect l="l" t="t" r="r" b="b"/>
              <a:pathLst>
                <a:path w="506094" h="505459">
                  <a:moveTo>
                    <a:pt x="252529" y="505058"/>
                  </a:moveTo>
                  <a:lnTo>
                    <a:pt x="287809" y="502613"/>
                  </a:lnTo>
                  <a:lnTo>
                    <a:pt x="321592" y="495498"/>
                  </a:lnTo>
                  <a:lnTo>
                    <a:pt x="353550" y="484042"/>
                  </a:lnTo>
                  <a:lnTo>
                    <a:pt x="383353" y="468572"/>
                  </a:lnTo>
                  <a:lnTo>
                    <a:pt x="408707" y="471508"/>
                  </a:lnTo>
                  <a:lnTo>
                    <a:pt x="445822" y="488716"/>
                  </a:lnTo>
                  <a:lnTo>
                    <a:pt x="482130" y="504973"/>
                  </a:lnTo>
                  <a:lnTo>
                    <a:pt x="505058" y="505058"/>
                  </a:lnTo>
                  <a:lnTo>
                    <a:pt x="506018" y="479079"/>
                  </a:lnTo>
                  <a:lnTo>
                    <a:pt x="493532" y="437055"/>
                  </a:lnTo>
                  <a:lnTo>
                    <a:pt x="480074" y="394304"/>
                  </a:lnTo>
                  <a:lnTo>
                    <a:pt x="478116" y="366147"/>
                  </a:lnTo>
                  <a:lnTo>
                    <a:pt x="489596" y="339734"/>
                  </a:lnTo>
                  <a:lnTo>
                    <a:pt x="498050" y="311856"/>
                  </a:lnTo>
                  <a:lnTo>
                    <a:pt x="503272" y="282720"/>
                  </a:lnTo>
                  <a:lnTo>
                    <a:pt x="505058" y="252529"/>
                  </a:lnTo>
                  <a:lnTo>
                    <a:pt x="500990" y="207136"/>
                  </a:lnTo>
                  <a:lnTo>
                    <a:pt x="489259" y="164413"/>
                  </a:lnTo>
                  <a:lnTo>
                    <a:pt x="470581" y="125072"/>
                  </a:lnTo>
                  <a:lnTo>
                    <a:pt x="445666" y="89827"/>
                  </a:lnTo>
                  <a:lnTo>
                    <a:pt x="415230" y="59391"/>
                  </a:lnTo>
                  <a:lnTo>
                    <a:pt x="379985" y="34477"/>
                  </a:lnTo>
                  <a:lnTo>
                    <a:pt x="340645" y="15798"/>
                  </a:lnTo>
                  <a:lnTo>
                    <a:pt x="297921" y="4068"/>
                  </a:lnTo>
                  <a:lnTo>
                    <a:pt x="252529" y="0"/>
                  </a:lnTo>
                  <a:lnTo>
                    <a:pt x="207136" y="4068"/>
                  </a:lnTo>
                  <a:lnTo>
                    <a:pt x="164413" y="15798"/>
                  </a:lnTo>
                  <a:lnTo>
                    <a:pt x="125072" y="34477"/>
                  </a:lnTo>
                  <a:lnTo>
                    <a:pt x="89827" y="59391"/>
                  </a:lnTo>
                  <a:lnTo>
                    <a:pt x="59391" y="89827"/>
                  </a:lnTo>
                  <a:lnTo>
                    <a:pt x="34477" y="125072"/>
                  </a:lnTo>
                  <a:lnTo>
                    <a:pt x="15798" y="164413"/>
                  </a:lnTo>
                  <a:lnTo>
                    <a:pt x="4068" y="207136"/>
                  </a:lnTo>
                  <a:lnTo>
                    <a:pt x="0" y="252529"/>
                  </a:lnTo>
                  <a:lnTo>
                    <a:pt x="4068" y="297921"/>
                  </a:lnTo>
                  <a:lnTo>
                    <a:pt x="15798" y="340645"/>
                  </a:lnTo>
                  <a:lnTo>
                    <a:pt x="34477" y="379985"/>
                  </a:lnTo>
                  <a:lnTo>
                    <a:pt x="59391" y="415230"/>
                  </a:lnTo>
                  <a:lnTo>
                    <a:pt x="89827" y="445666"/>
                  </a:lnTo>
                  <a:lnTo>
                    <a:pt x="125072" y="470581"/>
                  </a:lnTo>
                  <a:lnTo>
                    <a:pt x="164413" y="489259"/>
                  </a:lnTo>
                  <a:lnTo>
                    <a:pt x="207136" y="500990"/>
                  </a:lnTo>
                  <a:lnTo>
                    <a:pt x="252529" y="505058"/>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27" name="object 127"/>
          <p:cNvSpPr txBox="1"/>
          <p:nvPr/>
        </p:nvSpPr>
        <p:spPr>
          <a:xfrm>
            <a:off x="790667" y="4867994"/>
            <a:ext cx="303218"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04</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28" name="object 128"/>
          <p:cNvSpPr txBox="1"/>
          <p:nvPr/>
        </p:nvSpPr>
        <p:spPr>
          <a:xfrm>
            <a:off x="1028931" y="4445000"/>
            <a:ext cx="1083628" cy="248285"/>
          </a:xfrm>
          <a:prstGeom prst="rect">
            <a:avLst/>
          </a:prstGeom>
        </p:spPr>
        <p:txBody>
          <a:bodyPr vert="horz" wrap="square" lIns="0" tIns="6350" rIns="0" bIns="0" rtlCol="0">
            <a:spAutoFit/>
          </a:bodyPr>
          <a:lstStyle/>
          <a:p>
            <a:pPr marL="260350" marR="95885" indent="-254000">
              <a:lnSpc>
                <a:spcPct val="158000"/>
              </a:lnSpc>
              <a:spcBef>
                <a:spcPts val="50"/>
              </a:spcBef>
              <a:tabLst>
                <a:tab pos="539115" algn="l"/>
                <a:tab pos="729615" algn="l"/>
              </a:tabLst>
            </a:pPr>
            <a:r>
              <a:rPr sz="750" spc="-8" baseline="-60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自我意</a:t>
            </a:r>
            <a:r>
              <a:rPr sz="750" spc="-38" baseline="-60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识</a:t>
            </a:r>
            <a:r>
              <a:rPr sz="750" baseline="-60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			</a:t>
            </a:r>
            <a:r>
              <a:rPr sz="500" spc="-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独立意</a:t>
            </a:r>
            <a:r>
              <a:rPr sz="500" spc="-2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志</a:t>
            </a:r>
            <a:r>
              <a:rPr sz="500" spc="-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想象</a:t>
            </a:r>
            <a:r>
              <a:rPr sz="500" spc="-2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力</a:t>
            </a:r>
            <a:r>
              <a:rPr sz="5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	</a:t>
            </a:r>
            <a:r>
              <a:rPr sz="500" spc="-5" dirty="0" err="1">
                <a:solidFill>
                  <a:srgbClr val="212121"/>
                </a:solidFill>
                <a:latin typeface="江城圆体 400W" panose="020B0800000000000000" pitchFamily="34" charset="-128"/>
                <a:ea typeface="江城圆体 400W" panose="020B0800000000000000" pitchFamily="34" charset="-128"/>
                <a:cs typeface="PMingLiU" panose="02020500000000000000" charset="-120"/>
              </a:rPr>
              <a:t>良</a:t>
            </a:r>
            <a:r>
              <a:rPr sz="500" spc="-25" dirty="0" err="1">
                <a:solidFill>
                  <a:srgbClr val="212121"/>
                </a:solidFill>
                <a:latin typeface="江城圆体 400W" panose="020B0800000000000000" pitchFamily="34" charset="-128"/>
                <a:ea typeface="江城圆体 400W" panose="020B0800000000000000" pitchFamily="34" charset="-128"/>
                <a:cs typeface="PMingLiU" panose="02020500000000000000" charset="-120"/>
              </a:rPr>
              <a:t>知</a:t>
            </a:r>
            <a:endParaRPr sz="5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29" name="object 129"/>
          <p:cNvSpPr txBox="1"/>
          <p:nvPr/>
        </p:nvSpPr>
        <p:spPr>
          <a:xfrm>
            <a:off x="676367" y="5080000"/>
            <a:ext cx="114300"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江城圆体 400W" panose="020B0800000000000000" pitchFamily="34" charset="-128"/>
                <a:ea typeface="江城圆体 400W" panose="020B0800000000000000" pitchFamily="34" charset="-128"/>
                <a:cs typeface="Microsoft JhengHei"/>
              </a:rPr>
              <a:t>高</a:t>
            </a:r>
            <a:endParaRPr sz="800">
              <a:latin typeface="江城圆体 400W" panose="020B0800000000000000" pitchFamily="34" charset="-128"/>
              <a:ea typeface="江城圆体 400W" panose="020B0800000000000000" pitchFamily="34" charset="-128"/>
              <a:cs typeface="Microsoft JhengHei"/>
            </a:endParaRPr>
          </a:p>
        </p:txBody>
      </p:sp>
      <p:sp>
        <p:nvSpPr>
          <p:cNvPr id="130" name="object 130"/>
          <p:cNvSpPr txBox="1"/>
          <p:nvPr/>
        </p:nvSpPr>
        <p:spPr>
          <a:xfrm>
            <a:off x="676367" y="6452870"/>
            <a:ext cx="190500" cy="364490"/>
          </a:xfrm>
          <a:prstGeom prst="rect">
            <a:avLst/>
          </a:prstGeom>
        </p:spPr>
        <p:txBody>
          <a:bodyPr vert="horz" wrap="square" lIns="0" tIns="62230" rIns="0" bIns="0" rtlCol="0">
            <a:spAutoFit/>
          </a:bodyPr>
          <a:lstStyle/>
          <a:p>
            <a:pPr marL="6350">
              <a:spcBef>
                <a:spcPts val="490"/>
              </a:spcBef>
            </a:pPr>
            <a:r>
              <a:rPr sz="800" dirty="0">
                <a:solidFill>
                  <a:srgbClr val="212121"/>
                </a:solidFill>
                <a:latin typeface="江城圆体 400W" panose="020B0800000000000000" pitchFamily="34" charset="-128"/>
                <a:ea typeface="江城圆体 400W" panose="020B0800000000000000" pitchFamily="34" charset="-128"/>
                <a:cs typeface="Microsoft JhengHei"/>
              </a:rPr>
              <a:t>低</a:t>
            </a:r>
            <a:endParaRPr sz="800">
              <a:latin typeface="江城圆体 400W" panose="020B0800000000000000" pitchFamily="34" charset="-128"/>
              <a:ea typeface="江城圆体 400W" panose="020B0800000000000000" pitchFamily="34" charset="-128"/>
              <a:cs typeface="Microsoft JhengHei"/>
            </a:endParaRPr>
          </a:p>
          <a:p>
            <a:pPr marL="82550">
              <a:spcBef>
                <a:spcPts val="440"/>
              </a:spcBef>
            </a:pPr>
            <a:r>
              <a:rPr sz="800" dirty="0">
                <a:solidFill>
                  <a:srgbClr val="212121"/>
                </a:solidFill>
                <a:latin typeface="江城圆体 400W" panose="020B0800000000000000" pitchFamily="34" charset="-128"/>
                <a:ea typeface="江城圆体 400W" panose="020B0800000000000000" pitchFamily="34" charset="-128"/>
                <a:cs typeface="Microsoft JhengHei"/>
              </a:rPr>
              <a:t>低</a:t>
            </a:r>
            <a:endParaRPr sz="800">
              <a:latin typeface="江城圆体 400W" panose="020B0800000000000000" pitchFamily="34" charset="-128"/>
              <a:ea typeface="江城圆体 400W" panose="020B0800000000000000" pitchFamily="34" charset="-128"/>
              <a:cs typeface="Microsoft JhengHei"/>
            </a:endParaRPr>
          </a:p>
        </p:txBody>
      </p:sp>
      <p:sp>
        <p:nvSpPr>
          <p:cNvPr id="131" name="object 131"/>
          <p:cNvSpPr txBox="1"/>
          <p:nvPr/>
        </p:nvSpPr>
        <p:spPr>
          <a:xfrm>
            <a:off x="2257517" y="6686550"/>
            <a:ext cx="114300"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江城圆体 400W" panose="020B0800000000000000" pitchFamily="34" charset="-128"/>
                <a:ea typeface="江城圆体 400W" panose="020B0800000000000000" pitchFamily="34" charset="-128"/>
                <a:cs typeface="Microsoft JhengHei"/>
              </a:rPr>
              <a:t>高</a:t>
            </a:r>
            <a:endParaRPr sz="800" dirty="0">
              <a:latin typeface="江城圆体 400W" panose="020B0800000000000000" pitchFamily="34" charset="-128"/>
              <a:ea typeface="江城圆体 400W" panose="020B0800000000000000" pitchFamily="34" charset="-128"/>
              <a:cs typeface="Microsoft JhengHei"/>
            </a:endParaRPr>
          </a:p>
        </p:txBody>
      </p:sp>
      <p:sp>
        <p:nvSpPr>
          <p:cNvPr id="132" name="object 132"/>
          <p:cNvSpPr txBox="1"/>
          <p:nvPr/>
        </p:nvSpPr>
        <p:spPr>
          <a:xfrm>
            <a:off x="679542" y="5588000"/>
            <a:ext cx="114300" cy="436880"/>
          </a:xfrm>
          <a:prstGeom prst="rect">
            <a:avLst/>
          </a:prstGeom>
        </p:spPr>
        <p:txBody>
          <a:bodyPr vert="horz" wrap="square" lIns="0" tIns="26670" rIns="0" bIns="0" rtlCol="0">
            <a:spAutoFit/>
          </a:bodyPr>
          <a:lstStyle/>
          <a:p>
            <a:pPr marL="6350" marR="2540" algn="just">
              <a:lnSpc>
                <a:spcPts val="800"/>
              </a:lnSpc>
              <a:spcBef>
                <a:spcPts val="210"/>
              </a:spcBef>
            </a:pPr>
            <a:r>
              <a:rPr sz="800" dirty="0">
                <a:solidFill>
                  <a:srgbClr val="212121"/>
                </a:solidFill>
                <a:latin typeface="江城圆体 400W" panose="020B0800000000000000" pitchFamily="34" charset="-128"/>
                <a:ea typeface="江城圆体 400W" panose="020B0800000000000000" pitchFamily="34" charset="-128"/>
                <a:cs typeface="Microsoft JhengHei"/>
              </a:rPr>
              <a:t>善解人意</a:t>
            </a:r>
            <a:endParaRPr sz="800">
              <a:latin typeface="江城圆体 400W" panose="020B0800000000000000" pitchFamily="34" charset="-128"/>
              <a:ea typeface="江城圆体 400W" panose="020B0800000000000000" pitchFamily="34" charset="-128"/>
              <a:cs typeface="Microsoft JhengHei"/>
            </a:endParaRPr>
          </a:p>
        </p:txBody>
      </p:sp>
      <p:grpSp>
        <p:nvGrpSpPr>
          <p:cNvPr id="133" name="object 133"/>
          <p:cNvGrpSpPr/>
          <p:nvPr/>
        </p:nvGrpSpPr>
        <p:grpSpPr>
          <a:xfrm>
            <a:off x="654961" y="5095875"/>
            <a:ext cx="1839913" cy="1711325"/>
            <a:chOff x="1309922" y="10191750"/>
            <a:chExt cx="3679825" cy="3422650"/>
          </a:xfrm>
        </p:grpSpPr>
        <p:sp>
          <p:nvSpPr>
            <p:cNvPr id="134" name="object 134"/>
            <p:cNvSpPr/>
            <p:nvPr/>
          </p:nvSpPr>
          <p:spPr>
            <a:xfrm>
              <a:off x="1309916" y="10191749"/>
              <a:ext cx="3679825" cy="3422650"/>
            </a:xfrm>
            <a:custGeom>
              <a:avLst/>
              <a:gdLst/>
              <a:ahLst/>
              <a:cxnLst/>
              <a:rect l="l" t="t" r="r" b="b"/>
              <a:pathLst>
                <a:path w="3679825" h="3422650">
                  <a:moveTo>
                    <a:pt x="3679355" y="3124200"/>
                  </a:moveTo>
                  <a:lnTo>
                    <a:pt x="3676929" y="3114840"/>
                  </a:lnTo>
                  <a:lnTo>
                    <a:pt x="3669639" y="3107601"/>
                  </a:lnTo>
                  <a:lnTo>
                    <a:pt x="3466439" y="2993301"/>
                  </a:lnTo>
                  <a:lnTo>
                    <a:pt x="3459251" y="2990977"/>
                  </a:lnTo>
                  <a:lnTo>
                    <a:pt x="3451974" y="2991561"/>
                  </a:lnTo>
                  <a:lnTo>
                    <a:pt x="3445446" y="2994837"/>
                  </a:lnTo>
                  <a:lnTo>
                    <a:pt x="3440506" y="3000565"/>
                  </a:lnTo>
                  <a:lnTo>
                    <a:pt x="3439680" y="3002203"/>
                  </a:lnTo>
                  <a:lnTo>
                    <a:pt x="3438067" y="3009061"/>
                  </a:lnTo>
                  <a:lnTo>
                    <a:pt x="3439007" y="3015869"/>
                  </a:lnTo>
                  <a:lnTo>
                    <a:pt x="3442309" y="3021914"/>
                  </a:lnTo>
                  <a:lnTo>
                    <a:pt x="3447770" y="3026511"/>
                  </a:lnTo>
                  <a:lnTo>
                    <a:pt x="3587585" y="3105150"/>
                  </a:lnTo>
                  <a:lnTo>
                    <a:pt x="480783" y="3105150"/>
                  </a:lnTo>
                  <a:lnTo>
                    <a:pt x="480783" y="91782"/>
                  </a:lnTo>
                  <a:lnTo>
                    <a:pt x="559422" y="231597"/>
                  </a:lnTo>
                  <a:lnTo>
                    <a:pt x="564362" y="237324"/>
                  </a:lnTo>
                  <a:lnTo>
                    <a:pt x="594956" y="220116"/>
                  </a:lnTo>
                  <a:lnTo>
                    <a:pt x="592632" y="212915"/>
                  </a:lnTo>
                  <a:lnTo>
                    <a:pt x="478332" y="9715"/>
                  </a:lnTo>
                  <a:lnTo>
                    <a:pt x="471093" y="2438"/>
                  </a:lnTo>
                  <a:lnTo>
                    <a:pt x="461733" y="0"/>
                  </a:lnTo>
                  <a:lnTo>
                    <a:pt x="452361" y="2438"/>
                  </a:lnTo>
                  <a:lnTo>
                    <a:pt x="445122" y="9715"/>
                  </a:lnTo>
                  <a:lnTo>
                    <a:pt x="330822" y="212915"/>
                  </a:lnTo>
                  <a:lnTo>
                    <a:pt x="328498" y="220116"/>
                  </a:lnTo>
                  <a:lnTo>
                    <a:pt x="329082" y="227393"/>
                  </a:lnTo>
                  <a:lnTo>
                    <a:pt x="332359" y="233921"/>
                  </a:lnTo>
                  <a:lnTo>
                    <a:pt x="338086" y="238861"/>
                  </a:lnTo>
                  <a:lnTo>
                    <a:pt x="339725" y="239687"/>
                  </a:lnTo>
                  <a:lnTo>
                    <a:pt x="346583" y="241287"/>
                  </a:lnTo>
                  <a:lnTo>
                    <a:pt x="353390" y="240347"/>
                  </a:lnTo>
                  <a:lnTo>
                    <a:pt x="359435" y="237058"/>
                  </a:lnTo>
                  <a:lnTo>
                    <a:pt x="364032" y="231597"/>
                  </a:lnTo>
                  <a:lnTo>
                    <a:pt x="442683" y="91782"/>
                  </a:lnTo>
                  <a:lnTo>
                    <a:pt x="442683" y="3105150"/>
                  </a:lnTo>
                  <a:lnTo>
                    <a:pt x="19050" y="3105150"/>
                  </a:lnTo>
                  <a:lnTo>
                    <a:pt x="11633" y="3106648"/>
                  </a:lnTo>
                  <a:lnTo>
                    <a:pt x="5575" y="3110738"/>
                  </a:lnTo>
                  <a:lnTo>
                    <a:pt x="1498" y="3116796"/>
                  </a:lnTo>
                  <a:lnTo>
                    <a:pt x="0" y="3124200"/>
                  </a:lnTo>
                  <a:lnTo>
                    <a:pt x="1498" y="3131616"/>
                  </a:lnTo>
                  <a:lnTo>
                    <a:pt x="5575" y="3137674"/>
                  </a:lnTo>
                  <a:lnTo>
                    <a:pt x="11633" y="3141764"/>
                  </a:lnTo>
                  <a:lnTo>
                    <a:pt x="19050" y="3143250"/>
                  </a:lnTo>
                  <a:lnTo>
                    <a:pt x="442683" y="3143250"/>
                  </a:lnTo>
                  <a:lnTo>
                    <a:pt x="442683" y="3403600"/>
                  </a:lnTo>
                  <a:lnTo>
                    <a:pt x="444169" y="3411016"/>
                  </a:lnTo>
                  <a:lnTo>
                    <a:pt x="448259" y="3417074"/>
                  </a:lnTo>
                  <a:lnTo>
                    <a:pt x="454317" y="3421164"/>
                  </a:lnTo>
                  <a:lnTo>
                    <a:pt x="461733" y="3422650"/>
                  </a:lnTo>
                  <a:lnTo>
                    <a:pt x="469138" y="3421164"/>
                  </a:lnTo>
                  <a:lnTo>
                    <a:pt x="475195" y="3417074"/>
                  </a:lnTo>
                  <a:lnTo>
                    <a:pt x="479285" y="3411016"/>
                  </a:lnTo>
                  <a:lnTo>
                    <a:pt x="480783" y="3403600"/>
                  </a:lnTo>
                  <a:lnTo>
                    <a:pt x="480783" y="3143250"/>
                  </a:lnTo>
                  <a:lnTo>
                    <a:pt x="3587585" y="3143250"/>
                  </a:lnTo>
                  <a:lnTo>
                    <a:pt x="3447770" y="3221901"/>
                  </a:lnTo>
                  <a:lnTo>
                    <a:pt x="3442043" y="3226841"/>
                  </a:lnTo>
                  <a:lnTo>
                    <a:pt x="3438766" y="3233369"/>
                  </a:lnTo>
                  <a:lnTo>
                    <a:pt x="3438169" y="3240646"/>
                  </a:lnTo>
                  <a:lnTo>
                    <a:pt x="3440506" y="3247847"/>
                  </a:lnTo>
                  <a:lnTo>
                    <a:pt x="3445446" y="3253575"/>
                  </a:lnTo>
                  <a:lnTo>
                    <a:pt x="3451974" y="3256851"/>
                  </a:lnTo>
                  <a:lnTo>
                    <a:pt x="3459251" y="3257435"/>
                  </a:lnTo>
                  <a:lnTo>
                    <a:pt x="3466439" y="3255111"/>
                  </a:lnTo>
                  <a:lnTo>
                    <a:pt x="3669639" y="3140811"/>
                  </a:lnTo>
                  <a:lnTo>
                    <a:pt x="3676929" y="3133572"/>
                  </a:lnTo>
                  <a:lnTo>
                    <a:pt x="3679355" y="312420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5" name="object 135"/>
            <p:cNvSpPr/>
            <p:nvPr/>
          </p:nvSpPr>
          <p:spPr>
            <a:xfrm>
              <a:off x="1981200" y="10579100"/>
              <a:ext cx="2590800" cy="2590800"/>
            </a:xfrm>
            <a:custGeom>
              <a:avLst/>
              <a:gdLst/>
              <a:ahLst/>
              <a:cxnLst/>
              <a:rect l="l" t="t" r="r" b="b"/>
              <a:pathLst>
                <a:path w="2590800" h="2590800">
                  <a:moveTo>
                    <a:pt x="0" y="0"/>
                  </a:moveTo>
                  <a:lnTo>
                    <a:pt x="2590800" y="0"/>
                  </a:lnTo>
                  <a:lnTo>
                    <a:pt x="2590800" y="2590800"/>
                  </a:lnTo>
                  <a:lnTo>
                    <a:pt x="0" y="2590800"/>
                  </a:lnTo>
                  <a:lnTo>
                    <a:pt x="0" y="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6" name="object 136"/>
            <p:cNvSpPr/>
            <p:nvPr/>
          </p:nvSpPr>
          <p:spPr>
            <a:xfrm>
              <a:off x="1989347" y="11871325"/>
              <a:ext cx="2583180" cy="9525"/>
            </a:xfrm>
            <a:custGeom>
              <a:avLst/>
              <a:gdLst/>
              <a:ahLst/>
              <a:cxnLst/>
              <a:rect l="l" t="t" r="r" b="b"/>
              <a:pathLst>
                <a:path w="2583179" h="9525">
                  <a:moveTo>
                    <a:pt x="0" y="0"/>
                  </a:moveTo>
                  <a:lnTo>
                    <a:pt x="2582652" y="9525"/>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7" name="object 137"/>
            <p:cNvSpPr/>
            <p:nvPr/>
          </p:nvSpPr>
          <p:spPr>
            <a:xfrm>
              <a:off x="3277973" y="10570891"/>
              <a:ext cx="24765" cy="2596515"/>
            </a:xfrm>
            <a:custGeom>
              <a:avLst/>
              <a:gdLst/>
              <a:ahLst/>
              <a:cxnLst/>
              <a:rect l="l" t="t" r="r" b="b"/>
              <a:pathLst>
                <a:path w="24764" h="2596515">
                  <a:moveTo>
                    <a:pt x="24466" y="0"/>
                  </a:moveTo>
                  <a:lnTo>
                    <a:pt x="0" y="2596333"/>
                  </a:lnTo>
                </a:path>
              </a:pathLst>
            </a:custGeom>
            <a:ln w="25399">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8" name="object 138"/>
            <p:cNvSpPr/>
            <p:nvPr/>
          </p:nvSpPr>
          <p:spPr>
            <a:xfrm>
              <a:off x="2044700" y="10820400"/>
              <a:ext cx="571500" cy="571500"/>
            </a:xfrm>
            <a:custGeom>
              <a:avLst/>
              <a:gdLst/>
              <a:ahLst/>
              <a:cxnLst/>
              <a:rect l="l" t="t" r="r" b="b"/>
              <a:pathLst>
                <a:path w="571500" h="571500">
                  <a:moveTo>
                    <a:pt x="285750" y="0"/>
                  </a:moveTo>
                  <a:lnTo>
                    <a:pt x="239399" y="3739"/>
                  </a:lnTo>
                  <a:lnTo>
                    <a:pt x="195430" y="14567"/>
                  </a:lnTo>
                  <a:lnTo>
                    <a:pt x="154431" y="31894"/>
                  </a:lnTo>
                  <a:lnTo>
                    <a:pt x="116989" y="55133"/>
                  </a:lnTo>
                  <a:lnTo>
                    <a:pt x="83694" y="83694"/>
                  </a:lnTo>
                  <a:lnTo>
                    <a:pt x="55133" y="116989"/>
                  </a:lnTo>
                  <a:lnTo>
                    <a:pt x="31894" y="154431"/>
                  </a:lnTo>
                  <a:lnTo>
                    <a:pt x="14567" y="195430"/>
                  </a:lnTo>
                  <a:lnTo>
                    <a:pt x="3739" y="239399"/>
                  </a:lnTo>
                  <a:lnTo>
                    <a:pt x="0" y="285750"/>
                  </a:lnTo>
                  <a:lnTo>
                    <a:pt x="3739" y="332100"/>
                  </a:lnTo>
                  <a:lnTo>
                    <a:pt x="14567" y="376069"/>
                  </a:lnTo>
                  <a:lnTo>
                    <a:pt x="31894" y="417068"/>
                  </a:lnTo>
                  <a:lnTo>
                    <a:pt x="55133" y="454510"/>
                  </a:lnTo>
                  <a:lnTo>
                    <a:pt x="83694" y="487805"/>
                  </a:lnTo>
                  <a:lnTo>
                    <a:pt x="116989" y="516366"/>
                  </a:lnTo>
                  <a:lnTo>
                    <a:pt x="154431" y="539605"/>
                  </a:lnTo>
                  <a:lnTo>
                    <a:pt x="195430" y="556932"/>
                  </a:lnTo>
                  <a:lnTo>
                    <a:pt x="239399" y="567760"/>
                  </a:lnTo>
                  <a:lnTo>
                    <a:pt x="285750" y="571500"/>
                  </a:lnTo>
                  <a:lnTo>
                    <a:pt x="332100" y="567760"/>
                  </a:lnTo>
                  <a:lnTo>
                    <a:pt x="376069" y="556932"/>
                  </a:lnTo>
                  <a:lnTo>
                    <a:pt x="417068" y="539605"/>
                  </a:lnTo>
                  <a:lnTo>
                    <a:pt x="454510" y="516366"/>
                  </a:lnTo>
                  <a:lnTo>
                    <a:pt x="487805" y="487805"/>
                  </a:lnTo>
                  <a:lnTo>
                    <a:pt x="516366" y="454510"/>
                  </a:lnTo>
                  <a:lnTo>
                    <a:pt x="539605" y="417068"/>
                  </a:lnTo>
                  <a:lnTo>
                    <a:pt x="556932" y="376069"/>
                  </a:lnTo>
                  <a:lnTo>
                    <a:pt x="567760" y="332100"/>
                  </a:lnTo>
                  <a:lnTo>
                    <a:pt x="571500" y="285750"/>
                  </a:lnTo>
                  <a:lnTo>
                    <a:pt x="567760" y="239399"/>
                  </a:lnTo>
                  <a:lnTo>
                    <a:pt x="556932" y="195430"/>
                  </a:lnTo>
                  <a:lnTo>
                    <a:pt x="539605" y="154431"/>
                  </a:lnTo>
                  <a:lnTo>
                    <a:pt x="516366" y="116989"/>
                  </a:lnTo>
                  <a:lnTo>
                    <a:pt x="487805" y="83694"/>
                  </a:lnTo>
                  <a:lnTo>
                    <a:pt x="454510" y="55133"/>
                  </a:lnTo>
                  <a:lnTo>
                    <a:pt x="417068" y="31894"/>
                  </a:lnTo>
                  <a:lnTo>
                    <a:pt x="376069" y="14567"/>
                  </a:lnTo>
                  <a:lnTo>
                    <a:pt x="332100" y="3739"/>
                  </a:lnTo>
                  <a:lnTo>
                    <a:pt x="28575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9" name="object 139"/>
            <p:cNvSpPr/>
            <p:nvPr/>
          </p:nvSpPr>
          <p:spPr>
            <a:xfrm>
              <a:off x="2044700" y="10820400"/>
              <a:ext cx="571500" cy="571500"/>
            </a:xfrm>
            <a:custGeom>
              <a:avLst/>
              <a:gdLst/>
              <a:ahLst/>
              <a:cxnLst/>
              <a:rect l="l" t="t" r="r" b="b"/>
              <a:pathLst>
                <a:path w="571500" h="571500">
                  <a:moveTo>
                    <a:pt x="285750" y="571500"/>
                  </a:moveTo>
                  <a:lnTo>
                    <a:pt x="332100" y="567760"/>
                  </a:lnTo>
                  <a:lnTo>
                    <a:pt x="376069" y="556932"/>
                  </a:lnTo>
                  <a:lnTo>
                    <a:pt x="417068" y="539605"/>
                  </a:lnTo>
                  <a:lnTo>
                    <a:pt x="454510" y="516366"/>
                  </a:lnTo>
                  <a:lnTo>
                    <a:pt x="487805" y="487805"/>
                  </a:lnTo>
                  <a:lnTo>
                    <a:pt x="516366" y="454510"/>
                  </a:lnTo>
                  <a:lnTo>
                    <a:pt x="539605" y="417068"/>
                  </a:lnTo>
                  <a:lnTo>
                    <a:pt x="556932" y="376069"/>
                  </a:lnTo>
                  <a:lnTo>
                    <a:pt x="567760" y="332100"/>
                  </a:lnTo>
                  <a:lnTo>
                    <a:pt x="571500" y="285750"/>
                  </a:lnTo>
                  <a:lnTo>
                    <a:pt x="567760" y="239399"/>
                  </a:lnTo>
                  <a:lnTo>
                    <a:pt x="556932" y="195430"/>
                  </a:lnTo>
                  <a:lnTo>
                    <a:pt x="539605" y="154431"/>
                  </a:lnTo>
                  <a:lnTo>
                    <a:pt x="516366" y="116989"/>
                  </a:lnTo>
                  <a:lnTo>
                    <a:pt x="487805" y="83694"/>
                  </a:lnTo>
                  <a:lnTo>
                    <a:pt x="454510" y="55133"/>
                  </a:lnTo>
                  <a:lnTo>
                    <a:pt x="417068" y="31894"/>
                  </a:lnTo>
                  <a:lnTo>
                    <a:pt x="376069" y="14567"/>
                  </a:lnTo>
                  <a:lnTo>
                    <a:pt x="332100" y="3739"/>
                  </a:lnTo>
                  <a:lnTo>
                    <a:pt x="285750" y="0"/>
                  </a:lnTo>
                  <a:lnTo>
                    <a:pt x="239399" y="3739"/>
                  </a:lnTo>
                  <a:lnTo>
                    <a:pt x="195430" y="14567"/>
                  </a:lnTo>
                  <a:lnTo>
                    <a:pt x="154431" y="31894"/>
                  </a:lnTo>
                  <a:lnTo>
                    <a:pt x="116989" y="55133"/>
                  </a:lnTo>
                  <a:lnTo>
                    <a:pt x="83694" y="83694"/>
                  </a:lnTo>
                  <a:lnTo>
                    <a:pt x="55133" y="116989"/>
                  </a:lnTo>
                  <a:lnTo>
                    <a:pt x="31894" y="154431"/>
                  </a:lnTo>
                  <a:lnTo>
                    <a:pt x="14567" y="195430"/>
                  </a:lnTo>
                  <a:lnTo>
                    <a:pt x="3739" y="239399"/>
                  </a:lnTo>
                  <a:lnTo>
                    <a:pt x="0" y="285750"/>
                  </a:lnTo>
                  <a:lnTo>
                    <a:pt x="3739" y="332100"/>
                  </a:lnTo>
                  <a:lnTo>
                    <a:pt x="14567" y="376069"/>
                  </a:lnTo>
                  <a:lnTo>
                    <a:pt x="31894" y="417068"/>
                  </a:lnTo>
                  <a:lnTo>
                    <a:pt x="55133" y="454510"/>
                  </a:lnTo>
                  <a:lnTo>
                    <a:pt x="83694" y="487805"/>
                  </a:lnTo>
                  <a:lnTo>
                    <a:pt x="116989" y="516366"/>
                  </a:lnTo>
                  <a:lnTo>
                    <a:pt x="154431" y="539605"/>
                  </a:lnTo>
                  <a:lnTo>
                    <a:pt x="195430" y="556932"/>
                  </a:lnTo>
                  <a:lnTo>
                    <a:pt x="239399" y="567760"/>
                  </a:lnTo>
                  <a:lnTo>
                    <a:pt x="285750" y="571500"/>
                  </a:lnTo>
                  <a:close/>
                </a:path>
              </a:pathLst>
            </a:custGeom>
            <a:ln w="254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140" name="object 140"/>
            <p:cNvPicPr/>
            <p:nvPr/>
          </p:nvPicPr>
          <p:blipFill>
            <a:blip r:embed="rId18" cstate="print"/>
            <a:stretch>
              <a:fillRect/>
            </a:stretch>
          </p:blipFill>
          <p:spPr>
            <a:xfrm>
              <a:off x="3149600" y="10820400"/>
              <a:ext cx="88900" cy="533400"/>
            </a:xfrm>
            <a:prstGeom prst="rect">
              <a:avLst/>
            </a:prstGeom>
          </p:spPr>
        </p:pic>
        <p:pic>
          <p:nvPicPr>
            <p:cNvPr id="141" name="object 141"/>
            <p:cNvPicPr/>
            <p:nvPr/>
          </p:nvPicPr>
          <p:blipFill>
            <a:blip r:embed="rId19" cstate="print"/>
            <a:stretch>
              <a:fillRect/>
            </a:stretch>
          </p:blipFill>
          <p:spPr>
            <a:xfrm>
              <a:off x="3060700" y="10820400"/>
              <a:ext cx="88900" cy="571500"/>
            </a:xfrm>
            <a:prstGeom prst="rect">
              <a:avLst/>
            </a:prstGeom>
          </p:spPr>
        </p:pic>
        <p:pic>
          <p:nvPicPr>
            <p:cNvPr id="142" name="object 142"/>
            <p:cNvPicPr/>
            <p:nvPr/>
          </p:nvPicPr>
          <p:blipFill>
            <a:blip r:embed="rId20" cstate="print"/>
            <a:stretch>
              <a:fillRect/>
            </a:stretch>
          </p:blipFill>
          <p:spPr>
            <a:xfrm>
              <a:off x="2971800" y="10820400"/>
              <a:ext cx="88900" cy="571500"/>
            </a:xfrm>
            <a:prstGeom prst="rect">
              <a:avLst/>
            </a:prstGeom>
          </p:spPr>
        </p:pic>
        <p:pic>
          <p:nvPicPr>
            <p:cNvPr id="143" name="object 143"/>
            <p:cNvPicPr/>
            <p:nvPr/>
          </p:nvPicPr>
          <p:blipFill>
            <a:blip r:embed="rId21" cstate="print"/>
            <a:stretch>
              <a:fillRect/>
            </a:stretch>
          </p:blipFill>
          <p:spPr>
            <a:xfrm>
              <a:off x="2882900" y="10820400"/>
              <a:ext cx="88900" cy="571500"/>
            </a:xfrm>
            <a:prstGeom prst="rect">
              <a:avLst/>
            </a:prstGeom>
          </p:spPr>
        </p:pic>
        <p:pic>
          <p:nvPicPr>
            <p:cNvPr id="144" name="object 144"/>
            <p:cNvPicPr/>
            <p:nvPr/>
          </p:nvPicPr>
          <p:blipFill>
            <a:blip r:embed="rId22" cstate="print"/>
            <a:stretch>
              <a:fillRect/>
            </a:stretch>
          </p:blipFill>
          <p:spPr>
            <a:xfrm>
              <a:off x="2794000" y="10820400"/>
              <a:ext cx="88900" cy="571500"/>
            </a:xfrm>
            <a:prstGeom prst="rect">
              <a:avLst/>
            </a:prstGeom>
          </p:spPr>
        </p:pic>
        <p:pic>
          <p:nvPicPr>
            <p:cNvPr id="145" name="object 145"/>
            <p:cNvPicPr/>
            <p:nvPr/>
          </p:nvPicPr>
          <p:blipFill>
            <a:blip r:embed="rId23" cstate="print"/>
            <a:stretch>
              <a:fillRect/>
            </a:stretch>
          </p:blipFill>
          <p:spPr>
            <a:xfrm>
              <a:off x="2667000" y="10820400"/>
              <a:ext cx="127000" cy="533400"/>
            </a:xfrm>
            <a:prstGeom prst="rect">
              <a:avLst/>
            </a:prstGeom>
          </p:spPr>
        </p:pic>
        <p:sp>
          <p:nvSpPr>
            <p:cNvPr id="146" name="object 146"/>
            <p:cNvSpPr/>
            <p:nvPr/>
          </p:nvSpPr>
          <p:spPr>
            <a:xfrm>
              <a:off x="2667000" y="10820400"/>
              <a:ext cx="571500" cy="571500"/>
            </a:xfrm>
            <a:custGeom>
              <a:avLst/>
              <a:gdLst/>
              <a:ahLst/>
              <a:cxnLst/>
              <a:rect l="l" t="t" r="r" b="b"/>
              <a:pathLst>
                <a:path w="571500" h="571500">
                  <a:moveTo>
                    <a:pt x="285750" y="571500"/>
                  </a:moveTo>
                  <a:lnTo>
                    <a:pt x="239399" y="567760"/>
                  </a:lnTo>
                  <a:lnTo>
                    <a:pt x="195430" y="556932"/>
                  </a:lnTo>
                  <a:lnTo>
                    <a:pt x="154431" y="539605"/>
                  </a:lnTo>
                  <a:lnTo>
                    <a:pt x="116989" y="516366"/>
                  </a:lnTo>
                  <a:lnTo>
                    <a:pt x="83694" y="487805"/>
                  </a:lnTo>
                  <a:lnTo>
                    <a:pt x="55133" y="454510"/>
                  </a:lnTo>
                  <a:lnTo>
                    <a:pt x="31894" y="417068"/>
                  </a:lnTo>
                  <a:lnTo>
                    <a:pt x="14567" y="376069"/>
                  </a:lnTo>
                  <a:lnTo>
                    <a:pt x="3739" y="332100"/>
                  </a:lnTo>
                  <a:lnTo>
                    <a:pt x="0" y="285750"/>
                  </a:lnTo>
                  <a:lnTo>
                    <a:pt x="3739" y="239399"/>
                  </a:lnTo>
                  <a:lnTo>
                    <a:pt x="14567" y="195430"/>
                  </a:lnTo>
                  <a:lnTo>
                    <a:pt x="31894" y="154431"/>
                  </a:lnTo>
                  <a:lnTo>
                    <a:pt x="55133" y="116989"/>
                  </a:lnTo>
                  <a:lnTo>
                    <a:pt x="83694" y="83694"/>
                  </a:lnTo>
                  <a:lnTo>
                    <a:pt x="116989" y="55133"/>
                  </a:lnTo>
                  <a:lnTo>
                    <a:pt x="154431" y="31894"/>
                  </a:lnTo>
                  <a:lnTo>
                    <a:pt x="195430" y="14567"/>
                  </a:lnTo>
                  <a:lnTo>
                    <a:pt x="239399" y="3739"/>
                  </a:lnTo>
                  <a:lnTo>
                    <a:pt x="285750" y="0"/>
                  </a:lnTo>
                  <a:lnTo>
                    <a:pt x="332100" y="3739"/>
                  </a:lnTo>
                  <a:lnTo>
                    <a:pt x="376069" y="14567"/>
                  </a:lnTo>
                  <a:lnTo>
                    <a:pt x="417068" y="31894"/>
                  </a:lnTo>
                  <a:lnTo>
                    <a:pt x="454510" y="55133"/>
                  </a:lnTo>
                  <a:lnTo>
                    <a:pt x="487805" y="83694"/>
                  </a:lnTo>
                  <a:lnTo>
                    <a:pt x="516366" y="116989"/>
                  </a:lnTo>
                  <a:lnTo>
                    <a:pt x="539605" y="154431"/>
                  </a:lnTo>
                  <a:lnTo>
                    <a:pt x="556932" y="195430"/>
                  </a:lnTo>
                  <a:lnTo>
                    <a:pt x="567760" y="239399"/>
                  </a:lnTo>
                  <a:lnTo>
                    <a:pt x="571500" y="285750"/>
                  </a:lnTo>
                  <a:lnTo>
                    <a:pt x="567760" y="332100"/>
                  </a:lnTo>
                  <a:lnTo>
                    <a:pt x="556932" y="376069"/>
                  </a:lnTo>
                  <a:lnTo>
                    <a:pt x="539605" y="417068"/>
                  </a:lnTo>
                  <a:lnTo>
                    <a:pt x="516366" y="454510"/>
                  </a:lnTo>
                  <a:lnTo>
                    <a:pt x="487805" y="487805"/>
                  </a:lnTo>
                  <a:lnTo>
                    <a:pt x="454510" y="516366"/>
                  </a:lnTo>
                  <a:lnTo>
                    <a:pt x="417068" y="539605"/>
                  </a:lnTo>
                  <a:lnTo>
                    <a:pt x="376069" y="556932"/>
                  </a:lnTo>
                  <a:lnTo>
                    <a:pt x="332100" y="567760"/>
                  </a:lnTo>
                  <a:lnTo>
                    <a:pt x="285750" y="57150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47" name="object 147"/>
          <p:cNvSpPr txBox="1"/>
          <p:nvPr/>
        </p:nvSpPr>
        <p:spPr>
          <a:xfrm>
            <a:off x="1123950" y="5505450"/>
            <a:ext cx="88900" cy="98425"/>
          </a:xfrm>
          <a:prstGeom prst="rect">
            <a:avLst/>
          </a:prstGeom>
        </p:spPr>
        <p:txBody>
          <a:bodyPr vert="horz" wrap="square" lIns="0" tIns="6350" rIns="0" bIns="0" rtlCol="0">
            <a:spAutoFit/>
          </a:bodyPr>
          <a:lstStyle/>
          <a:p>
            <a:pPr marL="6350">
              <a:spcBef>
                <a:spcPts val="50"/>
              </a:spcBef>
            </a:pPr>
            <a:r>
              <a:rPr sz="600" dirty="0">
                <a:solidFill>
                  <a:srgbClr val="FFFFFF"/>
                </a:solidFill>
                <a:latin typeface="江城圆体 400W" panose="020B0800000000000000" pitchFamily="34" charset="-128"/>
                <a:ea typeface="江城圆体 400W" panose="020B0800000000000000" pitchFamily="34" charset="-128"/>
                <a:cs typeface="Microsoft JhengHei"/>
              </a:rPr>
              <a:t>你</a:t>
            </a:r>
            <a:endParaRPr sz="600">
              <a:latin typeface="江城圆体 400W" panose="020B0800000000000000" pitchFamily="34" charset="-128"/>
              <a:ea typeface="江城圆体 400W" panose="020B0800000000000000" pitchFamily="34" charset="-128"/>
              <a:cs typeface="Microsoft JhengHei"/>
            </a:endParaRPr>
          </a:p>
        </p:txBody>
      </p:sp>
      <p:sp>
        <p:nvSpPr>
          <p:cNvPr id="148" name="object 148"/>
          <p:cNvSpPr txBox="1"/>
          <p:nvPr/>
        </p:nvSpPr>
        <p:spPr>
          <a:xfrm>
            <a:off x="1435100" y="5505450"/>
            <a:ext cx="88900" cy="98425"/>
          </a:xfrm>
          <a:prstGeom prst="rect">
            <a:avLst/>
          </a:prstGeom>
        </p:spPr>
        <p:txBody>
          <a:bodyPr vert="horz" wrap="square" lIns="0" tIns="6350" rIns="0" bIns="0" rtlCol="0">
            <a:spAutoFit/>
          </a:bodyPr>
          <a:lstStyle/>
          <a:p>
            <a:pPr marL="6350">
              <a:spcBef>
                <a:spcPts val="50"/>
              </a:spcBef>
            </a:pPr>
            <a:r>
              <a:rPr sz="600" dirty="0">
                <a:solidFill>
                  <a:srgbClr val="212121"/>
                </a:solidFill>
                <a:latin typeface="江城圆体 400W" panose="020B0800000000000000" pitchFamily="34" charset="-128"/>
                <a:ea typeface="江城圆体 400W" panose="020B0800000000000000" pitchFamily="34" charset="-128"/>
                <a:cs typeface="Microsoft JhengHei"/>
              </a:rPr>
              <a:t>我</a:t>
            </a:r>
            <a:endParaRPr sz="600">
              <a:latin typeface="江城圆体 400W" panose="020B0800000000000000" pitchFamily="34" charset="-128"/>
              <a:ea typeface="江城圆体 400W" panose="020B0800000000000000" pitchFamily="34" charset="-128"/>
              <a:cs typeface="Microsoft JhengHei"/>
            </a:endParaRPr>
          </a:p>
        </p:txBody>
      </p:sp>
      <p:sp>
        <p:nvSpPr>
          <p:cNvPr id="149" name="object 149"/>
          <p:cNvSpPr txBox="1"/>
          <p:nvPr/>
        </p:nvSpPr>
        <p:spPr>
          <a:xfrm>
            <a:off x="1105269" y="5746750"/>
            <a:ext cx="418465" cy="128905"/>
          </a:xfrm>
          <a:prstGeom prst="rect">
            <a:avLst/>
          </a:prstGeom>
        </p:spPr>
        <p:txBody>
          <a:bodyPr vert="horz" wrap="square" lIns="0" tIns="6350" rIns="0" bIns="0" rtlCol="0">
            <a:spAutoFit/>
          </a:bodyPr>
          <a:lstStyle/>
          <a:p>
            <a:pPr marL="6350">
              <a:spcBef>
                <a:spcPts val="50"/>
              </a:spcBef>
            </a:pPr>
            <a:r>
              <a:rPr sz="800" spc="-10" dirty="0">
                <a:solidFill>
                  <a:srgbClr val="212121"/>
                </a:solidFill>
                <a:latin typeface="江城圆体 400W" panose="020B0800000000000000" pitchFamily="34" charset="-128"/>
                <a:ea typeface="江城圆体 400W" panose="020B0800000000000000" pitchFamily="34" charset="-128"/>
                <a:cs typeface="Microsoft JhengHei"/>
              </a:rPr>
              <a:t>舍己利人</a:t>
            </a:r>
            <a:endParaRPr sz="800" dirty="0">
              <a:latin typeface="江城圆体 400W" panose="020B0800000000000000" pitchFamily="34" charset="-128"/>
              <a:ea typeface="江城圆体 400W" panose="020B0800000000000000" pitchFamily="34" charset="-128"/>
              <a:cs typeface="Microsoft JhengHei"/>
            </a:endParaRPr>
          </a:p>
        </p:txBody>
      </p:sp>
      <p:grpSp>
        <p:nvGrpSpPr>
          <p:cNvPr id="150" name="object 150"/>
          <p:cNvGrpSpPr/>
          <p:nvPr/>
        </p:nvGrpSpPr>
        <p:grpSpPr>
          <a:xfrm>
            <a:off x="1023938" y="5416550"/>
            <a:ext cx="1243013" cy="485775"/>
            <a:chOff x="2047875" y="10833100"/>
            <a:chExt cx="2486025" cy="971550"/>
          </a:xfrm>
        </p:grpSpPr>
        <p:sp>
          <p:nvSpPr>
            <p:cNvPr id="151" name="object 151"/>
            <p:cNvSpPr/>
            <p:nvPr/>
          </p:nvSpPr>
          <p:spPr>
            <a:xfrm>
              <a:off x="2186491" y="11791950"/>
              <a:ext cx="1026794" cy="0"/>
            </a:xfrm>
            <a:custGeom>
              <a:avLst/>
              <a:gdLst/>
              <a:ahLst/>
              <a:cxnLst/>
              <a:rect l="l" t="t" r="r" b="b"/>
              <a:pathLst>
                <a:path w="1026794">
                  <a:moveTo>
                    <a:pt x="0" y="0"/>
                  </a:moveTo>
                  <a:lnTo>
                    <a:pt x="1026608"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2" name="object 152"/>
            <p:cNvSpPr/>
            <p:nvPr/>
          </p:nvSpPr>
          <p:spPr>
            <a:xfrm>
              <a:off x="2060575" y="11791950"/>
              <a:ext cx="31750" cy="0"/>
            </a:xfrm>
            <a:custGeom>
              <a:avLst/>
              <a:gdLst/>
              <a:ahLst/>
              <a:cxnLst/>
              <a:rect l="l" t="t" r="r" b="b"/>
              <a:pathLst>
                <a:path w="31750">
                  <a:moveTo>
                    <a:pt x="0" y="0"/>
                  </a:moveTo>
                  <a:lnTo>
                    <a:pt x="31750"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3" name="object 153"/>
            <p:cNvSpPr/>
            <p:nvPr/>
          </p:nvSpPr>
          <p:spPr>
            <a:xfrm>
              <a:off x="3340100" y="10845800"/>
              <a:ext cx="571500" cy="571500"/>
            </a:xfrm>
            <a:custGeom>
              <a:avLst/>
              <a:gdLst/>
              <a:ahLst/>
              <a:cxnLst/>
              <a:rect l="l" t="t" r="r" b="b"/>
              <a:pathLst>
                <a:path w="571500" h="571500">
                  <a:moveTo>
                    <a:pt x="285750" y="0"/>
                  </a:moveTo>
                  <a:lnTo>
                    <a:pt x="239399" y="3739"/>
                  </a:lnTo>
                  <a:lnTo>
                    <a:pt x="195430" y="14567"/>
                  </a:lnTo>
                  <a:lnTo>
                    <a:pt x="154431" y="31894"/>
                  </a:lnTo>
                  <a:lnTo>
                    <a:pt x="116989" y="55133"/>
                  </a:lnTo>
                  <a:lnTo>
                    <a:pt x="83694" y="83694"/>
                  </a:lnTo>
                  <a:lnTo>
                    <a:pt x="55133" y="116989"/>
                  </a:lnTo>
                  <a:lnTo>
                    <a:pt x="31894" y="154431"/>
                  </a:lnTo>
                  <a:lnTo>
                    <a:pt x="14567" y="195430"/>
                  </a:lnTo>
                  <a:lnTo>
                    <a:pt x="3739" y="239399"/>
                  </a:lnTo>
                  <a:lnTo>
                    <a:pt x="0" y="285750"/>
                  </a:lnTo>
                  <a:lnTo>
                    <a:pt x="3739" y="332100"/>
                  </a:lnTo>
                  <a:lnTo>
                    <a:pt x="14567" y="376069"/>
                  </a:lnTo>
                  <a:lnTo>
                    <a:pt x="31894" y="417068"/>
                  </a:lnTo>
                  <a:lnTo>
                    <a:pt x="55133" y="454510"/>
                  </a:lnTo>
                  <a:lnTo>
                    <a:pt x="83694" y="487805"/>
                  </a:lnTo>
                  <a:lnTo>
                    <a:pt x="116989" y="516366"/>
                  </a:lnTo>
                  <a:lnTo>
                    <a:pt x="154431" y="539605"/>
                  </a:lnTo>
                  <a:lnTo>
                    <a:pt x="195430" y="556932"/>
                  </a:lnTo>
                  <a:lnTo>
                    <a:pt x="239399" y="567760"/>
                  </a:lnTo>
                  <a:lnTo>
                    <a:pt x="285750" y="571500"/>
                  </a:lnTo>
                  <a:lnTo>
                    <a:pt x="332100" y="567760"/>
                  </a:lnTo>
                  <a:lnTo>
                    <a:pt x="376069" y="556932"/>
                  </a:lnTo>
                  <a:lnTo>
                    <a:pt x="417068" y="539605"/>
                  </a:lnTo>
                  <a:lnTo>
                    <a:pt x="454510" y="516366"/>
                  </a:lnTo>
                  <a:lnTo>
                    <a:pt x="487805" y="487805"/>
                  </a:lnTo>
                  <a:lnTo>
                    <a:pt x="516366" y="454510"/>
                  </a:lnTo>
                  <a:lnTo>
                    <a:pt x="539605" y="417068"/>
                  </a:lnTo>
                  <a:lnTo>
                    <a:pt x="556932" y="376069"/>
                  </a:lnTo>
                  <a:lnTo>
                    <a:pt x="567760" y="332100"/>
                  </a:lnTo>
                  <a:lnTo>
                    <a:pt x="571500" y="285750"/>
                  </a:lnTo>
                  <a:lnTo>
                    <a:pt x="567760" y="239399"/>
                  </a:lnTo>
                  <a:lnTo>
                    <a:pt x="556932" y="195430"/>
                  </a:lnTo>
                  <a:lnTo>
                    <a:pt x="539605" y="154431"/>
                  </a:lnTo>
                  <a:lnTo>
                    <a:pt x="516366" y="116989"/>
                  </a:lnTo>
                  <a:lnTo>
                    <a:pt x="487805" y="83694"/>
                  </a:lnTo>
                  <a:lnTo>
                    <a:pt x="454510" y="55133"/>
                  </a:lnTo>
                  <a:lnTo>
                    <a:pt x="417068" y="31894"/>
                  </a:lnTo>
                  <a:lnTo>
                    <a:pt x="376069" y="14567"/>
                  </a:lnTo>
                  <a:lnTo>
                    <a:pt x="332100" y="3739"/>
                  </a:lnTo>
                  <a:lnTo>
                    <a:pt x="28575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4" name="object 154"/>
            <p:cNvSpPr/>
            <p:nvPr/>
          </p:nvSpPr>
          <p:spPr>
            <a:xfrm>
              <a:off x="3340100" y="10845800"/>
              <a:ext cx="571500" cy="571500"/>
            </a:xfrm>
            <a:custGeom>
              <a:avLst/>
              <a:gdLst/>
              <a:ahLst/>
              <a:cxnLst/>
              <a:rect l="l" t="t" r="r" b="b"/>
              <a:pathLst>
                <a:path w="571500" h="571500">
                  <a:moveTo>
                    <a:pt x="285750" y="571500"/>
                  </a:moveTo>
                  <a:lnTo>
                    <a:pt x="332100" y="567760"/>
                  </a:lnTo>
                  <a:lnTo>
                    <a:pt x="376069" y="556932"/>
                  </a:lnTo>
                  <a:lnTo>
                    <a:pt x="417068" y="539605"/>
                  </a:lnTo>
                  <a:lnTo>
                    <a:pt x="454510" y="516366"/>
                  </a:lnTo>
                  <a:lnTo>
                    <a:pt x="487805" y="487805"/>
                  </a:lnTo>
                  <a:lnTo>
                    <a:pt x="516366" y="454510"/>
                  </a:lnTo>
                  <a:lnTo>
                    <a:pt x="539605" y="417068"/>
                  </a:lnTo>
                  <a:lnTo>
                    <a:pt x="556932" y="376069"/>
                  </a:lnTo>
                  <a:lnTo>
                    <a:pt x="567760" y="332100"/>
                  </a:lnTo>
                  <a:lnTo>
                    <a:pt x="571500" y="285750"/>
                  </a:lnTo>
                  <a:lnTo>
                    <a:pt x="567760" y="239399"/>
                  </a:lnTo>
                  <a:lnTo>
                    <a:pt x="556932" y="195430"/>
                  </a:lnTo>
                  <a:lnTo>
                    <a:pt x="539605" y="154431"/>
                  </a:lnTo>
                  <a:lnTo>
                    <a:pt x="516366" y="116989"/>
                  </a:lnTo>
                  <a:lnTo>
                    <a:pt x="487805" y="83694"/>
                  </a:lnTo>
                  <a:lnTo>
                    <a:pt x="454510" y="55133"/>
                  </a:lnTo>
                  <a:lnTo>
                    <a:pt x="417068" y="31894"/>
                  </a:lnTo>
                  <a:lnTo>
                    <a:pt x="376069" y="14567"/>
                  </a:lnTo>
                  <a:lnTo>
                    <a:pt x="332100" y="3739"/>
                  </a:lnTo>
                  <a:lnTo>
                    <a:pt x="285750" y="0"/>
                  </a:lnTo>
                  <a:lnTo>
                    <a:pt x="239399" y="3739"/>
                  </a:lnTo>
                  <a:lnTo>
                    <a:pt x="195430" y="14567"/>
                  </a:lnTo>
                  <a:lnTo>
                    <a:pt x="154431" y="31894"/>
                  </a:lnTo>
                  <a:lnTo>
                    <a:pt x="116989" y="55133"/>
                  </a:lnTo>
                  <a:lnTo>
                    <a:pt x="83694" y="83694"/>
                  </a:lnTo>
                  <a:lnTo>
                    <a:pt x="55133" y="116989"/>
                  </a:lnTo>
                  <a:lnTo>
                    <a:pt x="31894" y="154431"/>
                  </a:lnTo>
                  <a:lnTo>
                    <a:pt x="14567" y="195430"/>
                  </a:lnTo>
                  <a:lnTo>
                    <a:pt x="3739" y="239399"/>
                  </a:lnTo>
                  <a:lnTo>
                    <a:pt x="0" y="285750"/>
                  </a:lnTo>
                  <a:lnTo>
                    <a:pt x="3739" y="332100"/>
                  </a:lnTo>
                  <a:lnTo>
                    <a:pt x="14567" y="376069"/>
                  </a:lnTo>
                  <a:lnTo>
                    <a:pt x="31894" y="417068"/>
                  </a:lnTo>
                  <a:lnTo>
                    <a:pt x="55133" y="454510"/>
                  </a:lnTo>
                  <a:lnTo>
                    <a:pt x="83694" y="487805"/>
                  </a:lnTo>
                  <a:lnTo>
                    <a:pt x="116989" y="516366"/>
                  </a:lnTo>
                  <a:lnTo>
                    <a:pt x="154431" y="539605"/>
                  </a:lnTo>
                  <a:lnTo>
                    <a:pt x="195430" y="556932"/>
                  </a:lnTo>
                  <a:lnTo>
                    <a:pt x="239399" y="567760"/>
                  </a:lnTo>
                  <a:lnTo>
                    <a:pt x="285750" y="571500"/>
                  </a:lnTo>
                  <a:close/>
                </a:path>
              </a:pathLst>
            </a:custGeom>
            <a:ln w="254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5" name="object 155"/>
            <p:cNvSpPr/>
            <p:nvPr/>
          </p:nvSpPr>
          <p:spPr>
            <a:xfrm>
              <a:off x="3949700" y="10845800"/>
              <a:ext cx="571500" cy="571500"/>
            </a:xfrm>
            <a:custGeom>
              <a:avLst/>
              <a:gdLst/>
              <a:ahLst/>
              <a:cxnLst/>
              <a:rect l="l" t="t" r="r" b="b"/>
              <a:pathLst>
                <a:path w="571500" h="571500">
                  <a:moveTo>
                    <a:pt x="285750" y="0"/>
                  </a:moveTo>
                  <a:lnTo>
                    <a:pt x="239399" y="3739"/>
                  </a:lnTo>
                  <a:lnTo>
                    <a:pt x="195430" y="14567"/>
                  </a:lnTo>
                  <a:lnTo>
                    <a:pt x="154431" y="31894"/>
                  </a:lnTo>
                  <a:lnTo>
                    <a:pt x="116989" y="55133"/>
                  </a:lnTo>
                  <a:lnTo>
                    <a:pt x="83694" y="83694"/>
                  </a:lnTo>
                  <a:lnTo>
                    <a:pt x="55133" y="116989"/>
                  </a:lnTo>
                  <a:lnTo>
                    <a:pt x="31894" y="154431"/>
                  </a:lnTo>
                  <a:lnTo>
                    <a:pt x="14567" y="195430"/>
                  </a:lnTo>
                  <a:lnTo>
                    <a:pt x="3739" y="239399"/>
                  </a:lnTo>
                  <a:lnTo>
                    <a:pt x="0" y="285750"/>
                  </a:lnTo>
                  <a:lnTo>
                    <a:pt x="3739" y="332100"/>
                  </a:lnTo>
                  <a:lnTo>
                    <a:pt x="14567" y="376069"/>
                  </a:lnTo>
                  <a:lnTo>
                    <a:pt x="31894" y="417068"/>
                  </a:lnTo>
                  <a:lnTo>
                    <a:pt x="55133" y="454510"/>
                  </a:lnTo>
                  <a:lnTo>
                    <a:pt x="83694" y="487805"/>
                  </a:lnTo>
                  <a:lnTo>
                    <a:pt x="116989" y="516366"/>
                  </a:lnTo>
                  <a:lnTo>
                    <a:pt x="154431" y="539605"/>
                  </a:lnTo>
                  <a:lnTo>
                    <a:pt x="195430" y="556932"/>
                  </a:lnTo>
                  <a:lnTo>
                    <a:pt x="239399" y="567760"/>
                  </a:lnTo>
                  <a:lnTo>
                    <a:pt x="285750" y="571500"/>
                  </a:lnTo>
                  <a:lnTo>
                    <a:pt x="332100" y="567760"/>
                  </a:lnTo>
                  <a:lnTo>
                    <a:pt x="376069" y="556932"/>
                  </a:lnTo>
                  <a:lnTo>
                    <a:pt x="417068" y="539605"/>
                  </a:lnTo>
                  <a:lnTo>
                    <a:pt x="454510" y="516366"/>
                  </a:lnTo>
                  <a:lnTo>
                    <a:pt x="487805" y="487805"/>
                  </a:lnTo>
                  <a:lnTo>
                    <a:pt x="516366" y="454510"/>
                  </a:lnTo>
                  <a:lnTo>
                    <a:pt x="539605" y="417068"/>
                  </a:lnTo>
                  <a:lnTo>
                    <a:pt x="556932" y="376069"/>
                  </a:lnTo>
                  <a:lnTo>
                    <a:pt x="567760" y="332100"/>
                  </a:lnTo>
                  <a:lnTo>
                    <a:pt x="571500" y="285750"/>
                  </a:lnTo>
                  <a:lnTo>
                    <a:pt x="567760" y="239399"/>
                  </a:lnTo>
                  <a:lnTo>
                    <a:pt x="556932" y="195430"/>
                  </a:lnTo>
                  <a:lnTo>
                    <a:pt x="539605" y="154431"/>
                  </a:lnTo>
                  <a:lnTo>
                    <a:pt x="516366" y="116989"/>
                  </a:lnTo>
                  <a:lnTo>
                    <a:pt x="487805" y="83694"/>
                  </a:lnTo>
                  <a:lnTo>
                    <a:pt x="454510" y="55133"/>
                  </a:lnTo>
                  <a:lnTo>
                    <a:pt x="417068" y="31894"/>
                  </a:lnTo>
                  <a:lnTo>
                    <a:pt x="376069" y="14567"/>
                  </a:lnTo>
                  <a:lnTo>
                    <a:pt x="332100" y="3739"/>
                  </a:lnTo>
                  <a:lnTo>
                    <a:pt x="28575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6" name="object 156"/>
            <p:cNvSpPr/>
            <p:nvPr/>
          </p:nvSpPr>
          <p:spPr>
            <a:xfrm>
              <a:off x="3949700" y="10845800"/>
              <a:ext cx="571500" cy="571500"/>
            </a:xfrm>
            <a:custGeom>
              <a:avLst/>
              <a:gdLst/>
              <a:ahLst/>
              <a:cxnLst/>
              <a:rect l="l" t="t" r="r" b="b"/>
              <a:pathLst>
                <a:path w="571500" h="571500">
                  <a:moveTo>
                    <a:pt x="285750" y="571500"/>
                  </a:moveTo>
                  <a:lnTo>
                    <a:pt x="332100" y="567760"/>
                  </a:lnTo>
                  <a:lnTo>
                    <a:pt x="376069" y="556932"/>
                  </a:lnTo>
                  <a:lnTo>
                    <a:pt x="417068" y="539605"/>
                  </a:lnTo>
                  <a:lnTo>
                    <a:pt x="454510" y="516366"/>
                  </a:lnTo>
                  <a:lnTo>
                    <a:pt x="487805" y="487805"/>
                  </a:lnTo>
                  <a:lnTo>
                    <a:pt x="516366" y="454510"/>
                  </a:lnTo>
                  <a:lnTo>
                    <a:pt x="539605" y="417068"/>
                  </a:lnTo>
                  <a:lnTo>
                    <a:pt x="556932" y="376069"/>
                  </a:lnTo>
                  <a:lnTo>
                    <a:pt x="567760" y="332100"/>
                  </a:lnTo>
                  <a:lnTo>
                    <a:pt x="571500" y="285750"/>
                  </a:lnTo>
                  <a:lnTo>
                    <a:pt x="567760" y="239399"/>
                  </a:lnTo>
                  <a:lnTo>
                    <a:pt x="556932" y="195430"/>
                  </a:lnTo>
                  <a:lnTo>
                    <a:pt x="539605" y="154431"/>
                  </a:lnTo>
                  <a:lnTo>
                    <a:pt x="516366" y="116989"/>
                  </a:lnTo>
                  <a:lnTo>
                    <a:pt x="487805" y="83694"/>
                  </a:lnTo>
                  <a:lnTo>
                    <a:pt x="454510" y="55133"/>
                  </a:lnTo>
                  <a:lnTo>
                    <a:pt x="417068" y="31894"/>
                  </a:lnTo>
                  <a:lnTo>
                    <a:pt x="376069" y="14567"/>
                  </a:lnTo>
                  <a:lnTo>
                    <a:pt x="332100" y="3739"/>
                  </a:lnTo>
                  <a:lnTo>
                    <a:pt x="285750" y="0"/>
                  </a:lnTo>
                  <a:lnTo>
                    <a:pt x="239399" y="3739"/>
                  </a:lnTo>
                  <a:lnTo>
                    <a:pt x="195430" y="14567"/>
                  </a:lnTo>
                  <a:lnTo>
                    <a:pt x="154431" y="31894"/>
                  </a:lnTo>
                  <a:lnTo>
                    <a:pt x="116989" y="55133"/>
                  </a:lnTo>
                  <a:lnTo>
                    <a:pt x="83694" y="83694"/>
                  </a:lnTo>
                  <a:lnTo>
                    <a:pt x="55133" y="116989"/>
                  </a:lnTo>
                  <a:lnTo>
                    <a:pt x="31894" y="154431"/>
                  </a:lnTo>
                  <a:lnTo>
                    <a:pt x="14567" y="195430"/>
                  </a:lnTo>
                  <a:lnTo>
                    <a:pt x="3739" y="239399"/>
                  </a:lnTo>
                  <a:lnTo>
                    <a:pt x="0" y="285750"/>
                  </a:lnTo>
                  <a:lnTo>
                    <a:pt x="3739" y="332100"/>
                  </a:lnTo>
                  <a:lnTo>
                    <a:pt x="14567" y="376069"/>
                  </a:lnTo>
                  <a:lnTo>
                    <a:pt x="31894" y="417068"/>
                  </a:lnTo>
                  <a:lnTo>
                    <a:pt x="55133" y="454510"/>
                  </a:lnTo>
                  <a:lnTo>
                    <a:pt x="83694" y="487805"/>
                  </a:lnTo>
                  <a:lnTo>
                    <a:pt x="116989" y="516366"/>
                  </a:lnTo>
                  <a:lnTo>
                    <a:pt x="154431" y="539605"/>
                  </a:lnTo>
                  <a:lnTo>
                    <a:pt x="195430" y="556932"/>
                  </a:lnTo>
                  <a:lnTo>
                    <a:pt x="239399" y="567760"/>
                  </a:lnTo>
                  <a:lnTo>
                    <a:pt x="285750" y="571500"/>
                  </a:lnTo>
                  <a:close/>
                </a:path>
              </a:pathLst>
            </a:custGeom>
            <a:ln w="254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57" name="object 157"/>
          <p:cNvSpPr txBox="1"/>
          <p:nvPr/>
        </p:nvSpPr>
        <p:spPr>
          <a:xfrm>
            <a:off x="1771719" y="5511800"/>
            <a:ext cx="418783" cy="98425"/>
          </a:xfrm>
          <a:prstGeom prst="rect">
            <a:avLst/>
          </a:prstGeom>
        </p:spPr>
        <p:txBody>
          <a:bodyPr vert="horz" wrap="square" lIns="0" tIns="6350" rIns="0" bIns="0" rtlCol="0">
            <a:spAutoFit/>
          </a:bodyPr>
          <a:lstStyle/>
          <a:p>
            <a:pPr marL="6350">
              <a:spcBef>
                <a:spcPts val="50"/>
              </a:spcBef>
              <a:tabLst>
                <a:tab pos="310515" algn="l"/>
              </a:tabLst>
            </a:pPr>
            <a:r>
              <a:rPr sz="600" spc="-25" dirty="0">
                <a:solidFill>
                  <a:srgbClr val="FFFFFF"/>
                </a:solidFill>
                <a:latin typeface="江城圆体 400W" panose="020B0800000000000000" pitchFamily="34" charset="-128"/>
                <a:ea typeface="江城圆体 400W" panose="020B0800000000000000" pitchFamily="34" charset="-128"/>
                <a:cs typeface="Microsoft JhengHei"/>
              </a:rPr>
              <a:t>你</a:t>
            </a:r>
            <a:r>
              <a:rPr sz="600" dirty="0">
                <a:solidFill>
                  <a:srgbClr val="FFFFFF"/>
                </a:solidFill>
                <a:latin typeface="江城圆体 400W" panose="020B0800000000000000" pitchFamily="34" charset="-128"/>
                <a:ea typeface="江城圆体 400W" panose="020B0800000000000000" pitchFamily="34" charset="-128"/>
                <a:cs typeface="Microsoft JhengHei"/>
              </a:rPr>
              <a:t>	</a:t>
            </a:r>
            <a:r>
              <a:rPr sz="600" spc="-25" dirty="0" err="1">
                <a:solidFill>
                  <a:srgbClr val="FFFFFF"/>
                </a:solidFill>
                <a:latin typeface="江城圆体 400W" panose="020B0800000000000000" pitchFamily="34" charset="-128"/>
                <a:ea typeface="江城圆体 400W" panose="020B0800000000000000" pitchFamily="34" charset="-128"/>
                <a:cs typeface="Microsoft JhengHei"/>
              </a:rPr>
              <a:t>我</a:t>
            </a:r>
            <a:endParaRPr sz="600" dirty="0">
              <a:latin typeface="江城圆体 400W" panose="020B0800000000000000" pitchFamily="34" charset="-128"/>
              <a:ea typeface="江城圆体 400W" panose="020B0800000000000000" pitchFamily="34" charset="-128"/>
              <a:cs typeface="Microsoft JhengHei"/>
            </a:endParaRPr>
          </a:p>
        </p:txBody>
      </p:sp>
      <p:grpSp>
        <p:nvGrpSpPr>
          <p:cNvPr id="158" name="object 158"/>
          <p:cNvGrpSpPr/>
          <p:nvPr/>
        </p:nvGrpSpPr>
        <p:grpSpPr>
          <a:xfrm>
            <a:off x="1016000" y="5889625"/>
            <a:ext cx="1238250" cy="447675"/>
            <a:chOff x="2032000" y="11779250"/>
            <a:chExt cx="2476500" cy="895350"/>
          </a:xfrm>
        </p:grpSpPr>
        <p:sp>
          <p:nvSpPr>
            <p:cNvPr id="159" name="object 159"/>
            <p:cNvSpPr/>
            <p:nvPr/>
          </p:nvSpPr>
          <p:spPr>
            <a:xfrm>
              <a:off x="3494230" y="11791950"/>
              <a:ext cx="1002030" cy="0"/>
            </a:xfrm>
            <a:custGeom>
              <a:avLst/>
              <a:gdLst/>
              <a:ahLst/>
              <a:cxnLst/>
              <a:rect l="l" t="t" r="r" b="b"/>
              <a:pathLst>
                <a:path w="1002029">
                  <a:moveTo>
                    <a:pt x="0" y="0"/>
                  </a:moveTo>
                  <a:lnTo>
                    <a:pt x="1001569"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60" name="object 160"/>
            <p:cNvSpPr/>
            <p:nvPr/>
          </p:nvSpPr>
          <p:spPr>
            <a:xfrm>
              <a:off x="3381375" y="11791950"/>
              <a:ext cx="31750" cy="0"/>
            </a:xfrm>
            <a:custGeom>
              <a:avLst/>
              <a:gdLst/>
              <a:ahLst/>
              <a:cxnLst/>
              <a:rect l="l" t="t" r="r" b="b"/>
              <a:pathLst>
                <a:path w="31750">
                  <a:moveTo>
                    <a:pt x="0" y="0"/>
                  </a:moveTo>
                  <a:lnTo>
                    <a:pt x="31750"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161" name="object 161"/>
            <p:cNvPicPr/>
            <p:nvPr/>
          </p:nvPicPr>
          <p:blipFill>
            <a:blip r:embed="rId18" cstate="print"/>
            <a:stretch>
              <a:fillRect/>
            </a:stretch>
          </p:blipFill>
          <p:spPr>
            <a:xfrm>
              <a:off x="2527300" y="12090400"/>
              <a:ext cx="88900" cy="533400"/>
            </a:xfrm>
            <a:prstGeom prst="rect">
              <a:avLst/>
            </a:prstGeom>
          </p:spPr>
        </p:pic>
        <p:pic>
          <p:nvPicPr>
            <p:cNvPr id="162" name="object 162"/>
            <p:cNvPicPr/>
            <p:nvPr/>
          </p:nvPicPr>
          <p:blipFill>
            <a:blip r:embed="rId19" cstate="print"/>
            <a:stretch>
              <a:fillRect/>
            </a:stretch>
          </p:blipFill>
          <p:spPr>
            <a:xfrm>
              <a:off x="2438400" y="12090400"/>
              <a:ext cx="88900" cy="571500"/>
            </a:xfrm>
            <a:prstGeom prst="rect">
              <a:avLst/>
            </a:prstGeom>
          </p:spPr>
        </p:pic>
        <p:pic>
          <p:nvPicPr>
            <p:cNvPr id="163" name="object 163"/>
            <p:cNvPicPr/>
            <p:nvPr/>
          </p:nvPicPr>
          <p:blipFill>
            <a:blip r:embed="rId20" cstate="print"/>
            <a:stretch>
              <a:fillRect/>
            </a:stretch>
          </p:blipFill>
          <p:spPr>
            <a:xfrm>
              <a:off x="2349500" y="12090400"/>
              <a:ext cx="88900" cy="571500"/>
            </a:xfrm>
            <a:prstGeom prst="rect">
              <a:avLst/>
            </a:prstGeom>
          </p:spPr>
        </p:pic>
        <p:pic>
          <p:nvPicPr>
            <p:cNvPr id="164" name="object 164"/>
            <p:cNvPicPr/>
            <p:nvPr/>
          </p:nvPicPr>
          <p:blipFill>
            <a:blip r:embed="rId21" cstate="print"/>
            <a:stretch>
              <a:fillRect/>
            </a:stretch>
          </p:blipFill>
          <p:spPr>
            <a:xfrm>
              <a:off x="2260600" y="12090400"/>
              <a:ext cx="88900" cy="571500"/>
            </a:xfrm>
            <a:prstGeom prst="rect">
              <a:avLst/>
            </a:prstGeom>
          </p:spPr>
        </p:pic>
        <p:pic>
          <p:nvPicPr>
            <p:cNvPr id="165" name="object 165"/>
            <p:cNvPicPr/>
            <p:nvPr/>
          </p:nvPicPr>
          <p:blipFill>
            <a:blip r:embed="rId22" cstate="print"/>
            <a:stretch>
              <a:fillRect/>
            </a:stretch>
          </p:blipFill>
          <p:spPr>
            <a:xfrm>
              <a:off x="2171700" y="12090400"/>
              <a:ext cx="88900" cy="571500"/>
            </a:xfrm>
            <a:prstGeom prst="rect">
              <a:avLst/>
            </a:prstGeom>
          </p:spPr>
        </p:pic>
        <p:pic>
          <p:nvPicPr>
            <p:cNvPr id="166" name="object 166"/>
            <p:cNvPicPr/>
            <p:nvPr/>
          </p:nvPicPr>
          <p:blipFill>
            <a:blip r:embed="rId23" cstate="print"/>
            <a:stretch>
              <a:fillRect/>
            </a:stretch>
          </p:blipFill>
          <p:spPr>
            <a:xfrm>
              <a:off x="2044700" y="12090400"/>
              <a:ext cx="127000" cy="533400"/>
            </a:xfrm>
            <a:prstGeom prst="rect">
              <a:avLst/>
            </a:prstGeom>
          </p:spPr>
        </p:pic>
        <p:sp>
          <p:nvSpPr>
            <p:cNvPr id="167" name="object 167"/>
            <p:cNvSpPr/>
            <p:nvPr/>
          </p:nvSpPr>
          <p:spPr>
            <a:xfrm>
              <a:off x="2044700" y="12090400"/>
              <a:ext cx="571500" cy="571500"/>
            </a:xfrm>
            <a:custGeom>
              <a:avLst/>
              <a:gdLst/>
              <a:ahLst/>
              <a:cxnLst/>
              <a:rect l="l" t="t" r="r" b="b"/>
              <a:pathLst>
                <a:path w="571500" h="571500">
                  <a:moveTo>
                    <a:pt x="285750" y="571500"/>
                  </a:moveTo>
                  <a:lnTo>
                    <a:pt x="239399" y="567760"/>
                  </a:lnTo>
                  <a:lnTo>
                    <a:pt x="195430" y="556932"/>
                  </a:lnTo>
                  <a:lnTo>
                    <a:pt x="154431" y="539605"/>
                  </a:lnTo>
                  <a:lnTo>
                    <a:pt x="116989" y="516366"/>
                  </a:lnTo>
                  <a:lnTo>
                    <a:pt x="83694" y="487805"/>
                  </a:lnTo>
                  <a:lnTo>
                    <a:pt x="55133" y="454510"/>
                  </a:lnTo>
                  <a:lnTo>
                    <a:pt x="31894" y="417068"/>
                  </a:lnTo>
                  <a:lnTo>
                    <a:pt x="14567" y="376069"/>
                  </a:lnTo>
                  <a:lnTo>
                    <a:pt x="3739" y="332100"/>
                  </a:lnTo>
                  <a:lnTo>
                    <a:pt x="0" y="285750"/>
                  </a:lnTo>
                  <a:lnTo>
                    <a:pt x="3739" y="239399"/>
                  </a:lnTo>
                  <a:lnTo>
                    <a:pt x="14567" y="195430"/>
                  </a:lnTo>
                  <a:lnTo>
                    <a:pt x="31894" y="154431"/>
                  </a:lnTo>
                  <a:lnTo>
                    <a:pt x="55133" y="116989"/>
                  </a:lnTo>
                  <a:lnTo>
                    <a:pt x="83694" y="83694"/>
                  </a:lnTo>
                  <a:lnTo>
                    <a:pt x="116989" y="55133"/>
                  </a:lnTo>
                  <a:lnTo>
                    <a:pt x="154431" y="31894"/>
                  </a:lnTo>
                  <a:lnTo>
                    <a:pt x="195430" y="14567"/>
                  </a:lnTo>
                  <a:lnTo>
                    <a:pt x="239399" y="3739"/>
                  </a:lnTo>
                  <a:lnTo>
                    <a:pt x="285750" y="0"/>
                  </a:lnTo>
                  <a:lnTo>
                    <a:pt x="332100" y="3739"/>
                  </a:lnTo>
                  <a:lnTo>
                    <a:pt x="376069" y="14567"/>
                  </a:lnTo>
                  <a:lnTo>
                    <a:pt x="417068" y="31894"/>
                  </a:lnTo>
                  <a:lnTo>
                    <a:pt x="454510" y="55133"/>
                  </a:lnTo>
                  <a:lnTo>
                    <a:pt x="487805" y="83694"/>
                  </a:lnTo>
                  <a:lnTo>
                    <a:pt x="516366" y="116989"/>
                  </a:lnTo>
                  <a:lnTo>
                    <a:pt x="539605" y="154431"/>
                  </a:lnTo>
                  <a:lnTo>
                    <a:pt x="556932" y="195430"/>
                  </a:lnTo>
                  <a:lnTo>
                    <a:pt x="567760" y="239399"/>
                  </a:lnTo>
                  <a:lnTo>
                    <a:pt x="571500" y="285750"/>
                  </a:lnTo>
                  <a:lnTo>
                    <a:pt x="567760" y="332100"/>
                  </a:lnTo>
                  <a:lnTo>
                    <a:pt x="556932" y="376069"/>
                  </a:lnTo>
                  <a:lnTo>
                    <a:pt x="539605" y="417068"/>
                  </a:lnTo>
                  <a:lnTo>
                    <a:pt x="516366" y="454510"/>
                  </a:lnTo>
                  <a:lnTo>
                    <a:pt x="487805" y="487805"/>
                  </a:lnTo>
                  <a:lnTo>
                    <a:pt x="454510" y="516366"/>
                  </a:lnTo>
                  <a:lnTo>
                    <a:pt x="417068" y="539605"/>
                  </a:lnTo>
                  <a:lnTo>
                    <a:pt x="376069" y="556932"/>
                  </a:lnTo>
                  <a:lnTo>
                    <a:pt x="332100" y="567760"/>
                  </a:lnTo>
                  <a:lnTo>
                    <a:pt x="285750" y="57150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168" name="object 168"/>
            <p:cNvPicPr/>
            <p:nvPr/>
          </p:nvPicPr>
          <p:blipFill>
            <a:blip r:embed="rId18" cstate="print"/>
            <a:stretch>
              <a:fillRect/>
            </a:stretch>
          </p:blipFill>
          <p:spPr>
            <a:xfrm>
              <a:off x="3136900" y="12090400"/>
              <a:ext cx="88900" cy="533400"/>
            </a:xfrm>
            <a:prstGeom prst="rect">
              <a:avLst/>
            </a:prstGeom>
          </p:spPr>
        </p:pic>
        <p:pic>
          <p:nvPicPr>
            <p:cNvPr id="169" name="object 169"/>
            <p:cNvPicPr/>
            <p:nvPr/>
          </p:nvPicPr>
          <p:blipFill>
            <a:blip r:embed="rId19" cstate="print"/>
            <a:stretch>
              <a:fillRect/>
            </a:stretch>
          </p:blipFill>
          <p:spPr>
            <a:xfrm>
              <a:off x="3048000" y="12090400"/>
              <a:ext cx="88900" cy="571500"/>
            </a:xfrm>
            <a:prstGeom prst="rect">
              <a:avLst/>
            </a:prstGeom>
          </p:spPr>
        </p:pic>
        <p:pic>
          <p:nvPicPr>
            <p:cNvPr id="170" name="object 170"/>
            <p:cNvPicPr/>
            <p:nvPr/>
          </p:nvPicPr>
          <p:blipFill>
            <a:blip r:embed="rId20" cstate="print"/>
            <a:stretch>
              <a:fillRect/>
            </a:stretch>
          </p:blipFill>
          <p:spPr>
            <a:xfrm>
              <a:off x="2959100" y="12090400"/>
              <a:ext cx="88900" cy="571500"/>
            </a:xfrm>
            <a:prstGeom prst="rect">
              <a:avLst/>
            </a:prstGeom>
          </p:spPr>
        </p:pic>
        <p:pic>
          <p:nvPicPr>
            <p:cNvPr id="171" name="object 171"/>
            <p:cNvPicPr/>
            <p:nvPr/>
          </p:nvPicPr>
          <p:blipFill>
            <a:blip r:embed="rId21" cstate="print"/>
            <a:stretch>
              <a:fillRect/>
            </a:stretch>
          </p:blipFill>
          <p:spPr>
            <a:xfrm>
              <a:off x="2870200" y="12090400"/>
              <a:ext cx="88900" cy="571500"/>
            </a:xfrm>
            <a:prstGeom prst="rect">
              <a:avLst/>
            </a:prstGeom>
          </p:spPr>
        </p:pic>
        <p:pic>
          <p:nvPicPr>
            <p:cNvPr id="172" name="object 172"/>
            <p:cNvPicPr/>
            <p:nvPr/>
          </p:nvPicPr>
          <p:blipFill>
            <a:blip r:embed="rId22" cstate="print"/>
            <a:stretch>
              <a:fillRect/>
            </a:stretch>
          </p:blipFill>
          <p:spPr>
            <a:xfrm>
              <a:off x="2781300" y="12090400"/>
              <a:ext cx="88900" cy="571500"/>
            </a:xfrm>
            <a:prstGeom prst="rect">
              <a:avLst/>
            </a:prstGeom>
          </p:spPr>
        </p:pic>
        <p:pic>
          <p:nvPicPr>
            <p:cNvPr id="173" name="object 173"/>
            <p:cNvPicPr/>
            <p:nvPr/>
          </p:nvPicPr>
          <p:blipFill>
            <a:blip r:embed="rId23" cstate="print"/>
            <a:stretch>
              <a:fillRect/>
            </a:stretch>
          </p:blipFill>
          <p:spPr>
            <a:xfrm>
              <a:off x="2654300" y="12090400"/>
              <a:ext cx="127000" cy="533400"/>
            </a:xfrm>
            <a:prstGeom prst="rect">
              <a:avLst/>
            </a:prstGeom>
          </p:spPr>
        </p:pic>
        <p:sp>
          <p:nvSpPr>
            <p:cNvPr id="174" name="object 174"/>
            <p:cNvSpPr/>
            <p:nvPr/>
          </p:nvSpPr>
          <p:spPr>
            <a:xfrm>
              <a:off x="2654300" y="12090400"/>
              <a:ext cx="571500" cy="571500"/>
            </a:xfrm>
            <a:custGeom>
              <a:avLst/>
              <a:gdLst/>
              <a:ahLst/>
              <a:cxnLst/>
              <a:rect l="l" t="t" r="r" b="b"/>
              <a:pathLst>
                <a:path w="571500" h="571500">
                  <a:moveTo>
                    <a:pt x="285750" y="571500"/>
                  </a:moveTo>
                  <a:lnTo>
                    <a:pt x="239399" y="567760"/>
                  </a:lnTo>
                  <a:lnTo>
                    <a:pt x="195430" y="556932"/>
                  </a:lnTo>
                  <a:lnTo>
                    <a:pt x="154431" y="539605"/>
                  </a:lnTo>
                  <a:lnTo>
                    <a:pt x="116989" y="516366"/>
                  </a:lnTo>
                  <a:lnTo>
                    <a:pt x="83694" y="487805"/>
                  </a:lnTo>
                  <a:lnTo>
                    <a:pt x="55133" y="454510"/>
                  </a:lnTo>
                  <a:lnTo>
                    <a:pt x="31894" y="417068"/>
                  </a:lnTo>
                  <a:lnTo>
                    <a:pt x="14567" y="376069"/>
                  </a:lnTo>
                  <a:lnTo>
                    <a:pt x="3739" y="332100"/>
                  </a:lnTo>
                  <a:lnTo>
                    <a:pt x="0" y="285750"/>
                  </a:lnTo>
                  <a:lnTo>
                    <a:pt x="3739" y="239399"/>
                  </a:lnTo>
                  <a:lnTo>
                    <a:pt x="14567" y="195430"/>
                  </a:lnTo>
                  <a:lnTo>
                    <a:pt x="31894" y="154431"/>
                  </a:lnTo>
                  <a:lnTo>
                    <a:pt x="55133" y="116989"/>
                  </a:lnTo>
                  <a:lnTo>
                    <a:pt x="83694" y="83694"/>
                  </a:lnTo>
                  <a:lnTo>
                    <a:pt x="116989" y="55133"/>
                  </a:lnTo>
                  <a:lnTo>
                    <a:pt x="154431" y="31894"/>
                  </a:lnTo>
                  <a:lnTo>
                    <a:pt x="195430" y="14567"/>
                  </a:lnTo>
                  <a:lnTo>
                    <a:pt x="239399" y="3739"/>
                  </a:lnTo>
                  <a:lnTo>
                    <a:pt x="285750" y="0"/>
                  </a:lnTo>
                  <a:lnTo>
                    <a:pt x="332100" y="3739"/>
                  </a:lnTo>
                  <a:lnTo>
                    <a:pt x="376069" y="14567"/>
                  </a:lnTo>
                  <a:lnTo>
                    <a:pt x="417068" y="31894"/>
                  </a:lnTo>
                  <a:lnTo>
                    <a:pt x="454510" y="55133"/>
                  </a:lnTo>
                  <a:lnTo>
                    <a:pt x="487805" y="83694"/>
                  </a:lnTo>
                  <a:lnTo>
                    <a:pt x="516366" y="116989"/>
                  </a:lnTo>
                  <a:lnTo>
                    <a:pt x="539605" y="154431"/>
                  </a:lnTo>
                  <a:lnTo>
                    <a:pt x="556932" y="195430"/>
                  </a:lnTo>
                  <a:lnTo>
                    <a:pt x="567760" y="239399"/>
                  </a:lnTo>
                  <a:lnTo>
                    <a:pt x="571500" y="285750"/>
                  </a:lnTo>
                  <a:lnTo>
                    <a:pt x="567760" y="332100"/>
                  </a:lnTo>
                  <a:lnTo>
                    <a:pt x="556932" y="376069"/>
                  </a:lnTo>
                  <a:lnTo>
                    <a:pt x="539605" y="417068"/>
                  </a:lnTo>
                  <a:lnTo>
                    <a:pt x="516366" y="454510"/>
                  </a:lnTo>
                  <a:lnTo>
                    <a:pt x="487805" y="487805"/>
                  </a:lnTo>
                  <a:lnTo>
                    <a:pt x="454510" y="516366"/>
                  </a:lnTo>
                  <a:lnTo>
                    <a:pt x="417068" y="539605"/>
                  </a:lnTo>
                  <a:lnTo>
                    <a:pt x="376069" y="556932"/>
                  </a:lnTo>
                  <a:lnTo>
                    <a:pt x="332100" y="567760"/>
                  </a:lnTo>
                  <a:lnTo>
                    <a:pt x="285750" y="57150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75" name="object 175"/>
          <p:cNvSpPr txBox="1"/>
          <p:nvPr/>
        </p:nvSpPr>
        <p:spPr>
          <a:xfrm>
            <a:off x="1124019" y="6134100"/>
            <a:ext cx="88900" cy="98425"/>
          </a:xfrm>
          <a:prstGeom prst="rect">
            <a:avLst/>
          </a:prstGeom>
        </p:spPr>
        <p:txBody>
          <a:bodyPr vert="horz" wrap="square" lIns="0" tIns="6350" rIns="0" bIns="0" rtlCol="0">
            <a:spAutoFit/>
          </a:bodyPr>
          <a:lstStyle/>
          <a:p>
            <a:pPr marL="6350">
              <a:spcBef>
                <a:spcPts val="50"/>
              </a:spcBef>
            </a:pPr>
            <a:r>
              <a:rPr sz="600" dirty="0">
                <a:solidFill>
                  <a:srgbClr val="212121"/>
                </a:solidFill>
                <a:latin typeface="江城圆体 400W" panose="020B0800000000000000" pitchFamily="34" charset="-128"/>
                <a:ea typeface="江城圆体 400W" panose="020B0800000000000000" pitchFamily="34" charset="-128"/>
                <a:cs typeface="Microsoft JhengHei"/>
              </a:rPr>
              <a:t>你</a:t>
            </a:r>
            <a:endParaRPr sz="600">
              <a:latin typeface="江城圆体 400W" panose="020B0800000000000000" pitchFamily="34" charset="-128"/>
              <a:ea typeface="江城圆体 400W" panose="020B0800000000000000" pitchFamily="34" charset="-128"/>
              <a:cs typeface="Microsoft JhengHei"/>
            </a:endParaRPr>
          </a:p>
        </p:txBody>
      </p:sp>
      <p:sp>
        <p:nvSpPr>
          <p:cNvPr id="176" name="object 176"/>
          <p:cNvSpPr txBox="1"/>
          <p:nvPr/>
        </p:nvSpPr>
        <p:spPr>
          <a:xfrm>
            <a:off x="1428819" y="6134100"/>
            <a:ext cx="88900" cy="98425"/>
          </a:xfrm>
          <a:prstGeom prst="rect">
            <a:avLst/>
          </a:prstGeom>
        </p:spPr>
        <p:txBody>
          <a:bodyPr vert="horz" wrap="square" lIns="0" tIns="6350" rIns="0" bIns="0" rtlCol="0">
            <a:spAutoFit/>
          </a:bodyPr>
          <a:lstStyle/>
          <a:p>
            <a:pPr marL="6350">
              <a:spcBef>
                <a:spcPts val="50"/>
              </a:spcBef>
            </a:pPr>
            <a:r>
              <a:rPr sz="600" dirty="0">
                <a:solidFill>
                  <a:srgbClr val="212121"/>
                </a:solidFill>
                <a:latin typeface="江城圆体 400W" panose="020B0800000000000000" pitchFamily="34" charset="-128"/>
                <a:ea typeface="江城圆体 400W" panose="020B0800000000000000" pitchFamily="34" charset="-128"/>
                <a:cs typeface="Microsoft JhengHei"/>
              </a:rPr>
              <a:t>我</a:t>
            </a:r>
            <a:endParaRPr sz="600">
              <a:latin typeface="江城圆体 400W" panose="020B0800000000000000" pitchFamily="34" charset="-128"/>
              <a:ea typeface="江城圆体 400W" panose="020B0800000000000000" pitchFamily="34" charset="-128"/>
              <a:cs typeface="Microsoft JhengHei"/>
            </a:endParaRPr>
          </a:p>
        </p:txBody>
      </p:sp>
      <p:grpSp>
        <p:nvGrpSpPr>
          <p:cNvPr id="177" name="object 177"/>
          <p:cNvGrpSpPr/>
          <p:nvPr/>
        </p:nvGrpSpPr>
        <p:grpSpPr>
          <a:xfrm>
            <a:off x="1023938" y="6038850"/>
            <a:ext cx="1243013" cy="485775"/>
            <a:chOff x="2047875" y="12077700"/>
            <a:chExt cx="2486025" cy="971550"/>
          </a:xfrm>
        </p:grpSpPr>
        <p:sp>
          <p:nvSpPr>
            <p:cNvPr id="178" name="object 178"/>
            <p:cNvSpPr/>
            <p:nvPr/>
          </p:nvSpPr>
          <p:spPr>
            <a:xfrm>
              <a:off x="2186491" y="13036550"/>
              <a:ext cx="1026794" cy="0"/>
            </a:xfrm>
            <a:custGeom>
              <a:avLst/>
              <a:gdLst/>
              <a:ahLst/>
              <a:cxnLst/>
              <a:rect l="l" t="t" r="r" b="b"/>
              <a:pathLst>
                <a:path w="1026794">
                  <a:moveTo>
                    <a:pt x="0" y="0"/>
                  </a:moveTo>
                  <a:lnTo>
                    <a:pt x="1026608"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79" name="object 179"/>
            <p:cNvSpPr/>
            <p:nvPr/>
          </p:nvSpPr>
          <p:spPr>
            <a:xfrm>
              <a:off x="2060575" y="13036550"/>
              <a:ext cx="31750" cy="0"/>
            </a:xfrm>
            <a:custGeom>
              <a:avLst/>
              <a:gdLst/>
              <a:ahLst/>
              <a:cxnLst/>
              <a:rect l="l" t="t" r="r" b="b"/>
              <a:pathLst>
                <a:path w="31750">
                  <a:moveTo>
                    <a:pt x="0" y="0"/>
                  </a:moveTo>
                  <a:lnTo>
                    <a:pt x="31750"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180" name="object 180"/>
            <p:cNvPicPr/>
            <p:nvPr/>
          </p:nvPicPr>
          <p:blipFill>
            <a:blip r:embed="rId18" cstate="print"/>
            <a:stretch>
              <a:fillRect/>
            </a:stretch>
          </p:blipFill>
          <p:spPr>
            <a:xfrm>
              <a:off x="3822700" y="12090400"/>
              <a:ext cx="88900" cy="533400"/>
            </a:xfrm>
            <a:prstGeom prst="rect">
              <a:avLst/>
            </a:prstGeom>
          </p:spPr>
        </p:pic>
        <p:pic>
          <p:nvPicPr>
            <p:cNvPr id="181" name="object 181"/>
            <p:cNvPicPr/>
            <p:nvPr/>
          </p:nvPicPr>
          <p:blipFill>
            <a:blip r:embed="rId19" cstate="print"/>
            <a:stretch>
              <a:fillRect/>
            </a:stretch>
          </p:blipFill>
          <p:spPr>
            <a:xfrm>
              <a:off x="3733800" y="12090400"/>
              <a:ext cx="88900" cy="571500"/>
            </a:xfrm>
            <a:prstGeom prst="rect">
              <a:avLst/>
            </a:prstGeom>
          </p:spPr>
        </p:pic>
        <p:pic>
          <p:nvPicPr>
            <p:cNvPr id="182" name="object 182"/>
            <p:cNvPicPr/>
            <p:nvPr/>
          </p:nvPicPr>
          <p:blipFill>
            <a:blip r:embed="rId20" cstate="print"/>
            <a:stretch>
              <a:fillRect/>
            </a:stretch>
          </p:blipFill>
          <p:spPr>
            <a:xfrm>
              <a:off x="3644900" y="12090400"/>
              <a:ext cx="88900" cy="571500"/>
            </a:xfrm>
            <a:prstGeom prst="rect">
              <a:avLst/>
            </a:prstGeom>
          </p:spPr>
        </p:pic>
        <p:pic>
          <p:nvPicPr>
            <p:cNvPr id="183" name="object 183"/>
            <p:cNvPicPr/>
            <p:nvPr/>
          </p:nvPicPr>
          <p:blipFill>
            <a:blip r:embed="rId21" cstate="print"/>
            <a:stretch>
              <a:fillRect/>
            </a:stretch>
          </p:blipFill>
          <p:spPr>
            <a:xfrm>
              <a:off x="3556000" y="12090400"/>
              <a:ext cx="88900" cy="571500"/>
            </a:xfrm>
            <a:prstGeom prst="rect">
              <a:avLst/>
            </a:prstGeom>
          </p:spPr>
        </p:pic>
        <p:pic>
          <p:nvPicPr>
            <p:cNvPr id="184" name="object 184"/>
            <p:cNvPicPr/>
            <p:nvPr/>
          </p:nvPicPr>
          <p:blipFill>
            <a:blip r:embed="rId22" cstate="print"/>
            <a:stretch>
              <a:fillRect/>
            </a:stretch>
          </p:blipFill>
          <p:spPr>
            <a:xfrm>
              <a:off x="3467100" y="12090400"/>
              <a:ext cx="88900" cy="571500"/>
            </a:xfrm>
            <a:prstGeom prst="rect">
              <a:avLst/>
            </a:prstGeom>
          </p:spPr>
        </p:pic>
        <p:pic>
          <p:nvPicPr>
            <p:cNvPr id="185" name="object 185"/>
            <p:cNvPicPr/>
            <p:nvPr/>
          </p:nvPicPr>
          <p:blipFill>
            <a:blip r:embed="rId23" cstate="print"/>
            <a:stretch>
              <a:fillRect/>
            </a:stretch>
          </p:blipFill>
          <p:spPr>
            <a:xfrm>
              <a:off x="3340100" y="12090400"/>
              <a:ext cx="127000" cy="533400"/>
            </a:xfrm>
            <a:prstGeom prst="rect">
              <a:avLst/>
            </a:prstGeom>
          </p:spPr>
        </p:pic>
        <p:sp>
          <p:nvSpPr>
            <p:cNvPr id="186" name="object 186"/>
            <p:cNvSpPr/>
            <p:nvPr/>
          </p:nvSpPr>
          <p:spPr>
            <a:xfrm>
              <a:off x="3340100" y="12090400"/>
              <a:ext cx="571500" cy="571500"/>
            </a:xfrm>
            <a:custGeom>
              <a:avLst/>
              <a:gdLst/>
              <a:ahLst/>
              <a:cxnLst/>
              <a:rect l="l" t="t" r="r" b="b"/>
              <a:pathLst>
                <a:path w="571500" h="571500">
                  <a:moveTo>
                    <a:pt x="285750" y="571500"/>
                  </a:moveTo>
                  <a:lnTo>
                    <a:pt x="239399" y="567760"/>
                  </a:lnTo>
                  <a:lnTo>
                    <a:pt x="195430" y="556932"/>
                  </a:lnTo>
                  <a:lnTo>
                    <a:pt x="154431" y="539605"/>
                  </a:lnTo>
                  <a:lnTo>
                    <a:pt x="116989" y="516366"/>
                  </a:lnTo>
                  <a:lnTo>
                    <a:pt x="83694" y="487805"/>
                  </a:lnTo>
                  <a:lnTo>
                    <a:pt x="55133" y="454510"/>
                  </a:lnTo>
                  <a:lnTo>
                    <a:pt x="31894" y="417068"/>
                  </a:lnTo>
                  <a:lnTo>
                    <a:pt x="14567" y="376069"/>
                  </a:lnTo>
                  <a:lnTo>
                    <a:pt x="3739" y="332100"/>
                  </a:lnTo>
                  <a:lnTo>
                    <a:pt x="0" y="285750"/>
                  </a:lnTo>
                  <a:lnTo>
                    <a:pt x="3739" y="239399"/>
                  </a:lnTo>
                  <a:lnTo>
                    <a:pt x="14567" y="195430"/>
                  </a:lnTo>
                  <a:lnTo>
                    <a:pt x="31894" y="154431"/>
                  </a:lnTo>
                  <a:lnTo>
                    <a:pt x="55133" y="116989"/>
                  </a:lnTo>
                  <a:lnTo>
                    <a:pt x="83694" y="83694"/>
                  </a:lnTo>
                  <a:lnTo>
                    <a:pt x="116989" y="55133"/>
                  </a:lnTo>
                  <a:lnTo>
                    <a:pt x="154431" y="31894"/>
                  </a:lnTo>
                  <a:lnTo>
                    <a:pt x="195430" y="14567"/>
                  </a:lnTo>
                  <a:lnTo>
                    <a:pt x="239399" y="3739"/>
                  </a:lnTo>
                  <a:lnTo>
                    <a:pt x="285750" y="0"/>
                  </a:lnTo>
                  <a:lnTo>
                    <a:pt x="332100" y="3739"/>
                  </a:lnTo>
                  <a:lnTo>
                    <a:pt x="376069" y="14567"/>
                  </a:lnTo>
                  <a:lnTo>
                    <a:pt x="417068" y="31894"/>
                  </a:lnTo>
                  <a:lnTo>
                    <a:pt x="454510" y="55133"/>
                  </a:lnTo>
                  <a:lnTo>
                    <a:pt x="487805" y="83694"/>
                  </a:lnTo>
                  <a:lnTo>
                    <a:pt x="516366" y="116989"/>
                  </a:lnTo>
                  <a:lnTo>
                    <a:pt x="539605" y="154431"/>
                  </a:lnTo>
                  <a:lnTo>
                    <a:pt x="556932" y="195430"/>
                  </a:lnTo>
                  <a:lnTo>
                    <a:pt x="567760" y="239399"/>
                  </a:lnTo>
                  <a:lnTo>
                    <a:pt x="571500" y="285750"/>
                  </a:lnTo>
                  <a:lnTo>
                    <a:pt x="567760" y="332100"/>
                  </a:lnTo>
                  <a:lnTo>
                    <a:pt x="556932" y="376069"/>
                  </a:lnTo>
                  <a:lnTo>
                    <a:pt x="539605" y="417068"/>
                  </a:lnTo>
                  <a:lnTo>
                    <a:pt x="516366" y="454510"/>
                  </a:lnTo>
                  <a:lnTo>
                    <a:pt x="487805" y="487805"/>
                  </a:lnTo>
                  <a:lnTo>
                    <a:pt x="454510" y="516366"/>
                  </a:lnTo>
                  <a:lnTo>
                    <a:pt x="417068" y="539605"/>
                  </a:lnTo>
                  <a:lnTo>
                    <a:pt x="376069" y="556932"/>
                  </a:lnTo>
                  <a:lnTo>
                    <a:pt x="332100" y="567760"/>
                  </a:lnTo>
                  <a:lnTo>
                    <a:pt x="285750" y="57150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87" name="object 187"/>
            <p:cNvSpPr/>
            <p:nvPr/>
          </p:nvSpPr>
          <p:spPr>
            <a:xfrm>
              <a:off x="3949700" y="12090400"/>
              <a:ext cx="571500" cy="571500"/>
            </a:xfrm>
            <a:custGeom>
              <a:avLst/>
              <a:gdLst/>
              <a:ahLst/>
              <a:cxnLst/>
              <a:rect l="l" t="t" r="r" b="b"/>
              <a:pathLst>
                <a:path w="571500" h="571500">
                  <a:moveTo>
                    <a:pt x="285750" y="0"/>
                  </a:moveTo>
                  <a:lnTo>
                    <a:pt x="239399" y="3739"/>
                  </a:lnTo>
                  <a:lnTo>
                    <a:pt x="195430" y="14567"/>
                  </a:lnTo>
                  <a:lnTo>
                    <a:pt x="154431" y="31894"/>
                  </a:lnTo>
                  <a:lnTo>
                    <a:pt x="116989" y="55133"/>
                  </a:lnTo>
                  <a:lnTo>
                    <a:pt x="83694" y="83694"/>
                  </a:lnTo>
                  <a:lnTo>
                    <a:pt x="55133" y="116989"/>
                  </a:lnTo>
                  <a:lnTo>
                    <a:pt x="31894" y="154431"/>
                  </a:lnTo>
                  <a:lnTo>
                    <a:pt x="14567" y="195430"/>
                  </a:lnTo>
                  <a:lnTo>
                    <a:pt x="3739" y="239399"/>
                  </a:lnTo>
                  <a:lnTo>
                    <a:pt x="0" y="285750"/>
                  </a:lnTo>
                  <a:lnTo>
                    <a:pt x="3739" y="332100"/>
                  </a:lnTo>
                  <a:lnTo>
                    <a:pt x="14567" y="376069"/>
                  </a:lnTo>
                  <a:lnTo>
                    <a:pt x="31894" y="417068"/>
                  </a:lnTo>
                  <a:lnTo>
                    <a:pt x="55133" y="454510"/>
                  </a:lnTo>
                  <a:lnTo>
                    <a:pt x="83694" y="487805"/>
                  </a:lnTo>
                  <a:lnTo>
                    <a:pt x="116989" y="516366"/>
                  </a:lnTo>
                  <a:lnTo>
                    <a:pt x="154431" y="539605"/>
                  </a:lnTo>
                  <a:lnTo>
                    <a:pt x="195430" y="556932"/>
                  </a:lnTo>
                  <a:lnTo>
                    <a:pt x="239399" y="567760"/>
                  </a:lnTo>
                  <a:lnTo>
                    <a:pt x="285750" y="571500"/>
                  </a:lnTo>
                  <a:lnTo>
                    <a:pt x="332100" y="567760"/>
                  </a:lnTo>
                  <a:lnTo>
                    <a:pt x="376069" y="556932"/>
                  </a:lnTo>
                  <a:lnTo>
                    <a:pt x="417068" y="539605"/>
                  </a:lnTo>
                  <a:lnTo>
                    <a:pt x="454510" y="516366"/>
                  </a:lnTo>
                  <a:lnTo>
                    <a:pt x="487805" y="487805"/>
                  </a:lnTo>
                  <a:lnTo>
                    <a:pt x="516366" y="454510"/>
                  </a:lnTo>
                  <a:lnTo>
                    <a:pt x="539605" y="417068"/>
                  </a:lnTo>
                  <a:lnTo>
                    <a:pt x="556932" y="376069"/>
                  </a:lnTo>
                  <a:lnTo>
                    <a:pt x="567760" y="332100"/>
                  </a:lnTo>
                  <a:lnTo>
                    <a:pt x="571500" y="285750"/>
                  </a:lnTo>
                  <a:lnTo>
                    <a:pt x="567760" y="239399"/>
                  </a:lnTo>
                  <a:lnTo>
                    <a:pt x="556932" y="195430"/>
                  </a:lnTo>
                  <a:lnTo>
                    <a:pt x="539605" y="154431"/>
                  </a:lnTo>
                  <a:lnTo>
                    <a:pt x="516366" y="116989"/>
                  </a:lnTo>
                  <a:lnTo>
                    <a:pt x="487805" y="83694"/>
                  </a:lnTo>
                  <a:lnTo>
                    <a:pt x="454510" y="55133"/>
                  </a:lnTo>
                  <a:lnTo>
                    <a:pt x="417068" y="31894"/>
                  </a:lnTo>
                  <a:lnTo>
                    <a:pt x="376069" y="14567"/>
                  </a:lnTo>
                  <a:lnTo>
                    <a:pt x="332100" y="3739"/>
                  </a:lnTo>
                  <a:lnTo>
                    <a:pt x="28575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88" name="object 188"/>
            <p:cNvSpPr/>
            <p:nvPr/>
          </p:nvSpPr>
          <p:spPr>
            <a:xfrm>
              <a:off x="3949700" y="12090400"/>
              <a:ext cx="571500" cy="571500"/>
            </a:xfrm>
            <a:custGeom>
              <a:avLst/>
              <a:gdLst/>
              <a:ahLst/>
              <a:cxnLst/>
              <a:rect l="l" t="t" r="r" b="b"/>
              <a:pathLst>
                <a:path w="571500" h="571500">
                  <a:moveTo>
                    <a:pt x="285750" y="571500"/>
                  </a:moveTo>
                  <a:lnTo>
                    <a:pt x="332100" y="567760"/>
                  </a:lnTo>
                  <a:lnTo>
                    <a:pt x="376069" y="556932"/>
                  </a:lnTo>
                  <a:lnTo>
                    <a:pt x="417068" y="539605"/>
                  </a:lnTo>
                  <a:lnTo>
                    <a:pt x="454510" y="516366"/>
                  </a:lnTo>
                  <a:lnTo>
                    <a:pt x="487805" y="487805"/>
                  </a:lnTo>
                  <a:lnTo>
                    <a:pt x="516366" y="454510"/>
                  </a:lnTo>
                  <a:lnTo>
                    <a:pt x="539605" y="417068"/>
                  </a:lnTo>
                  <a:lnTo>
                    <a:pt x="556932" y="376069"/>
                  </a:lnTo>
                  <a:lnTo>
                    <a:pt x="567760" y="332100"/>
                  </a:lnTo>
                  <a:lnTo>
                    <a:pt x="571500" y="285750"/>
                  </a:lnTo>
                  <a:lnTo>
                    <a:pt x="567760" y="239399"/>
                  </a:lnTo>
                  <a:lnTo>
                    <a:pt x="556932" y="195430"/>
                  </a:lnTo>
                  <a:lnTo>
                    <a:pt x="539605" y="154431"/>
                  </a:lnTo>
                  <a:lnTo>
                    <a:pt x="516366" y="116989"/>
                  </a:lnTo>
                  <a:lnTo>
                    <a:pt x="487805" y="83694"/>
                  </a:lnTo>
                  <a:lnTo>
                    <a:pt x="454510" y="55133"/>
                  </a:lnTo>
                  <a:lnTo>
                    <a:pt x="417068" y="31894"/>
                  </a:lnTo>
                  <a:lnTo>
                    <a:pt x="376069" y="14567"/>
                  </a:lnTo>
                  <a:lnTo>
                    <a:pt x="332100" y="3739"/>
                  </a:lnTo>
                  <a:lnTo>
                    <a:pt x="285750" y="0"/>
                  </a:lnTo>
                  <a:lnTo>
                    <a:pt x="239399" y="3739"/>
                  </a:lnTo>
                  <a:lnTo>
                    <a:pt x="195430" y="14567"/>
                  </a:lnTo>
                  <a:lnTo>
                    <a:pt x="154431" y="31894"/>
                  </a:lnTo>
                  <a:lnTo>
                    <a:pt x="116989" y="55133"/>
                  </a:lnTo>
                  <a:lnTo>
                    <a:pt x="83694" y="83694"/>
                  </a:lnTo>
                  <a:lnTo>
                    <a:pt x="55133" y="116989"/>
                  </a:lnTo>
                  <a:lnTo>
                    <a:pt x="31894" y="154431"/>
                  </a:lnTo>
                  <a:lnTo>
                    <a:pt x="14567" y="195430"/>
                  </a:lnTo>
                  <a:lnTo>
                    <a:pt x="3739" y="239399"/>
                  </a:lnTo>
                  <a:lnTo>
                    <a:pt x="0" y="285750"/>
                  </a:lnTo>
                  <a:lnTo>
                    <a:pt x="3739" y="332100"/>
                  </a:lnTo>
                  <a:lnTo>
                    <a:pt x="14567" y="376069"/>
                  </a:lnTo>
                  <a:lnTo>
                    <a:pt x="31894" y="417068"/>
                  </a:lnTo>
                  <a:lnTo>
                    <a:pt x="55133" y="454510"/>
                  </a:lnTo>
                  <a:lnTo>
                    <a:pt x="83694" y="487805"/>
                  </a:lnTo>
                  <a:lnTo>
                    <a:pt x="116989" y="516366"/>
                  </a:lnTo>
                  <a:lnTo>
                    <a:pt x="154431" y="539605"/>
                  </a:lnTo>
                  <a:lnTo>
                    <a:pt x="195430" y="556932"/>
                  </a:lnTo>
                  <a:lnTo>
                    <a:pt x="239399" y="567760"/>
                  </a:lnTo>
                  <a:lnTo>
                    <a:pt x="285750" y="571500"/>
                  </a:lnTo>
                  <a:close/>
                </a:path>
              </a:pathLst>
            </a:custGeom>
            <a:ln w="254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89" name="object 189"/>
          <p:cNvSpPr txBox="1"/>
          <p:nvPr/>
        </p:nvSpPr>
        <p:spPr>
          <a:xfrm>
            <a:off x="1771719" y="6134100"/>
            <a:ext cx="88900" cy="98425"/>
          </a:xfrm>
          <a:prstGeom prst="rect">
            <a:avLst/>
          </a:prstGeom>
        </p:spPr>
        <p:txBody>
          <a:bodyPr vert="horz" wrap="square" lIns="0" tIns="6350" rIns="0" bIns="0" rtlCol="0">
            <a:spAutoFit/>
          </a:bodyPr>
          <a:lstStyle/>
          <a:p>
            <a:pPr marL="6350">
              <a:spcBef>
                <a:spcPts val="50"/>
              </a:spcBef>
            </a:pPr>
            <a:r>
              <a:rPr sz="600" dirty="0">
                <a:solidFill>
                  <a:srgbClr val="212121"/>
                </a:solidFill>
                <a:latin typeface="江城圆体 400W" panose="020B0800000000000000" pitchFamily="34" charset="-128"/>
                <a:ea typeface="江城圆体 400W" panose="020B0800000000000000" pitchFamily="34" charset="-128"/>
                <a:cs typeface="Microsoft JhengHei"/>
              </a:rPr>
              <a:t>你</a:t>
            </a:r>
            <a:endParaRPr sz="600">
              <a:latin typeface="江城圆体 400W" panose="020B0800000000000000" pitchFamily="34" charset="-128"/>
              <a:ea typeface="江城圆体 400W" panose="020B0800000000000000" pitchFamily="34" charset="-128"/>
              <a:cs typeface="Microsoft JhengHei"/>
            </a:endParaRPr>
          </a:p>
        </p:txBody>
      </p:sp>
      <p:sp>
        <p:nvSpPr>
          <p:cNvPr id="190" name="object 190"/>
          <p:cNvSpPr txBox="1"/>
          <p:nvPr/>
        </p:nvSpPr>
        <p:spPr>
          <a:xfrm>
            <a:off x="2076519" y="6134100"/>
            <a:ext cx="88900" cy="98425"/>
          </a:xfrm>
          <a:prstGeom prst="rect">
            <a:avLst/>
          </a:prstGeom>
        </p:spPr>
        <p:txBody>
          <a:bodyPr vert="horz" wrap="square" lIns="0" tIns="6350" rIns="0" bIns="0" rtlCol="0">
            <a:spAutoFit/>
          </a:bodyPr>
          <a:lstStyle/>
          <a:p>
            <a:pPr marL="6350">
              <a:spcBef>
                <a:spcPts val="50"/>
              </a:spcBef>
            </a:pPr>
            <a:r>
              <a:rPr sz="600" dirty="0">
                <a:solidFill>
                  <a:srgbClr val="FFFFFF"/>
                </a:solidFill>
                <a:latin typeface="江城圆体 400W" panose="020B0800000000000000" pitchFamily="34" charset="-128"/>
                <a:ea typeface="江城圆体 400W" panose="020B0800000000000000" pitchFamily="34" charset="-128"/>
                <a:cs typeface="Microsoft JhengHei"/>
              </a:rPr>
              <a:t>我</a:t>
            </a:r>
            <a:endParaRPr sz="600">
              <a:latin typeface="江城圆体 400W" panose="020B0800000000000000" pitchFamily="34" charset="-128"/>
              <a:ea typeface="江城圆体 400W" panose="020B0800000000000000" pitchFamily="34" charset="-128"/>
              <a:cs typeface="Microsoft JhengHei"/>
            </a:endParaRPr>
          </a:p>
        </p:txBody>
      </p:sp>
      <p:sp>
        <p:nvSpPr>
          <p:cNvPr id="191" name="object 191"/>
          <p:cNvSpPr txBox="1"/>
          <p:nvPr/>
        </p:nvSpPr>
        <p:spPr>
          <a:xfrm>
            <a:off x="1105269" y="6375400"/>
            <a:ext cx="1085215" cy="128905"/>
          </a:xfrm>
          <a:prstGeom prst="rect">
            <a:avLst/>
          </a:prstGeom>
        </p:spPr>
        <p:txBody>
          <a:bodyPr vert="horz" wrap="square" lIns="0" tIns="6350" rIns="0" bIns="0" rtlCol="0">
            <a:spAutoFit/>
          </a:bodyPr>
          <a:lstStyle/>
          <a:p>
            <a:pPr marL="6350">
              <a:spcBef>
                <a:spcPts val="50"/>
              </a:spcBef>
              <a:tabLst>
                <a:tab pos="672465" algn="l"/>
              </a:tabLst>
            </a:pPr>
            <a:r>
              <a:rPr sz="800" spc="-5" dirty="0">
                <a:solidFill>
                  <a:srgbClr val="212121"/>
                </a:solidFill>
                <a:latin typeface="江城圆体 400W" panose="020B0800000000000000" pitchFamily="34" charset="-128"/>
                <a:ea typeface="江城圆体 400W" panose="020B0800000000000000" pitchFamily="34" charset="-128"/>
                <a:cs typeface="Microsoft JhengHei"/>
              </a:rPr>
              <a:t>两败俱</a:t>
            </a:r>
            <a:r>
              <a:rPr sz="800" spc="-25" dirty="0">
                <a:solidFill>
                  <a:srgbClr val="212121"/>
                </a:solidFill>
                <a:latin typeface="江城圆体 400W" panose="020B0800000000000000" pitchFamily="34" charset="-128"/>
                <a:ea typeface="江城圆体 400W" panose="020B0800000000000000" pitchFamily="34" charset="-128"/>
                <a:cs typeface="Microsoft JhengHei"/>
              </a:rPr>
              <a:t>伤</a:t>
            </a:r>
            <a:r>
              <a:rPr sz="800" dirty="0">
                <a:solidFill>
                  <a:srgbClr val="212121"/>
                </a:solidFill>
                <a:latin typeface="江城圆体 400W" panose="020B0800000000000000" pitchFamily="34" charset="-128"/>
                <a:ea typeface="江城圆体 400W" panose="020B0800000000000000" pitchFamily="34" charset="-128"/>
                <a:cs typeface="Microsoft JhengHei"/>
              </a:rPr>
              <a:t>	</a:t>
            </a:r>
            <a:r>
              <a:rPr sz="800" spc="-5" dirty="0" err="1">
                <a:solidFill>
                  <a:srgbClr val="212121"/>
                </a:solidFill>
                <a:latin typeface="江城圆体 400W" panose="020B0800000000000000" pitchFamily="34" charset="-128"/>
                <a:ea typeface="江城圆体 400W" panose="020B0800000000000000" pitchFamily="34" charset="-128"/>
                <a:cs typeface="Microsoft JhengHei"/>
              </a:rPr>
              <a:t>损人利</a:t>
            </a:r>
            <a:r>
              <a:rPr sz="800" spc="-25" dirty="0" err="1">
                <a:solidFill>
                  <a:srgbClr val="212121"/>
                </a:solidFill>
                <a:latin typeface="江城圆体 400W" panose="020B0800000000000000" pitchFamily="34" charset="-128"/>
                <a:ea typeface="江城圆体 400W" panose="020B0800000000000000" pitchFamily="34" charset="-128"/>
                <a:cs typeface="Microsoft JhengHei"/>
              </a:rPr>
              <a:t>己</a:t>
            </a:r>
            <a:endParaRPr sz="800" dirty="0">
              <a:latin typeface="江城圆体 400W" panose="020B0800000000000000" pitchFamily="34" charset="-128"/>
              <a:ea typeface="江城圆体 400W" panose="020B0800000000000000" pitchFamily="34" charset="-128"/>
              <a:cs typeface="Microsoft JhengHei"/>
            </a:endParaRPr>
          </a:p>
        </p:txBody>
      </p:sp>
      <p:grpSp>
        <p:nvGrpSpPr>
          <p:cNvPr id="192" name="object 192"/>
          <p:cNvGrpSpPr/>
          <p:nvPr/>
        </p:nvGrpSpPr>
        <p:grpSpPr>
          <a:xfrm>
            <a:off x="1690688" y="6511925"/>
            <a:ext cx="557213" cy="12700"/>
            <a:chOff x="3381375" y="13023850"/>
            <a:chExt cx="1114425" cy="25400"/>
          </a:xfrm>
        </p:grpSpPr>
        <p:sp>
          <p:nvSpPr>
            <p:cNvPr id="193" name="object 193"/>
            <p:cNvSpPr/>
            <p:nvPr/>
          </p:nvSpPr>
          <p:spPr>
            <a:xfrm>
              <a:off x="3494230" y="13036550"/>
              <a:ext cx="1002030" cy="0"/>
            </a:xfrm>
            <a:custGeom>
              <a:avLst/>
              <a:gdLst/>
              <a:ahLst/>
              <a:cxnLst/>
              <a:rect l="l" t="t" r="r" b="b"/>
              <a:pathLst>
                <a:path w="1002029">
                  <a:moveTo>
                    <a:pt x="0" y="0"/>
                  </a:moveTo>
                  <a:lnTo>
                    <a:pt x="1001569"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94" name="object 194"/>
            <p:cNvSpPr/>
            <p:nvPr/>
          </p:nvSpPr>
          <p:spPr>
            <a:xfrm>
              <a:off x="3381375" y="13036550"/>
              <a:ext cx="31750" cy="0"/>
            </a:xfrm>
            <a:custGeom>
              <a:avLst/>
              <a:gdLst/>
              <a:ahLst/>
              <a:cxnLst/>
              <a:rect l="l" t="t" r="r" b="b"/>
              <a:pathLst>
                <a:path w="31750">
                  <a:moveTo>
                    <a:pt x="0" y="0"/>
                  </a:moveTo>
                  <a:lnTo>
                    <a:pt x="31750"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95" name="object 195"/>
          <p:cNvGrpSpPr/>
          <p:nvPr/>
        </p:nvGrpSpPr>
        <p:grpSpPr>
          <a:xfrm>
            <a:off x="2727325" y="4816475"/>
            <a:ext cx="259398" cy="259080"/>
            <a:chOff x="5454650" y="9632950"/>
            <a:chExt cx="518795" cy="518159"/>
          </a:xfrm>
        </p:grpSpPr>
        <p:sp>
          <p:nvSpPr>
            <p:cNvPr id="196" name="object 196"/>
            <p:cNvSpPr/>
            <p:nvPr/>
          </p:nvSpPr>
          <p:spPr>
            <a:xfrm>
              <a:off x="5461000" y="9639300"/>
              <a:ext cx="506095" cy="505459"/>
            </a:xfrm>
            <a:custGeom>
              <a:avLst/>
              <a:gdLst/>
              <a:ahLst/>
              <a:cxnLst/>
              <a:rect l="l" t="t" r="r" b="b"/>
              <a:pathLst>
                <a:path w="506095" h="505459">
                  <a:moveTo>
                    <a:pt x="252529" y="0"/>
                  </a:moveTo>
                  <a:lnTo>
                    <a:pt x="207137" y="4068"/>
                  </a:lnTo>
                  <a:lnTo>
                    <a:pt x="164413" y="15798"/>
                  </a:lnTo>
                  <a:lnTo>
                    <a:pt x="125073" y="34477"/>
                  </a:lnTo>
                  <a:lnTo>
                    <a:pt x="89828" y="59391"/>
                  </a:lnTo>
                  <a:lnTo>
                    <a:pt x="59391" y="89828"/>
                  </a:lnTo>
                  <a:lnTo>
                    <a:pt x="34477" y="125073"/>
                  </a:lnTo>
                  <a:lnTo>
                    <a:pt x="15798" y="164413"/>
                  </a:lnTo>
                  <a:lnTo>
                    <a:pt x="4068" y="207137"/>
                  </a:lnTo>
                  <a:lnTo>
                    <a:pt x="0" y="252529"/>
                  </a:lnTo>
                  <a:lnTo>
                    <a:pt x="4068" y="297921"/>
                  </a:lnTo>
                  <a:lnTo>
                    <a:pt x="15798" y="340644"/>
                  </a:lnTo>
                  <a:lnTo>
                    <a:pt x="34477" y="379985"/>
                  </a:lnTo>
                  <a:lnTo>
                    <a:pt x="59391" y="415230"/>
                  </a:lnTo>
                  <a:lnTo>
                    <a:pt x="89828" y="445666"/>
                  </a:lnTo>
                  <a:lnTo>
                    <a:pt x="125073" y="470580"/>
                  </a:lnTo>
                  <a:lnTo>
                    <a:pt x="164413" y="489259"/>
                  </a:lnTo>
                  <a:lnTo>
                    <a:pt x="207137" y="500990"/>
                  </a:lnTo>
                  <a:lnTo>
                    <a:pt x="252529" y="505058"/>
                  </a:lnTo>
                  <a:lnTo>
                    <a:pt x="287809" y="502613"/>
                  </a:lnTo>
                  <a:lnTo>
                    <a:pt x="321592" y="495498"/>
                  </a:lnTo>
                  <a:lnTo>
                    <a:pt x="353550" y="484042"/>
                  </a:lnTo>
                  <a:lnTo>
                    <a:pt x="383353" y="468572"/>
                  </a:lnTo>
                  <a:lnTo>
                    <a:pt x="502896" y="468572"/>
                  </a:lnTo>
                  <a:lnTo>
                    <a:pt x="493532" y="437055"/>
                  </a:lnTo>
                  <a:lnTo>
                    <a:pt x="480073" y="394304"/>
                  </a:lnTo>
                  <a:lnTo>
                    <a:pt x="478115" y="366148"/>
                  </a:lnTo>
                  <a:lnTo>
                    <a:pt x="489596" y="339734"/>
                  </a:lnTo>
                  <a:lnTo>
                    <a:pt x="498050" y="311856"/>
                  </a:lnTo>
                  <a:lnTo>
                    <a:pt x="503272" y="282720"/>
                  </a:lnTo>
                  <a:lnTo>
                    <a:pt x="505058" y="252529"/>
                  </a:lnTo>
                  <a:lnTo>
                    <a:pt x="500990" y="207137"/>
                  </a:lnTo>
                  <a:lnTo>
                    <a:pt x="489259" y="164413"/>
                  </a:lnTo>
                  <a:lnTo>
                    <a:pt x="470580" y="125073"/>
                  </a:lnTo>
                  <a:lnTo>
                    <a:pt x="445666" y="89828"/>
                  </a:lnTo>
                  <a:lnTo>
                    <a:pt x="415230" y="59391"/>
                  </a:lnTo>
                  <a:lnTo>
                    <a:pt x="379985" y="34477"/>
                  </a:lnTo>
                  <a:lnTo>
                    <a:pt x="340644" y="15798"/>
                  </a:lnTo>
                  <a:lnTo>
                    <a:pt x="297921" y="4068"/>
                  </a:lnTo>
                  <a:lnTo>
                    <a:pt x="252529" y="0"/>
                  </a:lnTo>
                  <a:close/>
                </a:path>
                <a:path w="506095" h="505459">
                  <a:moveTo>
                    <a:pt x="502896" y="468572"/>
                  </a:moveTo>
                  <a:lnTo>
                    <a:pt x="383353" y="468572"/>
                  </a:lnTo>
                  <a:lnTo>
                    <a:pt x="408707" y="471509"/>
                  </a:lnTo>
                  <a:lnTo>
                    <a:pt x="445823" y="488716"/>
                  </a:lnTo>
                  <a:lnTo>
                    <a:pt x="482130" y="504974"/>
                  </a:lnTo>
                  <a:lnTo>
                    <a:pt x="505058" y="505058"/>
                  </a:lnTo>
                  <a:lnTo>
                    <a:pt x="506018" y="479079"/>
                  </a:lnTo>
                  <a:lnTo>
                    <a:pt x="502896" y="468572"/>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97" name="object 197"/>
            <p:cNvSpPr/>
            <p:nvPr/>
          </p:nvSpPr>
          <p:spPr>
            <a:xfrm>
              <a:off x="5461000" y="9639300"/>
              <a:ext cx="506095" cy="505459"/>
            </a:xfrm>
            <a:custGeom>
              <a:avLst/>
              <a:gdLst/>
              <a:ahLst/>
              <a:cxnLst/>
              <a:rect l="l" t="t" r="r" b="b"/>
              <a:pathLst>
                <a:path w="506095" h="505459">
                  <a:moveTo>
                    <a:pt x="252529" y="505058"/>
                  </a:moveTo>
                  <a:lnTo>
                    <a:pt x="287809" y="502613"/>
                  </a:lnTo>
                  <a:lnTo>
                    <a:pt x="321592" y="495498"/>
                  </a:lnTo>
                  <a:lnTo>
                    <a:pt x="353550" y="484042"/>
                  </a:lnTo>
                  <a:lnTo>
                    <a:pt x="383353" y="468572"/>
                  </a:lnTo>
                  <a:lnTo>
                    <a:pt x="408707" y="471508"/>
                  </a:lnTo>
                  <a:lnTo>
                    <a:pt x="445822" y="488716"/>
                  </a:lnTo>
                  <a:lnTo>
                    <a:pt x="482130" y="504973"/>
                  </a:lnTo>
                  <a:lnTo>
                    <a:pt x="505058" y="505058"/>
                  </a:lnTo>
                  <a:lnTo>
                    <a:pt x="506018" y="479079"/>
                  </a:lnTo>
                  <a:lnTo>
                    <a:pt x="493532" y="437055"/>
                  </a:lnTo>
                  <a:lnTo>
                    <a:pt x="480074" y="394304"/>
                  </a:lnTo>
                  <a:lnTo>
                    <a:pt x="478116" y="366147"/>
                  </a:lnTo>
                  <a:lnTo>
                    <a:pt x="489596" y="339734"/>
                  </a:lnTo>
                  <a:lnTo>
                    <a:pt x="498050" y="311856"/>
                  </a:lnTo>
                  <a:lnTo>
                    <a:pt x="503272" y="282720"/>
                  </a:lnTo>
                  <a:lnTo>
                    <a:pt x="505058" y="252529"/>
                  </a:lnTo>
                  <a:lnTo>
                    <a:pt x="500990" y="207136"/>
                  </a:lnTo>
                  <a:lnTo>
                    <a:pt x="489259" y="164413"/>
                  </a:lnTo>
                  <a:lnTo>
                    <a:pt x="470581" y="125072"/>
                  </a:lnTo>
                  <a:lnTo>
                    <a:pt x="445666" y="89827"/>
                  </a:lnTo>
                  <a:lnTo>
                    <a:pt x="415230" y="59391"/>
                  </a:lnTo>
                  <a:lnTo>
                    <a:pt x="379985" y="34477"/>
                  </a:lnTo>
                  <a:lnTo>
                    <a:pt x="340645" y="15798"/>
                  </a:lnTo>
                  <a:lnTo>
                    <a:pt x="297921" y="4068"/>
                  </a:lnTo>
                  <a:lnTo>
                    <a:pt x="252529" y="0"/>
                  </a:lnTo>
                  <a:lnTo>
                    <a:pt x="207136" y="4068"/>
                  </a:lnTo>
                  <a:lnTo>
                    <a:pt x="164413" y="15798"/>
                  </a:lnTo>
                  <a:lnTo>
                    <a:pt x="125072" y="34477"/>
                  </a:lnTo>
                  <a:lnTo>
                    <a:pt x="89827" y="59391"/>
                  </a:lnTo>
                  <a:lnTo>
                    <a:pt x="59391" y="89827"/>
                  </a:lnTo>
                  <a:lnTo>
                    <a:pt x="34477" y="125072"/>
                  </a:lnTo>
                  <a:lnTo>
                    <a:pt x="15798" y="164413"/>
                  </a:lnTo>
                  <a:lnTo>
                    <a:pt x="4068" y="207136"/>
                  </a:lnTo>
                  <a:lnTo>
                    <a:pt x="0" y="252529"/>
                  </a:lnTo>
                  <a:lnTo>
                    <a:pt x="4068" y="297921"/>
                  </a:lnTo>
                  <a:lnTo>
                    <a:pt x="15798" y="340645"/>
                  </a:lnTo>
                  <a:lnTo>
                    <a:pt x="34477" y="379985"/>
                  </a:lnTo>
                  <a:lnTo>
                    <a:pt x="59391" y="415230"/>
                  </a:lnTo>
                  <a:lnTo>
                    <a:pt x="89827" y="445666"/>
                  </a:lnTo>
                  <a:lnTo>
                    <a:pt x="125072" y="470581"/>
                  </a:lnTo>
                  <a:lnTo>
                    <a:pt x="164413" y="489259"/>
                  </a:lnTo>
                  <a:lnTo>
                    <a:pt x="207136" y="500990"/>
                  </a:lnTo>
                  <a:lnTo>
                    <a:pt x="252529" y="505058"/>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98" name="object 198"/>
          <p:cNvSpPr txBox="1"/>
          <p:nvPr/>
        </p:nvSpPr>
        <p:spPr>
          <a:xfrm>
            <a:off x="2776038" y="4872159"/>
            <a:ext cx="278222"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05</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grpSp>
        <p:nvGrpSpPr>
          <p:cNvPr id="199" name="object 199"/>
          <p:cNvGrpSpPr/>
          <p:nvPr/>
        </p:nvGrpSpPr>
        <p:grpSpPr>
          <a:xfrm>
            <a:off x="1732530" y="7518340"/>
            <a:ext cx="621348" cy="390525"/>
            <a:chOff x="3465060" y="15036680"/>
            <a:chExt cx="1242695" cy="781050"/>
          </a:xfrm>
        </p:grpSpPr>
        <p:sp>
          <p:nvSpPr>
            <p:cNvPr id="200" name="object 200"/>
            <p:cNvSpPr/>
            <p:nvPr/>
          </p:nvSpPr>
          <p:spPr>
            <a:xfrm>
              <a:off x="3471410" y="15427280"/>
              <a:ext cx="1229995" cy="230504"/>
            </a:xfrm>
            <a:custGeom>
              <a:avLst/>
              <a:gdLst/>
              <a:ahLst/>
              <a:cxnLst/>
              <a:rect l="l" t="t" r="r" b="b"/>
              <a:pathLst>
                <a:path w="1229995" h="230505">
                  <a:moveTo>
                    <a:pt x="0" y="0"/>
                  </a:moveTo>
                  <a:lnTo>
                    <a:pt x="0" y="172657"/>
                  </a:lnTo>
                  <a:lnTo>
                    <a:pt x="51707" y="181850"/>
                  </a:lnTo>
                  <a:lnTo>
                    <a:pt x="103407" y="190243"/>
                  </a:lnTo>
                  <a:lnTo>
                    <a:pt x="155098" y="197836"/>
                  </a:lnTo>
                  <a:lnTo>
                    <a:pt x="206781" y="204631"/>
                  </a:lnTo>
                  <a:lnTo>
                    <a:pt x="258456" y="210626"/>
                  </a:lnTo>
                  <a:lnTo>
                    <a:pt x="310122" y="215822"/>
                  </a:lnTo>
                  <a:lnTo>
                    <a:pt x="361779" y="220218"/>
                  </a:lnTo>
                  <a:lnTo>
                    <a:pt x="413428" y="223815"/>
                  </a:lnTo>
                  <a:lnTo>
                    <a:pt x="465069" y="226613"/>
                  </a:lnTo>
                  <a:lnTo>
                    <a:pt x="516701" y="228611"/>
                  </a:lnTo>
                  <a:lnTo>
                    <a:pt x="568325" y="229810"/>
                  </a:lnTo>
                  <a:lnTo>
                    <a:pt x="619940" y="230210"/>
                  </a:lnTo>
                  <a:lnTo>
                    <a:pt x="671483" y="229810"/>
                  </a:lnTo>
                  <a:lnTo>
                    <a:pt x="722890" y="228611"/>
                  </a:lnTo>
                  <a:lnTo>
                    <a:pt x="774161" y="226613"/>
                  </a:lnTo>
                  <a:lnTo>
                    <a:pt x="825295" y="223815"/>
                  </a:lnTo>
                  <a:lnTo>
                    <a:pt x="876293" y="220218"/>
                  </a:lnTo>
                  <a:lnTo>
                    <a:pt x="927156" y="215822"/>
                  </a:lnTo>
                  <a:lnTo>
                    <a:pt x="977881" y="210626"/>
                  </a:lnTo>
                  <a:lnTo>
                    <a:pt x="1028471" y="204631"/>
                  </a:lnTo>
                  <a:lnTo>
                    <a:pt x="1078925" y="197836"/>
                  </a:lnTo>
                  <a:lnTo>
                    <a:pt x="1129242" y="190243"/>
                  </a:lnTo>
                  <a:lnTo>
                    <a:pt x="1179424" y="181850"/>
                  </a:lnTo>
                  <a:lnTo>
                    <a:pt x="1229469" y="172657"/>
                  </a:lnTo>
                  <a:lnTo>
                    <a:pt x="1229469" y="57552"/>
                  </a:lnTo>
                  <a:lnTo>
                    <a:pt x="619951" y="57552"/>
                  </a:lnTo>
                  <a:lnTo>
                    <a:pt x="569039" y="57152"/>
                  </a:lnTo>
                  <a:lnTo>
                    <a:pt x="517990" y="55953"/>
                  </a:lnTo>
                  <a:lnTo>
                    <a:pt x="466805" y="53955"/>
                  </a:lnTo>
                  <a:lnTo>
                    <a:pt x="415483" y="51158"/>
                  </a:lnTo>
                  <a:lnTo>
                    <a:pt x="364025" y="47561"/>
                  </a:lnTo>
                  <a:lnTo>
                    <a:pt x="312431" y="43164"/>
                  </a:lnTo>
                  <a:lnTo>
                    <a:pt x="260700" y="37969"/>
                  </a:lnTo>
                  <a:lnTo>
                    <a:pt x="208833" y="31974"/>
                  </a:lnTo>
                  <a:lnTo>
                    <a:pt x="156829" y="25179"/>
                  </a:lnTo>
                  <a:lnTo>
                    <a:pt x="104689" y="17585"/>
                  </a:lnTo>
                  <a:lnTo>
                    <a:pt x="52412" y="9192"/>
                  </a:lnTo>
                  <a:lnTo>
                    <a:pt x="0" y="0"/>
                  </a:lnTo>
                  <a:close/>
                </a:path>
                <a:path w="1229995" h="230505">
                  <a:moveTo>
                    <a:pt x="1229469" y="0"/>
                  </a:moveTo>
                  <a:lnTo>
                    <a:pt x="1178722" y="9192"/>
                  </a:lnTo>
                  <a:lnTo>
                    <a:pt x="1127967" y="17585"/>
                  </a:lnTo>
                  <a:lnTo>
                    <a:pt x="1077204" y="25179"/>
                  </a:lnTo>
                  <a:lnTo>
                    <a:pt x="1026432" y="31974"/>
                  </a:lnTo>
                  <a:lnTo>
                    <a:pt x="975651" y="37969"/>
                  </a:lnTo>
                  <a:lnTo>
                    <a:pt x="924862" y="43164"/>
                  </a:lnTo>
                  <a:lnTo>
                    <a:pt x="874065" y="47561"/>
                  </a:lnTo>
                  <a:lnTo>
                    <a:pt x="823259" y="51158"/>
                  </a:lnTo>
                  <a:lnTo>
                    <a:pt x="772445" y="53955"/>
                  </a:lnTo>
                  <a:lnTo>
                    <a:pt x="721622" y="55953"/>
                  </a:lnTo>
                  <a:lnTo>
                    <a:pt x="670791" y="57152"/>
                  </a:lnTo>
                  <a:lnTo>
                    <a:pt x="619951" y="57552"/>
                  </a:lnTo>
                  <a:lnTo>
                    <a:pt x="1229469" y="57552"/>
                  </a:lnTo>
                  <a:lnTo>
                    <a:pt x="1229469"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01" name="object 201"/>
            <p:cNvSpPr/>
            <p:nvPr/>
          </p:nvSpPr>
          <p:spPr>
            <a:xfrm>
              <a:off x="3471410" y="15638306"/>
              <a:ext cx="173355" cy="172720"/>
            </a:xfrm>
            <a:custGeom>
              <a:avLst/>
              <a:gdLst/>
              <a:ahLst/>
              <a:cxnLst/>
              <a:rect l="l" t="t" r="r" b="b"/>
              <a:pathLst>
                <a:path w="173354" h="172719">
                  <a:moveTo>
                    <a:pt x="172893" y="0"/>
                  </a:moveTo>
                  <a:lnTo>
                    <a:pt x="0" y="0"/>
                  </a:lnTo>
                  <a:lnTo>
                    <a:pt x="0" y="172657"/>
                  </a:lnTo>
                  <a:lnTo>
                    <a:pt x="172893" y="172657"/>
                  </a:lnTo>
                  <a:lnTo>
                    <a:pt x="172893" y="0"/>
                  </a:lnTo>
                  <a:close/>
                </a:path>
              </a:pathLst>
            </a:custGeom>
            <a:solidFill>
              <a:srgbClr val="E9F9F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02" name="object 202"/>
            <p:cNvSpPr/>
            <p:nvPr/>
          </p:nvSpPr>
          <p:spPr>
            <a:xfrm>
              <a:off x="3471410" y="15638306"/>
              <a:ext cx="173355" cy="172720"/>
            </a:xfrm>
            <a:custGeom>
              <a:avLst/>
              <a:gdLst/>
              <a:ahLst/>
              <a:cxnLst/>
              <a:rect l="l" t="t" r="r" b="b"/>
              <a:pathLst>
                <a:path w="173354" h="172719">
                  <a:moveTo>
                    <a:pt x="0" y="0"/>
                  </a:moveTo>
                  <a:lnTo>
                    <a:pt x="172894" y="0"/>
                  </a:lnTo>
                  <a:lnTo>
                    <a:pt x="172894" y="172657"/>
                  </a:lnTo>
                  <a:lnTo>
                    <a:pt x="0" y="172657"/>
                  </a:lnTo>
                  <a:lnTo>
                    <a:pt x="0" y="0"/>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03" name="object 203"/>
            <p:cNvSpPr/>
            <p:nvPr/>
          </p:nvSpPr>
          <p:spPr>
            <a:xfrm>
              <a:off x="4527985" y="15638306"/>
              <a:ext cx="173355" cy="172720"/>
            </a:xfrm>
            <a:custGeom>
              <a:avLst/>
              <a:gdLst/>
              <a:ahLst/>
              <a:cxnLst/>
              <a:rect l="l" t="t" r="r" b="b"/>
              <a:pathLst>
                <a:path w="173354" h="172719">
                  <a:moveTo>
                    <a:pt x="172893" y="0"/>
                  </a:moveTo>
                  <a:lnTo>
                    <a:pt x="0" y="0"/>
                  </a:lnTo>
                  <a:lnTo>
                    <a:pt x="0" y="172657"/>
                  </a:lnTo>
                  <a:lnTo>
                    <a:pt x="172893" y="172657"/>
                  </a:lnTo>
                  <a:lnTo>
                    <a:pt x="172893" y="0"/>
                  </a:lnTo>
                  <a:close/>
                </a:path>
              </a:pathLst>
            </a:custGeom>
            <a:solidFill>
              <a:srgbClr val="E9F9F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04" name="object 204"/>
            <p:cNvSpPr/>
            <p:nvPr/>
          </p:nvSpPr>
          <p:spPr>
            <a:xfrm>
              <a:off x="4527985" y="15638306"/>
              <a:ext cx="173355" cy="172720"/>
            </a:xfrm>
            <a:custGeom>
              <a:avLst/>
              <a:gdLst/>
              <a:ahLst/>
              <a:cxnLst/>
              <a:rect l="l" t="t" r="r" b="b"/>
              <a:pathLst>
                <a:path w="173354" h="172719">
                  <a:moveTo>
                    <a:pt x="0" y="0"/>
                  </a:moveTo>
                  <a:lnTo>
                    <a:pt x="172894" y="0"/>
                  </a:lnTo>
                  <a:lnTo>
                    <a:pt x="172894" y="172657"/>
                  </a:lnTo>
                  <a:lnTo>
                    <a:pt x="0" y="172657"/>
                  </a:lnTo>
                  <a:lnTo>
                    <a:pt x="0" y="0"/>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05" name="object 205"/>
            <p:cNvSpPr/>
            <p:nvPr/>
          </p:nvSpPr>
          <p:spPr>
            <a:xfrm>
              <a:off x="3993070" y="15036680"/>
              <a:ext cx="200660" cy="403225"/>
            </a:xfrm>
            <a:custGeom>
              <a:avLst/>
              <a:gdLst/>
              <a:ahLst/>
              <a:cxnLst/>
              <a:rect l="l" t="t" r="r" b="b"/>
              <a:pathLst>
                <a:path w="200660" h="403225">
                  <a:moveTo>
                    <a:pt x="103124" y="0"/>
                  </a:moveTo>
                  <a:lnTo>
                    <a:pt x="89098" y="242"/>
                  </a:lnTo>
                  <a:lnTo>
                    <a:pt x="83510" y="6024"/>
                  </a:lnTo>
                  <a:lnTo>
                    <a:pt x="89319" y="342287"/>
                  </a:lnTo>
                  <a:lnTo>
                    <a:pt x="21920" y="227163"/>
                  </a:lnTo>
                  <a:lnTo>
                    <a:pt x="14140" y="225129"/>
                  </a:lnTo>
                  <a:lnTo>
                    <a:pt x="2034" y="232216"/>
                  </a:lnTo>
                  <a:lnTo>
                    <a:pt x="0" y="239995"/>
                  </a:lnTo>
                  <a:lnTo>
                    <a:pt x="91883" y="396948"/>
                  </a:lnTo>
                  <a:lnTo>
                    <a:pt x="96791" y="401719"/>
                  </a:lnTo>
                  <a:lnTo>
                    <a:pt x="103062" y="403230"/>
                  </a:lnTo>
                  <a:lnTo>
                    <a:pt x="109278" y="401504"/>
                  </a:lnTo>
                  <a:lnTo>
                    <a:pt x="114018" y="396566"/>
                  </a:lnTo>
                  <a:lnTo>
                    <a:pt x="197102" y="242710"/>
                  </a:lnTo>
                  <a:lnTo>
                    <a:pt x="200435" y="236538"/>
                  </a:lnTo>
                  <a:lnTo>
                    <a:pt x="198133" y="228834"/>
                  </a:lnTo>
                  <a:lnTo>
                    <a:pt x="191963" y="225501"/>
                  </a:lnTo>
                  <a:lnTo>
                    <a:pt x="184712" y="222517"/>
                  </a:lnTo>
                  <a:lnTo>
                    <a:pt x="177848" y="224910"/>
                  </a:lnTo>
                  <a:lnTo>
                    <a:pt x="114693" y="341868"/>
                  </a:lnTo>
                  <a:lnTo>
                    <a:pt x="108906" y="5587"/>
                  </a:lnTo>
                  <a:lnTo>
                    <a:pt x="103124"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206" name="object 206"/>
          <p:cNvGrpSpPr/>
          <p:nvPr/>
        </p:nvGrpSpPr>
        <p:grpSpPr>
          <a:xfrm>
            <a:off x="1731590" y="8210506"/>
            <a:ext cx="621348" cy="384175"/>
            <a:chOff x="3463179" y="16421011"/>
            <a:chExt cx="1242695" cy="768350"/>
          </a:xfrm>
        </p:grpSpPr>
        <p:sp>
          <p:nvSpPr>
            <p:cNvPr id="207" name="object 207"/>
            <p:cNvSpPr/>
            <p:nvPr/>
          </p:nvSpPr>
          <p:spPr>
            <a:xfrm>
              <a:off x="3469529" y="16798879"/>
              <a:ext cx="1229995" cy="230504"/>
            </a:xfrm>
            <a:custGeom>
              <a:avLst/>
              <a:gdLst/>
              <a:ahLst/>
              <a:cxnLst/>
              <a:rect l="l" t="t" r="r" b="b"/>
              <a:pathLst>
                <a:path w="1229995" h="230505">
                  <a:moveTo>
                    <a:pt x="0" y="0"/>
                  </a:moveTo>
                  <a:lnTo>
                    <a:pt x="0" y="172657"/>
                  </a:lnTo>
                  <a:lnTo>
                    <a:pt x="51708" y="181850"/>
                  </a:lnTo>
                  <a:lnTo>
                    <a:pt x="103408" y="190243"/>
                  </a:lnTo>
                  <a:lnTo>
                    <a:pt x="155099" y="197836"/>
                  </a:lnTo>
                  <a:lnTo>
                    <a:pt x="206782" y="204631"/>
                  </a:lnTo>
                  <a:lnTo>
                    <a:pt x="258457" y="210626"/>
                  </a:lnTo>
                  <a:lnTo>
                    <a:pt x="310123" y="215821"/>
                  </a:lnTo>
                  <a:lnTo>
                    <a:pt x="361780" y="220218"/>
                  </a:lnTo>
                  <a:lnTo>
                    <a:pt x="413429" y="223815"/>
                  </a:lnTo>
                  <a:lnTo>
                    <a:pt x="465070" y="226612"/>
                  </a:lnTo>
                  <a:lnTo>
                    <a:pt x="516702" y="228611"/>
                  </a:lnTo>
                  <a:lnTo>
                    <a:pt x="568326" y="229810"/>
                  </a:lnTo>
                  <a:lnTo>
                    <a:pt x="619941" y="230209"/>
                  </a:lnTo>
                  <a:lnTo>
                    <a:pt x="671484" y="229810"/>
                  </a:lnTo>
                  <a:lnTo>
                    <a:pt x="722891" y="228611"/>
                  </a:lnTo>
                  <a:lnTo>
                    <a:pt x="774162" y="226612"/>
                  </a:lnTo>
                  <a:lnTo>
                    <a:pt x="825296" y="223815"/>
                  </a:lnTo>
                  <a:lnTo>
                    <a:pt x="876295" y="220218"/>
                  </a:lnTo>
                  <a:lnTo>
                    <a:pt x="927157" y="215821"/>
                  </a:lnTo>
                  <a:lnTo>
                    <a:pt x="977883" y="210626"/>
                  </a:lnTo>
                  <a:lnTo>
                    <a:pt x="1028473" y="204631"/>
                  </a:lnTo>
                  <a:lnTo>
                    <a:pt x="1078926" y="197836"/>
                  </a:lnTo>
                  <a:lnTo>
                    <a:pt x="1129244" y="190243"/>
                  </a:lnTo>
                  <a:lnTo>
                    <a:pt x="1179425" y="181850"/>
                  </a:lnTo>
                  <a:lnTo>
                    <a:pt x="1229470" y="172657"/>
                  </a:lnTo>
                  <a:lnTo>
                    <a:pt x="1229470" y="57552"/>
                  </a:lnTo>
                  <a:lnTo>
                    <a:pt x="619953" y="57552"/>
                  </a:lnTo>
                  <a:lnTo>
                    <a:pt x="569040" y="57152"/>
                  </a:lnTo>
                  <a:lnTo>
                    <a:pt x="517991" y="55953"/>
                  </a:lnTo>
                  <a:lnTo>
                    <a:pt x="466806" y="53955"/>
                  </a:lnTo>
                  <a:lnTo>
                    <a:pt x="415485" y="51158"/>
                  </a:lnTo>
                  <a:lnTo>
                    <a:pt x="364027" y="47561"/>
                  </a:lnTo>
                  <a:lnTo>
                    <a:pt x="312432" y="43164"/>
                  </a:lnTo>
                  <a:lnTo>
                    <a:pt x="260701" y="37969"/>
                  </a:lnTo>
                  <a:lnTo>
                    <a:pt x="208834" y="31974"/>
                  </a:lnTo>
                  <a:lnTo>
                    <a:pt x="156830" y="25179"/>
                  </a:lnTo>
                  <a:lnTo>
                    <a:pt x="104690" y="17585"/>
                  </a:lnTo>
                  <a:lnTo>
                    <a:pt x="52413" y="9192"/>
                  </a:lnTo>
                  <a:lnTo>
                    <a:pt x="0" y="0"/>
                  </a:lnTo>
                  <a:close/>
                </a:path>
                <a:path w="1229995" h="230505">
                  <a:moveTo>
                    <a:pt x="1229470" y="0"/>
                  </a:moveTo>
                  <a:lnTo>
                    <a:pt x="1178723" y="9192"/>
                  </a:lnTo>
                  <a:lnTo>
                    <a:pt x="1127968" y="17585"/>
                  </a:lnTo>
                  <a:lnTo>
                    <a:pt x="1077205" y="25179"/>
                  </a:lnTo>
                  <a:lnTo>
                    <a:pt x="1026433" y="31974"/>
                  </a:lnTo>
                  <a:lnTo>
                    <a:pt x="975652" y="37969"/>
                  </a:lnTo>
                  <a:lnTo>
                    <a:pt x="924863" y="43164"/>
                  </a:lnTo>
                  <a:lnTo>
                    <a:pt x="874066" y="47561"/>
                  </a:lnTo>
                  <a:lnTo>
                    <a:pt x="823260" y="51158"/>
                  </a:lnTo>
                  <a:lnTo>
                    <a:pt x="772446" y="53955"/>
                  </a:lnTo>
                  <a:lnTo>
                    <a:pt x="721623" y="55953"/>
                  </a:lnTo>
                  <a:lnTo>
                    <a:pt x="670792" y="57152"/>
                  </a:lnTo>
                  <a:lnTo>
                    <a:pt x="619953" y="57552"/>
                  </a:lnTo>
                  <a:lnTo>
                    <a:pt x="1229470" y="57552"/>
                  </a:lnTo>
                  <a:lnTo>
                    <a:pt x="122947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08" name="object 208"/>
            <p:cNvSpPr/>
            <p:nvPr/>
          </p:nvSpPr>
          <p:spPr>
            <a:xfrm>
              <a:off x="3469529" y="17009905"/>
              <a:ext cx="173355" cy="172720"/>
            </a:xfrm>
            <a:custGeom>
              <a:avLst/>
              <a:gdLst/>
              <a:ahLst/>
              <a:cxnLst/>
              <a:rect l="l" t="t" r="r" b="b"/>
              <a:pathLst>
                <a:path w="173354" h="172719">
                  <a:moveTo>
                    <a:pt x="172895" y="0"/>
                  </a:moveTo>
                  <a:lnTo>
                    <a:pt x="0" y="0"/>
                  </a:lnTo>
                  <a:lnTo>
                    <a:pt x="0" y="172657"/>
                  </a:lnTo>
                  <a:lnTo>
                    <a:pt x="172895" y="172657"/>
                  </a:lnTo>
                  <a:lnTo>
                    <a:pt x="172895" y="0"/>
                  </a:lnTo>
                  <a:close/>
                </a:path>
              </a:pathLst>
            </a:custGeom>
            <a:solidFill>
              <a:srgbClr val="E9F9F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09" name="object 209"/>
            <p:cNvSpPr/>
            <p:nvPr/>
          </p:nvSpPr>
          <p:spPr>
            <a:xfrm>
              <a:off x="3469529" y="17009905"/>
              <a:ext cx="173355" cy="172720"/>
            </a:xfrm>
            <a:custGeom>
              <a:avLst/>
              <a:gdLst/>
              <a:ahLst/>
              <a:cxnLst/>
              <a:rect l="l" t="t" r="r" b="b"/>
              <a:pathLst>
                <a:path w="173354" h="172719">
                  <a:moveTo>
                    <a:pt x="0" y="0"/>
                  </a:moveTo>
                  <a:lnTo>
                    <a:pt x="172894" y="0"/>
                  </a:lnTo>
                  <a:lnTo>
                    <a:pt x="172894" y="172657"/>
                  </a:lnTo>
                  <a:lnTo>
                    <a:pt x="0" y="172657"/>
                  </a:lnTo>
                  <a:lnTo>
                    <a:pt x="0" y="0"/>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0" name="object 210"/>
            <p:cNvSpPr/>
            <p:nvPr/>
          </p:nvSpPr>
          <p:spPr>
            <a:xfrm>
              <a:off x="4526106" y="17009905"/>
              <a:ext cx="173355" cy="172720"/>
            </a:xfrm>
            <a:custGeom>
              <a:avLst/>
              <a:gdLst/>
              <a:ahLst/>
              <a:cxnLst/>
              <a:rect l="l" t="t" r="r" b="b"/>
              <a:pathLst>
                <a:path w="173354" h="172719">
                  <a:moveTo>
                    <a:pt x="172893" y="0"/>
                  </a:moveTo>
                  <a:lnTo>
                    <a:pt x="0" y="0"/>
                  </a:lnTo>
                  <a:lnTo>
                    <a:pt x="0" y="172657"/>
                  </a:lnTo>
                  <a:lnTo>
                    <a:pt x="172893" y="172657"/>
                  </a:lnTo>
                  <a:lnTo>
                    <a:pt x="172893" y="0"/>
                  </a:lnTo>
                  <a:close/>
                </a:path>
              </a:pathLst>
            </a:custGeom>
            <a:solidFill>
              <a:srgbClr val="E9F9F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1" name="object 211"/>
            <p:cNvSpPr/>
            <p:nvPr/>
          </p:nvSpPr>
          <p:spPr>
            <a:xfrm>
              <a:off x="4526106" y="17009905"/>
              <a:ext cx="173355" cy="172720"/>
            </a:xfrm>
            <a:custGeom>
              <a:avLst/>
              <a:gdLst/>
              <a:ahLst/>
              <a:cxnLst/>
              <a:rect l="l" t="t" r="r" b="b"/>
              <a:pathLst>
                <a:path w="173354" h="172719">
                  <a:moveTo>
                    <a:pt x="0" y="0"/>
                  </a:moveTo>
                  <a:lnTo>
                    <a:pt x="172894" y="0"/>
                  </a:lnTo>
                  <a:lnTo>
                    <a:pt x="172894" y="172657"/>
                  </a:lnTo>
                  <a:lnTo>
                    <a:pt x="0" y="172657"/>
                  </a:lnTo>
                  <a:lnTo>
                    <a:pt x="0" y="0"/>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2" name="object 212"/>
            <p:cNvSpPr/>
            <p:nvPr/>
          </p:nvSpPr>
          <p:spPr>
            <a:xfrm>
              <a:off x="3991850" y="16421011"/>
              <a:ext cx="200660" cy="390525"/>
            </a:xfrm>
            <a:custGeom>
              <a:avLst/>
              <a:gdLst/>
              <a:ahLst/>
              <a:cxnLst/>
              <a:rect l="l" t="t" r="r" b="b"/>
              <a:pathLst>
                <a:path w="200660" h="390525">
                  <a:moveTo>
                    <a:pt x="104404" y="0"/>
                  </a:moveTo>
                  <a:lnTo>
                    <a:pt x="90377" y="176"/>
                  </a:lnTo>
                  <a:lnTo>
                    <a:pt x="84762" y="5933"/>
                  </a:lnTo>
                  <a:lnTo>
                    <a:pt x="88837" y="329492"/>
                  </a:lnTo>
                  <a:lnTo>
                    <a:pt x="21979" y="214055"/>
                  </a:lnTo>
                  <a:lnTo>
                    <a:pt x="14210" y="211985"/>
                  </a:lnTo>
                  <a:lnTo>
                    <a:pt x="2071" y="219016"/>
                  </a:lnTo>
                  <a:lnTo>
                    <a:pt x="0" y="226786"/>
                  </a:lnTo>
                  <a:lnTo>
                    <a:pt x="91150" y="384166"/>
                  </a:lnTo>
                  <a:lnTo>
                    <a:pt x="96035" y="388960"/>
                  </a:lnTo>
                  <a:lnTo>
                    <a:pt x="102299" y="390500"/>
                  </a:lnTo>
                  <a:lnTo>
                    <a:pt x="108523" y="388803"/>
                  </a:lnTo>
                  <a:lnTo>
                    <a:pt x="113286" y="383887"/>
                  </a:lnTo>
                  <a:lnTo>
                    <a:pt x="197088" y="230421"/>
                  </a:lnTo>
                  <a:lnTo>
                    <a:pt x="200450" y="224265"/>
                  </a:lnTo>
                  <a:lnTo>
                    <a:pt x="198184" y="216550"/>
                  </a:lnTo>
                  <a:lnTo>
                    <a:pt x="192029" y="213188"/>
                  </a:lnTo>
                  <a:lnTo>
                    <a:pt x="184792" y="210171"/>
                  </a:lnTo>
                  <a:lnTo>
                    <a:pt x="177916" y="212531"/>
                  </a:lnTo>
                  <a:lnTo>
                    <a:pt x="114225" y="329175"/>
                  </a:lnTo>
                  <a:lnTo>
                    <a:pt x="110161" y="5614"/>
                  </a:lnTo>
                  <a:lnTo>
                    <a:pt x="104404"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213" name="object 213"/>
          <p:cNvGrpSpPr/>
          <p:nvPr/>
        </p:nvGrpSpPr>
        <p:grpSpPr>
          <a:xfrm>
            <a:off x="682625" y="7594600"/>
            <a:ext cx="621348" cy="619125"/>
            <a:chOff x="1365250" y="15189200"/>
            <a:chExt cx="1242695" cy="1238250"/>
          </a:xfrm>
        </p:grpSpPr>
        <p:sp>
          <p:nvSpPr>
            <p:cNvPr id="214" name="object 214"/>
            <p:cNvSpPr/>
            <p:nvPr/>
          </p:nvSpPr>
          <p:spPr>
            <a:xfrm>
              <a:off x="1371600" y="15890430"/>
              <a:ext cx="1229995" cy="358140"/>
            </a:xfrm>
            <a:custGeom>
              <a:avLst/>
              <a:gdLst/>
              <a:ahLst/>
              <a:cxnLst/>
              <a:rect l="l" t="t" r="r" b="b"/>
              <a:pathLst>
                <a:path w="1229995" h="358140">
                  <a:moveTo>
                    <a:pt x="1229461" y="185356"/>
                  </a:moveTo>
                  <a:lnTo>
                    <a:pt x="0" y="185356"/>
                  </a:lnTo>
                  <a:lnTo>
                    <a:pt x="0" y="358013"/>
                  </a:lnTo>
                  <a:lnTo>
                    <a:pt x="1229461" y="358013"/>
                  </a:lnTo>
                  <a:lnTo>
                    <a:pt x="1229461" y="185356"/>
                  </a:lnTo>
                  <a:close/>
                </a:path>
                <a:path w="1229995" h="358140">
                  <a:moveTo>
                    <a:pt x="1229461" y="0"/>
                  </a:moveTo>
                  <a:lnTo>
                    <a:pt x="0" y="0"/>
                  </a:lnTo>
                  <a:lnTo>
                    <a:pt x="0" y="172656"/>
                  </a:lnTo>
                  <a:lnTo>
                    <a:pt x="1229461" y="172656"/>
                  </a:lnTo>
                  <a:lnTo>
                    <a:pt x="1229461"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5" name="object 215"/>
            <p:cNvSpPr/>
            <p:nvPr/>
          </p:nvSpPr>
          <p:spPr>
            <a:xfrm>
              <a:off x="1371600" y="16248443"/>
              <a:ext cx="173355" cy="172720"/>
            </a:xfrm>
            <a:custGeom>
              <a:avLst/>
              <a:gdLst/>
              <a:ahLst/>
              <a:cxnLst/>
              <a:rect l="l" t="t" r="r" b="b"/>
              <a:pathLst>
                <a:path w="173355" h="172719">
                  <a:moveTo>
                    <a:pt x="172893" y="0"/>
                  </a:moveTo>
                  <a:lnTo>
                    <a:pt x="0" y="0"/>
                  </a:lnTo>
                  <a:lnTo>
                    <a:pt x="0" y="172656"/>
                  </a:lnTo>
                  <a:lnTo>
                    <a:pt x="172893" y="172656"/>
                  </a:lnTo>
                  <a:lnTo>
                    <a:pt x="172893" y="0"/>
                  </a:lnTo>
                  <a:close/>
                </a:path>
              </a:pathLst>
            </a:custGeom>
            <a:solidFill>
              <a:srgbClr val="E9F9F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6" name="object 216"/>
            <p:cNvSpPr/>
            <p:nvPr/>
          </p:nvSpPr>
          <p:spPr>
            <a:xfrm>
              <a:off x="1371600" y="16248443"/>
              <a:ext cx="173355" cy="172720"/>
            </a:xfrm>
            <a:custGeom>
              <a:avLst/>
              <a:gdLst/>
              <a:ahLst/>
              <a:cxnLst/>
              <a:rect l="l" t="t" r="r" b="b"/>
              <a:pathLst>
                <a:path w="173355" h="172719">
                  <a:moveTo>
                    <a:pt x="0" y="0"/>
                  </a:moveTo>
                  <a:lnTo>
                    <a:pt x="172894" y="0"/>
                  </a:lnTo>
                  <a:lnTo>
                    <a:pt x="172894" y="172657"/>
                  </a:lnTo>
                  <a:lnTo>
                    <a:pt x="0" y="172657"/>
                  </a:lnTo>
                  <a:lnTo>
                    <a:pt x="0" y="0"/>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7" name="object 217"/>
            <p:cNvSpPr/>
            <p:nvPr/>
          </p:nvSpPr>
          <p:spPr>
            <a:xfrm>
              <a:off x="2428175" y="16248443"/>
              <a:ext cx="173355" cy="172720"/>
            </a:xfrm>
            <a:custGeom>
              <a:avLst/>
              <a:gdLst/>
              <a:ahLst/>
              <a:cxnLst/>
              <a:rect l="l" t="t" r="r" b="b"/>
              <a:pathLst>
                <a:path w="173355" h="172719">
                  <a:moveTo>
                    <a:pt x="172895" y="0"/>
                  </a:moveTo>
                  <a:lnTo>
                    <a:pt x="0" y="0"/>
                  </a:lnTo>
                  <a:lnTo>
                    <a:pt x="0" y="172656"/>
                  </a:lnTo>
                  <a:lnTo>
                    <a:pt x="172895" y="172656"/>
                  </a:lnTo>
                  <a:lnTo>
                    <a:pt x="172895" y="0"/>
                  </a:lnTo>
                  <a:close/>
                </a:path>
              </a:pathLst>
            </a:custGeom>
            <a:solidFill>
              <a:srgbClr val="E9F9F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8" name="object 218"/>
            <p:cNvSpPr/>
            <p:nvPr/>
          </p:nvSpPr>
          <p:spPr>
            <a:xfrm>
              <a:off x="2428175" y="16248443"/>
              <a:ext cx="173355" cy="172720"/>
            </a:xfrm>
            <a:custGeom>
              <a:avLst/>
              <a:gdLst/>
              <a:ahLst/>
              <a:cxnLst/>
              <a:rect l="l" t="t" r="r" b="b"/>
              <a:pathLst>
                <a:path w="173355" h="172719">
                  <a:moveTo>
                    <a:pt x="0" y="0"/>
                  </a:moveTo>
                  <a:lnTo>
                    <a:pt x="172894" y="0"/>
                  </a:lnTo>
                  <a:lnTo>
                    <a:pt x="172894" y="172657"/>
                  </a:lnTo>
                  <a:lnTo>
                    <a:pt x="0" y="172657"/>
                  </a:lnTo>
                  <a:lnTo>
                    <a:pt x="0" y="0"/>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9" name="object 219"/>
            <p:cNvSpPr/>
            <p:nvPr/>
          </p:nvSpPr>
          <p:spPr>
            <a:xfrm>
              <a:off x="1895707" y="15189200"/>
              <a:ext cx="200660" cy="669290"/>
            </a:xfrm>
            <a:custGeom>
              <a:avLst/>
              <a:gdLst/>
              <a:ahLst/>
              <a:cxnLst/>
              <a:rect l="l" t="t" r="r" b="b"/>
              <a:pathLst>
                <a:path w="200660" h="669290">
                  <a:moveTo>
                    <a:pt x="107246" y="0"/>
                  </a:moveTo>
                  <a:lnTo>
                    <a:pt x="93219" y="0"/>
                  </a:lnTo>
                  <a:lnTo>
                    <a:pt x="87532" y="5685"/>
                  </a:lnTo>
                  <a:lnTo>
                    <a:pt x="87532" y="607822"/>
                  </a:lnTo>
                  <a:lnTo>
                    <a:pt x="22138" y="491570"/>
                  </a:lnTo>
                  <a:lnTo>
                    <a:pt x="14394" y="489402"/>
                  </a:lnTo>
                  <a:lnTo>
                    <a:pt x="2167" y="496279"/>
                  </a:lnTo>
                  <a:lnTo>
                    <a:pt x="0" y="504022"/>
                  </a:lnTo>
                  <a:lnTo>
                    <a:pt x="89164" y="662536"/>
                  </a:lnTo>
                  <a:lnTo>
                    <a:pt x="93988" y="667391"/>
                  </a:lnTo>
                  <a:lnTo>
                    <a:pt x="100232" y="669009"/>
                  </a:lnTo>
                  <a:lnTo>
                    <a:pt x="106477" y="667391"/>
                  </a:lnTo>
                  <a:lnTo>
                    <a:pt x="111301" y="662536"/>
                  </a:lnTo>
                  <a:lnTo>
                    <a:pt x="197026" y="510136"/>
                  </a:lnTo>
                  <a:lnTo>
                    <a:pt x="200465" y="504022"/>
                  </a:lnTo>
                  <a:lnTo>
                    <a:pt x="198297" y="496279"/>
                  </a:lnTo>
                  <a:lnTo>
                    <a:pt x="192184" y="492840"/>
                  </a:lnTo>
                  <a:lnTo>
                    <a:pt x="184986" y="489731"/>
                  </a:lnTo>
                  <a:lnTo>
                    <a:pt x="178081" y="492006"/>
                  </a:lnTo>
                  <a:lnTo>
                    <a:pt x="112932" y="607822"/>
                  </a:lnTo>
                  <a:lnTo>
                    <a:pt x="112932" y="5685"/>
                  </a:lnTo>
                  <a:lnTo>
                    <a:pt x="107246"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220" name="object 220"/>
          <p:cNvGrpSpPr/>
          <p:nvPr/>
        </p:nvGrpSpPr>
        <p:grpSpPr>
          <a:xfrm>
            <a:off x="739775" y="6956425"/>
            <a:ext cx="259398" cy="259080"/>
            <a:chOff x="1479550" y="13912850"/>
            <a:chExt cx="518795" cy="518159"/>
          </a:xfrm>
        </p:grpSpPr>
        <p:sp>
          <p:nvSpPr>
            <p:cNvPr id="221" name="object 221"/>
            <p:cNvSpPr/>
            <p:nvPr/>
          </p:nvSpPr>
          <p:spPr>
            <a:xfrm>
              <a:off x="1485900" y="13919200"/>
              <a:ext cx="506095" cy="505459"/>
            </a:xfrm>
            <a:custGeom>
              <a:avLst/>
              <a:gdLst/>
              <a:ahLst/>
              <a:cxnLst/>
              <a:rect l="l" t="t" r="r" b="b"/>
              <a:pathLst>
                <a:path w="506094" h="505459">
                  <a:moveTo>
                    <a:pt x="252529" y="0"/>
                  </a:moveTo>
                  <a:lnTo>
                    <a:pt x="207137" y="4068"/>
                  </a:lnTo>
                  <a:lnTo>
                    <a:pt x="164413" y="15798"/>
                  </a:lnTo>
                  <a:lnTo>
                    <a:pt x="125073" y="34477"/>
                  </a:lnTo>
                  <a:lnTo>
                    <a:pt x="89828" y="59391"/>
                  </a:lnTo>
                  <a:lnTo>
                    <a:pt x="59391" y="89828"/>
                  </a:lnTo>
                  <a:lnTo>
                    <a:pt x="34477" y="125073"/>
                  </a:lnTo>
                  <a:lnTo>
                    <a:pt x="15798" y="164413"/>
                  </a:lnTo>
                  <a:lnTo>
                    <a:pt x="4068" y="207137"/>
                  </a:lnTo>
                  <a:lnTo>
                    <a:pt x="0" y="252529"/>
                  </a:lnTo>
                  <a:lnTo>
                    <a:pt x="4068" y="297921"/>
                  </a:lnTo>
                  <a:lnTo>
                    <a:pt x="15798" y="340644"/>
                  </a:lnTo>
                  <a:lnTo>
                    <a:pt x="34477" y="379985"/>
                  </a:lnTo>
                  <a:lnTo>
                    <a:pt x="59391" y="415230"/>
                  </a:lnTo>
                  <a:lnTo>
                    <a:pt x="89828" y="445666"/>
                  </a:lnTo>
                  <a:lnTo>
                    <a:pt x="125073" y="470580"/>
                  </a:lnTo>
                  <a:lnTo>
                    <a:pt x="164413" y="489259"/>
                  </a:lnTo>
                  <a:lnTo>
                    <a:pt x="207137" y="500990"/>
                  </a:lnTo>
                  <a:lnTo>
                    <a:pt x="252529" y="505058"/>
                  </a:lnTo>
                  <a:lnTo>
                    <a:pt x="287809" y="502613"/>
                  </a:lnTo>
                  <a:lnTo>
                    <a:pt x="321592" y="495498"/>
                  </a:lnTo>
                  <a:lnTo>
                    <a:pt x="353550" y="484042"/>
                  </a:lnTo>
                  <a:lnTo>
                    <a:pt x="383353" y="468572"/>
                  </a:lnTo>
                  <a:lnTo>
                    <a:pt x="502896" y="468572"/>
                  </a:lnTo>
                  <a:lnTo>
                    <a:pt x="493532" y="437055"/>
                  </a:lnTo>
                  <a:lnTo>
                    <a:pt x="480073" y="394304"/>
                  </a:lnTo>
                  <a:lnTo>
                    <a:pt x="478115" y="366148"/>
                  </a:lnTo>
                  <a:lnTo>
                    <a:pt x="489596" y="339734"/>
                  </a:lnTo>
                  <a:lnTo>
                    <a:pt x="498050" y="311856"/>
                  </a:lnTo>
                  <a:lnTo>
                    <a:pt x="503272" y="282720"/>
                  </a:lnTo>
                  <a:lnTo>
                    <a:pt x="505058" y="252529"/>
                  </a:lnTo>
                  <a:lnTo>
                    <a:pt x="500990" y="207137"/>
                  </a:lnTo>
                  <a:lnTo>
                    <a:pt x="489259" y="164413"/>
                  </a:lnTo>
                  <a:lnTo>
                    <a:pt x="470580" y="125073"/>
                  </a:lnTo>
                  <a:lnTo>
                    <a:pt x="445666" y="89828"/>
                  </a:lnTo>
                  <a:lnTo>
                    <a:pt x="415230" y="59391"/>
                  </a:lnTo>
                  <a:lnTo>
                    <a:pt x="379985" y="34477"/>
                  </a:lnTo>
                  <a:lnTo>
                    <a:pt x="340644" y="15798"/>
                  </a:lnTo>
                  <a:lnTo>
                    <a:pt x="297921" y="4068"/>
                  </a:lnTo>
                  <a:lnTo>
                    <a:pt x="252529" y="0"/>
                  </a:lnTo>
                  <a:close/>
                </a:path>
                <a:path w="506094" h="505459">
                  <a:moveTo>
                    <a:pt x="502896" y="468572"/>
                  </a:moveTo>
                  <a:lnTo>
                    <a:pt x="383353" y="468572"/>
                  </a:lnTo>
                  <a:lnTo>
                    <a:pt x="408707" y="471509"/>
                  </a:lnTo>
                  <a:lnTo>
                    <a:pt x="445823" y="488716"/>
                  </a:lnTo>
                  <a:lnTo>
                    <a:pt x="482130" y="504974"/>
                  </a:lnTo>
                  <a:lnTo>
                    <a:pt x="505058" y="505058"/>
                  </a:lnTo>
                  <a:lnTo>
                    <a:pt x="506018" y="479079"/>
                  </a:lnTo>
                  <a:lnTo>
                    <a:pt x="502896" y="468572"/>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22" name="object 222"/>
            <p:cNvSpPr/>
            <p:nvPr/>
          </p:nvSpPr>
          <p:spPr>
            <a:xfrm>
              <a:off x="1485900" y="13919200"/>
              <a:ext cx="506095" cy="505459"/>
            </a:xfrm>
            <a:custGeom>
              <a:avLst/>
              <a:gdLst/>
              <a:ahLst/>
              <a:cxnLst/>
              <a:rect l="l" t="t" r="r" b="b"/>
              <a:pathLst>
                <a:path w="506094" h="505459">
                  <a:moveTo>
                    <a:pt x="252529" y="505058"/>
                  </a:moveTo>
                  <a:lnTo>
                    <a:pt x="287809" y="502613"/>
                  </a:lnTo>
                  <a:lnTo>
                    <a:pt x="321592" y="495498"/>
                  </a:lnTo>
                  <a:lnTo>
                    <a:pt x="353550" y="484042"/>
                  </a:lnTo>
                  <a:lnTo>
                    <a:pt x="383353" y="468572"/>
                  </a:lnTo>
                  <a:lnTo>
                    <a:pt x="408707" y="471508"/>
                  </a:lnTo>
                  <a:lnTo>
                    <a:pt x="445822" y="488716"/>
                  </a:lnTo>
                  <a:lnTo>
                    <a:pt x="482130" y="504973"/>
                  </a:lnTo>
                  <a:lnTo>
                    <a:pt x="505058" y="505058"/>
                  </a:lnTo>
                  <a:lnTo>
                    <a:pt x="506018" y="479079"/>
                  </a:lnTo>
                  <a:lnTo>
                    <a:pt x="493532" y="437055"/>
                  </a:lnTo>
                  <a:lnTo>
                    <a:pt x="480074" y="394304"/>
                  </a:lnTo>
                  <a:lnTo>
                    <a:pt x="478116" y="366147"/>
                  </a:lnTo>
                  <a:lnTo>
                    <a:pt x="489596" y="339734"/>
                  </a:lnTo>
                  <a:lnTo>
                    <a:pt x="498050" y="311856"/>
                  </a:lnTo>
                  <a:lnTo>
                    <a:pt x="503272" y="282720"/>
                  </a:lnTo>
                  <a:lnTo>
                    <a:pt x="505058" y="252529"/>
                  </a:lnTo>
                  <a:lnTo>
                    <a:pt x="500990" y="207136"/>
                  </a:lnTo>
                  <a:lnTo>
                    <a:pt x="489259" y="164413"/>
                  </a:lnTo>
                  <a:lnTo>
                    <a:pt x="470581" y="125072"/>
                  </a:lnTo>
                  <a:lnTo>
                    <a:pt x="445666" y="89827"/>
                  </a:lnTo>
                  <a:lnTo>
                    <a:pt x="415230" y="59391"/>
                  </a:lnTo>
                  <a:lnTo>
                    <a:pt x="379985" y="34477"/>
                  </a:lnTo>
                  <a:lnTo>
                    <a:pt x="340645" y="15798"/>
                  </a:lnTo>
                  <a:lnTo>
                    <a:pt x="297921" y="4068"/>
                  </a:lnTo>
                  <a:lnTo>
                    <a:pt x="252529" y="0"/>
                  </a:lnTo>
                  <a:lnTo>
                    <a:pt x="207136" y="4068"/>
                  </a:lnTo>
                  <a:lnTo>
                    <a:pt x="164413" y="15798"/>
                  </a:lnTo>
                  <a:lnTo>
                    <a:pt x="125072" y="34477"/>
                  </a:lnTo>
                  <a:lnTo>
                    <a:pt x="89827" y="59391"/>
                  </a:lnTo>
                  <a:lnTo>
                    <a:pt x="59391" y="89827"/>
                  </a:lnTo>
                  <a:lnTo>
                    <a:pt x="34477" y="125072"/>
                  </a:lnTo>
                  <a:lnTo>
                    <a:pt x="15798" y="164413"/>
                  </a:lnTo>
                  <a:lnTo>
                    <a:pt x="4068" y="207136"/>
                  </a:lnTo>
                  <a:lnTo>
                    <a:pt x="0" y="252529"/>
                  </a:lnTo>
                  <a:lnTo>
                    <a:pt x="4068" y="297921"/>
                  </a:lnTo>
                  <a:lnTo>
                    <a:pt x="15798" y="340645"/>
                  </a:lnTo>
                  <a:lnTo>
                    <a:pt x="34477" y="379985"/>
                  </a:lnTo>
                  <a:lnTo>
                    <a:pt x="59391" y="415230"/>
                  </a:lnTo>
                  <a:lnTo>
                    <a:pt x="89827" y="445666"/>
                  </a:lnTo>
                  <a:lnTo>
                    <a:pt x="125072" y="470581"/>
                  </a:lnTo>
                  <a:lnTo>
                    <a:pt x="164413" y="489259"/>
                  </a:lnTo>
                  <a:lnTo>
                    <a:pt x="207136" y="500990"/>
                  </a:lnTo>
                  <a:lnTo>
                    <a:pt x="252529" y="505058"/>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23" name="object 223"/>
          <p:cNvSpPr txBox="1"/>
          <p:nvPr/>
        </p:nvSpPr>
        <p:spPr>
          <a:xfrm>
            <a:off x="785016" y="7012005"/>
            <a:ext cx="258768"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06</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24" name="object 224"/>
          <p:cNvSpPr txBox="1"/>
          <p:nvPr/>
        </p:nvSpPr>
        <p:spPr>
          <a:xfrm>
            <a:off x="1035050" y="6946900"/>
            <a:ext cx="1210628" cy="941705"/>
          </a:xfrm>
          <a:prstGeom prst="rect">
            <a:avLst/>
          </a:prstGeom>
        </p:spPr>
        <p:txBody>
          <a:bodyPr vert="horz" wrap="square" lIns="0" tIns="6350" rIns="0" bIns="0" rtlCol="0">
            <a:spAutoFit/>
          </a:bodyPr>
          <a:lstStyle/>
          <a:p>
            <a:pPr marL="6350">
              <a:lnSpc>
                <a:spcPts val="1230"/>
              </a:lnSpc>
              <a:spcBef>
                <a:spcPts val="50"/>
              </a:spcBef>
            </a:pPr>
            <a:r>
              <a:rPr sz="105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「创造性合作」的原则</a:t>
            </a:r>
            <a:endParaRPr sz="1050" b="1" dirty="0">
              <a:latin typeface="江城圆体 600W" panose="020B0800000000000000" pitchFamily="34" charset="-128"/>
              <a:ea typeface="江城圆体 600W" panose="020B0800000000000000" pitchFamily="34" charset="-128"/>
              <a:cs typeface="PMingLiU" panose="02020500000000000000" charset="-120"/>
            </a:endParaRPr>
          </a:p>
          <a:p>
            <a:pPr marL="6350">
              <a:lnSpc>
                <a:spcPts val="1230"/>
              </a:lnSpc>
            </a:pPr>
            <a:r>
              <a:rPr sz="105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-统合综效</a:t>
            </a:r>
            <a:endParaRPr sz="1050" b="1" dirty="0">
              <a:latin typeface="江城圆体 600W" panose="020B0800000000000000" pitchFamily="34" charset="-128"/>
              <a:ea typeface="江城圆体 600W" panose="020B0800000000000000" pitchFamily="34" charset="-128"/>
              <a:cs typeface="PMingLiU" panose="02020500000000000000" charset="-120"/>
            </a:endParaRPr>
          </a:p>
          <a:p>
            <a:pPr marL="168910">
              <a:spcBef>
                <a:spcPts val="440"/>
              </a:spcBef>
            </a:pPr>
            <a:r>
              <a:rPr lang="zh-CN" altLang="en-US" sz="800" spc="-10" dirty="0">
                <a:solidFill>
                  <a:srgbClr val="212121"/>
                </a:solidFill>
                <a:latin typeface="江城圆体 400W" panose="020B0800000000000000" pitchFamily="34" charset="-128"/>
                <a:ea typeface="江城圆体 400W" panose="020B0800000000000000" pitchFamily="34" charset="-128"/>
                <a:cs typeface="Microsoft JhengHei"/>
              </a:rPr>
              <a:t>整体大于部分之和</a:t>
            </a:r>
            <a:endParaRPr lang="zh-CN" altLang="en-US" sz="800" dirty="0">
              <a:latin typeface="江城圆体 400W" panose="020B0800000000000000" pitchFamily="34" charset="-128"/>
              <a:ea typeface="江城圆体 400W" panose="020B0800000000000000" pitchFamily="34" charset="-128"/>
              <a:cs typeface="Microsoft JhengHei"/>
            </a:endParaRPr>
          </a:p>
          <a:p>
            <a:pPr>
              <a:lnSpc>
                <a:spcPct val="100000"/>
              </a:lnSpc>
            </a:pPr>
            <a:endParaRPr lang="zh-CN" altLang="en-US" sz="800" dirty="0">
              <a:latin typeface="江城圆体 400W" panose="020B0800000000000000" pitchFamily="34" charset="-128"/>
              <a:ea typeface="江城圆体 400W" panose="020B0800000000000000" pitchFamily="34" charset="-128"/>
              <a:cs typeface="Microsoft JhengHei"/>
            </a:endParaRPr>
          </a:p>
          <a:p>
            <a:pPr>
              <a:spcBef>
                <a:spcPts val="45"/>
              </a:spcBef>
            </a:pPr>
            <a:endParaRPr sz="1000" dirty="0">
              <a:latin typeface="江城圆体 400W" panose="020B0800000000000000" pitchFamily="34" charset="-128"/>
              <a:ea typeface="江城圆体 400W" panose="020B0800000000000000" pitchFamily="34" charset="-128"/>
              <a:cs typeface="Microsoft JhengHei"/>
            </a:endParaRPr>
          </a:p>
        </p:txBody>
      </p:sp>
      <p:sp>
        <p:nvSpPr>
          <p:cNvPr id="225" name="object 225"/>
          <p:cNvSpPr txBox="1"/>
          <p:nvPr/>
        </p:nvSpPr>
        <p:spPr>
          <a:xfrm>
            <a:off x="3016250" y="6946900"/>
            <a:ext cx="1077595" cy="479425"/>
          </a:xfrm>
          <a:prstGeom prst="rect">
            <a:avLst/>
          </a:prstGeom>
        </p:spPr>
        <p:txBody>
          <a:bodyPr vert="horz" wrap="square" lIns="0" tIns="6350" rIns="0" bIns="0" rtlCol="0">
            <a:spAutoFit/>
          </a:bodyPr>
          <a:lstStyle/>
          <a:p>
            <a:pPr marL="6350">
              <a:lnSpc>
                <a:spcPts val="1230"/>
              </a:lnSpc>
              <a:spcBef>
                <a:spcPts val="50"/>
              </a:spcBef>
            </a:pPr>
            <a:r>
              <a:rPr sz="105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「自我提升」的原则</a:t>
            </a:r>
            <a:endParaRPr sz="1050" b="1" dirty="0">
              <a:latin typeface="江城圆体 600W" panose="020B0800000000000000" pitchFamily="34" charset="-128"/>
              <a:ea typeface="江城圆体 600W" panose="020B0800000000000000" pitchFamily="34" charset="-128"/>
              <a:cs typeface="PMingLiU" panose="02020500000000000000" charset="-120"/>
            </a:endParaRPr>
          </a:p>
          <a:p>
            <a:pPr marL="6350">
              <a:lnSpc>
                <a:spcPts val="1230"/>
              </a:lnSpc>
            </a:pPr>
            <a:r>
              <a:rPr sz="105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-不断更新</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grpSp>
        <p:nvGrpSpPr>
          <p:cNvPr id="226" name="object 226"/>
          <p:cNvGrpSpPr/>
          <p:nvPr/>
        </p:nvGrpSpPr>
        <p:grpSpPr>
          <a:xfrm>
            <a:off x="2714625" y="6956425"/>
            <a:ext cx="259398" cy="259080"/>
            <a:chOff x="5429250" y="13912850"/>
            <a:chExt cx="518795" cy="518159"/>
          </a:xfrm>
        </p:grpSpPr>
        <p:sp>
          <p:nvSpPr>
            <p:cNvPr id="227" name="object 227"/>
            <p:cNvSpPr/>
            <p:nvPr/>
          </p:nvSpPr>
          <p:spPr>
            <a:xfrm>
              <a:off x="5435600" y="13919200"/>
              <a:ext cx="506095" cy="505459"/>
            </a:xfrm>
            <a:custGeom>
              <a:avLst/>
              <a:gdLst/>
              <a:ahLst/>
              <a:cxnLst/>
              <a:rect l="l" t="t" r="r" b="b"/>
              <a:pathLst>
                <a:path w="506095" h="505459">
                  <a:moveTo>
                    <a:pt x="252529" y="0"/>
                  </a:moveTo>
                  <a:lnTo>
                    <a:pt x="207137" y="4068"/>
                  </a:lnTo>
                  <a:lnTo>
                    <a:pt x="164413" y="15798"/>
                  </a:lnTo>
                  <a:lnTo>
                    <a:pt x="125073" y="34477"/>
                  </a:lnTo>
                  <a:lnTo>
                    <a:pt x="89828" y="59391"/>
                  </a:lnTo>
                  <a:lnTo>
                    <a:pt x="59391" y="89828"/>
                  </a:lnTo>
                  <a:lnTo>
                    <a:pt x="34477" y="125073"/>
                  </a:lnTo>
                  <a:lnTo>
                    <a:pt x="15798" y="164413"/>
                  </a:lnTo>
                  <a:lnTo>
                    <a:pt x="4068" y="207137"/>
                  </a:lnTo>
                  <a:lnTo>
                    <a:pt x="0" y="252529"/>
                  </a:lnTo>
                  <a:lnTo>
                    <a:pt x="4068" y="297921"/>
                  </a:lnTo>
                  <a:lnTo>
                    <a:pt x="15798" y="340644"/>
                  </a:lnTo>
                  <a:lnTo>
                    <a:pt x="34477" y="379985"/>
                  </a:lnTo>
                  <a:lnTo>
                    <a:pt x="59391" y="415230"/>
                  </a:lnTo>
                  <a:lnTo>
                    <a:pt x="89828" y="445666"/>
                  </a:lnTo>
                  <a:lnTo>
                    <a:pt x="125073" y="470580"/>
                  </a:lnTo>
                  <a:lnTo>
                    <a:pt x="164413" y="489259"/>
                  </a:lnTo>
                  <a:lnTo>
                    <a:pt x="207137" y="500990"/>
                  </a:lnTo>
                  <a:lnTo>
                    <a:pt x="252529" y="505058"/>
                  </a:lnTo>
                  <a:lnTo>
                    <a:pt x="287809" y="502613"/>
                  </a:lnTo>
                  <a:lnTo>
                    <a:pt x="321592" y="495498"/>
                  </a:lnTo>
                  <a:lnTo>
                    <a:pt x="353550" y="484042"/>
                  </a:lnTo>
                  <a:lnTo>
                    <a:pt x="383353" y="468572"/>
                  </a:lnTo>
                  <a:lnTo>
                    <a:pt x="502896" y="468572"/>
                  </a:lnTo>
                  <a:lnTo>
                    <a:pt x="493532" y="437055"/>
                  </a:lnTo>
                  <a:lnTo>
                    <a:pt x="480073" y="394304"/>
                  </a:lnTo>
                  <a:lnTo>
                    <a:pt x="478115" y="366148"/>
                  </a:lnTo>
                  <a:lnTo>
                    <a:pt x="489596" y="339734"/>
                  </a:lnTo>
                  <a:lnTo>
                    <a:pt x="498050" y="311856"/>
                  </a:lnTo>
                  <a:lnTo>
                    <a:pt x="503272" y="282720"/>
                  </a:lnTo>
                  <a:lnTo>
                    <a:pt x="505058" y="252529"/>
                  </a:lnTo>
                  <a:lnTo>
                    <a:pt x="500990" y="207137"/>
                  </a:lnTo>
                  <a:lnTo>
                    <a:pt x="489259" y="164413"/>
                  </a:lnTo>
                  <a:lnTo>
                    <a:pt x="470580" y="125073"/>
                  </a:lnTo>
                  <a:lnTo>
                    <a:pt x="445666" y="89828"/>
                  </a:lnTo>
                  <a:lnTo>
                    <a:pt x="415230" y="59391"/>
                  </a:lnTo>
                  <a:lnTo>
                    <a:pt x="379985" y="34477"/>
                  </a:lnTo>
                  <a:lnTo>
                    <a:pt x="340644" y="15798"/>
                  </a:lnTo>
                  <a:lnTo>
                    <a:pt x="297921" y="4068"/>
                  </a:lnTo>
                  <a:lnTo>
                    <a:pt x="252529" y="0"/>
                  </a:lnTo>
                  <a:close/>
                </a:path>
                <a:path w="506095" h="505459">
                  <a:moveTo>
                    <a:pt x="502896" y="468572"/>
                  </a:moveTo>
                  <a:lnTo>
                    <a:pt x="383353" y="468572"/>
                  </a:lnTo>
                  <a:lnTo>
                    <a:pt x="408707" y="471509"/>
                  </a:lnTo>
                  <a:lnTo>
                    <a:pt x="445823" y="488716"/>
                  </a:lnTo>
                  <a:lnTo>
                    <a:pt x="482130" y="504974"/>
                  </a:lnTo>
                  <a:lnTo>
                    <a:pt x="505058" y="505058"/>
                  </a:lnTo>
                  <a:lnTo>
                    <a:pt x="506018" y="479079"/>
                  </a:lnTo>
                  <a:lnTo>
                    <a:pt x="502896" y="468572"/>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28" name="object 228"/>
            <p:cNvSpPr/>
            <p:nvPr/>
          </p:nvSpPr>
          <p:spPr>
            <a:xfrm>
              <a:off x="5435600" y="13919200"/>
              <a:ext cx="506095" cy="505459"/>
            </a:xfrm>
            <a:custGeom>
              <a:avLst/>
              <a:gdLst/>
              <a:ahLst/>
              <a:cxnLst/>
              <a:rect l="l" t="t" r="r" b="b"/>
              <a:pathLst>
                <a:path w="506095" h="505459">
                  <a:moveTo>
                    <a:pt x="252529" y="505058"/>
                  </a:moveTo>
                  <a:lnTo>
                    <a:pt x="287809" y="502613"/>
                  </a:lnTo>
                  <a:lnTo>
                    <a:pt x="321592" y="495498"/>
                  </a:lnTo>
                  <a:lnTo>
                    <a:pt x="353550" y="484042"/>
                  </a:lnTo>
                  <a:lnTo>
                    <a:pt x="383353" y="468572"/>
                  </a:lnTo>
                  <a:lnTo>
                    <a:pt x="408707" y="471508"/>
                  </a:lnTo>
                  <a:lnTo>
                    <a:pt x="445822" y="488716"/>
                  </a:lnTo>
                  <a:lnTo>
                    <a:pt x="482130" y="504973"/>
                  </a:lnTo>
                  <a:lnTo>
                    <a:pt x="505058" y="505058"/>
                  </a:lnTo>
                  <a:lnTo>
                    <a:pt x="506018" y="479079"/>
                  </a:lnTo>
                  <a:lnTo>
                    <a:pt x="493532" y="437055"/>
                  </a:lnTo>
                  <a:lnTo>
                    <a:pt x="480074" y="394304"/>
                  </a:lnTo>
                  <a:lnTo>
                    <a:pt x="478116" y="366147"/>
                  </a:lnTo>
                  <a:lnTo>
                    <a:pt x="489596" y="339734"/>
                  </a:lnTo>
                  <a:lnTo>
                    <a:pt x="498050" y="311856"/>
                  </a:lnTo>
                  <a:lnTo>
                    <a:pt x="503272" y="282720"/>
                  </a:lnTo>
                  <a:lnTo>
                    <a:pt x="505058" y="252529"/>
                  </a:lnTo>
                  <a:lnTo>
                    <a:pt x="500990" y="207136"/>
                  </a:lnTo>
                  <a:lnTo>
                    <a:pt x="489259" y="164413"/>
                  </a:lnTo>
                  <a:lnTo>
                    <a:pt x="470581" y="125072"/>
                  </a:lnTo>
                  <a:lnTo>
                    <a:pt x="445666" y="89827"/>
                  </a:lnTo>
                  <a:lnTo>
                    <a:pt x="415230" y="59391"/>
                  </a:lnTo>
                  <a:lnTo>
                    <a:pt x="379985" y="34477"/>
                  </a:lnTo>
                  <a:lnTo>
                    <a:pt x="340645" y="15798"/>
                  </a:lnTo>
                  <a:lnTo>
                    <a:pt x="297921" y="4068"/>
                  </a:lnTo>
                  <a:lnTo>
                    <a:pt x="252529" y="0"/>
                  </a:lnTo>
                  <a:lnTo>
                    <a:pt x="207136" y="4068"/>
                  </a:lnTo>
                  <a:lnTo>
                    <a:pt x="164413" y="15798"/>
                  </a:lnTo>
                  <a:lnTo>
                    <a:pt x="125072" y="34477"/>
                  </a:lnTo>
                  <a:lnTo>
                    <a:pt x="89827" y="59391"/>
                  </a:lnTo>
                  <a:lnTo>
                    <a:pt x="59391" y="89827"/>
                  </a:lnTo>
                  <a:lnTo>
                    <a:pt x="34477" y="125072"/>
                  </a:lnTo>
                  <a:lnTo>
                    <a:pt x="15798" y="164413"/>
                  </a:lnTo>
                  <a:lnTo>
                    <a:pt x="4068" y="207136"/>
                  </a:lnTo>
                  <a:lnTo>
                    <a:pt x="0" y="252529"/>
                  </a:lnTo>
                  <a:lnTo>
                    <a:pt x="4068" y="297921"/>
                  </a:lnTo>
                  <a:lnTo>
                    <a:pt x="15798" y="340645"/>
                  </a:lnTo>
                  <a:lnTo>
                    <a:pt x="34477" y="379985"/>
                  </a:lnTo>
                  <a:lnTo>
                    <a:pt x="59391" y="415230"/>
                  </a:lnTo>
                  <a:lnTo>
                    <a:pt x="89827" y="445666"/>
                  </a:lnTo>
                  <a:lnTo>
                    <a:pt x="125072" y="470581"/>
                  </a:lnTo>
                  <a:lnTo>
                    <a:pt x="164413" y="489259"/>
                  </a:lnTo>
                  <a:lnTo>
                    <a:pt x="207136" y="500990"/>
                  </a:lnTo>
                  <a:lnTo>
                    <a:pt x="252529" y="505058"/>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29" name="object 229"/>
          <p:cNvSpPr txBox="1"/>
          <p:nvPr/>
        </p:nvSpPr>
        <p:spPr>
          <a:xfrm>
            <a:off x="2759297" y="7012722"/>
            <a:ext cx="237370"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07</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grpSp>
        <p:nvGrpSpPr>
          <p:cNvPr id="230" name="object 230"/>
          <p:cNvGrpSpPr/>
          <p:nvPr/>
        </p:nvGrpSpPr>
        <p:grpSpPr>
          <a:xfrm>
            <a:off x="4371975" y="6956425"/>
            <a:ext cx="259398" cy="259080"/>
            <a:chOff x="8743950" y="13912850"/>
            <a:chExt cx="518795" cy="518159"/>
          </a:xfrm>
        </p:grpSpPr>
        <p:sp>
          <p:nvSpPr>
            <p:cNvPr id="231" name="object 231"/>
            <p:cNvSpPr/>
            <p:nvPr/>
          </p:nvSpPr>
          <p:spPr>
            <a:xfrm>
              <a:off x="8750300" y="13919200"/>
              <a:ext cx="506095" cy="505459"/>
            </a:xfrm>
            <a:custGeom>
              <a:avLst/>
              <a:gdLst/>
              <a:ahLst/>
              <a:cxnLst/>
              <a:rect l="l" t="t" r="r" b="b"/>
              <a:pathLst>
                <a:path w="506095" h="505459">
                  <a:moveTo>
                    <a:pt x="252529" y="0"/>
                  </a:moveTo>
                  <a:lnTo>
                    <a:pt x="207137" y="4068"/>
                  </a:lnTo>
                  <a:lnTo>
                    <a:pt x="164413" y="15798"/>
                  </a:lnTo>
                  <a:lnTo>
                    <a:pt x="125073" y="34477"/>
                  </a:lnTo>
                  <a:lnTo>
                    <a:pt x="89828" y="59391"/>
                  </a:lnTo>
                  <a:lnTo>
                    <a:pt x="59391" y="89828"/>
                  </a:lnTo>
                  <a:lnTo>
                    <a:pt x="34477" y="125073"/>
                  </a:lnTo>
                  <a:lnTo>
                    <a:pt x="15798" y="164413"/>
                  </a:lnTo>
                  <a:lnTo>
                    <a:pt x="4068" y="207137"/>
                  </a:lnTo>
                  <a:lnTo>
                    <a:pt x="0" y="252529"/>
                  </a:lnTo>
                  <a:lnTo>
                    <a:pt x="4068" y="297921"/>
                  </a:lnTo>
                  <a:lnTo>
                    <a:pt x="15798" y="340644"/>
                  </a:lnTo>
                  <a:lnTo>
                    <a:pt x="34477" y="379985"/>
                  </a:lnTo>
                  <a:lnTo>
                    <a:pt x="59391" y="415230"/>
                  </a:lnTo>
                  <a:lnTo>
                    <a:pt x="89828" y="445666"/>
                  </a:lnTo>
                  <a:lnTo>
                    <a:pt x="125073" y="470580"/>
                  </a:lnTo>
                  <a:lnTo>
                    <a:pt x="164413" y="489259"/>
                  </a:lnTo>
                  <a:lnTo>
                    <a:pt x="207137" y="500990"/>
                  </a:lnTo>
                  <a:lnTo>
                    <a:pt x="252529" y="505058"/>
                  </a:lnTo>
                  <a:lnTo>
                    <a:pt x="287809" y="502613"/>
                  </a:lnTo>
                  <a:lnTo>
                    <a:pt x="321592" y="495498"/>
                  </a:lnTo>
                  <a:lnTo>
                    <a:pt x="353550" y="484042"/>
                  </a:lnTo>
                  <a:lnTo>
                    <a:pt x="383353" y="468572"/>
                  </a:lnTo>
                  <a:lnTo>
                    <a:pt x="502896" y="468572"/>
                  </a:lnTo>
                  <a:lnTo>
                    <a:pt x="493532" y="437055"/>
                  </a:lnTo>
                  <a:lnTo>
                    <a:pt x="480073" y="394304"/>
                  </a:lnTo>
                  <a:lnTo>
                    <a:pt x="478115" y="366148"/>
                  </a:lnTo>
                  <a:lnTo>
                    <a:pt x="489596" y="339734"/>
                  </a:lnTo>
                  <a:lnTo>
                    <a:pt x="498050" y="311856"/>
                  </a:lnTo>
                  <a:lnTo>
                    <a:pt x="503272" y="282720"/>
                  </a:lnTo>
                  <a:lnTo>
                    <a:pt x="505058" y="252529"/>
                  </a:lnTo>
                  <a:lnTo>
                    <a:pt x="500990" y="207137"/>
                  </a:lnTo>
                  <a:lnTo>
                    <a:pt x="489259" y="164413"/>
                  </a:lnTo>
                  <a:lnTo>
                    <a:pt x="470580" y="125073"/>
                  </a:lnTo>
                  <a:lnTo>
                    <a:pt x="445666" y="89828"/>
                  </a:lnTo>
                  <a:lnTo>
                    <a:pt x="415230" y="59391"/>
                  </a:lnTo>
                  <a:lnTo>
                    <a:pt x="379985" y="34477"/>
                  </a:lnTo>
                  <a:lnTo>
                    <a:pt x="340644" y="15798"/>
                  </a:lnTo>
                  <a:lnTo>
                    <a:pt x="297921" y="4068"/>
                  </a:lnTo>
                  <a:lnTo>
                    <a:pt x="252529" y="0"/>
                  </a:lnTo>
                  <a:close/>
                </a:path>
                <a:path w="506095" h="505459">
                  <a:moveTo>
                    <a:pt x="502896" y="468572"/>
                  </a:moveTo>
                  <a:lnTo>
                    <a:pt x="383353" y="468572"/>
                  </a:lnTo>
                  <a:lnTo>
                    <a:pt x="408707" y="471509"/>
                  </a:lnTo>
                  <a:lnTo>
                    <a:pt x="445823" y="488716"/>
                  </a:lnTo>
                  <a:lnTo>
                    <a:pt x="482130" y="504974"/>
                  </a:lnTo>
                  <a:lnTo>
                    <a:pt x="505058" y="505058"/>
                  </a:lnTo>
                  <a:lnTo>
                    <a:pt x="506018" y="479079"/>
                  </a:lnTo>
                  <a:lnTo>
                    <a:pt x="502896" y="468572"/>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32" name="object 232"/>
            <p:cNvSpPr/>
            <p:nvPr/>
          </p:nvSpPr>
          <p:spPr>
            <a:xfrm>
              <a:off x="8750300" y="13919200"/>
              <a:ext cx="506095" cy="505459"/>
            </a:xfrm>
            <a:custGeom>
              <a:avLst/>
              <a:gdLst/>
              <a:ahLst/>
              <a:cxnLst/>
              <a:rect l="l" t="t" r="r" b="b"/>
              <a:pathLst>
                <a:path w="506095" h="505459">
                  <a:moveTo>
                    <a:pt x="252529" y="505058"/>
                  </a:moveTo>
                  <a:lnTo>
                    <a:pt x="287809" y="502613"/>
                  </a:lnTo>
                  <a:lnTo>
                    <a:pt x="321592" y="495498"/>
                  </a:lnTo>
                  <a:lnTo>
                    <a:pt x="353550" y="484042"/>
                  </a:lnTo>
                  <a:lnTo>
                    <a:pt x="383353" y="468572"/>
                  </a:lnTo>
                  <a:lnTo>
                    <a:pt x="408707" y="471508"/>
                  </a:lnTo>
                  <a:lnTo>
                    <a:pt x="445822" y="488716"/>
                  </a:lnTo>
                  <a:lnTo>
                    <a:pt x="482130" y="504973"/>
                  </a:lnTo>
                  <a:lnTo>
                    <a:pt x="505058" y="505058"/>
                  </a:lnTo>
                  <a:lnTo>
                    <a:pt x="506018" y="479079"/>
                  </a:lnTo>
                  <a:lnTo>
                    <a:pt x="493532" y="437055"/>
                  </a:lnTo>
                  <a:lnTo>
                    <a:pt x="480074" y="394304"/>
                  </a:lnTo>
                  <a:lnTo>
                    <a:pt x="478116" y="366147"/>
                  </a:lnTo>
                  <a:lnTo>
                    <a:pt x="489596" y="339734"/>
                  </a:lnTo>
                  <a:lnTo>
                    <a:pt x="498050" y="311856"/>
                  </a:lnTo>
                  <a:lnTo>
                    <a:pt x="503272" y="282720"/>
                  </a:lnTo>
                  <a:lnTo>
                    <a:pt x="505058" y="252529"/>
                  </a:lnTo>
                  <a:lnTo>
                    <a:pt x="500990" y="207136"/>
                  </a:lnTo>
                  <a:lnTo>
                    <a:pt x="489259" y="164413"/>
                  </a:lnTo>
                  <a:lnTo>
                    <a:pt x="470581" y="125072"/>
                  </a:lnTo>
                  <a:lnTo>
                    <a:pt x="445666" y="89827"/>
                  </a:lnTo>
                  <a:lnTo>
                    <a:pt x="415230" y="59391"/>
                  </a:lnTo>
                  <a:lnTo>
                    <a:pt x="379985" y="34477"/>
                  </a:lnTo>
                  <a:lnTo>
                    <a:pt x="340645" y="15798"/>
                  </a:lnTo>
                  <a:lnTo>
                    <a:pt x="297921" y="4068"/>
                  </a:lnTo>
                  <a:lnTo>
                    <a:pt x="252529" y="0"/>
                  </a:lnTo>
                  <a:lnTo>
                    <a:pt x="207136" y="4068"/>
                  </a:lnTo>
                  <a:lnTo>
                    <a:pt x="164413" y="15798"/>
                  </a:lnTo>
                  <a:lnTo>
                    <a:pt x="125072" y="34477"/>
                  </a:lnTo>
                  <a:lnTo>
                    <a:pt x="89827" y="59391"/>
                  </a:lnTo>
                  <a:lnTo>
                    <a:pt x="59391" y="89827"/>
                  </a:lnTo>
                  <a:lnTo>
                    <a:pt x="34477" y="125072"/>
                  </a:lnTo>
                  <a:lnTo>
                    <a:pt x="15798" y="164413"/>
                  </a:lnTo>
                  <a:lnTo>
                    <a:pt x="4068" y="207136"/>
                  </a:lnTo>
                  <a:lnTo>
                    <a:pt x="0" y="252529"/>
                  </a:lnTo>
                  <a:lnTo>
                    <a:pt x="4068" y="297921"/>
                  </a:lnTo>
                  <a:lnTo>
                    <a:pt x="15798" y="340645"/>
                  </a:lnTo>
                  <a:lnTo>
                    <a:pt x="34477" y="379985"/>
                  </a:lnTo>
                  <a:lnTo>
                    <a:pt x="59391" y="415230"/>
                  </a:lnTo>
                  <a:lnTo>
                    <a:pt x="89827" y="445666"/>
                  </a:lnTo>
                  <a:lnTo>
                    <a:pt x="125072" y="470581"/>
                  </a:lnTo>
                  <a:lnTo>
                    <a:pt x="164413" y="489259"/>
                  </a:lnTo>
                  <a:lnTo>
                    <a:pt x="207136" y="500990"/>
                  </a:lnTo>
                  <a:lnTo>
                    <a:pt x="252529" y="505058"/>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33" name="object 233"/>
          <p:cNvSpPr txBox="1"/>
          <p:nvPr/>
        </p:nvSpPr>
        <p:spPr>
          <a:xfrm>
            <a:off x="4402132" y="6946900"/>
            <a:ext cx="2052955" cy="321310"/>
          </a:xfrm>
          <a:prstGeom prst="rect">
            <a:avLst/>
          </a:prstGeom>
        </p:spPr>
        <p:txBody>
          <a:bodyPr vert="horz" wrap="square" lIns="0" tIns="6350" rIns="0" bIns="0" rtlCol="0">
            <a:spAutoFit/>
          </a:bodyPr>
          <a:lstStyle/>
          <a:p>
            <a:pPr marL="19050">
              <a:lnSpc>
                <a:spcPts val="1230"/>
              </a:lnSpc>
              <a:spcBef>
                <a:spcPts val="50"/>
              </a:spcBef>
              <a:tabLst>
                <a:tab pos="252095" algn="l"/>
              </a:tabLst>
            </a:pPr>
            <a:r>
              <a:rPr sz="1575" baseline="-210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sz="105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「走出困境」的原则</a:t>
            </a:r>
            <a:endParaRPr sz="1050" b="1" dirty="0">
              <a:latin typeface="江城圆体 600W" panose="020B0800000000000000" pitchFamily="34" charset="-128"/>
              <a:ea typeface="江城圆体 600W" panose="020B0800000000000000" pitchFamily="34" charset="-128"/>
              <a:cs typeface="PMingLiU" panose="02020500000000000000" charset="-120"/>
            </a:endParaRPr>
          </a:p>
          <a:p>
            <a:pPr marL="252730">
              <a:lnSpc>
                <a:spcPts val="1230"/>
              </a:lnSpc>
            </a:pPr>
            <a:r>
              <a:rPr sz="105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-找到你的心声并激励他人寻找</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pic>
        <p:nvPicPr>
          <p:cNvPr id="234" name="object 234"/>
          <p:cNvPicPr/>
          <p:nvPr/>
        </p:nvPicPr>
        <p:blipFill>
          <a:blip r:embed="rId24" cstate="print"/>
          <a:stretch>
            <a:fillRect/>
          </a:stretch>
        </p:blipFill>
        <p:spPr>
          <a:xfrm>
            <a:off x="4648200" y="7302500"/>
            <a:ext cx="1301750" cy="1327150"/>
          </a:xfrm>
          <a:prstGeom prst="rect">
            <a:avLst/>
          </a:prstGeom>
        </p:spPr>
      </p:pic>
      <p:sp>
        <p:nvSpPr>
          <p:cNvPr id="235" name="object 235"/>
          <p:cNvSpPr txBox="1"/>
          <p:nvPr/>
        </p:nvSpPr>
        <p:spPr>
          <a:xfrm>
            <a:off x="5194300" y="7473950"/>
            <a:ext cx="215583" cy="128905"/>
          </a:xfrm>
          <a:prstGeom prst="rect">
            <a:avLst/>
          </a:prstGeom>
        </p:spPr>
        <p:txBody>
          <a:bodyPr vert="horz" wrap="square" lIns="0" tIns="6350" rIns="0" bIns="0" rtlCol="0">
            <a:spAutoFit/>
          </a:bodyPr>
          <a:lstStyle/>
          <a:p>
            <a:pPr marL="6350">
              <a:spcBef>
                <a:spcPts val="50"/>
              </a:spcBef>
            </a:pPr>
            <a:r>
              <a:rPr sz="800" spc="-15" dirty="0">
                <a:solidFill>
                  <a:srgbClr val="FFFFFF"/>
                </a:solidFill>
                <a:latin typeface="江城圆体 400W" panose="020B0800000000000000" pitchFamily="34" charset="-128"/>
                <a:ea typeface="江城圆体 400W" panose="020B0800000000000000" pitchFamily="34" charset="-128"/>
                <a:cs typeface="Microsoft JhengHei"/>
              </a:rPr>
              <a:t>天赋</a:t>
            </a:r>
            <a:endParaRPr sz="800">
              <a:latin typeface="江城圆体 400W" panose="020B0800000000000000" pitchFamily="34" charset="-128"/>
              <a:ea typeface="江城圆体 400W" panose="020B0800000000000000" pitchFamily="34" charset="-128"/>
              <a:cs typeface="Microsoft JhengHei"/>
            </a:endParaRPr>
          </a:p>
        </p:txBody>
      </p:sp>
      <p:sp>
        <p:nvSpPr>
          <p:cNvPr id="236" name="object 236"/>
          <p:cNvSpPr txBox="1"/>
          <p:nvPr/>
        </p:nvSpPr>
        <p:spPr>
          <a:xfrm>
            <a:off x="5645150" y="7899400"/>
            <a:ext cx="215583" cy="128905"/>
          </a:xfrm>
          <a:prstGeom prst="rect">
            <a:avLst/>
          </a:prstGeom>
        </p:spPr>
        <p:txBody>
          <a:bodyPr vert="horz" wrap="square" lIns="0" tIns="6350" rIns="0" bIns="0" rtlCol="0">
            <a:spAutoFit/>
          </a:bodyPr>
          <a:lstStyle/>
          <a:p>
            <a:pPr marL="6350">
              <a:spcBef>
                <a:spcPts val="50"/>
              </a:spcBef>
            </a:pPr>
            <a:r>
              <a:rPr sz="800" spc="-15" dirty="0">
                <a:solidFill>
                  <a:srgbClr val="FFFFFF"/>
                </a:solidFill>
                <a:latin typeface="江城圆体 400W" panose="020B0800000000000000" pitchFamily="34" charset="-128"/>
                <a:ea typeface="江城圆体 400W" panose="020B0800000000000000" pitchFamily="34" charset="-128"/>
                <a:cs typeface="Microsoft JhengHei"/>
              </a:rPr>
              <a:t>需求</a:t>
            </a:r>
            <a:endParaRPr sz="800">
              <a:latin typeface="江城圆体 400W" panose="020B0800000000000000" pitchFamily="34" charset="-128"/>
              <a:ea typeface="江城圆体 400W" panose="020B0800000000000000" pitchFamily="34" charset="-128"/>
              <a:cs typeface="Microsoft JhengHei"/>
            </a:endParaRPr>
          </a:p>
        </p:txBody>
      </p:sp>
      <p:sp>
        <p:nvSpPr>
          <p:cNvPr id="237" name="object 237"/>
          <p:cNvSpPr txBox="1"/>
          <p:nvPr/>
        </p:nvSpPr>
        <p:spPr>
          <a:xfrm>
            <a:off x="4756150" y="7899400"/>
            <a:ext cx="215583" cy="128905"/>
          </a:xfrm>
          <a:prstGeom prst="rect">
            <a:avLst/>
          </a:prstGeom>
        </p:spPr>
        <p:txBody>
          <a:bodyPr vert="horz" wrap="square" lIns="0" tIns="6350" rIns="0" bIns="0" rtlCol="0">
            <a:spAutoFit/>
          </a:bodyPr>
          <a:lstStyle/>
          <a:p>
            <a:pPr marL="6350">
              <a:spcBef>
                <a:spcPts val="50"/>
              </a:spcBef>
            </a:pPr>
            <a:r>
              <a:rPr sz="800" spc="-15" dirty="0">
                <a:solidFill>
                  <a:srgbClr val="FFFFFF"/>
                </a:solidFill>
                <a:latin typeface="江城圆体 400W" panose="020B0800000000000000" pitchFamily="34" charset="-128"/>
                <a:ea typeface="江城圆体 400W" panose="020B0800000000000000" pitchFamily="34" charset="-128"/>
                <a:cs typeface="Microsoft JhengHei"/>
              </a:rPr>
              <a:t>热情</a:t>
            </a:r>
            <a:endParaRPr sz="800" dirty="0">
              <a:latin typeface="江城圆体 400W" panose="020B0800000000000000" pitchFamily="34" charset="-128"/>
              <a:ea typeface="江城圆体 400W" panose="020B0800000000000000" pitchFamily="34" charset="-128"/>
              <a:cs typeface="Microsoft JhengHei"/>
            </a:endParaRPr>
          </a:p>
        </p:txBody>
      </p:sp>
      <p:sp>
        <p:nvSpPr>
          <p:cNvPr id="238" name="object 238"/>
          <p:cNvSpPr txBox="1"/>
          <p:nvPr/>
        </p:nvSpPr>
        <p:spPr>
          <a:xfrm>
            <a:off x="5130800" y="8356600"/>
            <a:ext cx="317183" cy="128905"/>
          </a:xfrm>
          <a:prstGeom prst="rect">
            <a:avLst/>
          </a:prstGeom>
        </p:spPr>
        <p:txBody>
          <a:bodyPr vert="horz" wrap="square" lIns="0" tIns="6350" rIns="0" bIns="0" rtlCol="0">
            <a:spAutoFit/>
          </a:bodyPr>
          <a:lstStyle/>
          <a:p>
            <a:pPr marL="6350">
              <a:spcBef>
                <a:spcPts val="50"/>
              </a:spcBef>
            </a:pPr>
            <a:r>
              <a:rPr sz="800" spc="-13" dirty="0">
                <a:solidFill>
                  <a:srgbClr val="FFFFFF"/>
                </a:solidFill>
                <a:latin typeface="江城圆体 400W" panose="020B0800000000000000" pitchFamily="34" charset="-128"/>
                <a:ea typeface="江城圆体 400W" panose="020B0800000000000000" pitchFamily="34" charset="-128"/>
                <a:cs typeface="Microsoft JhengHei"/>
              </a:rPr>
              <a:t>价値观</a:t>
            </a:r>
            <a:endParaRPr sz="800">
              <a:latin typeface="江城圆体 400W" panose="020B0800000000000000" pitchFamily="34" charset="-128"/>
              <a:ea typeface="江城圆体 400W" panose="020B0800000000000000" pitchFamily="34" charset="-128"/>
              <a:cs typeface="Microsoft JhengHei"/>
            </a:endParaRPr>
          </a:p>
        </p:txBody>
      </p:sp>
      <p:sp>
        <p:nvSpPr>
          <p:cNvPr id="239" name="object 239"/>
          <p:cNvSpPr txBox="1"/>
          <p:nvPr/>
        </p:nvSpPr>
        <p:spPr>
          <a:xfrm>
            <a:off x="5226050" y="7727950"/>
            <a:ext cx="139700" cy="160020"/>
          </a:xfrm>
          <a:prstGeom prst="rect">
            <a:avLst/>
          </a:prstGeom>
        </p:spPr>
        <p:txBody>
          <a:bodyPr vert="horz" wrap="square" lIns="0" tIns="6350" rIns="0" bIns="0" rtlCol="0">
            <a:spAutoFit/>
          </a:bodyPr>
          <a:lstStyle/>
          <a:p>
            <a:pPr marL="6350">
              <a:spcBef>
                <a:spcPts val="50"/>
              </a:spcBef>
            </a:pPr>
            <a:r>
              <a:rPr sz="10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心</a:t>
            </a:r>
            <a:endParaRPr sz="1000">
              <a:latin typeface="江城圆体 400W" panose="020B0800000000000000" pitchFamily="34" charset="-128"/>
              <a:ea typeface="江城圆体 400W" panose="020B0800000000000000" pitchFamily="34" charset="-128"/>
              <a:cs typeface="PMingLiU" panose="02020500000000000000" charset="-120"/>
            </a:endParaRPr>
          </a:p>
        </p:txBody>
      </p:sp>
      <p:sp>
        <p:nvSpPr>
          <p:cNvPr id="240" name="object 240"/>
          <p:cNvSpPr txBox="1"/>
          <p:nvPr/>
        </p:nvSpPr>
        <p:spPr>
          <a:xfrm>
            <a:off x="5226050" y="8049546"/>
            <a:ext cx="139700" cy="160020"/>
          </a:xfrm>
          <a:prstGeom prst="rect">
            <a:avLst/>
          </a:prstGeom>
        </p:spPr>
        <p:txBody>
          <a:bodyPr vert="horz" wrap="square" lIns="0" tIns="6350" rIns="0" bIns="0" rtlCol="0">
            <a:spAutoFit/>
          </a:bodyPr>
          <a:lstStyle/>
          <a:p>
            <a:pPr marL="6350">
              <a:spcBef>
                <a:spcPts val="50"/>
              </a:spcBef>
            </a:pPr>
            <a:r>
              <a:rPr sz="10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声</a:t>
            </a:r>
            <a:endParaRPr sz="10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42" name="object 242"/>
          <p:cNvSpPr txBox="1"/>
          <p:nvPr/>
        </p:nvSpPr>
        <p:spPr>
          <a:xfrm>
            <a:off x="6140588" y="5670550"/>
            <a:ext cx="165100" cy="483235"/>
          </a:xfrm>
          <a:prstGeom prst="rect">
            <a:avLst/>
          </a:prstGeom>
        </p:spPr>
        <p:txBody>
          <a:bodyPr vert="horz" wrap="square" lIns="0" tIns="21590" rIns="0" bIns="0" rtlCol="0">
            <a:spAutoFit/>
          </a:bodyPr>
          <a:lstStyle/>
          <a:p>
            <a:pPr marL="6350" marR="2540" algn="just">
              <a:spcBef>
                <a:spcPts val="170"/>
              </a:spcBef>
            </a:pPr>
            <a:r>
              <a:rPr sz="600" spc="-15" dirty="0">
                <a:solidFill>
                  <a:srgbClr val="212121"/>
                </a:solidFill>
                <a:latin typeface="江城圆体 400W" panose="020B0800000000000000" pitchFamily="34" charset="-128"/>
                <a:ea typeface="江城圆体 400W" panose="020B0800000000000000" pitchFamily="34" charset="-128"/>
                <a:cs typeface="Microsoft JhengHei"/>
              </a:rPr>
              <a:t>放进日程里或者删除它</a:t>
            </a:r>
            <a:endParaRPr sz="600" dirty="0">
              <a:latin typeface="江城圆体 400W" panose="020B0800000000000000" pitchFamily="34" charset="-128"/>
              <a:ea typeface="江城圆体 400W" panose="020B0800000000000000" pitchFamily="34" charset="-128"/>
              <a:cs typeface="Microsoft JhengHei"/>
            </a:endParaRPr>
          </a:p>
        </p:txBody>
      </p:sp>
      <p:sp>
        <p:nvSpPr>
          <p:cNvPr id="243" name="object 243"/>
          <p:cNvSpPr/>
          <p:nvPr/>
        </p:nvSpPr>
        <p:spPr>
          <a:xfrm>
            <a:off x="5689972" y="4935877"/>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44" name="object 244"/>
          <p:cNvSpPr/>
          <p:nvPr/>
        </p:nvSpPr>
        <p:spPr>
          <a:xfrm>
            <a:off x="5650880" y="4935877"/>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45" name="object 245"/>
          <p:cNvSpPr/>
          <p:nvPr/>
        </p:nvSpPr>
        <p:spPr>
          <a:xfrm>
            <a:off x="5689972" y="4994389"/>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46" name="object 246"/>
          <p:cNvSpPr/>
          <p:nvPr/>
        </p:nvSpPr>
        <p:spPr>
          <a:xfrm>
            <a:off x="5650880" y="4994389"/>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47" name="object 247"/>
          <p:cNvSpPr/>
          <p:nvPr/>
        </p:nvSpPr>
        <p:spPr>
          <a:xfrm>
            <a:off x="5689972" y="5052899"/>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48" name="object 248"/>
          <p:cNvSpPr/>
          <p:nvPr/>
        </p:nvSpPr>
        <p:spPr>
          <a:xfrm>
            <a:off x="5650880" y="5052899"/>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49" name="object 249"/>
          <p:cNvSpPr/>
          <p:nvPr/>
        </p:nvSpPr>
        <p:spPr>
          <a:xfrm>
            <a:off x="5689972" y="5111410"/>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0" name="object 250"/>
          <p:cNvSpPr/>
          <p:nvPr/>
        </p:nvSpPr>
        <p:spPr>
          <a:xfrm>
            <a:off x="5650880" y="5111410"/>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1" name="object 251"/>
          <p:cNvSpPr/>
          <p:nvPr/>
        </p:nvSpPr>
        <p:spPr>
          <a:xfrm>
            <a:off x="5689972" y="5169921"/>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2" name="object 252"/>
          <p:cNvSpPr/>
          <p:nvPr/>
        </p:nvSpPr>
        <p:spPr>
          <a:xfrm>
            <a:off x="5650880" y="5169921"/>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253" name="object 253"/>
          <p:cNvGrpSpPr/>
          <p:nvPr/>
        </p:nvGrpSpPr>
        <p:grpSpPr>
          <a:xfrm>
            <a:off x="5577119" y="4934040"/>
            <a:ext cx="30797" cy="243840"/>
            <a:chOff x="11154238" y="9868080"/>
            <a:chExt cx="61594" cy="487680"/>
          </a:xfrm>
        </p:grpSpPr>
        <p:sp>
          <p:nvSpPr>
            <p:cNvPr id="254" name="object 254"/>
            <p:cNvSpPr/>
            <p:nvPr/>
          </p:nvSpPr>
          <p:spPr>
            <a:xfrm>
              <a:off x="11154238" y="10115549"/>
              <a:ext cx="50165" cy="0"/>
            </a:xfrm>
            <a:custGeom>
              <a:avLst/>
              <a:gdLst/>
              <a:ahLst/>
              <a:cxnLst/>
              <a:rect l="l" t="t" r="r" b="b"/>
              <a:pathLst>
                <a:path w="50165">
                  <a:moveTo>
                    <a:pt x="49790"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5" name="object 255"/>
            <p:cNvSpPr/>
            <p:nvPr/>
          </p:nvSpPr>
          <p:spPr>
            <a:xfrm>
              <a:off x="11209158" y="9868080"/>
              <a:ext cx="635" cy="487680"/>
            </a:xfrm>
            <a:custGeom>
              <a:avLst/>
              <a:gdLst/>
              <a:ahLst/>
              <a:cxnLst/>
              <a:rect l="l" t="t" r="r" b="b"/>
              <a:pathLst>
                <a:path w="634" h="487679">
                  <a:moveTo>
                    <a:pt x="0" y="0"/>
                  </a:moveTo>
                  <a:lnTo>
                    <a:pt x="71" y="487589"/>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56" name="object 256"/>
          <p:cNvSpPr/>
          <p:nvPr/>
        </p:nvSpPr>
        <p:spPr>
          <a:xfrm>
            <a:off x="5689972" y="5259727"/>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7" name="object 257"/>
          <p:cNvSpPr/>
          <p:nvPr/>
        </p:nvSpPr>
        <p:spPr>
          <a:xfrm>
            <a:off x="5650880" y="5259727"/>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8" name="object 258"/>
          <p:cNvSpPr/>
          <p:nvPr/>
        </p:nvSpPr>
        <p:spPr>
          <a:xfrm>
            <a:off x="5689972" y="5318239"/>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9" name="object 259"/>
          <p:cNvSpPr/>
          <p:nvPr/>
        </p:nvSpPr>
        <p:spPr>
          <a:xfrm>
            <a:off x="5650880" y="5318239"/>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60" name="object 260"/>
          <p:cNvSpPr/>
          <p:nvPr/>
        </p:nvSpPr>
        <p:spPr>
          <a:xfrm>
            <a:off x="5689972" y="5376749"/>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61" name="object 261"/>
          <p:cNvSpPr/>
          <p:nvPr/>
        </p:nvSpPr>
        <p:spPr>
          <a:xfrm>
            <a:off x="5650880" y="5376749"/>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62" name="object 262"/>
          <p:cNvSpPr/>
          <p:nvPr/>
        </p:nvSpPr>
        <p:spPr>
          <a:xfrm>
            <a:off x="5689972" y="5435260"/>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63" name="object 263"/>
          <p:cNvSpPr/>
          <p:nvPr/>
        </p:nvSpPr>
        <p:spPr>
          <a:xfrm>
            <a:off x="5650880" y="5435260"/>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64" name="object 264"/>
          <p:cNvSpPr/>
          <p:nvPr/>
        </p:nvSpPr>
        <p:spPr>
          <a:xfrm>
            <a:off x="5689972" y="5493771"/>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65" name="object 265"/>
          <p:cNvSpPr/>
          <p:nvPr/>
        </p:nvSpPr>
        <p:spPr>
          <a:xfrm>
            <a:off x="5650880" y="5493771"/>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266" name="object 266"/>
          <p:cNvGrpSpPr/>
          <p:nvPr/>
        </p:nvGrpSpPr>
        <p:grpSpPr>
          <a:xfrm>
            <a:off x="5577119" y="5257890"/>
            <a:ext cx="30797" cy="243840"/>
            <a:chOff x="11154238" y="10515780"/>
            <a:chExt cx="61594" cy="487680"/>
          </a:xfrm>
        </p:grpSpPr>
        <p:sp>
          <p:nvSpPr>
            <p:cNvPr id="267" name="object 267"/>
            <p:cNvSpPr/>
            <p:nvPr/>
          </p:nvSpPr>
          <p:spPr>
            <a:xfrm>
              <a:off x="11154238" y="10763249"/>
              <a:ext cx="50165" cy="0"/>
            </a:xfrm>
            <a:custGeom>
              <a:avLst/>
              <a:gdLst/>
              <a:ahLst/>
              <a:cxnLst/>
              <a:rect l="l" t="t" r="r" b="b"/>
              <a:pathLst>
                <a:path w="50165">
                  <a:moveTo>
                    <a:pt x="49790"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68" name="object 268"/>
            <p:cNvSpPr/>
            <p:nvPr/>
          </p:nvSpPr>
          <p:spPr>
            <a:xfrm>
              <a:off x="11209158" y="10515780"/>
              <a:ext cx="635" cy="487680"/>
            </a:xfrm>
            <a:custGeom>
              <a:avLst/>
              <a:gdLst/>
              <a:ahLst/>
              <a:cxnLst/>
              <a:rect l="l" t="t" r="r" b="b"/>
              <a:pathLst>
                <a:path w="634" h="487679">
                  <a:moveTo>
                    <a:pt x="0" y="0"/>
                  </a:moveTo>
                  <a:lnTo>
                    <a:pt x="71" y="487589"/>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69" name="object 269"/>
          <p:cNvSpPr/>
          <p:nvPr/>
        </p:nvSpPr>
        <p:spPr>
          <a:xfrm>
            <a:off x="5689972" y="5583577"/>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70" name="object 270"/>
          <p:cNvSpPr/>
          <p:nvPr/>
        </p:nvSpPr>
        <p:spPr>
          <a:xfrm>
            <a:off x="5650880" y="5583577"/>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71" name="object 271"/>
          <p:cNvSpPr/>
          <p:nvPr/>
        </p:nvSpPr>
        <p:spPr>
          <a:xfrm>
            <a:off x="5689972" y="5642089"/>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72" name="object 272"/>
          <p:cNvSpPr/>
          <p:nvPr/>
        </p:nvSpPr>
        <p:spPr>
          <a:xfrm>
            <a:off x="5650880" y="5642089"/>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73" name="object 273"/>
          <p:cNvSpPr/>
          <p:nvPr/>
        </p:nvSpPr>
        <p:spPr>
          <a:xfrm>
            <a:off x="5689972" y="5700599"/>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74" name="object 274"/>
          <p:cNvSpPr/>
          <p:nvPr/>
        </p:nvSpPr>
        <p:spPr>
          <a:xfrm>
            <a:off x="5650880" y="5700599"/>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75" name="object 275"/>
          <p:cNvSpPr/>
          <p:nvPr/>
        </p:nvSpPr>
        <p:spPr>
          <a:xfrm>
            <a:off x="5689972" y="5759110"/>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76" name="object 276"/>
          <p:cNvSpPr/>
          <p:nvPr/>
        </p:nvSpPr>
        <p:spPr>
          <a:xfrm>
            <a:off x="5650880" y="5759110"/>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77" name="object 277"/>
          <p:cNvSpPr/>
          <p:nvPr/>
        </p:nvSpPr>
        <p:spPr>
          <a:xfrm>
            <a:off x="5689972" y="5817621"/>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78" name="object 278"/>
          <p:cNvSpPr/>
          <p:nvPr/>
        </p:nvSpPr>
        <p:spPr>
          <a:xfrm>
            <a:off x="5650880" y="5817621"/>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279" name="object 279"/>
          <p:cNvGrpSpPr/>
          <p:nvPr/>
        </p:nvGrpSpPr>
        <p:grpSpPr>
          <a:xfrm>
            <a:off x="5577119" y="5581740"/>
            <a:ext cx="30797" cy="243840"/>
            <a:chOff x="11154238" y="11163480"/>
            <a:chExt cx="61594" cy="487680"/>
          </a:xfrm>
        </p:grpSpPr>
        <p:sp>
          <p:nvSpPr>
            <p:cNvPr id="280" name="object 280"/>
            <p:cNvSpPr/>
            <p:nvPr/>
          </p:nvSpPr>
          <p:spPr>
            <a:xfrm>
              <a:off x="11154238" y="11410949"/>
              <a:ext cx="50165" cy="0"/>
            </a:xfrm>
            <a:custGeom>
              <a:avLst/>
              <a:gdLst/>
              <a:ahLst/>
              <a:cxnLst/>
              <a:rect l="l" t="t" r="r" b="b"/>
              <a:pathLst>
                <a:path w="50165">
                  <a:moveTo>
                    <a:pt x="49790"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1" name="object 281"/>
            <p:cNvSpPr/>
            <p:nvPr/>
          </p:nvSpPr>
          <p:spPr>
            <a:xfrm>
              <a:off x="11209157" y="11163480"/>
              <a:ext cx="635" cy="487680"/>
            </a:xfrm>
            <a:custGeom>
              <a:avLst/>
              <a:gdLst/>
              <a:ahLst/>
              <a:cxnLst/>
              <a:rect l="l" t="t" r="r" b="b"/>
              <a:pathLst>
                <a:path w="634" h="487679">
                  <a:moveTo>
                    <a:pt x="0" y="0"/>
                  </a:moveTo>
                  <a:lnTo>
                    <a:pt x="72" y="487589"/>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82" name="object 282"/>
          <p:cNvSpPr/>
          <p:nvPr/>
        </p:nvSpPr>
        <p:spPr>
          <a:xfrm>
            <a:off x="5689972" y="5901077"/>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3" name="object 283"/>
          <p:cNvSpPr/>
          <p:nvPr/>
        </p:nvSpPr>
        <p:spPr>
          <a:xfrm>
            <a:off x="5650880" y="5901077"/>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4" name="object 284"/>
          <p:cNvSpPr/>
          <p:nvPr/>
        </p:nvSpPr>
        <p:spPr>
          <a:xfrm>
            <a:off x="5689972" y="5959589"/>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5" name="object 285"/>
          <p:cNvSpPr/>
          <p:nvPr/>
        </p:nvSpPr>
        <p:spPr>
          <a:xfrm>
            <a:off x="5650880" y="5959589"/>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6" name="object 286"/>
          <p:cNvSpPr/>
          <p:nvPr/>
        </p:nvSpPr>
        <p:spPr>
          <a:xfrm>
            <a:off x="5689972" y="6018099"/>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7" name="object 287"/>
          <p:cNvSpPr/>
          <p:nvPr/>
        </p:nvSpPr>
        <p:spPr>
          <a:xfrm>
            <a:off x="5650880" y="6018099"/>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8" name="object 288"/>
          <p:cNvSpPr/>
          <p:nvPr/>
        </p:nvSpPr>
        <p:spPr>
          <a:xfrm>
            <a:off x="5689972" y="6076610"/>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9" name="object 289"/>
          <p:cNvSpPr/>
          <p:nvPr/>
        </p:nvSpPr>
        <p:spPr>
          <a:xfrm>
            <a:off x="5650880" y="6076610"/>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90" name="object 290"/>
          <p:cNvSpPr/>
          <p:nvPr/>
        </p:nvSpPr>
        <p:spPr>
          <a:xfrm>
            <a:off x="5689972" y="6135121"/>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91" name="object 291"/>
          <p:cNvSpPr/>
          <p:nvPr/>
        </p:nvSpPr>
        <p:spPr>
          <a:xfrm>
            <a:off x="5650880" y="6135121"/>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292" name="object 292"/>
          <p:cNvGrpSpPr/>
          <p:nvPr/>
        </p:nvGrpSpPr>
        <p:grpSpPr>
          <a:xfrm>
            <a:off x="5577119" y="5899240"/>
            <a:ext cx="30797" cy="243840"/>
            <a:chOff x="11154238" y="11798480"/>
            <a:chExt cx="61594" cy="487680"/>
          </a:xfrm>
        </p:grpSpPr>
        <p:sp>
          <p:nvSpPr>
            <p:cNvPr id="293" name="object 293"/>
            <p:cNvSpPr/>
            <p:nvPr/>
          </p:nvSpPr>
          <p:spPr>
            <a:xfrm>
              <a:off x="11154238" y="12045949"/>
              <a:ext cx="50165" cy="0"/>
            </a:xfrm>
            <a:custGeom>
              <a:avLst/>
              <a:gdLst/>
              <a:ahLst/>
              <a:cxnLst/>
              <a:rect l="l" t="t" r="r" b="b"/>
              <a:pathLst>
                <a:path w="50165">
                  <a:moveTo>
                    <a:pt x="49790"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94" name="object 294"/>
            <p:cNvSpPr/>
            <p:nvPr/>
          </p:nvSpPr>
          <p:spPr>
            <a:xfrm>
              <a:off x="11209157" y="11798480"/>
              <a:ext cx="635" cy="487680"/>
            </a:xfrm>
            <a:custGeom>
              <a:avLst/>
              <a:gdLst/>
              <a:ahLst/>
              <a:cxnLst/>
              <a:rect l="l" t="t" r="r" b="b"/>
              <a:pathLst>
                <a:path w="634" h="487679">
                  <a:moveTo>
                    <a:pt x="0" y="0"/>
                  </a:moveTo>
                  <a:lnTo>
                    <a:pt x="71" y="487589"/>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95" name="object 295"/>
          <p:cNvSpPr/>
          <p:nvPr/>
        </p:nvSpPr>
        <p:spPr>
          <a:xfrm>
            <a:off x="5689972" y="6224927"/>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96" name="object 296"/>
          <p:cNvSpPr/>
          <p:nvPr/>
        </p:nvSpPr>
        <p:spPr>
          <a:xfrm>
            <a:off x="5650880" y="6224927"/>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97" name="object 297"/>
          <p:cNvSpPr/>
          <p:nvPr/>
        </p:nvSpPr>
        <p:spPr>
          <a:xfrm>
            <a:off x="5689972" y="6283439"/>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98" name="object 298"/>
          <p:cNvSpPr/>
          <p:nvPr/>
        </p:nvSpPr>
        <p:spPr>
          <a:xfrm>
            <a:off x="5650880" y="6283439"/>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99" name="object 299"/>
          <p:cNvSpPr/>
          <p:nvPr/>
        </p:nvSpPr>
        <p:spPr>
          <a:xfrm>
            <a:off x="5689972" y="6341949"/>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00" name="object 300"/>
          <p:cNvSpPr/>
          <p:nvPr/>
        </p:nvSpPr>
        <p:spPr>
          <a:xfrm>
            <a:off x="5650880" y="6341949"/>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01" name="object 301"/>
          <p:cNvSpPr/>
          <p:nvPr/>
        </p:nvSpPr>
        <p:spPr>
          <a:xfrm>
            <a:off x="5689972" y="6400460"/>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02" name="object 302"/>
          <p:cNvSpPr/>
          <p:nvPr/>
        </p:nvSpPr>
        <p:spPr>
          <a:xfrm>
            <a:off x="5650880" y="6400460"/>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03" name="object 303"/>
          <p:cNvSpPr/>
          <p:nvPr/>
        </p:nvSpPr>
        <p:spPr>
          <a:xfrm>
            <a:off x="5689972" y="6458971"/>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04" name="object 304"/>
          <p:cNvSpPr/>
          <p:nvPr/>
        </p:nvSpPr>
        <p:spPr>
          <a:xfrm>
            <a:off x="5650880" y="6458971"/>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305" name="object 305"/>
          <p:cNvGrpSpPr/>
          <p:nvPr/>
        </p:nvGrpSpPr>
        <p:grpSpPr>
          <a:xfrm>
            <a:off x="5577119" y="6223090"/>
            <a:ext cx="30797" cy="243840"/>
            <a:chOff x="11154238" y="12446180"/>
            <a:chExt cx="61594" cy="487680"/>
          </a:xfrm>
        </p:grpSpPr>
        <p:sp>
          <p:nvSpPr>
            <p:cNvPr id="306" name="object 306"/>
            <p:cNvSpPr/>
            <p:nvPr/>
          </p:nvSpPr>
          <p:spPr>
            <a:xfrm>
              <a:off x="11154238" y="12693649"/>
              <a:ext cx="50165" cy="0"/>
            </a:xfrm>
            <a:custGeom>
              <a:avLst/>
              <a:gdLst/>
              <a:ahLst/>
              <a:cxnLst/>
              <a:rect l="l" t="t" r="r" b="b"/>
              <a:pathLst>
                <a:path w="50165">
                  <a:moveTo>
                    <a:pt x="49790"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07" name="object 307"/>
            <p:cNvSpPr/>
            <p:nvPr/>
          </p:nvSpPr>
          <p:spPr>
            <a:xfrm>
              <a:off x="11209158" y="12446180"/>
              <a:ext cx="635" cy="487680"/>
            </a:xfrm>
            <a:custGeom>
              <a:avLst/>
              <a:gdLst/>
              <a:ahLst/>
              <a:cxnLst/>
              <a:rect l="l" t="t" r="r" b="b"/>
              <a:pathLst>
                <a:path w="634" h="487679">
                  <a:moveTo>
                    <a:pt x="0" y="0"/>
                  </a:moveTo>
                  <a:lnTo>
                    <a:pt x="71" y="487589"/>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308" name="object 308"/>
          <p:cNvSpPr/>
          <p:nvPr/>
        </p:nvSpPr>
        <p:spPr>
          <a:xfrm>
            <a:off x="5689972" y="6548778"/>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09" name="object 309"/>
          <p:cNvSpPr/>
          <p:nvPr/>
        </p:nvSpPr>
        <p:spPr>
          <a:xfrm>
            <a:off x="5650880" y="6548778"/>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10" name="object 310"/>
          <p:cNvSpPr/>
          <p:nvPr/>
        </p:nvSpPr>
        <p:spPr>
          <a:xfrm>
            <a:off x="5689972" y="6607288"/>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11" name="object 311"/>
          <p:cNvSpPr/>
          <p:nvPr/>
        </p:nvSpPr>
        <p:spPr>
          <a:xfrm>
            <a:off x="5650880" y="6607288"/>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12" name="object 312"/>
          <p:cNvSpPr/>
          <p:nvPr/>
        </p:nvSpPr>
        <p:spPr>
          <a:xfrm>
            <a:off x="5689972" y="6665799"/>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13" name="object 313"/>
          <p:cNvSpPr/>
          <p:nvPr/>
        </p:nvSpPr>
        <p:spPr>
          <a:xfrm>
            <a:off x="5650880" y="6665799"/>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14" name="object 314"/>
          <p:cNvSpPr/>
          <p:nvPr/>
        </p:nvSpPr>
        <p:spPr>
          <a:xfrm>
            <a:off x="5689972" y="6724310"/>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15" name="object 315"/>
          <p:cNvSpPr/>
          <p:nvPr/>
        </p:nvSpPr>
        <p:spPr>
          <a:xfrm>
            <a:off x="5650880" y="6724310"/>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16" name="object 316"/>
          <p:cNvSpPr/>
          <p:nvPr/>
        </p:nvSpPr>
        <p:spPr>
          <a:xfrm>
            <a:off x="5689972" y="6782821"/>
            <a:ext cx="293370" cy="0"/>
          </a:xfrm>
          <a:custGeom>
            <a:avLst/>
            <a:gdLst/>
            <a:ahLst/>
            <a:cxnLst/>
            <a:rect l="l" t="t" r="r" b="b"/>
            <a:pathLst>
              <a:path w="586740">
                <a:moveTo>
                  <a:pt x="0" y="0"/>
                </a:moveTo>
                <a:lnTo>
                  <a:pt x="58638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17" name="object 317"/>
          <p:cNvSpPr/>
          <p:nvPr/>
        </p:nvSpPr>
        <p:spPr>
          <a:xfrm>
            <a:off x="5650880" y="6782821"/>
            <a:ext cx="9843" cy="0"/>
          </a:xfrm>
          <a:custGeom>
            <a:avLst/>
            <a:gdLst/>
            <a:ahLst/>
            <a:cxnLst/>
            <a:rect l="l" t="t" r="r" b="b"/>
            <a:pathLst>
              <a:path w="19684">
                <a:moveTo>
                  <a:pt x="0" y="0"/>
                </a:moveTo>
                <a:lnTo>
                  <a:pt x="1954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318" name="object 318"/>
          <p:cNvGrpSpPr/>
          <p:nvPr/>
        </p:nvGrpSpPr>
        <p:grpSpPr>
          <a:xfrm>
            <a:off x="5577119" y="6546941"/>
            <a:ext cx="30797" cy="243840"/>
            <a:chOff x="11154238" y="13093881"/>
            <a:chExt cx="61594" cy="487680"/>
          </a:xfrm>
        </p:grpSpPr>
        <p:sp>
          <p:nvSpPr>
            <p:cNvPr id="319" name="object 319"/>
            <p:cNvSpPr/>
            <p:nvPr/>
          </p:nvSpPr>
          <p:spPr>
            <a:xfrm>
              <a:off x="11154238" y="13341350"/>
              <a:ext cx="50165" cy="0"/>
            </a:xfrm>
            <a:custGeom>
              <a:avLst/>
              <a:gdLst/>
              <a:ahLst/>
              <a:cxnLst/>
              <a:rect l="l" t="t" r="r" b="b"/>
              <a:pathLst>
                <a:path w="50165">
                  <a:moveTo>
                    <a:pt x="49790"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20" name="object 320"/>
            <p:cNvSpPr/>
            <p:nvPr/>
          </p:nvSpPr>
          <p:spPr>
            <a:xfrm>
              <a:off x="11209158" y="13093881"/>
              <a:ext cx="635" cy="487680"/>
            </a:xfrm>
            <a:custGeom>
              <a:avLst/>
              <a:gdLst/>
              <a:ahLst/>
              <a:cxnLst/>
              <a:rect l="l" t="t" r="r" b="b"/>
              <a:pathLst>
                <a:path w="634" h="487680">
                  <a:moveTo>
                    <a:pt x="0" y="0"/>
                  </a:moveTo>
                  <a:lnTo>
                    <a:pt x="71" y="487589"/>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321" name="object 321"/>
          <p:cNvSpPr/>
          <p:nvPr/>
        </p:nvSpPr>
        <p:spPr>
          <a:xfrm>
            <a:off x="6019800" y="5092700"/>
            <a:ext cx="107950" cy="1593850"/>
          </a:xfrm>
          <a:custGeom>
            <a:avLst/>
            <a:gdLst/>
            <a:ahLst/>
            <a:cxnLst/>
            <a:rect l="l" t="t" r="r" b="b"/>
            <a:pathLst>
              <a:path w="215900" h="3187700">
                <a:moveTo>
                  <a:pt x="25400" y="0"/>
                </a:moveTo>
                <a:lnTo>
                  <a:pt x="0" y="0"/>
                </a:lnTo>
                <a:lnTo>
                  <a:pt x="0" y="177800"/>
                </a:lnTo>
                <a:lnTo>
                  <a:pt x="25400" y="177800"/>
                </a:lnTo>
                <a:lnTo>
                  <a:pt x="25392" y="102279"/>
                </a:lnTo>
                <a:lnTo>
                  <a:pt x="66415" y="114616"/>
                </a:lnTo>
                <a:lnTo>
                  <a:pt x="99532" y="140120"/>
                </a:lnTo>
                <a:lnTo>
                  <a:pt x="121687" y="175743"/>
                </a:lnTo>
                <a:lnTo>
                  <a:pt x="129825" y="218438"/>
                </a:lnTo>
                <a:lnTo>
                  <a:pt x="132951" y="1489270"/>
                </a:lnTo>
                <a:lnTo>
                  <a:pt x="136148" y="1518569"/>
                </a:lnTo>
                <a:lnTo>
                  <a:pt x="145280" y="1546139"/>
                </a:lnTo>
                <a:lnTo>
                  <a:pt x="159880" y="1571124"/>
                </a:lnTo>
                <a:lnTo>
                  <a:pt x="179484" y="1592670"/>
                </a:lnTo>
                <a:lnTo>
                  <a:pt x="181736" y="1594599"/>
                </a:lnTo>
                <a:lnTo>
                  <a:pt x="179710" y="1596276"/>
                </a:lnTo>
                <a:lnTo>
                  <a:pt x="146242" y="1639739"/>
                </a:lnTo>
                <a:lnTo>
                  <a:pt x="133029" y="1693324"/>
                </a:lnTo>
                <a:lnTo>
                  <a:pt x="129825" y="2969261"/>
                </a:lnTo>
                <a:lnTo>
                  <a:pt x="121687" y="3011956"/>
                </a:lnTo>
                <a:lnTo>
                  <a:pt x="99532" y="3047579"/>
                </a:lnTo>
                <a:lnTo>
                  <a:pt x="66415" y="3073083"/>
                </a:lnTo>
                <a:lnTo>
                  <a:pt x="25392" y="3085420"/>
                </a:lnTo>
                <a:lnTo>
                  <a:pt x="25400" y="3009900"/>
                </a:lnTo>
                <a:lnTo>
                  <a:pt x="0" y="3009900"/>
                </a:lnTo>
                <a:lnTo>
                  <a:pt x="0" y="3187700"/>
                </a:lnTo>
                <a:lnTo>
                  <a:pt x="25400" y="3187700"/>
                </a:lnTo>
                <a:lnTo>
                  <a:pt x="25396" y="3110942"/>
                </a:lnTo>
                <a:lnTo>
                  <a:pt x="66773" y="3100884"/>
                </a:lnTo>
                <a:lnTo>
                  <a:pt x="102422" y="3079720"/>
                </a:lnTo>
                <a:lnTo>
                  <a:pt x="130366" y="3049424"/>
                </a:lnTo>
                <a:lnTo>
                  <a:pt x="148626" y="3011968"/>
                </a:lnTo>
                <a:lnTo>
                  <a:pt x="155225" y="2969324"/>
                </a:lnTo>
                <a:lnTo>
                  <a:pt x="158353" y="1697586"/>
                </a:lnTo>
                <a:lnTo>
                  <a:pt x="161950" y="1670164"/>
                </a:lnTo>
                <a:lnTo>
                  <a:pt x="172168" y="1644923"/>
                </a:lnTo>
                <a:lnTo>
                  <a:pt x="188355" y="1623026"/>
                </a:lnTo>
                <a:lnTo>
                  <a:pt x="209859" y="1605636"/>
                </a:lnTo>
                <a:lnTo>
                  <a:pt x="214350" y="1600932"/>
                </a:lnTo>
                <a:lnTo>
                  <a:pt x="215898" y="1594970"/>
                </a:lnTo>
                <a:lnTo>
                  <a:pt x="214489" y="1588975"/>
                </a:lnTo>
                <a:lnTo>
                  <a:pt x="210108" y="1584167"/>
                </a:lnTo>
                <a:lnTo>
                  <a:pt x="188453" y="1565920"/>
                </a:lnTo>
                <a:lnTo>
                  <a:pt x="172193" y="1543248"/>
                </a:lnTo>
                <a:lnTo>
                  <a:pt x="161951" y="1517296"/>
                </a:lnTo>
                <a:lnTo>
                  <a:pt x="158351" y="1489208"/>
                </a:lnTo>
                <a:lnTo>
                  <a:pt x="155225" y="218375"/>
                </a:lnTo>
                <a:lnTo>
                  <a:pt x="148626" y="175731"/>
                </a:lnTo>
                <a:lnTo>
                  <a:pt x="130366" y="138275"/>
                </a:lnTo>
                <a:lnTo>
                  <a:pt x="102422" y="107979"/>
                </a:lnTo>
                <a:lnTo>
                  <a:pt x="66773" y="86815"/>
                </a:lnTo>
                <a:lnTo>
                  <a:pt x="25396" y="76757"/>
                </a:lnTo>
                <a:lnTo>
                  <a:pt x="25400" y="0"/>
                </a:lnTo>
                <a:close/>
              </a:path>
            </a:pathLst>
          </a:custGeom>
          <a:solidFill>
            <a:srgbClr val="7F62A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322" name="object 322"/>
          <p:cNvGrpSpPr/>
          <p:nvPr/>
        </p:nvGrpSpPr>
        <p:grpSpPr>
          <a:xfrm>
            <a:off x="4362450" y="4921250"/>
            <a:ext cx="1185863" cy="1885950"/>
            <a:chOff x="8724900" y="9842500"/>
            <a:chExt cx="2371725" cy="3771900"/>
          </a:xfrm>
        </p:grpSpPr>
        <p:sp>
          <p:nvSpPr>
            <p:cNvPr id="323" name="object 323"/>
            <p:cNvSpPr/>
            <p:nvPr/>
          </p:nvSpPr>
          <p:spPr>
            <a:xfrm>
              <a:off x="9474200" y="9959521"/>
              <a:ext cx="723265" cy="312420"/>
            </a:xfrm>
            <a:custGeom>
              <a:avLst/>
              <a:gdLst/>
              <a:ahLst/>
              <a:cxnLst/>
              <a:rect l="l" t="t" r="r" b="b"/>
              <a:pathLst>
                <a:path w="723265" h="312420">
                  <a:moveTo>
                    <a:pt x="38100" y="0"/>
                  </a:moveTo>
                  <a:lnTo>
                    <a:pt x="685105" y="0"/>
                  </a:lnTo>
                  <a:lnTo>
                    <a:pt x="699935" y="2994"/>
                  </a:lnTo>
                  <a:lnTo>
                    <a:pt x="712046" y="11159"/>
                  </a:lnTo>
                  <a:lnTo>
                    <a:pt x="720211" y="23269"/>
                  </a:lnTo>
                  <a:lnTo>
                    <a:pt x="723205" y="38100"/>
                  </a:lnTo>
                  <a:lnTo>
                    <a:pt x="723205" y="273957"/>
                  </a:lnTo>
                  <a:lnTo>
                    <a:pt x="720211" y="288787"/>
                  </a:lnTo>
                  <a:lnTo>
                    <a:pt x="712046" y="300897"/>
                  </a:lnTo>
                  <a:lnTo>
                    <a:pt x="699935" y="309063"/>
                  </a:lnTo>
                  <a:lnTo>
                    <a:pt x="685105" y="312057"/>
                  </a:lnTo>
                  <a:lnTo>
                    <a:pt x="38100" y="312057"/>
                  </a:lnTo>
                  <a:lnTo>
                    <a:pt x="23269" y="309063"/>
                  </a:lnTo>
                  <a:lnTo>
                    <a:pt x="11159" y="300897"/>
                  </a:lnTo>
                  <a:lnTo>
                    <a:pt x="2994" y="288787"/>
                  </a:lnTo>
                  <a:lnTo>
                    <a:pt x="0" y="273957"/>
                  </a:lnTo>
                  <a:lnTo>
                    <a:pt x="0" y="38100"/>
                  </a:lnTo>
                  <a:lnTo>
                    <a:pt x="2994" y="23269"/>
                  </a:lnTo>
                  <a:lnTo>
                    <a:pt x="11159" y="11159"/>
                  </a:lnTo>
                  <a:lnTo>
                    <a:pt x="23269" y="2994"/>
                  </a:lnTo>
                  <a:lnTo>
                    <a:pt x="38100" y="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24" name="object 324"/>
            <p:cNvSpPr/>
            <p:nvPr/>
          </p:nvSpPr>
          <p:spPr>
            <a:xfrm>
              <a:off x="10568775" y="9842499"/>
              <a:ext cx="528320" cy="332105"/>
            </a:xfrm>
            <a:custGeom>
              <a:avLst/>
              <a:gdLst/>
              <a:ahLst/>
              <a:cxnLst/>
              <a:rect l="l" t="t" r="r" b="b"/>
              <a:pathLst>
                <a:path w="528320" h="332104">
                  <a:moveTo>
                    <a:pt x="527748" y="252641"/>
                  </a:moveTo>
                  <a:lnTo>
                    <a:pt x="524751" y="237820"/>
                  </a:lnTo>
                  <a:lnTo>
                    <a:pt x="516585" y="225704"/>
                  </a:lnTo>
                  <a:lnTo>
                    <a:pt x="504469" y="217538"/>
                  </a:lnTo>
                  <a:lnTo>
                    <a:pt x="489648" y="214541"/>
                  </a:lnTo>
                  <a:lnTo>
                    <a:pt x="38100" y="214541"/>
                  </a:lnTo>
                  <a:lnTo>
                    <a:pt x="23266" y="217538"/>
                  </a:lnTo>
                  <a:lnTo>
                    <a:pt x="11163" y="225704"/>
                  </a:lnTo>
                  <a:lnTo>
                    <a:pt x="2997" y="237820"/>
                  </a:lnTo>
                  <a:lnTo>
                    <a:pt x="0" y="252641"/>
                  </a:lnTo>
                  <a:lnTo>
                    <a:pt x="0" y="293471"/>
                  </a:lnTo>
                  <a:lnTo>
                    <a:pt x="2997" y="308292"/>
                  </a:lnTo>
                  <a:lnTo>
                    <a:pt x="11163" y="320408"/>
                  </a:lnTo>
                  <a:lnTo>
                    <a:pt x="23266" y="328574"/>
                  </a:lnTo>
                  <a:lnTo>
                    <a:pt x="38100" y="331571"/>
                  </a:lnTo>
                  <a:lnTo>
                    <a:pt x="489648" y="331571"/>
                  </a:lnTo>
                  <a:lnTo>
                    <a:pt x="504469" y="328574"/>
                  </a:lnTo>
                  <a:lnTo>
                    <a:pt x="516585" y="320408"/>
                  </a:lnTo>
                  <a:lnTo>
                    <a:pt x="524751" y="308292"/>
                  </a:lnTo>
                  <a:lnTo>
                    <a:pt x="527748" y="293471"/>
                  </a:lnTo>
                  <a:lnTo>
                    <a:pt x="527748" y="252641"/>
                  </a:lnTo>
                  <a:close/>
                </a:path>
                <a:path w="528320" h="332104">
                  <a:moveTo>
                    <a:pt x="527748" y="38100"/>
                  </a:moveTo>
                  <a:lnTo>
                    <a:pt x="524751" y="23279"/>
                  </a:lnTo>
                  <a:lnTo>
                    <a:pt x="516585" y="11163"/>
                  </a:lnTo>
                  <a:lnTo>
                    <a:pt x="504469" y="2997"/>
                  </a:lnTo>
                  <a:lnTo>
                    <a:pt x="489648" y="0"/>
                  </a:lnTo>
                  <a:lnTo>
                    <a:pt x="38100" y="0"/>
                  </a:lnTo>
                  <a:lnTo>
                    <a:pt x="23266" y="2997"/>
                  </a:lnTo>
                  <a:lnTo>
                    <a:pt x="11163" y="11163"/>
                  </a:lnTo>
                  <a:lnTo>
                    <a:pt x="2997" y="23279"/>
                  </a:lnTo>
                  <a:lnTo>
                    <a:pt x="0" y="38100"/>
                  </a:lnTo>
                  <a:lnTo>
                    <a:pt x="0" y="78930"/>
                  </a:lnTo>
                  <a:lnTo>
                    <a:pt x="2997" y="93764"/>
                  </a:lnTo>
                  <a:lnTo>
                    <a:pt x="11163" y="105867"/>
                  </a:lnTo>
                  <a:lnTo>
                    <a:pt x="23266" y="114033"/>
                  </a:lnTo>
                  <a:lnTo>
                    <a:pt x="38100" y="117030"/>
                  </a:lnTo>
                  <a:lnTo>
                    <a:pt x="489648" y="117030"/>
                  </a:lnTo>
                  <a:lnTo>
                    <a:pt x="504469" y="114033"/>
                  </a:lnTo>
                  <a:lnTo>
                    <a:pt x="516585" y="105867"/>
                  </a:lnTo>
                  <a:lnTo>
                    <a:pt x="524751" y="93764"/>
                  </a:lnTo>
                  <a:lnTo>
                    <a:pt x="527748" y="78930"/>
                  </a:lnTo>
                  <a:lnTo>
                    <a:pt x="527748" y="3810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25" name="object 325"/>
            <p:cNvSpPr/>
            <p:nvPr/>
          </p:nvSpPr>
          <p:spPr>
            <a:xfrm>
              <a:off x="10197405" y="9901010"/>
              <a:ext cx="332740" cy="214629"/>
            </a:xfrm>
            <a:custGeom>
              <a:avLst/>
              <a:gdLst/>
              <a:ahLst/>
              <a:cxnLst/>
              <a:rect l="l" t="t" r="r" b="b"/>
              <a:pathLst>
                <a:path w="332740" h="214629">
                  <a:moveTo>
                    <a:pt x="332283" y="0"/>
                  </a:moveTo>
                  <a:lnTo>
                    <a:pt x="170335" y="0"/>
                  </a:lnTo>
                  <a:lnTo>
                    <a:pt x="170335" y="214539"/>
                  </a:lnTo>
                  <a:lnTo>
                    <a:pt x="0" y="214539"/>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26" name="object 326"/>
            <p:cNvSpPr/>
            <p:nvPr/>
          </p:nvSpPr>
          <p:spPr>
            <a:xfrm>
              <a:off x="10568781" y="10271578"/>
              <a:ext cx="528320" cy="117475"/>
            </a:xfrm>
            <a:custGeom>
              <a:avLst/>
              <a:gdLst/>
              <a:ahLst/>
              <a:cxnLst/>
              <a:rect l="l" t="t" r="r" b="b"/>
              <a:pathLst>
                <a:path w="528320" h="117475">
                  <a:moveTo>
                    <a:pt x="489644" y="0"/>
                  </a:moveTo>
                  <a:lnTo>
                    <a:pt x="38100" y="0"/>
                  </a:lnTo>
                  <a:lnTo>
                    <a:pt x="23269" y="2994"/>
                  </a:lnTo>
                  <a:lnTo>
                    <a:pt x="11159" y="11159"/>
                  </a:lnTo>
                  <a:lnTo>
                    <a:pt x="2994" y="23270"/>
                  </a:lnTo>
                  <a:lnTo>
                    <a:pt x="0" y="38100"/>
                  </a:lnTo>
                  <a:lnTo>
                    <a:pt x="0" y="78921"/>
                  </a:lnTo>
                  <a:lnTo>
                    <a:pt x="2994" y="93752"/>
                  </a:lnTo>
                  <a:lnTo>
                    <a:pt x="11159" y="105862"/>
                  </a:lnTo>
                  <a:lnTo>
                    <a:pt x="23269" y="114027"/>
                  </a:lnTo>
                  <a:lnTo>
                    <a:pt x="38100" y="117021"/>
                  </a:lnTo>
                  <a:lnTo>
                    <a:pt x="489644" y="117021"/>
                  </a:lnTo>
                  <a:lnTo>
                    <a:pt x="504474" y="114027"/>
                  </a:lnTo>
                  <a:lnTo>
                    <a:pt x="516585" y="105862"/>
                  </a:lnTo>
                  <a:lnTo>
                    <a:pt x="524750" y="93752"/>
                  </a:lnTo>
                  <a:lnTo>
                    <a:pt x="527744" y="78921"/>
                  </a:lnTo>
                  <a:lnTo>
                    <a:pt x="527744" y="38100"/>
                  </a:lnTo>
                  <a:lnTo>
                    <a:pt x="524750" y="23270"/>
                  </a:lnTo>
                  <a:lnTo>
                    <a:pt x="516585" y="11159"/>
                  </a:lnTo>
                  <a:lnTo>
                    <a:pt x="504474" y="2994"/>
                  </a:lnTo>
                  <a:lnTo>
                    <a:pt x="48964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27" name="object 327"/>
            <p:cNvSpPr/>
            <p:nvPr/>
          </p:nvSpPr>
          <p:spPr>
            <a:xfrm>
              <a:off x="10367741" y="10115550"/>
              <a:ext cx="162560" cy="214629"/>
            </a:xfrm>
            <a:custGeom>
              <a:avLst/>
              <a:gdLst/>
              <a:ahLst/>
              <a:cxnLst/>
              <a:rect l="l" t="t" r="r" b="b"/>
              <a:pathLst>
                <a:path w="162559" h="214629">
                  <a:moveTo>
                    <a:pt x="0" y="0"/>
                  </a:moveTo>
                  <a:lnTo>
                    <a:pt x="0" y="13408"/>
                  </a:lnTo>
                  <a:lnTo>
                    <a:pt x="0" y="53634"/>
                  </a:lnTo>
                  <a:lnTo>
                    <a:pt x="0" y="120678"/>
                  </a:lnTo>
                  <a:lnTo>
                    <a:pt x="0" y="214539"/>
                  </a:lnTo>
                  <a:lnTo>
                    <a:pt x="70852" y="214539"/>
                  </a:lnTo>
                  <a:lnTo>
                    <a:pt x="121460" y="214539"/>
                  </a:lnTo>
                  <a:lnTo>
                    <a:pt x="151826" y="214539"/>
                  </a:lnTo>
                  <a:lnTo>
                    <a:pt x="161947" y="214539"/>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28" name="object 328"/>
            <p:cNvSpPr/>
            <p:nvPr/>
          </p:nvSpPr>
          <p:spPr>
            <a:xfrm>
              <a:off x="10372394" y="10115549"/>
              <a:ext cx="157480" cy="0"/>
            </a:xfrm>
            <a:custGeom>
              <a:avLst/>
              <a:gdLst/>
              <a:ahLst/>
              <a:cxnLst/>
              <a:rect l="l" t="t" r="r" b="b"/>
              <a:pathLst>
                <a:path w="157479">
                  <a:moveTo>
                    <a:pt x="157293"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29" name="object 329"/>
            <p:cNvSpPr/>
            <p:nvPr/>
          </p:nvSpPr>
          <p:spPr>
            <a:xfrm>
              <a:off x="9474200" y="10607221"/>
              <a:ext cx="723265" cy="312420"/>
            </a:xfrm>
            <a:custGeom>
              <a:avLst/>
              <a:gdLst/>
              <a:ahLst/>
              <a:cxnLst/>
              <a:rect l="l" t="t" r="r" b="b"/>
              <a:pathLst>
                <a:path w="723265" h="312420">
                  <a:moveTo>
                    <a:pt x="38100" y="0"/>
                  </a:moveTo>
                  <a:lnTo>
                    <a:pt x="685105" y="0"/>
                  </a:lnTo>
                  <a:lnTo>
                    <a:pt x="699935" y="2994"/>
                  </a:lnTo>
                  <a:lnTo>
                    <a:pt x="712046" y="11159"/>
                  </a:lnTo>
                  <a:lnTo>
                    <a:pt x="720211" y="23269"/>
                  </a:lnTo>
                  <a:lnTo>
                    <a:pt x="723205" y="38100"/>
                  </a:lnTo>
                  <a:lnTo>
                    <a:pt x="723205" y="273957"/>
                  </a:lnTo>
                  <a:lnTo>
                    <a:pt x="720211" y="288787"/>
                  </a:lnTo>
                  <a:lnTo>
                    <a:pt x="712046" y="300897"/>
                  </a:lnTo>
                  <a:lnTo>
                    <a:pt x="699935" y="309063"/>
                  </a:lnTo>
                  <a:lnTo>
                    <a:pt x="685105" y="312057"/>
                  </a:lnTo>
                  <a:lnTo>
                    <a:pt x="38100" y="312057"/>
                  </a:lnTo>
                  <a:lnTo>
                    <a:pt x="23269" y="309063"/>
                  </a:lnTo>
                  <a:lnTo>
                    <a:pt x="11159" y="300897"/>
                  </a:lnTo>
                  <a:lnTo>
                    <a:pt x="2994" y="288787"/>
                  </a:lnTo>
                  <a:lnTo>
                    <a:pt x="0" y="273957"/>
                  </a:lnTo>
                  <a:lnTo>
                    <a:pt x="0" y="38100"/>
                  </a:lnTo>
                  <a:lnTo>
                    <a:pt x="2994" y="23269"/>
                  </a:lnTo>
                  <a:lnTo>
                    <a:pt x="11159" y="11159"/>
                  </a:lnTo>
                  <a:lnTo>
                    <a:pt x="23269" y="2994"/>
                  </a:lnTo>
                  <a:lnTo>
                    <a:pt x="38100" y="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0" name="object 330"/>
            <p:cNvSpPr/>
            <p:nvPr/>
          </p:nvSpPr>
          <p:spPr>
            <a:xfrm>
              <a:off x="10568775" y="10490199"/>
              <a:ext cx="528320" cy="332105"/>
            </a:xfrm>
            <a:custGeom>
              <a:avLst/>
              <a:gdLst/>
              <a:ahLst/>
              <a:cxnLst/>
              <a:rect l="l" t="t" r="r" b="b"/>
              <a:pathLst>
                <a:path w="528320" h="332104">
                  <a:moveTo>
                    <a:pt x="527748" y="252641"/>
                  </a:moveTo>
                  <a:lnTo>
                    <a:pt x="524751" y="237820"/>
                  </a:lnTo>
                  <a:lnTo>
                    <a:pt x="516585" y="225704"/>
                  </a:lnTo>
                  <a:lnTo>
                    <a:pt x="504469" y="217538"/>
                  </a:lnTo>
                  <a:lnTo>
                    <a:pt x="489648" y="214541"/>
                  </a:lnTo>
                  <a:lnTo>
                    <a:pt x="38100" y="214541"/>
                  </a:lnTo>
                  <a:lnTo>
                    <a:pt x="23266" y="217538"/>
                  </a:lnTo>
                  <a:lnTo>
                    <a:pt x="11163" y="225704"/>
                  </a:lnTo>
                  <a:lnTo>
                    <a:pt x="2997" y="237820"/>
                  </a:lnTo>
                  <a:lnTo>
                    <a:pt x="0" y="252641"/>
                  </a:lnTo>
                  <a:lnTo>
                    <a:pt x="0" y="293471"/>
                  </a:lnTo>
                  <a:lnTo>
                    <a:pt x="2997" y="308292"/>
                  </a:lnTo>
                  <a:lnTo>
                    <a:pt x="11163" y="320408"/>
                  </a:lnTo>
                  <a:lnTo>
                    <a:pt x="23266" y="328574"/>
                  </a:lnTo>
                  <a:lnTo>
                    <a:pt x="38100" y="331571"/>
                  </a:lnTo>
                  <a:lnTo>
                    <a:pt x="489648" y="331571"/>
                  </a:lnTo>
                  <a:lnTo>
                    <a:pt x="504469" y="328574"/>
                  </a:lnTo>
                  <a:lnTo>
                    <a:pt x="516585" y="320408"/>
                  </a:lnTo>
                  <a:lnTo>
                    <a:pt x="524751" y="308292"/>
                  </a:lnTo>
                  <a:lnTo>
                    <a:pt x="527748" y="293471"/>
                  </a:lnTo>
                  <a:lnTo>
                    <a:pt x="527748" y="252641"/>
                  </a:lnTo>
                  <a:close/>
                </a:path>
                <a:path w="528320" h="332104">
                  <a:moveTo>
                    <a:pt x="527748" y="38100"/>
                  </a:moveTo>
                  <a:lnTo>
                    <a:pt x="524751" y="23279"/>
                  </a:lnTo>
                  <a:lnTo>
                    <a:pt x="516585" y="11163"/>
                  </a:lnTo>
                  <a:lnTo>
                    <a:pt x="504469" y="2997"/>
                  </a:lnTo>
                  <a:lnTo>
                    <a:pt x="489648" y="0"/>
                  </a:lnTo>
                  <a:lnTo>
                    <a:pt x="38100" y="0"/>
                  </a:lnTo>
                  <a:lnTo>
                    <a:pt x="23266" y="2997"/>
                  </a:lnTo>
                  <a:lnTo>
                    <a:pt x="11163" y="11163"/>
                  </a:lnTo>
                  <a:lnTo>
                    <a:pt x="2997" y="23279"/>
                  </a:lnTo>
                  <a:lnTo>
                    <a:pt x="0" y="38100"/>
                  </a:lnTo>
                  <a:lnTo>
                    <a:pt x="0" y="78930"/>
                  </a:lnTo>
                  <a:lnTo>
                    <a:pt x="2997" y="93764"/>
                  </a:lnTo>
                  <a:lnTo>
                    <a:pt x="11163" y="105867"/>
                  </a:lnTo>
                  <a:lnTo>
                    <a:pt x="23266" y="114033"/>
                  </a:lnTo>
                  <a:lnTo>
                    <a:pt x="38100" y="117030"/>
                  </a:lnTo>
                  <a:lnTo>
                    <a:pt x="489648" y="117030"/>
                  </a:lnTo>
                  <a:lnTo>
                    <a:pt x="504469" y="114033"/>
                  </a:lnTo>
                  <a:lnTo>
                    <a:pt x="516585" y="105867"/>
                  </a:lnTo>
                  <a:lnTo>
                    <a:pt x="524751" y="93764"/>
                  </a:lnTo>
                  <a:lnTo>
                    <a:pt x="527748" y="78930"/>
                  </a:lnTo>
                  <a:lnTo>
                    <a:pt x="527748" y="3810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1" name="object 331"/>
            <p:cNvSpPr/>
            <p:nvPr/>
          </p:nvSpPr>
          <p:spPr>
            <a:xfrm>
              <a:off x="10197405" y="10548710"/>
              <a:ext cx="332740" cy="214629"/>
            </a:xfrm>
            <a:custGeom>
              <a:avLst/>
              <a:gdLst/>
              <a:ahLst/>
              <a:cxnLst/>
              <a:rect l="l" t="t" r="r" b="b"/>
              <a:pathLst>
                <a:path w="332740" h="214629">
                  <a:moveTo>
                    <a:pt x="332283" y="0"/>
                  </a:moveTo>
                  <a:lnTo>
                    <a:pt x="170335" y="0"/>
                  </a:lnTo>
                  <a:lnTo>
                    <a:pt x="170335" y="214539"/>
                  </a:lnTo>
                  <a:lnTo>
                    <a:pt x="0" y="214539"/>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2" name="object 332"/>
            <p:cNvSpPr/>
            <p:nvPr/>
          </p:nvSpPr>
          <p:spPr>
            <a:xfrm>
              <a:off x="10568781" y="10919278"/>
              <a:ext cx="528320" cy="117475"/>
            </a:xfrm>
            <a:custGeom>
              <a:avLst/>
              <a:gdLst/>
              <a:ahLst/>
              <a:cxnLst/>
              <a:rect l="l" t="t" r="r" b="b"/>
              <a:pathLst>
                <a:path w="528320" h="117475">
                  <a:moveTo>
                    <a:pt x="489644" y="0"/>
                  </a:moveTo>
                  <a:lnTo>
                    <a:pt x="38100" y="0"/>
                  </a:lnTo>
                  <a:lnTo>
                    <a:pt x="23269" y="2994"/>
                  </a:lnTo>
                  <a:lnTo>
                    <a:pt x="11159" y="11159"/>
                  </a:lnTo>
                  <a:lnTo>
                    <a:pt x="2994" y="23270"/>
                  </a:lnTo>
                  <a:lnTo>
                    <a:pt x="0" y="38100"/>
                  </a:lnTo>
                  <a:lnTo>
                    <a:pt x="0" y="78921"/>
                  </a:lnTo>
                  <a:lnTo>
                    <a:pt x="2994" y="93752"/>
                  </a:lnTo>
                  <a:lnTo>
                    <a:pt x="11159" y="105862"/>
                  </a:lnTo>
                  <a:lnTo>
                    <a:pt x="23269" y="114027"/>
                  </a:lnTo>
                  <a:lnTo>
                    <a:pt x="38100" y="117021"/>
                  </a:lnTo>
                  <a:lnTo>
                    <a:pt x="489644" y="117021"/>
                  </a:lnTo>
                  <a:lnTo>
                    <a:pt x="504474" y="114027"/>
                  </a:lnTo>
                  <a:lnTo>
                    <a:pt x="516585" y="105862"/>
                  </a:lnTo>
                  <a:lnTo>
                    <a:pt x="524750" y="93752"/>
                  </a:lnTo>
                  <a:lnTo>
                    <a:pt x="527744" y="78921"/>
                  </a:lnTo>
                  <a:lnTo>
                    <a:pt x="527744" y="38100"/>
                  </a:lnTo>
                  <a:lnTo>
                    <a:pt x="524750" y="23270"/>
                  </a:lnTo>
                  <a:lnTo>
                    <a:pt x="516585" y="11159"/>
                  </a:lnTo>
                  <a:lnTo>
                    <a:pt x="504474" y="2994"/>
                  </a:lnTo>
                  <a:lnTo>
                    <a:pt x="48964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3" name="object 333"/>
            <p:cNvSpPr/>
            <p:nvPr/>
          </p:nvSpPr>
          <p:spPr>
            <a:xfrm>
              <a:off x="10367741" y="10763250"/>
              <a:ext cx="162560" cy="214629"/>
            </a:xfrm>
            <a:custGeom>
              <a:avLst/>
              <a:gdLst/>
              <a:ahLst/>
              <a:cxnLst/>
              <a:rect l="l" t="t" r="r" b="b"/>
              <a:pathLst>
                <a:path w="162559" h="214629">
                  <a:moveTo>
                    <a:pt x="0" y="0"/>
                  </a:moveTo>
                  <a:lnTo>
                    <a:pt x="0" y="13408"/>
                  </a:lnTo>
                  <a:lnTo>
                    <a:pt x="0" y="53634"/>
                  </a:lnTo>
                  <a:lnTo>
                    <a:pt x="0" y="120678"/>
                  </a:lnTo>
                  <a:lnTo>
                    <a:pt x="0" y="214539"/>
                  </a:lnTo>
                  <a:lnTo>
                    <a:pt x="70852" y="214539"/>
                  </a:lnTo>
                  <a:lnTo>
                    <a:pt x="121460" y="214539"/>
                  </a:lnTo>
                  <a:lnTo>
                    <a:pt x="151826" y="214539"/>
                  </a:lnTo>
                  <a:lnTo>
                    <a:pt x="161947" y="214539"/>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4" name="object 334"/>
            <p:cNvSpPr/>
            <p:nvPr/>
          </p:nvSpPr>
          <p:spPr>
            <a:xfrm>
              <a:off x="10372394" y="10763249"/>
              <a:ext cx="157480" cy="0"/>
            </a:xfrm>
            <a:custGeom>
              <a:avLst/>
              <a:gdLst/>
              <a:ahLst/>
              <a:cxnLst/>
              <a:rect l="l" t="t" r="r" b="b"/>
              <a:pathLst>
                <a:path w="157479">
                  <a:moveTo>
                    <a:pt x="157293"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5" name="object 335"/>
            <p:cNvSpPr/>
            <p:nvPr/>
          </p:nvSpPr>
          <p:spPr>
            <a:xfrm>
              <a:off x="9474200" y="11254921"/>
              <a:ext cx="723265" cy="312420"/>
            </a:xfrm>
            <a:custGeom>
              <a:avLst/>
              <a:gdLst/>
              <a:ahLst/>
              <a:cxnLst/>
              <a:rect l="l" t="t" r="r" b="b"/>
              <a:pathLst>
                <a:path w="723265" h="312420">
                  <a:moveTo>
                    <a:pt x="38100" y="0"/>
                  </a:moveTo>
                  <a:lnTo>
                    <a:pt x="685105" y="0"/>
                  </a:lnTo>
                  <a:lnTo>
                    <a:pt x="699935" y="2994"/>
                  </a:lnTo>
                  <a:lnTo>
                    <a:pt x="712046" y="11159"/>
                  </a:lnTo>
                  <a:lnTo>
                    <a:pt x="720211" y="23269"/>
                  </a:lnTo>
                  <a:lnTo>
                    <a:pt x="723205" y="38100"/>
                  </a:lnTo>
                  <a:lnTo>
                    <a:pt x="723205" y="273957"/>
                  </a:lnTo>
                  <a:lnTo>
                    <a:pt x="720211" y="288787"/>
                  </a:lnTo>
                  <a:lnTo>
                    <a:pt x="712046" y="300897"/>
                  </a:lnTo>
                  <a:lnTo>
                    <a:pt x="699935" y="309063"/>
                  </a:lnTo>
                  <a:lnTo>
                    <a:pt x="685105" y="312057"/>
                  </a:lnTo>
                  <a:lnTo>
                    <a:pt x="38100" y="312057"/>
                  </a:lnTo>
                  <a:lnTo>
                    <a:pt x="23269" y="309063"/>
                  </a:lnTo>
                  <a:lnTo>
                    <a:pt x="11159" y="300897"/>
                  </a:lnTo>
                  <a:lnTo>
                    <a:pt x="2994" y="288787"/>
                  </a:lnTo>
                  <a:lnTo>
                    <a:pt x="0" y="273957"/>
                  </a:lnTo>
                  <a:lnTo>
                    <a:pt x="0" y="38100"/>
                  </a:lnTo>
                  <a:lnTo>
                    <a:pt x="2994" y="23269"/>
                  </a:lnTo>
                  <a:lnTo>
                    <a:pt x="11159" y="11159"/>
                  </a:lnTo>
                  <a:lnTo>
                    <a:pt x="23269" y="2994"/>
                  </a:lnTo>
                  <a:lnTo>
                    <a:pt x="38100" y="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6" name="object 336"/>
            <p:cNvSpPr/>
            <p:nvPr/>
          </p:nvSpPr>
          <p:spPr>
            <a:xfrm>
              <a:off x="10568775" y="11137899"/>
              <a:ext cx="528320" cy="332105"/>
            </a:xfrm>
            <a:custGeom>
              <a:avLst/>
              <a:gdLst/>
              <a:ahLst/>
              <a:cxnLst/>
              <a:rect l="l" t="t" r="r" b="b"/>
              <a:pathLst>
                <a:path w="528320" h="332104">
                  <a:moveTo>
                    <a:pt x="527748" y="252641"/>
                  </a:moveTo>
                  <a:lnTo>
                    <a:pt x="524751" y="237820"/>
                  </a:lnTo>
                  <a:lnTo>
                    <a:pt x="516585" y="225704"/>
                  </a:lnTo>
                  <a:lnTo>
                    <a:pt x="504469" y="217538"/>
                  </a:lnTo>
                  <a:lnTo>
                    <a:pt x="489648" y="214541"/>
                  </a:lnTo>
                  <a:lnTo>
                    <a:pt x="38100" y="214541"/>
                  </a:lnTo>
                  <a:lnTo>
                    <a:pt x="23266" y="217538"/>
                  </a:lnTo>
                  <a:lnTo>
                    <a:pt x="11163" y="225704"/>
                  </a:lnTo>
                  <a:lnTo>
                    <a:pt x="2997" y="237820"/>
                  </a:lnTo>
                  <a:lnTo>
                    <a:pt x="0" y="252641"/>
                  </a:lnTo>
                  <a:lnTo>
                    <a:pt x="0" y="293471"/>
                  </a:lnTo>
                  <a:lnTo>
                    <a:pt x="2997" y="308292"/>
                  </a:lnTo>
                  <a:lnTo>
                    <a:pt x="11163" y="320408"/>
                  </a:lnTo>
                  <a:lnTo>
                    <a:pt x="23266" y="328574"/>
                  </a:lnTo>
                  <a:lnTo>
                    <a:pt x="38100" y="331571"/>
                  </a:lnTo>
                  <a:lnTo>
                    <a:pt x="489648" y="331571"/>
                  </a:lnTo>
                  <a:lnTo>
                    <a:pt x="504469" y="328574"/>
                  </a:lnTo>
                  <a:lnTo>
                    <a:pt x="516585" y="320408"/>
                  </a:lnTo>
                  <a:lnTo>
                    <a:pt x="524751" y="308292"/>
                  </a:lnTo>
                  <a:lnTo>
                    <a:pt x="527748" y="293471"/>
                  </a:lnTo>
                  <a:lnTo>
                    <a:pt x="527748" y="252641"/>
                  </a:lnTo>
                  <a:close/>
                </a:path>
                <a:path w="528320" h="332104">
                  <a:moveTo>
                    <a:pt x="527748" y="38100"/>
                  </a:moveTo>
                  <a:lnTo>
                    <a:pt x="524751" y="23279"/>
                  </a:lnTo>
                  <a:lnTo>
                    <a:pt x="516585" y="11163"/>
                  </a:lnTo>
                  <a:lnTo>
                    <a:pt x="504469" y="2997"/>
                  </a:lnTo>
                  <a:lnTo>
                    <a:pt x="489648" y="0"/>
                  </a:lnTo>
                  <a:lnTo>
                    <a:pt x="38100" y="0"/>
                  </a:lnTo>
                  <a:lnTo>
                    <a:pt x="23266" y="2997"/>
                  </a:lnTo>
                  <a:lnTo>
                    <a:pt x="11163" y="11163"/>
                  </a:lnTo>
                  <a:lnTo>
                    <a:pt x="2997" y="23279"/>
                  </a:lnTo>
                  <a:lnTo>
                    <a:pt x="0" y="38100"/>
                  </a:lnTo>
                  <a:lnTo>
                    <a:pt x="0" y="78930"/>
                  </a:lnTo>
                  <a:lnTo>
                    <a:pt x="2997" y="93764"/>
                  </a:lnTo>
                  <a:lnTo>
                    <a:pt x="11163" y="105867"/>
                  </a:lnTo>
                  <a:lnTo>
                    <a:pt x="23266" y="114033"/>
                  </a:lnTo>
                  <a:lnTo>
                    <a:pt x="38100" y="117030"/>
                  </a:lnTo>
                  <a:lnTo>
                    <a:pt x="489648" y="117030"/>
                  </a:lnTo>
                  <a:lnTo>
                    <a:pt x="504469" y="114033"/>
                  </a:lnTo>
                  <a:lnTo>
                    <a:pt x="516585" y="105867"/>
                  </a:lnTo>
                  <a:lnTo>
                    <a:pt x="524751" y="93764"/>
                  </a:lnTo>
                  <a:lnTo>
                    <a:pt x="527748" y="78930"/>
                  </a:lnTo>
                  <a:lnTo>
                    <a:pt x="527748" y="3810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7" name="object 337"/>
            <p:cNvSpPr/>
            <p:nvPr/>
          </p:nvSpPr>
          <p:spPr>
            <a:xfrm>
              <a:off x="10197405" y="11196410"/>
              <a:ext cx="332740" cy="214629"/>
            </a:xfrm>
            <a:custGeom>
              <a:avLst/>
              <a:gdLst/>
              <a:ahLst/>
              <a:cxnLst/>
              <a:rect l="l" t="t" r="r" b="b"/>
              <a:pathLst>
                <a:path w="332740" h="214629">
                  <a:moveTo>
                    <a:pt x="332283" y="0"/>
                  </a:moveTo>
                  <a:lnTo>
                    <a:pt x="170335" y="0"/>
                  </a:lnTo>
                  <a:lnTo>
                    <a:pt x="170335" y="214539"/>
                  </a:lnTo>
                  <a:lnTo>
                    <a:pt x="0" y="214539"/>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8" name="object 338"/>
            <p:cNvSpPr/>
            <p:nvPr/>
          </p:nvSpPr>
          <p:spPr>
            <a:xfrm>
              <a:off x="10568781" y="11566978"/>
              <a:ext cx="528320" cy="117475"/>
            </a:xfrm>
            <a:custGeom>
              <a:avLst/>
              <a:gdLst/>
              <a:ahLst/>
              <a:cxnLst/>
              <a:rect l="l" t="t" r="r" b="b"/>
              <a:pathLst>
                <a:path w="528320" h="117475">
                  <a:moveTo>
                    <a:pt x="489644" y="0"/>
                  </a:moveTo>
                  <a:lnTo>
                    <a:pt x="38100" y="0"/>
                  </a:lnTo>
                  <a:lnTo>
                    <a:pt x="23269" y="2994"/>
                  </a:lnTo>
                  <a:lnTo>
                    <a:pt x="11159" y="11159"/>
                  </a:lnTo>
                  <a:lnTo>
                    <a:pt x="2994" y="23270"/>
                  </a:lnTo>
                  <a:lnTo>
                    <a:pt x="0" y="38100"/>
                  </a:lnTo>
                  <a:lnTo>
                    <a:pt x="0" y="78921"/>
                  </a:lnTo>
                  <a:lnTo>
                    <a:pt x="2994" y="93752"/>
                  </a:lnTo>
                  <a:lnTo>
                    <a:pt x="11159" y="105862"/>
                  </a:lnTo>
                  <a:lnTo>
                    <a:pt x="23269" y="114027"/>
                  </a:lnTo>
                  <a:lnTo>
                    <a:pt x="38100" y="117021"/>
                  </a:lnTo>
                  <a:lnTo>
                    <a:pt x="489644" y="117021"/>
                  </a:lnTo>
                  <a:lnTo>
                    <a:pt x="504474" y="114027"/>
                  </a:lnTo>
                  <a:lnTo>
                    <a:pt x="516585" y="105862"/>
                  </a:lnTo>
                  <a:lnTo>
                    <a:pt x="524750" y="93752"/>
                  </a:lnTo>
                  <a:lnTo>
                    <a:pt x="527744" y="78921"/>
                  </a:lnTo>
                  <a:lnTo>
                    <a:pt x="527744" y="38100"/>
                  </a:lnTo>
                  <a:lnTo>
                    <a:pt x="524750" y="23270"/>
                  </a:lnTo>
                  <a:lnTo>
                    <a:pt x="516585" y="11159"/>
                  </a:lnTo>
                  <a:lnTo>
                    <a:pt x="504474" y="2994"/>
                  </a:lnTo>
                  <a:lnTo>
                    <a:pt x="48964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9" name="object 339"/>
            <p:cNvSpPr/>
            <p:nvPr/>
          </p:nvSpPr>
          <p:spPr>
            <a:xfrm>
              <a:off x="10367741" y="11410950"/>
              <a:ext cx="162560" cy="214629"/>
            </a:xfrm>
            <a:custGeom>
              <a:avLst/>
              <a:gdLst/>
              <a:ahLst/>
              <a:cxnLst/>
              <a:rect l="l" t="t" r="r" b="b"/>
              <a:pathLst>
                <a:path w="162559" h="214629">
                  <a:moveTo>
                    <a:pt x="0" y="0"/>
                  </a:moveTo>
                  <a:lnTo>
                    <a:pt x="0" y="13408"/>
                  </a:lnTo>
                  <a:lnTo>
                    <a:pt x="0" y="53634"/>
                  </a:lnTo>
                  <a:lnTo>
                    <a:pt x="0" y="120678"/>
                  </a:lnTo>
                  <a:lnTo>
                    <a:pt x="0" y="214539"/>
                  </a:lnTo>
                  <a:lnTo>
                    <a:pt x="70852" y="214539"/>
                  </a:lnTo>
                  <a:lnTo>
                    <a:pt x="121460" y="214539"/>
                  </a:lnTo>
                  <a:lnTo>
                    <a:pt x="151826" y="214539"/>
                  </a:lnTo>
                  <a:lnTo>
                    <a:pt x="161947" y="214539"/>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40" name="object 340"/>
            <p:cNvSpPr/>
            <p:nvPr/>
          </p:nvSpPr>
          <p:spPr>
            <a:xfrm>
              <a:off x="10372394" y="11410949"/>
              <a:ext cx="157480" cy="0"/>
            </a:xfrm>
            <a:custGeom>
              <a:avLst/>
              <a:gdLst/>
              <a:ahLst/>
              <a:cxnLst/>
              <a:rect l="l" t="t" r="r" b="b"/>
              <a:pathLst>
                <a:path w="157479">
                  <a:moveTo>
                    <a:pt x="157293"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41" name="object 341"/>
            <p:cNvSpPr/>
            <p:nvPr/>
          </p:nvSpPr>
          <p:spPr>
            <a:xfrm>
              <a:off x="9474200" y="11889921"/>
              <a:ext cx="723265" cy="312420"/>
            </a:xfrm>
            <a:custGeom>
              <a:avLst/>
              <a:gdLst/>
              <a:ahLst/>
              <a:cxnLst/>
              <a:rect l="l" t="t" r="r" b="b"/>
              <a:pathLst>
                <a:path w="723265" h="312420">
                  <a:moveTo>
                    <a:pt x="38100" y="0"/>
                  </a:moveTo>
                  <a:lnTo>
                    <a:pt x="685105" y="0"/>
                  </a:lnTo>
                  <a:lnTo>
                    <a:pt x="699935" y="2994"/>
                  </a:lnTo>
                  <a:lnTo>
                    <a:pt x="712046" y="11159"/>
                  </a:lnTo>
                  <a:lnTo>
                    <a:pt x="720211" y="23269"/>
                  </a:lnTo>
                  <a:lnTo>
                    <a:pt x="723205" y="38100"/>
                  </a:lnTo>
                  <a:lnTo>
                    <a:pt x="723205" y="273957"/>
                  </a:lnTo>
                  <a:lnTo>
                    <a:pt x="720211" y="288787"/>
                  </a:lnTo>
                  <a:lnTo>
                    <a:pt x="712046" y="300897"/>
                  </a:lnTo>
                  <a:lnTo>
                    <a:pt x="699935" y="309063"/>
                  </a:lnTo>
                  <a:lnTo>
                    <a:pt x="685105" y="312057"/>
                  </a:lnTo>
                  <a:lnTo>
                    <a:pt x="38100" y="312057"/>
                  </a:lnTo>
                  <a:lnTo>
                    <a:pt x="23269" y="309063"/>
                  </a:lnTo>
                  <a:lnTo>
                    <a:pt x="11159" y="300897"/>
                  </a:lnTo>
                  <a:lnTo>
                    <a:pt x="2994" y="288787"/>
                  </a:lnTo>
                  <a:lnTo>
                    <a:pt x="0" y="273957"/>
                  </a:lnTo>
                  <a:lnTo>
                    <a:pt x="0" y="38100"/>
                  </a:lnTo>
                  <a:lnTo>
                    <a:pt x="2994" y="23269"/>
                  </a:lnTo>
                  <a:lnTo>
                    <a:pt x="11159" y="11159"/>
                  </a:lnTo>
                  <a:lnTo>
                    <a:pt x="23269" y="2994"/>
                  </a:lnTo>
                  <a:lnTo>
                    <a:pt x="38100" y="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42" name="object 342"/>
            <p:cNvSpPr/>
            <p:nvPr/>
          </p:nvSpPr>
          <p:spPr>
            <a:xfrm>
              <a:off x="10568775" y="11772899"/>
              <a:ext cx="528320" cy="332105"/>
            </a:xfrm>
            <a:custGeom>
              <a:avLst/>
              <a:gdLst/>
              <a:ahLst/>
              <a:cxnLst/>
              <a:rect l="l" t="t" r="r" b="b"/>
              <a:pathLst>
                <a:path w="528320" h="332104">
                  <a:moveTo>
                    <a:pt x="527748" y="252641"/>
                  </a:moveTo>
                  <a:lnTo>
                    <a:pt x="524751" y="237820"/>
                  </a:lnTo>
                  <a:lnTo>
                    <a:pt x="516585" y="225704"/>
                  </a:lnTo>
                  <a:lnTo>
                    <a:pt x="504469" y="217538"/>
                  </a:lnTo>
                  <a:lnTo>
                    <a:pt x="489648" y="214541"/>
                  </a:lnTo>
                  <a:lnTo>
                    <a:pt x="38100" y="214541"/>
                  </a:lnTo>
                  <a:lnTo>
                    <a:pt x="23266" y="217538"/>
                  </a:lnTo>
                  <a:lnTo>
                    <a:pt x="11163" y="225704"/>
                  </a:lnTo>
                  <a:lnTo>
                    <a:pt x="2997" y="237820"/>
                  </a:lnTo>
                  <a:lnTo>
                    <a:pt x="0" y="252641"/>
                  </a:lnTo>
                  <a:lnTo>
                    <a:pt x="0" y="293471"/>
                  </a:lnTo>
                  <a:lnTo>
                    <a:pt x="2997" y="308292"/>
                  </a:lnTo>
                  <a:lnTo>
                    <a:pt x="11163" y="320408"/>
                  </a:lnTo>
                  <a:lnTo>
                    <a:pt x="23266" y="328574"/>
                  </a:lnTo>
                  <a:lnTo>
                    <a:pt x="38100" y="331571"/>
                  </a:lnTo>
                  <a:lnTo>
                    <a:pt x="489648" y="331571"/>
                  </a:lnTo>
                  <a:lnTo>
                    <a:pt x="504469" y="328574"/>
                  </a:lnTo>
                  <a:lnTo>
                    <a:pt x="516585" y="320408"/>
                  </a:lnTo>
                  <a:lnTo>
                    <a:pt x="524751" y="308292"/>
                  </a:lnTo>
                  <a:lnTo>
                    <a:pt x="527748" y="293471"/>
                  </a:lnTo>
                  <a:lnTo>
                    <a:pt x="527748" y="252641"/>
                  </a:lnTo>
                  <a:close/>
                </a:path>
                <a:path w="528320" h="332104">
                  <a:moveTo>
                    <a:pt x="527748" y="38100"/>
                  </a:moveTo>
                  <a:lnTo>
                    <a:pt x="524751" y="23279"/>
                  </a:lnTo>
                  <a:lnTo>
                    <a:pt x="516585" y="11163"/>
                  </a:lnTo>
                  <a:lnTo>
                    <a:pt x="504469" y="2997"/>
                  </a:lnTo>
                  <a:lnTo>
                    <a:pt x="489648" y="0"/>
                  </a:lnTo>
                  <a:lnTo>
                    <a:pt x="38100" y="0"/>
                  </a:lnTo>
                  <a:lnTo>
                    <a:pt x="23266" y="2997"/>
                  </a:lnTo>
                  <a:lnTo>
                    <a:pt x="11163" y="11163"/>
                  </a:lnTo>
                  <a:lnTo>
                    <a:pt x="2997" y="23279"/>
                  </a:lnTo>
                  <a:lnTo>
                    <a:pt x="0" y="38100"/>
                  </a:lnTo>
                  <a:lnTo>
                    <a:pt x="0" y="78930"/>
                  </a:lnTo>
                  <a:lnTo>
                    <a:pt x="2997" y="93764"/>
                  </a:lnTo>
                  <a:lnTo>
                    <a:pt x="11163" y="105867"/>
                  </a:lnTo>
                  <a:lnTo>
                    <a:pt x="23266" y="114033"/>
                  </a:lnTo>
                  <a:lnTo>
                    <a:pt x="38100" y="117030"/>
                  </a:lnTo>
                  <a:lnTo>
                    <a:pt x="489648" y="117030"/>
                  </a:lnTo>
                  <a:lnTo>
                    <a:pt x="504469" y="114033"/>
                  </a:lnTo>
                  <a:lnTo>
                    <a:pt x="516585" y="105867"/>
                  </a:lnTo>
                  <a:lnTo>
                    <a:pt x="524751" y="93764"/>
                  </a:lnTo>
                  <a:lnTo>
                    <a:pt x="527748" y="78930"/>
                  </a:lnTo>
                  <a:lnTo>
                    <a:pt x="527748" y="3810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43" name="object 343"/>
            <p:cNvSpPr/>
            <p:nvPr/>
          </p:nvSpPr>
          <p:spPr>
            <a:xfrm>
              <a:off x="10197405" y="11831410"/>
              <a:ext cx="332740" cy="214629"/>
            </a:xfrm>
            <a:custGeom>
              <a:avLst/>
              <a:gdLst/>
              <a:ahLst/>
              <a:cxnLst/>
              <a:rect l="l" t="t" r="r" b="b"/>
              <a:pathLst>
                <a:path w="332740" h="214629">
                  <a:moveTo>
                    <a:pt x="332283" y="0"/>
                  </a:moveTo>
                  <a:lnTo>
                    <a:pt x="170335" y="0"/>
                  </a:lnTo>
                  <a:lnTo>
                    <a:pt x="170335" y="214539"/>
                  </a:lnTo>
                  <a:lnTo>
                    <a:pt x="0" y="214539"/>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44" name="object 344"/>
            <p:cNvSpPr/>
            <p:nvPr/>
          </p:nvSpPr>
          <p:spPr>
            <a:xfrm>
              <a:off x="10568781" y="12201978"/>
              <a:ext cx="528320" cy="117475"/>
            </a:xfrm>
            <a:custGeom>
              <a:avLst/>
              <a:gdLst/>
              <a:ahLst/>
              <a:cxnLst/>
              <a:rect l="l" t="t" r="r" b="b"/>
              <a:pathLst>
                <a:path w="528320" h="117475">
                  <a:moveTo>
                    <a:pt x="489644" y="0"/>
                  </a:moveTo>
                  <a:lnTo>
                    <a:pt x="38100" y="0"/>
                  </a:lnTo>
                  <a:lnTo>
                    <a:pt x="23269" y="2994"/>
                  </a:lnTo>
                  <a:lnTo>
                    <a:pt x="11159" y="11159"/>
                  </a:lnTo>
                  <a:lnTo>
                    <a:pt x="2994" y="23270"/>
                  </a:lnTo>
                  <a:lnTo>
                    <a:pt x="0" y="38100"/>
                  </a:lnTo>
                  <a:lnTo>
                    <a:pt x="0" y="78921"/>
                  </a:lnTo>
                  <a:lnTo>
                    <a:pt x="2994" y="93752"/>
                  </a:lnTo>
                  <a:lnTo>
                    <a:pt x="11159" y="105862"/>
                  </a:lnTo>
                  <a:lnTo>
                    <a:pt x="23269" y="114027"/>
                  </a:lnTo>
                  <a:lnTo>
                    <a:pt x="38100" y="117021"/>
                  </a:lnTo>
                  <a:lnTo>
                    <a:pt x="489644" y="117021"/>
                  </a:lnTo>
                  <a:lnTo>
                    <a:pt x="504474" y="114027"/>
                  </a:lnTo>
                  <a:lnTo>
                    <a:pt x="516585" y="105862"/>
                  </a:lnTo>
                  <a:lnTo>
                    <a:pt x="524750" y="93752"/>
                  </a:lnTo>
                  <a:lnTo>
                    <a:pt x="527744" y="78921"/>
                  </a:lnTo>
                  <a:lnTo>
                    <a:pt x="527744" y="38100"/>
                  </a:lnTo>
                  <a:lnTo>
                    <a:pt x="524750" y="23270"/>
                  </a:lnTo>
                  <a:lnTo>
                    <a:pt x="516585" y="11159"/>
                  </a:lnTo>
                  <a:lnTo>
                    <a:pt x="504474" y="2994"/>
                  </a:lnTo>
                  <a:lnTo>
                    <a:pt x="48964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45" name="object 345"/>
            <p:cNvSpPr/>
            <p:nvPr/>
          </p:nvSpPr>
          <p:spPr>
            <a:xfrm>
              <a:off x="10367741" y="12045950"/>
              <a:ext cx="162560" cy="214629"/>
            </a:xfrm>
            <a:custGeom>
              <a:avLst/>
              <a:gdLst/>
              <a:ahLst/>
              <a:cxnLst/>
              <a:rect l="l" t="t" r="r" b="b"/>
              <a:pathLst>
                <a:path w="162559" h="214629">
                  <a:moveTo>
                    <a:pt x="0" y="0"/>
                  </a:moveTo>
                  <a:lnTo>
                    <a:pt x="0" y="13408"/>
                  </a:lnTo>
                  <a:lnTo>
                    <a:pt x="0" y="53634"/>
                  </a:lnTo>
                  <a:lnTo>
                    <a:pt x="0" y="120678"/>
                  </a:lnTo>
                  <a:lnTo>
                    <a:pt x="0" y="214539"/>
                  </a:lnTo>
                  <a:lnTo>
                    <a:pt x="70852" y="214539"/>
                  </a:lnTo>
                  <a:lnTo>
                    <a:pt x="121460" y="214539"/>
                  </a:lnTo>
                  <a:lnTo>
                    <a:pt x="151826" y="214539"/>
                  </a:lnTo>
                  <a:lnTo>
                    <a:pt x="161947" y="214539"/>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46" name="object 346"/>
            <p:cNvSpPr/>
            <p:nvPr/>
          </p:nvSpPr>
          <p:spPr>
            <a:xfrm>
              <a:off x="10372394" y="12045949"/>
              <a:ext cx="157480" cy="0"/>
            </a:xfrm>
            <a:custGeom>
              <a:avLst/>
              <a:gdLst/>
              <a:ahLst/>
              <a:cxnLst/>
              <a:rect l="l" t="t" r="r" b="b"/>
              <a:pathLst>
                <a:path w="157479">
                  <a:moveTo>
                    <a:pt x="157293"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47" name="object 347"/>
            <p:cNvSpPr/>
            <p:nvPr/>
          </p:nvSpPr>
          <p:spPr>
            <a:xfrm>
              <a:off x="9137650" y="10115550"/>
              <a:ext cx="342900" cy="1663700"/>
            </a:xfrm>
            <a:custGeom>
              <a:avLst/>
              <a:gdLst/>
              <a:ahLst/>
              <a:cxnLst/>
              <a:rect l="l" t="t" r="r" b="b"/>
              <a:pathLst>
                <a:path w="342900" h="1663700">
                  <a:moveTo>
                    <a:pt x="340056" y="0"/>
                  </a:moveTo>
                  <a:lnTo>
                    <a:pt x="172110" y="0"/>
                  </a:lnTo>
                  <a:lnTo>
                    <a:pt x="169268" y="2843"/>
                  </a:lnTo>
                  <a:lnTo>
                    <a:pt x="169265" y="1600200"/>
                  </a:lnTo>
                  <a:lnTo>
                    <a:pt x="12687" y="1600200"/>
                  </a:lnTo>
                  <a:lnTo>
                    <a:pt x="12700" y="1552243"/>
                  </a:lnTo>
                  <a:lnTo>
                    <a:pt x="9856" y="1549400"/>
                  </a:lnTo>
                  <a:lnTo>
                    <a:pt x="2843" y="1549400"/>
                  </a:lnTo>
                  <a:lnTo>
                    <a:pt x="0" y="1552243"/>
                  </a:lnTo>
                  <a:lnTo>
                    <a:pt x="0" y="1606550"/>
                  </a:lnTo>
                  <a:lnTo>
                    <a:pt x="0" y="1660856"/>
                  </a:lnTo>
                  <a:lnTo>
                    <a:pt x="2843" y="1663700"/>
                  </a:lnTo>
                  <a:lnTo>
                    <a:pt x="9856" y="1663700"/>
                  </a:lnTo>
                  <a:lnTo>
                    <a:pt x="12700" y="1660856"/>
                  </a:lnTo>
                  <a:lnTo>
                    <a:pt x="12700" y="1612900"/>
                  </a:lnTo>
                  <a:lnTo>
                    <a:pt x="179124" y="1612900"/>
                  </a:lnTo>
                  <a:lnTo>
                    <a:pt x="181968" y="1610056"/>
                  </a:lnTo>
                  <a:lnTo>
                    <a:pt x="181965" y="12700"/>
                  </a:lnTo>
                  <a:lnTo>
                    <a:pt x="339667" y="12700"/>
                  </a:lnTo>
                  <a:lnTo>
                    <a:pt x="342259" y="10453"/>
                  </a:lnTo>
                  <a:lnTo>
                    <a:pt x="342900" y="6350"/>
                  </a:lnTo>
                  <a:lnTo>
                    <a:pt x="342900" y="2843"/>
                  </a:lnTo>
                  <a:lnTo>
                    <a:pt x="340056"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48" name="object 348"/>
            <p:cNvSpPr/>
            <p:nvPr/>
          </p:nvSpPr>
          <p:spPr>
            <a:xfrm>
              <a:off x="9474200" y="12537621"/>
              <a:ext cx="723265" cy="312420"/>
            </a:xfrm>
            <a:custGeom>
              <a:avLst/>
              <a:gdLst/>
              <a:ahLst/>
              <a:cxnLst/>
              <a:rect l="l" t="t" r="r" b="b"/>
              <a:pathLst>
                <a:path w="723265" h="312420">
                  <a:moveTo>
                    <a:pt x="38100" y="0"/>
                  </a:moveTo>
                  <a:lnTo>
                    <a:pt x="685105" y="0"/>
                  </a:lnTo>
                  <a:lnTo>
                    <a:pt x="699935" y="2994"/>
                  </a:lnTo>
                  <a:lnTo>
                    <a:pt x="712046" y="11159"/>
                  </a:lnTo>
                  <a:lnTo>
                    <a:pt x="720211" y="23269"/>
                  </a:lnTo>
                  <a:lnTo>
                    <a:pt x="723205" y="38100"/>
                  </a:lnTo>
                  <a:lnTo>
                    <a:pt x="723205" y="273957"/>
                  </a:lnTo>
                  <a:lnTo>
                    <a:pt x="720211" y="288787"/>
                  </a:lnTo>
                  <a:lnTo>
                    <a:pt x="712046" y="300897"/>
                  </a:lnTo>
                  <a:lnTo>
                    <a:pt x="699935" y="309063"/>
                  </a:lnTo>
                  <a:lnTo>
                    <a:pt x="685105" y="312057"/>
                  </a:lnTo>
                  <a:lnTo>
                    <a:pt x="38100" y="312057"/>
                  </a:lnTo>
                  <a:lnTo>
                    <a:pt x="23269" y="309063"/>
                  </a:lnTo>
                  <a:lnTo>
                    <a:pt x="11159" y="300897"/>
                  </a:lnTo>
                  <a:lnTo>
                    <a:pt x="2994" y="288787"/>
                  </a:lnTo>
                  <a:lnTo>
                    <a:pt x="0" y="273957"/>
                  </a:lnTo>
                  <a:lnTo>
                    <a:pt x="0" y="38100"/>
                  </a:lnTo>
                  <a:lnTo>
                    <a:pt x="2994" y="23269"/>
                  </a:lnTo>
                  <a:lnTo>
                    <a:pt x="11159" y="11159"/>
                  </a:lnTo>
                  <a:lnTo>
                    <a:pt x="23269" y="2994"/>
                  </a:lnTo>
                  <a:lnTo>
                    <a:pt x="38100" y="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49" name="object 349"/>
            <p:cNvSpPr/>
            <p:nvPr/>
          </p:nvSpPr>
          <p:spPr>
            <a:xfrm>
              <a:off x="10568775" y="12420599"/>
              <a:ext cx="528320" cy="332105"/>
            </a:xfrm>
            <a:custGeom>
              <a:avLst/>
              <a:gdLst/>
              <a:ahLst/>
              <a:cxnLst/>
              <a:rect l="l" t="t" r="r" b="b"/>
              <a:pathLst>
                <a:path w="528320" h="332104">
                  <a:moveTo>
                    <a:pt x="527748" y="252641"/>
                  </a:moveTo>
                  <a:lnTo>
                    <a:pt x="524751" y="237820"/>
                  </a:lnTo>
                  <a:lnTo>
                    <a:pt x="516585" y="225704"/>
                  </a:lnTo>
                  <a:lnTo>
                    <a:pt x="504469" y="217538"/>
                  </a:lnTo>
                  <a:lnTo>
                    <a:pt x="489648" y="214541"/>
                  </a:lnTo>
                  <a:lnTo>
                    <a:pt x="38100" y="214541"/>
                  </a:lnTo>
                  <a:lnTo>
                    <a:pt x="23266" y="217538"/>
                  </a:lnTo>
                  <a:lnTo>
                    <a:pt x="11163" y="225704"/>
                  </a:lnTo>
                  <a:lnTo>
                    <a:pt x="2997" y="237820"/>
                  </a:lnTo>
                  <a:lnTo>
                    <a:pt x="0" y="252641"/>
                  </a:lnTo>
                  <a:lnTo>
                    <a:pt x="0" y="293471"/>
                  </a:lnTo>
                  <a:lnTo>
                    <a:pt x="2997" y="308292"/>
                  </a:lnTo>
                  <a:lnTo>
                    <a:pt x="11163" y="320408"/>
                  </a:lnTo>
                  <a:lnTo>
                    <a:pt x="23266" y="328574"/>
                  </a:lnTo>
                  <a:lnTo>
                    <a:pt x="38100" y="331571"/>
                  </a:lnTo>
                  <a:lnTo>
                    <a:pt x="489648" y="331571"/>
                  </a:lnTo>
                  <a:lnTo>
                    <a:pt x="504469" y="328574"/>
                  </a:lnTo>
                  <a:lnTo>
                    <a:pt x="516585" y="320408"/>
                  </a:lnTo>
                  <a:lnTo>
                    <a:pt x="524751" y="308292"/>
                  </a:lnTo>
                  <a:lnTo>
                    <a:pt x="527748" y="293471"/>
                  </a:lnTo>
                  <a:lnTo>
                    <a:pt x="527748" y="252641"/>
                  </a:lnTo>
                  <a:close/>
                </a:path>
                <a:path w="528320" h="332104">
                  <a:moveTo>
                    <a:pt x="527748" y="38100"/>
                  </a:moveTo>
                  <a:lnTo>
                    <a:pt x="524751" y="23279"/>
                  </a:lnTo>
                  <a:lnTo>
                    <a:pt x="516585" y="11163"/>
                  </a:lnTo>
                  <a:lnTo>
                    <a:pt x="504469" y="2997"/>
                  </a:lnTo>
                  <a:lnTo>
                    <a:pt x="489648" y="0"/>
                  </a:lnTo>
                  <a:lnTo>
                    <a:pt x="38100" y="0"/>
                  </a:lnTo>
                  <a:lnTo>
                    <a:pt x="23266" y="2997"/>
                  </a:lnTo>
                  <a:lnTo>
                    <a:pt x="11163" y="11163"/>
                  </a:lnTo>
                  <a:lnTo>
                    <a:pt x="2997" y="23279"/>
                  </a:lnTo>
                  <a:lnTo>
                    <a:pt x="0" y="38100"/>
                  </a:lnTo>
                  <a:lnTo>
                    <a:pt x="0" y="78930"/>
                  </a:lnTo>
                  <a:lnTo>
                    <a:pt x="2997" y="93764"/>
                  </a:lnTo>
                  <a:lnTo>
                    <a:pt x="11163" y="105867"/>
                  </a:lnTo>
                  <a:lnTo>
                    <a:pt x="23266" y="114033"/>
                  </a:lnTo>
                  <a:lnTo>
                    <a:pt x="38100" y="117030"/>
                  </a:lnTo>
                  <a:lnTo>
                    <a:pt x="489648" y="117030"/>
                  </a:lnTo>
                  <a:lnTo>
                    <a:pt x="504469" y="114033"/>
                  </a:lnTo>
                  <a:lnTo>
                    <a:pt x="516585" y="105867"/>
                  </a:lnTo>
                  <a:lnTo>
                    <a:pt x="524751" y="93764"/>
                  </a:lnTo>
                  <a:lnTo>
                    <a:pt x="527748" y="78930"/>
                  </a:lnTo>
                  <a:lnTo>
                    <a:pt x="527748" y="3810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0" name="object 350"/>
            <p:cNvSpPr/>
            <p:nvPr/>
          </p:nvSpPr>
          <p:spPr>
            <a:xfrm>
              <a:off x="10197405" y="12479110"/>
              <a:ext cx="332740" cy="214629"/>
            </a:xfrm>
            <a:custGeom>
              <a:avLst/>
              <a:gdLst/>
              <a:ahLst/>
              <a:cxnLst/>
              <a:rect l="l" t="t" r="r" b="b"/>
              <a:pathLst>
                <a:path w="332740" h="214629">
                  <a:moveTo>
                    <a:pt x="332283" y="0"/>
                  </a:moveTo>
                  <a:lnTo>
                    <a:pt x="170335" y="0"/>
                  </a:lnTo>
                  <a:lnTo>
                    <a:pt x="170335" y="214539"/>
                  </a:lnTo>
                  <a:lnTo>
                    <a:pt x="0" y="214539"/>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1" name="object 351"/>
            <p:cNvSpPr/>
            <p:nvPr/>
          </p:nvSpPr>
          <p:spPr>
            <a:xfrm>
              <a:off x="10568781" y="12849678"/>
              <a:ext cx="528320" cy="117475"/>
            </a:xfrm>
            <a:custGeom>
              <a:avLst/>
              <a:gdLst/>
              <a:ahLst/>
              <a:cxnLst/>
              <a:rect l="l" t="t" r="r" b="b"/>
              <a:pathLst>
                <a:path w="528320" h="117475">
                  <a:moveTo>
                    <a:pt x="489644" y="0"/>
                  </a:moveTo>
                  <a:lnTo>
                    <a:pt x="38100" y="0"/>
                  </a:lnTo>
                  <a:lnTo>
                    <a:pt x="23269" y="2994"/>
                  </a:lnTo>
                  <a:lnTo>
                    <a:pt x="11159" y="11159"/>
                  </a:lnTo>
                  <a:lnTo>
                    <a:pt x="2994" y="23270"/>
                  </a:lnTo>
                  <a:lnTo>
                    <a:pt x="0" y="38100"/>
                  </a:lnTo>
                  <a:lnTo>
                    <a:pt x="0" y="78921"/>
                  </a:lnTo>
                  <a:lnTo>
                    <a:pt x="2994" y="93752"/>
                  </a:lnTo>
                  <a:lnTo>
                    <a:pt x="11159" y="105862"/>
                  </a:lnTo>
                  <a:lnTo>
                    <a:pt x="23269" y="114027"/>
                  </a:lnTo>
                  <a:lnTo>
                    <a:pt x="38100" y="117021"/>
                  </a:lnTo>
                  <a:lnTo>
                    <a:pt x="489644" y="117021"/>
                  </a:lnTo>
                  <a:lnTo>
                    <a:pt x="504474" y="114027"/>
                  </a:lnTo>
                  <a:lnTo>
                    <a:pt x="516585" y="105862"/>
                  </a:lnTo>
                  <a:lnTo>
                    <a:pt x="524750" y="93752"/>
                  </a:lnTo>
                  <a:lnTo>
                    <a:pt x="527744" y="78921"/>
                  </a:lnTo>
                  <a:lnTo>
                    <a:pt x="527744" y="38100"/>
                  </a:lnTo>
                  <a:lnTo>
                    <a:pt x="524750" y="23270"/>
                  </a:lnTo>
                  <a:lnTo>
                    <a:pt x="516585" y="11159"/>
                  </a:lnTo>
                  <a:lnTo>
                    <a:pt x="504474" y="2994"/>
                  </a:lnTo>
                  <a:lnTo>
                    <a:pt x="48964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2" name="object 352"/>
            <p:cNvSpPr/>
            <p:nvPr/>
          </p:nvSpPr>
          <p:spPr>
            <a:xfrm>
              <a:off x="10367741" y="12693650"/>
              <a:ext cx="162560" cy="214629"/>
            </a:xfrm>
            <a:custGeom>
              <a:avLst/>
              <a:gdLst/>
              <a:ahLst/>
              <a:cxnLst/>
              <a:rect l="l" t="t" r="r" b="b"/>
              <a:pathLst>
                <a:path w="162559" h="214629">
                  <a:moveTo>
                    <a:pt x="0" y="0"/>
                  </a:moveTo>
                  <a:lnTo>
                    <a:pt x="0" y="13408"/>
                  </a:lnTo>
                  <a:lnTo>
                    <a:pt x="0" y="53634"/>
                  </a:lnTo>
                  <a:lnTo>
                    <a:pt x="0" y="120678"/>
                  </a:lnTo>
                  <a:lnTo>
                    <a:pt x="0" y="214539"/>
                  </a:lnTo>
                  <a:lnTo>
                    <a:pt x="70852" y="214539"/>
                  </a:lnTo>
                  <a:lnTo>
                    <a:pt x="121460" y="214539"/>
                  </a:lnTo>
                  <a:lnTo>
                    <a:pt x="151826" y="214539"/>
                  </a:lnTo>
                  <a:lnTo>
                    <a:pt x="161947" y="214539"/>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3" name="object 353"/>
            <p:cNvSpPr/>
            <p:nvPr/>
          </p:nvSpPr>
          <p:spPr>
            <a:xfrm>
              <a:off x="10372394" y="12693649"/>
              <a:ext cx="157480" cy="0"/>
            </a:xfrm>
            <a:custGeom>
              <a:avLst/>
              <a:gdLst/>
              <a:ahLst/>
              <a:cxnLst/>
              <a:rect l="l" t="t" r="r" b="b"/>
              <a:pathLst>
                <a:path w="157479">
                  <a:moveTo>
                    <a:pt x="157293"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4" name="object 354"/>
            <p:cNvSpPr/>
            <p:nvPr/>
          </p:nvSpPr>
          <p:spPr>
            <a:xfrm>
              <a:off x="9474200" y="13185321"/>
              <a:ext cx="723265" cy="312420"/>
            </a:xfrm>
            <a:custGeom>
              <a:avLst/>
              <a:gdLst/>
              <a:ahLst/>
              <a:cxnLst/>
              <a:rect l="l" t="t" r="r" b="b"/>
              <a:pathLst>
                <a:path w="723265" h="312419">
                  <a:moveTo>
                    <a:pt x="38100" y="0"/>
                  </a:moveTo>
                  <a:lnTo>
                    <a:pt x="685105" y="0"/>
                  </a:lnTo>
                  <a:lnTo>
                    <a:pt x="699935" y="2994"/>
                  </a:lnTo>
                  <a:lnTo>
                    <a:pt x="712046" y="11159"/>
                  </a:lnTo>
                  <a:lnTo>
                    <a:pt x="720211" y="23269"/>
                  </a:lnTo>
                  <a:lnTo>
                    <a:pt x="723205" y="38100"/>
                  </a:lnTo>
                  <a:lnTo>
                    <a:pt x="723205" y="273957"/>
                  </a:lnTo>
                  <a:lnTo>
                    <a:pt x="720211" y="288787"/>
                  </a:lnTo>
                  <a:lnTo>
                    <a:pt x="712046" y="300897"/>
                  </a:lnTo>
                  <a:lnTo>
                    <a:pt x="699935" y="309063"/>
                  </a:lnTo>
                  <a:lnTo>
                    <a:pt x="685105" y="312057"/>
                  </a:lnTo>
                  <a:lnTo>
                    <a:pt x="38100" y="312057"/>
                  </a:lnTo>
                  <a:lnTo>
                    <a:pt x="23269" y="309063"/>
                  </a:lnTo>
                  <a:lnTo>
                    <a:pt x="11159" y="300897"/>
                  </a:lnTo>
                  <a:lnTo>
                    <a:pt x="2994" y="288787"/>
                  </a:lnTo>
                  <a:lnTo>
                    <a:pt x="0" y="273957"/>
                  </a:lnTo>
                  <a:lnTo>
                    <a:pt x="0" y="38100"/>
                  </a:lnTo>
                  <a:lnTo>
                    <a:pt x="2994" y="23269"/>
                  </a:lnTo>
                  <a:lnTo>
                    <a:pt x="11159" y="11159"/>
                  </a:lnTo>
                  <a:lnTo>
                    <a:pt x="23269" y="2994"/>
                  </a:lnTo>
                  <a:lnTo>
                    <a:pt x="38100" y="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5" name="object 355"/>
            <p:cNvSpPr/>
            <p:nvPr/>
          </p:nvSpPr>
          <p:spPr>
            <a:xfrm>
              <a:off x="10568775" y="13068299"/>
              <a:ext cx="528320" cy="332105"/>
            </a:xfrm>
            <a:custGeom>
              <a:avLst/>
              <a:gdLst/>
              <a:ahLst/>
              <a:cxnLst/>
              <a:rect l="l" t="t" r="r" b="b"/>
              <a:pathLst>
                <a:path w="528320" h="332105">
                  <a:moveTo>
                    <a:pt x="527748" y="252641"/>
                  </a:moveTo>
                  <a:lnTo>
                    <a:pt x="524751" y="237820"/>
                  </a:lnTo>
                  <a:lnTo>
                    <a:pt x="516585" y="225704"/>
                  </a:lnTo>
                  <a:lnTo>
                    <a:pt x="504469" y="217538"/>
                  </a:lnTo>
                  <a:lnTo>
                    <a:pt x="489648" y="214541"/>
                  </a:lnTo>
                  <a:lnTo>
                    <a:pt x="38100" y="214541"/>
                  </a:lnTo>
                  <a:lnTo>
                    <a:pt x="23266" y="217538"/>
                  </a:lnTo>
                  <a:lnTo>
                    <a:pt x="11163" y="225704"/>
                  </a:lnTo>
                  <a:lnTo>
                    <a:pt x="2997" y="237820"/>
                  </a:lnTo>
                  <a:lnTo>
                    <a:pt x="0" y="252641"/>
                  </a:lnTo>
                  <a:lnTo>
                    <a:pt x="0" y="293471"/>
                  </a:lnTo>
                  <a:lnTo>
                    <a:pt x="2997" y="308292"/>
                  </a:lnTo>
                  <a:lnTo>
                    <a:pt x="11163" y="320408"/>
                  </a:lnTo>
                  <a:lnTo>
                    <a:pt x="23266" y="328574"/>
                  </a:lnTo>
                  <a:lnTo>
                    <a:pt x="38100" y="331571"/>
                  </a:lnTo>
                  <a:lnTo>
                    <a:pt x="489648" y="331571"/>
                  </a:lnTo>
                  <a:lnTo>
                    <a:pt x="504469" y="328574"/>
                  </a:lnTo>
                  <a:lnTo>
                    <a:pt x="516585" y="320408"/>
                  </a:lnTo>
                  <a:lnTo>
                    <a:pt x="524751" y="308292"/>
                  </a:lnTo>
                  <a:lnTo>
                    <a:pt x="527748" y="293471"/>
                  </a:lnTo>
                  <a:lnTo>
                    <a:pt x="527748" y="252641"/>
                  </a:lnTo>
                  <a:close/>
                </a:path>
                <a:path w="528320" h="332105">
                  <a:moveTo>
                    <a:pt x="527748" y="38100"/>
                  </a:moveTo>
                  <a:lnTo>
                    <a:pt x="524751" y="23279"/>
                  </a:lnTo>
                  <a:lnTo>
                    <a:pt x="516585" y="11163"/>
                  </a:lnTo>
                  <a:lnTo>
                    <a:pt x="504469" y="2997"/>
                  </a:lnTo>
                  <a:lnTo>
                    <a:pt x="489648" y="0"/>
                  </a:lnTo>
                  <a:lnTo>
                    <a:pt x="38100" y="0"/>
                  </a:lnTo>
                  <a:lnTo>
                    <a:pt x="23266" y="2997"/>
                  </a:lnTo>
                  <a:lnTo>
                    <a:pt x="11163" y="11163"/>
                  </a:lnTo>
                  <a:lnTo>
                    <a:pt x="2997" y="23279"/>
                  </a:lnTo>
                  <a:lnTo>
                    <a:pt x="0" y="38100"/>
                  </a:lnTo>
                  <a:lnTo>
                    <a:pt x="0" y="78930"/>
                  </a:lnTo>
                  <a:lnTo>
                    <a:pt x="2997" y="93764"/>
                  </a:lnTo>
                  <a:lnTo>
                    <a:pt x="11163" y="105867"/>
                  </a:lnTo>
                  <a:lnTo>
                    <a:pt x="23266" y="114033"/>
                  </a:lnTo>
                  <a:lnTo>
                    <a:pt x="38100" y="117030"/>
                  </a:lnTo>
                  <a:lnTo>
                    <a:pt x="489648" y="117030"/>
                  </a:lnTo>
                  <a:lnTo>
                    <a:pt x="504469" y="114033"/>
                  </a:lnTo>
                  <a:lnTo>
                    <a:pt x="516585" y="105867"/>
                  </a:lnTo>
                  <a:lnTo>
                    <a:pt x="524751" y="93764"/>
                  </a:lnTo>
                  <a:lnTo>
                    <a:pt x="527748" y="78930"/>
                  </a:lnTo>
                  <a:lnTo>
                    <a:pt x="527748" y="3810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6" name="object 356"/>
            <p:cNvSpPr/>
            <p:nvPr/>
          </p:nvSpPr>
          <p:spPr>
            <a:xfrm>
              <a:off x="10197405" y="13126809"/>
              <a:ext cx="332740" cy="214629"/>
            </a:xfrm>
            <a:custGeom>
              <a:avLst/>
              <a:gdLst/>
              <a:ahLst/>
              <a:cxnLst/>
              <a:rect l="l" t="t" r="r" b="b"/>
              <a:pathLst>
                <a:path w="332740" h="214630">
                  <a:moveTo>
                    <a:pt x="332283" y="0"/>
                  </a:moveTo>
                  <a:lnTo>
                    <a:pt x="170335" y="0"/>
                  </a:lnTo>
                  <a:lnTo>
                    <a:pt x="170335" y="214539"/>
                  </a:lnTo>
                  <a:lnTo>
                    <a:pt x="0" y="214539"/>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7" name="object 357"/>
            <p:cNvSpPr/>
            <p:nvPr/>
          </p:nvSpPr>
          <p:spPr>
            <a:xfrm>
              <a:off x="10568781" y="13497378"/>
              <a:ext cx="528320" cy="117475"/>
            </a:xfrm>
            <a:custGeom>
              <a:avLst/>
              <a:gdLst/>
              <a:ahLst/>
              <a:cxnLst/>
              <a:rect l="l" t="t" r="r" b="b"/>
              <a:pathLst>
                <a:path w="528320" h="117475">
                  <a:moveTo>
                    <a:pt x="489644" y="0"/>
                  </a:moveTo>
                  <a:lnTo>
                    <a:pt x="38100" y="0"/>
                  </a:lnTo>
                  <a:lnTo>
                    <a:pt x="23269" y="2994"/>
                  </a:lnTo>
                  <a:lnTo>
                    <a:pt x="11159" y="11159"/>
                  </a:lnTo>
                  <a:lnTo>
                    <a:pt x="2994" y="23270"/>
                  </a:lnTo>
                  <a:lnTo>
                    <a:pt x="0" y="38100"/>
                  </a:lnTo>
                  <a:lnTo>
                    <a:pt x="0" y="78921"/>
                  </a:lnTo>
                  <a:lnTo>
                    <a:pt x="2994" y="93752"/>
                  </a:lnTo>
                  <a:lnTo>
                    <a:pt x="11159" y="105862"/>
                  </a:lnTo>
                  <a:lnTo>
                    <a:pt x="23269" y="114027"/>
                  </a:lnTo>
                  <a:lnTo>
                    <a:pt x="38100" y="117021"/>
                  </a:lnTo>
                  <a:lnTo>
                    <a:pt x="489644" y="117021"/>
                  </a:lnTo>
                  <a:lnTo>
                    <a:pt x="504474" y="114027"/>
                  </a:lnTo>
                  <a:lnTo>
                    <a:pt x="516585" y="105862"/>
                  </a:lnTo>
                  <a:lnTo>
                    <a:pt x="524750" y="93752"/>
                  </a:lnTo>
                  <a:lnTo>
                    <a:pt x="527744" y="78921"/>
                  </a:lnTo>
                  <a:lnTo>
                    <a:pt x="527744" y="38100"/>
                  </a:lnTo>
                  <a:lnTo>
                    <a:pt x="524750" y="23270"/>
                  </a:lnTo>
                  <a:lnTo>
                    <a:pt x="516585" y="11159"/>
                  </a:lnTo>
                  <a:lnTo>
                    <a:pt x="504474" y="2994"/>
                  </a:lnTo>
                  <a:lnTo>
                    <a:pt x="48964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8" name="object 358"/>
            <p:cNvSpPr/>
            <p:nvPr/>
          </p:nvSpPr>
          <p:spPr>
            <a:xfrm>
              <a:off x="10367741" y="13341350"/>
              <a:ext cx="162560" cy="214629"/>
            </a:xfrm>
            <a:custGeom>
              <a:avLst/>
              <a:gdLst/>
              <a:ahLst/>
              <a:cxnLst/>
              <a:rect l="l" t="t" r="r" b="b"/>
              <a:pathLst>
                <a:path w="162559" h="214630">
                  <a:moveTo>
                    <a:pt x="0" y="0"/>
                  </a:moveTo>
                  <a:lnTo>
                    <a:pt x="0" y="13408"/>
                  </a:lnTo>
                  <a:lnTo>
                    <a:pt x="0" y="53634"/>
                  </a:lnTo>
                  <a:lnTo>
                    <a:pt x="0" y="120678"/>
                  </a:lnTo>
                  <a:lnTo>
                    <a:pt x="0" y="214539"/>
                  </a:lnTo>
                  <a:lnTo>
                    <a:pt x="70852" y="214539"/>
                  </a:lnTo>
                  <a:lnTo>
                    <a:pt x="121460" y="214539"/>
                  </a:lnTo>
                  <a:lnTo>
                    <a:pt x="151826" y="214539"/>
                  </a:lnTo>
                  <a:lnTo>
                    <a:pt x="161947" y="214539"/>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9" name="object 359"/>
            <p:cNvSpPr/>
            <p:nvPr/>
          </p:nvSpPr>
          <p:spPr>
            <a:xfrm>
              <a:off x="10372394" y="13341349"/>
              <a:ext cx="157480" cy="0"/>
            </a:xfrm>
            <a:custGeom>
              <a:avLst/>
              <a:gdLst/>
              <a:ahLst/>
              <a:cxnLst/>
              <a:rect l="l" t="t" r="r" b="b"/>
              <a:pathLst>
                <a:path w="157479">
                  <a:moveTo>
                    <a:pt x="157293"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60" name="object 360"/>
            <p:cNvSpPr/>
            <p:nvPr/>
          </p:nvSpPr>
          <p:spPr>
            <a:xfrm>
              <a:off x="9313267" y="11722100"/>
              <a:ext cx="161290" cy="1625600"/>
            </a:xfrm>
            <a:custGeom>
              <a:avLst/>
              <a:gdLst/>
              <a:ahLst/>
              <a:cxnLst/>
              <a:rect l="l" t="t" r="r" b="b"/>
              <a:pathLst>
                <a:path w="161290" h="1625600">
                  <a:moveTo>
                    <a:pt x="0" y="0"/>
                  </a:moveTo>
                  <a:lnTo>
                    <a:pt x="0" y="101600"/>
                  </a:lnTo>
                  <a:lnTo>
                    <a:pt x="0" y="406400"/>
                  </a:lnTo>
                  <a:lnTo>
                    <a:pt x="0" y="914400"/>
                  </a:lnTo>
                  <a:lnTo>
                    <a:pt x="0" y="1625600"/>
                  </a:lnTo>
                  <a:lnTo>
                    <a:pt x="70407" y="1625600"/>
                  </a:lnTo>
                  <a:lnTo>
                    <a:pt x="120699" y="1625600"/>
                  </a:lnTo>
                  <a:lnTo>
                    <a:pt x="150874" y="1625600"/>
                  </a:lnTo>
                  <a:lnTo>
                    <a:pt x="160932" y="162560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61" name="object 361"/>
            <p:cNvSpPr/>
            <p:nvPr/>
          </p:nvSpPr>
          <p:spPr>
            <a:xfrm>
              <a:off x="9309100" y="10756900"/>
              <a:ext cx="152400" cy="0"/>
            </a:xfrm>
            <a:custGeom>
              <a:avLst/>
              <a:gdLst/>
              <a:ahLst/>
              <a:cxnLst/>
              <a:rect l="l" t="t" r="r" b="b"/>
              <a:pathLst>
                <a:path w="152400">
                  <a:moveTo>
                    <a:pt x="152400"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62" name="object 362"/>
            <p:cNvSpPr/>
            <p:nvPr/>
          </p:nvSpPr>
          <p:spPr>
            <a:xfrm>
              <a:off x="9309100" y="11404600"/>
              <a:ext cx="152400" cy="0"/>
            </a:xfrm>
            <a:custGeom>
              <a:avLst/>
              <a:gdLst/>
              <a:ahLst/>
              <a:cxnLst/>
              <a:rect l="l" t="t" r="r" b="b"/>
              <a:pathLst>
                <a:path w="152400">
                  <a:moveTo>
                    <a:pt x="152400"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63" name="object 363"/>
            <p:cNvSpPr/>
            <p:nvPr/>
          </p:nvSpPr>
          <p:spPr>
            <a:xfrm>
              <a:off x="9309100" y="12052300"/>
              <a:ext cx="152400" cy="0"/>
            </a:xfrm>
            <a:custGeom>
              <a:avLst/>
              <a:gdLst/>
              <a:ahLst/>
              <a:cxnLst/>
              <a:rect l="l" t="t" r="r" b="b"/>
              <a:pathLst>
                <a:path w="152400">
                  <a:moveTo>
                    <a:pt x="152400"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64" name="object 364"/>
            <p:cNvSpPr/>
            <p:nvPr/>
          </p:nvSpPr>
          <p:spPr>
            <a:xfrm>
              <a:off x="8724900" y="11442700"/>
              <a:ext cx="546100" cy="546100"/>
            </a:xfrm>
            <a:custGeom>
              <a:avLst/>
              <a:gdLst/>
              <a:ahLst/>
              <a:cxnLst/>
              <a:rect l="l" t="t" r="r" b="b"/>
              <a:pathLst>
                <a:path w="546100" h="546100">
                  <a:moveTo>
                    <a:pt x="273050" y="0"/>
                  </a:moveTo>
                  <a:lnTo>
                    <a:pt x="223968" y="4399"/>
                  </a:lnTo>
                  <a:lnTo>
                    <a:pt x="177774" y="17082"/>
                  </a:lnTo>
                  <a:lnTo>
                    <a:pt x="135236" y="37279"/>
                  </a:lnTo>
                  <a:lnTo>
                    <a:pt x="97127" y="64218"/>
                  </a:lnTo>
                  <a:lnTo>
                    <a:pt x="64218" y="97127"/>
                  </a:lnTo>
                  <a:lnTo>
                    <a:pt x="37279" y="135236"/>
                  </a:lnTo>
                  <a:lnTo>
                    <a:pt x="17082" y="177774"/>
                  </a:lnTo>
                  <a:lnTo>
                    <a:pt x="4399" y="223968"/>
                  </a:lnTo>
                  <a:lnTo>
                    <a:pt x="0" y="273050"/>
                  </a:lnTo>
                  <a:lnTo>
                    <a:pt x="4399" y="322131"/>
                  </a:lnTo>
                  <a:lnTo>
                    <a:pt x="17082" y="368325"/>
                  </a:lnTo>
                  <a:lnTo>
                    <a:pt x="37279" y="410863"/>
                  </a:lnTo>
                  <a:lnTo>
                    <a:pt x="64218" y="448972"/>
                  </a:lnTo>
                  <a:lnTo>
                    <a:pt x="97127" y="481881"/>
                  </a:lnTo>
                  <a:lnTo>
                    <a:pt x="135236" y="508820"/>
                  </a:lnTo>
                  <a:lnTo>
                    <a:pt x="177774" y="529017"/>
                  </a:lnTo>
                  <a:lnTo>
                    <a:pt x="223968" y="541700"/>
                  </a:lnTo>
                  <a:lnTo>
                    <a:pt x="273050" y="546100"/>
                  </a:lnTo>
                  <a:lnTo>
                    <a:pt x="322131" y="541700"/>
                  </a:lnTo>
                  <a:lnTo>
                    <a:pt x="368325" y="529017"/>
                  </a:lnTo>
                  <a:lnTo>
                    <a:pt x="410863" y="508820"/>
                  </a:lnTo>
                  <a:lnTo>
                    <a:pt x="448972" y="481881"/>
                  </a:lnTo>
                  <a:lnTo>
                    <a:pt x="481881" y="448972"/>
                  </a:lnTo>
                  <a:lnTo>
                    <a:pt x="508820" y="410863"/>
                  </a:lnTo>
                  <a:lnTo>
                    <a:pt x="529017" y="368325"/>
                  </a:lnTo>
                  <a:lnTo>
                    <a:pt x="541700" y="322131"/>
                  </a:lnTo>
                  <a:lnTo>
                    <a:pt x="546100" y="273050"/>
                  </a:lnTo>
                  <a:lnTo>
                    <a:pt x="541700" y="223968"/>
                  </a:lnTo>
                  <a:lnTo>
                    <a:pt x="529017" y="177774"/>
                  </a:lnTo>
                  <a:lnTo>
                    <a:pt x="508820" y="135236"/>
                  </a:lnTo>
                  <a:lnTo>
                    <a:pt x="481881" y="97127"/>
                  </a:lnTo>
                  <a:lnTo>
                    <a:pt x="448972" y="64218"/>
                  </a:lnTo>
                  <a:lnTo>
                    <a:pt x="410863" y="37279"/>
                  </a:lnTo>
                  <a:lnTo>
                    <a:pt x="368325" y="17082"/>
                  </a:lnTo>
                  <a:lnTo>
                    <a:pt x="322131" y="4399"/>
                  </a:lnTo>
                  <a:lnTo>
                    <a:pt x="27305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365" name="object 365"/>
          <p:cNvSpPr txBox="1"/>
          <p:nvPr/>
        </p:nvSpPr>
        <p:spPr>
          <a:xfrm>
            <a:off x="4441917" y="5786300"/>
            <a:ext cx="114300" cy="128905"/>
          </a:xfrm>
          <a:prstGeom prst="rect">
            <a:avLst/>
          </a:prstGeom>
        </p:spPr>
        <p:txBody>
          <a:bodyPr vert="horz" wrap="square" lIns="0" tIns="6350" rIns="0" bIns="0" rtlCol="0">
            <a:spAutoFit/>
          </a:bodyPr>
          <a:lstStyle/>
          <a:p>
            <a:pPr marL="6350">
              <a:spcBef>
                <a:spcPts val="50"/>
              </a:spcBef>
            </a:pPr>
            <a:r>
              <a:rPr sz="800" dirty="0">
                <a:solidFill>
                  <a:srgbClr val="FFFFFF"/>
                </a:solidFill>
                <a:latin typeface="江城圆体 400W" panose="020B0800000000000000" pitchFamily="34" charset="-128"/>
                <a:ea typeface="江城圆体 400W" panose="020B0800000000000000" pitchFamily="34" charset="-128"/>
                <a:cs typeface="Microsoft JhengHei"/>
              </a:rPr>
              <a:t>你</a:t>
            </a:r>
            <a:endParaRPr sz="800">
              <a:latin typeface="江城圆体 400W" panose="020B0800000000000000" pitchFamily="34" charset="-128"/>
              <a:ea typeface="江城圆体 400W" panose="020B0800000000000000" pitchFamily="34" charset="-128"/>
              <a:cs typeface="Microsoft JhengHei"/>
            </a:endParaRPr>
          </a:p>
        </p:txBody>
      </p:sp>
      <p:grpSp>
        <p:nvGrpSpPr>
          <p:cNvPr id="367" name="object 367"/>
          <p:cNvGrpSpPr/>
          <p:nvPr/>
        </p:nvGrpSpPr>
        <p:grpSpPr>
          <a:xfrm>
            <a:off x="2552700" y="6210300"/>
            <a:ext cx="2184400" cy="508000"/>
            <a:chOff x="5105400" y="12420600"/>
            <a:chExt cx="4368800" cy="1016000"/>
          </a:xfrm>
        </p:grpSpPr>
        <p:sp>
          <p:nvSpPr>
            <p:cNvPr id="368" name="object 368"/>
            <p:cNvSpPr/>
            <p:nvPr/>
          </p:nvSpPr>
          <p:spPr>
            <a:xfrm>
              <a:off x="9321800" y="12700000"/>
              <a:ext cx="152400" cy="0"/>
            </a:xfrm>
            <a:custGeom>
              <a:avLst/>
              <a:gdLst/>
              <a:ahLst/>
              <a:cxnLst/>
              <a:rect l="l" t="t" r="r" b="b"/>
              <a:pathLst>
                <a:path w="152400">
                  <a:moveTo>
                    <a:pt x="152400"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69" name="object 369"/>
            <p:cNvSpPr/>
            <p:nvPr/>
          </p:nvSpPr>
          <p:spPr>
            <a:xfrm>
              <a:off x="5461000" y="13195300"/>
              <a:ext cx="3225800" cy="114300"/>
            </a:xfrm>
            <a:custGeom>
              <a:avLst/>
              <a:gdLst/>
              <a:ahLst/>
              <a:cxnLst/>
              <a:rect l="l" t="t" r="r" b="b"/>
              <a:pathLst>
                <a:path w="3225800" h="114300">
                  <a:moveTo>
                    <a:pt x="3111500" y="0"/>
                  </a:moveTo>
                  <a:lnTo>
                    <a:pt x="3111500" y="114300"/>
                  </a:lnTo>
                  <a:lnTo>
                    <a:pt x="3225800" y="57150"/>
                  </a:lnTo>
                  <a:lnTo>
                    <a:pt x="3111500" y="0"/>
                  </a:lnTo>
                  <a:close/>
                </a:path>
                <a:path w="3225800" h="114300">
                  <a:moveTo>
                    <a:pt x="50800" y="50800"/>
                  </a:moveTo>
                  <a:lnTo>
                    <a:pt x="0" y="50800"/>
                  </a:lnTo>
                  <a:lnTo>
                    <a:pt x="0" y="63500"/>
                  </a:lnTo>
                  <a:lnTo>
                    <a:pt x="50800" y="63500"/>
                  </a:lnTo>
                  <a:lnTo>
                    <a:pt x="50800" y="50800"/>
                  </a:lnTo>
                  <a:close/>
                </a:path>
                <a:path w="3225800" h="114300">
                  <a:moveTo>
                    <a:pt x="127000" y="50800"/>
                  </a:moveTo>
                  <a:lnTo>
                    <a:pt x="76200" y="50800"/>
                  </a:lnTo>
                  <a:lnTo>
                    <a:pt x="76200" y="63500"/>
                  </a:lnTo>
                  <a:lnTo>
                    <a:pt x="127000" y="63500"/>
                  </a:lnTo>
                  <a:lnTo>
                    <a:pt x="127000" y="50800"/>
                  </a:lnTo>
                  <a:close/>
                </a:path>
                <a:path w="3225800" h="114300">
                  <a:moveTo>
                    <a:pt x="203200" y="50800"/>
                  </a:moveTo>
                  <a:lnTo>
                    <a:pt x="152400" y="50800"/>
                  </a:lnTo>
                  <a:lnTo>
                    <a:pt x="152400" y="63500"/>
                  </a:lnTo>
                  <a:lnTo>
                    <a:pt x="203200" y="63500"/>
                  </a:lnTo>
                  <a:lnTo>
                    <a:pt x="203200" y="50800"/>
                  </a:lnTo>
                  <a:close/>
                </a:path>
                <a:path w="3225800" h="114300">
                  <a:moveTo>
                    <a:pt x="279400" y="50800"/>
                  </a:moveTo>
                  <a:lnTo>
                    <a:pt x="228600" y="50800"/>
                  </a:lnTo>
                  <a:lnTo>
                    <a:pt x="228600" y="63500"/>
                  </a:lnTo>
                  <a:lnTo>
                    <a:pt x="279400" y="63500"/>
                  </a:lnTo>
                  <a:lnTo>
                    <a:pt x="279400" y="50800"/>
                  </a:lnTo>
                  <a:close/>
                </a:path>
                <a:path w="3225800" h="114300">
                  <a:moveTo>
                    <a:pt x="355600" y="50800"/>
                  </a:moveTo>
                  <a:lnTo>
                    <a:pt x="304800" y="50800"/>
                  </a:lnTo>
                  <a:lnTo>
                    <a:pt x="304800" y="63500"/>
                  </a:lnTo>
                  <a:lnTo>
                    <a:pt x="355600" y="63500"/>
                  </a:lnTo>
                  <a:lnTo>
                    <a:pt x="355600" y="50800"/>
                  </a:lnTo>
                  <a:close/>
                </a:path>
                <a:path w="3225800" h="114300">
                  <a:moveTo>
                    <a:pt x="431800" y="50800"/>
                  </a:moveTo>
                  <a:lnTo>
                    <a:pt x="381000" y="50800"/>
                  </a:lnTo>
                  <a:lnTo>
                    <a:pt x="381000" y="63500"/>
                  </a:lnTo>
                  <a:lnTo>
                    <a:pt x="431800" y="63500"/>
                  </a:lnTo>
                  <a:lnTo>
                    <a:pt x="431800" y="50800"/>
                  </a:lnTo>
                  <a:close/>
                </a:path>
                <a:path w="3225800" h="114300">
                  <a:moveTo>
                    <a:pt x="508000" y="50800"/>
                  </a:moveTo>
                  <a:lnTo>
                    <a:pt x="457200" y="50800"/>
                  </a:lnTo>
                  <a:lnTo>
                    <a:pt x="457200" y="63500"/>
                  </a:lnTo>
                  <a:lnTo>
                    <a:pt x="508000" y="63500"/>
                  </a:lnTo>
                  <a:lnTo>
                    <a:pt x="508000" y="50800"/>
                  </a:lnTo>
                  <a:close/>
                </a:path>
                <a:path w="3225800" h="114300">
                  <a:moveTo>
                    <a:pt x="584200" y="50800"/>
                  </a:moveTo>
                  <a:lnTo>
                    <a:pt x="533400" y="50800"/>
                  </a:lnTo>
                  <a:lnTo>
                    <a:pt x="533400" y="63500"/>
                  </a:lnTo>
                  <a:lnTo>
                    <a:pt x="584200" y="63500"/>
                  </a:lnTo>
                  <a:lnTo>
                    <a:pt x="584200" y="50800"/>
                  </a:lnTo>
                  <a:close/>
                </a:path>
                <a:path w="3225800" h="114300">
                  <a:moveTo>
                    <a:pt x="660400" y="50800"/>
                  </a:moveTo>
                  <a:lnTo>
                    <a:pt x="609600" y="50800"/>
                  </a:lnTo>
                  <a:lnTo>
                    <a:pt x="609600" y="63500"/>
                  </a:lnTo>
                  <a:lnTo>
                    <a:pt x="660400" y="63500"/>
                  </a:lnTo>
                  <a:lnTo>
                    <a:pt x="660400" y="50800"/>
                  </a:lnTo>
                  <a:close/>
                </a:path>
                <a:path w="3225800" h="114300">
                  <a:moveTo>
                    <a:pt x="736600" y="50800"/>
                  </a:moveTo>
                  <a:lnTo>
                    <a:pt x="685800" y="50800"/>
                  </a:lnTo>
                  <a:lnTo>
                    <a:pt x="685800" y="63500"/>
                  </a:lnTo>
                  <a:lnTo>
                    <a:pt x="736600" y="63500"/>
                  </a:lnTo>
                  <a:lnTo>
                    <a:pt x="736600" y="50800"/>
                  </a:lnTo>
                  <a:close/>
                </a:path>
                <a:path w="3225800" h="114300">
                  <a:moveTo>
                    <a:pt x="812800" y="50800"/>
                  </a:moveTo>
                  <a:lnTo>
                    <a:pt x="762000" y="50800"/>
                  </a:lnTo>
                  <a:lnTo>
                    <a:pt x="762000" y="63500"/>
                  </a:lnTo>
                  <a:lnTo>
                    <a:pt x="812800" y="63500"/>
                  </a:lnTo>
                  <a:lnTo>
                    <a:pt x="812800" y="50800"/>
                  </a:lnTo>
                  <a:close/>
                </a:path>
                <a:path w="3225800" h="114300">
                  <a:moveTo>
                    <a:pt x="889000" y="50800"/>
                  </a:moveTo>
                  <a:lnTo>
                    <a:pt x="838200" y="50800"/>
                  </a:lnTo>
                  <a:lnTo>
                    <a:pt x="838200" y="63500"/>
                  </a:lnTo>
                  <a:lnTo>
                    <a:pt x="889000" y="63500"/>
                  </a:lnTo>
                  <a:lnTo>
                    <a:pt x="889000" y="50800"/>
                  </a:lnTo>
                  <a:close/>
                </a:path>
                <a:path w="3225800" h="114300">
                  <a:moveTo>
                    <a:pt x="965200" y="50800"/>
                  </a:moveTo>
                  <a:lnTo>
                    <a:pt x="914400" y="50800"/>
                  </a:lnTo>
                  <a:lnTo>
                    <a:pt x="914400" y="63500"/>
                  </a:lnTo>
                  <a:lnTo>
                    <a:pt x="965200" y="63500"/>
                  </a:lnTo>
                  <a:lnTo>
                    <a:pt x="965200" y="50800"/>
                  </a:lnTo>
                  <a:close/>
                </a:path>
                <a:path w="3225800" h="114300">
                  <a:moveTo>
                    <a:pt x="1041400" y="50800"/>
                  </a:moveTo>
                  <a:lnTo>
                    <a:pt x="990600" y="50800"/>
                  </a:lnTo>
                  <a:lnTo>
                    <a:pt x="990600" y="63500"/>
                  </a:lnTo>
                  <a:lnTo>
                    <a:pt x="1041400" y="63500"/>
                  </a:lnTo>
                  <a:lnTo>
                    <a:pt x="1041400" y="50800"/>
                  </a:lnTo>
                  <a:close/>
                </a:path>
                <a:path w="3225800" h="114300">
                  <a:moveTo>
                    <a:pt x="1117600" y="50800"/>
                  </a:moveTo>
                  <a:lnTo>
                    <a:pt x="1066800" y="50800"/>
                  </a:lnTo>
                  <a:lnTo>
                    <a:pt x="1066800" y="63500"/>
                  </a:lnTo>
                  <a:lnTo>
                    <a:pt x="1117600" y="63500"/>
                  </a:lnTo>
                  <a:lnTo>
                    <a:pt x="1117600" y="50800"/>
                  </a:lnTo>
                  <a:close/>
                </a:path>
                <a:path w="3225800" h="114300">
                  <a:moveTo>
                    <a:pt x="1193800" y="50800"/>
                  </a:moveTo>
                  <a:lnTo>
                    <a:pt x="1143000" y="50800"/>
                  </a:lnTo>
                  <a:lnTo>
                    <a:pt x="1143000" y="63500"/>
                  </a:lnTo>
                  <a:lnTo>
                    <a:pt x="1193800" y="63500"/>
                  </a:lnTo>
                  <a:lnTo>
                    <a:pt x="1193800" y="50800"/>
                  </a:lnTo>
                  <a:close/>
                </a:path>
                <a:path w="3225800" h="114300">
                  <a:moveTo>
                    <a:pt x="1270000" y="50800"/>
                  </a:moveTo>
                  <a:lnTo>
                    <a:pt x="1219200" y="50800"/>
                  </a:lnTo>
                  <a:lnTo>
                    <a:pt x="1219200" y="63500"/>
                  </a:lnTo>
                  <a:lnTo>
                    <a:pt x="1270000" y="63500"/>
                  </a:lnTo>
                  <a:lnTo>
                    <a:pt x="1270000" y="50800"/>
                  </a:lnTo>
                  <a:close/>
                </a:path>
                <a:path w="3225800" h="114300">
                  <a:moveTo>
                    <a:pt x="1346200" y="50800"/>
                  </a:moveTo>
                  <a:lnTo>
                    <a:pt x="1295400" y="50800"/>
                  </a:lnTo>
                  <a:lnTo>
                    <a:pt x="1295400" y="63500"/>
                  </a:lnTo>
                  <a:lnTo>
                    <a:pt x="1346200" y="63500"/>
                  </a:lnTo>
                  <a:lnTo>
                    <a:pt x="1346200" y="50800"/>
                  </a:lnTo>
                  <a:close/>
                </a:path>
                <a:path w="3225800" h="114300">
                  <a:moveTo>
                    <a:pt x="1422400" y="50800"/>
                  </a:moveTo>
                  <a:lnTo>
                    <a:pt x="1371600" y="50800"/>
                  </a:lnTo>
                  <a:lnTo>
                    <a:pt x="1371600" y="63500"/>
                  </a:lnTo>
                  <a:lnTo>
                    <a:pt x="1422400" y="63500"/>
                  </a:lnTo>
                  <a:lnTo>
                    <a:pt x="1422400" y="50800"/>
                  </a:lnTo>
                  <a:close/>
                </a:path>
                <a:path w="3225800" h="114300">
                  <a:moveTo>
                    <a:pt x="1498600" y="50800"/>
                  </a:moveTo>
                  <a:lnTo>
                    <a:pt x="1447800" y="50800"/>
                  </a:lnTo>
                  <a:lnTo>
                    <a:pt x="1447800" y="63500"/>
                  </a:lnTo>
                  <a:lnTo>
                    <a:pt x="1498600" y="63500"/>
                  </a:lnTo>
                  <a:lnTo>
                    <a:pt x="1498600" y="50800"/>
                  </a:lnTo>
                  <a:close/>
                </a:path>
                <a:path w="3225800" h="114300">
                  <a:moveTo>
                    <a:pt x="1574800" y="50800"/>
                  </a:moveTo>
                  <a:lnTo>
                    <a:pt x="1524000" y="50800"/>
                  </a:lnTo>
                  <a:lnTo>
                    <a:pt x="1524000" y="63500"/>
                  </a:lnTo>
                  <a:lnTo>
                    <a:pt x="1574800" y="63500"/>
                  </a:lnTo>
                  <a:lnTo>
                    <a:pt x="1574800" y="50800"/>
                  </a:lnTo>
                  <a:close/>
                </a:path>
                <a:path w="3225800" h="114300">
                  <a:moveTo>
                    <a:pt x="1651000" y="50800"/>
                  </a:moveTo>
                  <a:lnTo>
                    <a:pt x="1600200" y="50800"/>
                  </a:lnTo>
                  <a:lnTo>
                    <a:pt x="1600200" y="63500"/>
                  </a:lnTo>
                  <a:lnTo>
                    <a:pt x="1651000" y="63500"/>
                  </a:lnTo>
                  <a:lnTo>
                    <a:pt x="1651000" y="50800"/>
                  </a:lnTo>
                  <a:close/>
                </a:path>
                <a:path w="3225800" h="114300">
                  <a:moveTo>
                    <a:pt x="1727200" y="50800"/>
                  </a:moveTo>
                  <a:lnTo>
                    <a:pt x="1676400" y="50800"/>
                  </a:lnTo>
                  <a:lnTo>
                    <a:pt x="1676400" y="63500"/>
                  </a:lnTo>
                  <a:lnTo>
                    <a:pt x="1727200" y="63500"/>
                  </a:lnTo>
                  <a:lnTo>
                    <a:pt x="1727200" y="50800"/>
                  </a:lnTo>
                  <a:close/>
                </a:path>
                <a:path w="3225800" h="114300">
                  <a:moveTo>
                    <a:pt x="1803400" y="50800"/>
                  </a:moveTo>
                  <a:lnTo>
                    <a:pt x="1752600" y="50800"/>
                  </a:lnTo>
                  <a:lnTo>
                    <a:pt x="1752600" y="63500"/>
                  </a:lnTo>
                  <a:lnTo>
                    <a:pt x="1803400" y="63500"/>
                  </a:lnTo>
                  <a:lnTo>
                    <a:pt x="1803400" y="50800"/>
                  </a:lnTo>
                  <a:close/>
                </a:path>
                <a:path w="3225800" h="114300">
                  <a:moveTo>
                    <a:pt x="1879600" y="50800"/>
                  </a:moveTo>
                  <a:lnTo>
                    <a:pt x="1828800" y="50800"/>
                  </a:lnTo>
                  <a:lnTo>
                    <a:pt x="1828800" y="63500"/>
                  </a:lnTo>
                  <a:lnTo>
                    <a:pt x="1879600" y="63500"/>
                  </a:lnTo>
                  <a:lnTo>
                    <a:pt x="1879600" y="50800"/>
                  </a:lnTo>
                  <a:close/>
                </a:path>
                <a:path w="3225800" h="114300">
                  <a:moveTo>
                    <a:pt x="1955800" y="50800"/>
                  </a:moveTo>
                  <a:lnTo>
                    <a:pt x="1905000" y="50800"/>
                  </a:lnTo>
                  <a:lnTo>
                    <a:pt x="1905000" y="63500"/>
                  </a:lnTo>
                  <a:lnTo>
                    <a:pt x="1955800" y="63500"/>
                  </a:lnTo>
                  <a:lnTo>
                    <a:pt x="1955800" y="50800"/>
                  </a:lnTo>
                  <a:close/>
                </a:path>
                <a:path w="3225800" h="114300">
                  <a:moveTo>
                    <a:pt x="2032000" y="50800"/>
                  </a:moveTo>
                  <a:lnTo>
                    <a:pt x="1981200" y="50800"/>
                  </a:lnTo>
                  <a:lnTo>
                    <a:pt x="1981200" y="63500"/>
                  </a:lnTo>
                  <a:lnTo>
                    <a:pt x="2032000" y="63500"/>
                  </a:lnTo>
                  <a:lnTo>
                    <a:pt x="2032000" y="50800"/>
                  </a:lnTo>
                  <a:close/>
                </a:path>
                <a:path w="3225800" h="114300">
                  <a:moveTo>
                    <a:pt x="2108200" y="50800"/>
                  </a:moveTo>
                  <a:lnTo>
                    <a:pt x="2057400" y="50800"/>
                  </a:lnTo>
                  <a:lnTo>
                    <a:pt x="2057400" y="63500"/>
                  </a:lnTo>
                  <a:lnTo>
                    <a:pt x="2108200" y="63500"/>
                  </a:lnTo>
                  <a:lnTo>
                    <a:pt x="2108200" y="50800"/>
                  </a:lnTo>
                  <a:close/>
                </a:path>
                <a:path w="3225800" h="114300">
                  <a:moveTo>
                    <a:pt x="2184400" y="50800"/>
                  </a:moveTo>
                  <a:lnTo>
                    <a:pt x="2133600" y="50800"/>
                  </a:lnTo>
                  <a:lnTo>
                    <a:pt x="2133600" y="63500"/>
                  </a:lnTo>
                  <a:lnTo>
                    <a:pt x="2184400" y="63500"/>
                  </a:lnTo>
                  <a:lnTo>
                    <a:pt x="2184400" y="50800"/>
                  </a:lnTo>
                  <a:close/>
                </a:path>
                <a:path w="3225800" h="114300">
                  <a:moveTo>
                    <a:pt x="2260600" y="50800"/>
                  </a:moveTo>
                  <a:lnTo>
                    <a:pt x="2209800" y="50800"/>
                  </a:lnTo>
                  <a:lnTo>
                    <a:pt x="2209800" y="63500"/>
                  </a:lnTo>
                  <a:lnTo>
                    <a:pt x="2260600" y="63500"/>
                  </a:lnTo>
                  <a:lnTo>
                    <a:pt x="2260600" y="50800"/>
                  </a:lnTo>
                  <a:close/>
                </a:path>
                <a:path w="3225800" h="114300">
                  <a:moveTo>
                    <a:pt x="2336800" y="50800"/>
                  </a:moveTo>
                  <a:lnTo>
                    <a:pt x="2286000" y="50800"/>
                  </a:lnTo>
                  <a:lnTo>
                    <a:pt x="2286000" y="63500"/>
                  </a:lnTo>
                  <a:lnTo>
                    <a:pt x="2336800" y="63500"/>
                  </a:lnTo>
                  <a:lnTo>
                    <a:pt x="2336800" y="50800"/>
                  </a:lnTo>
                  <a:close/>
                </a:path>
                <a:path w="3225800" h="114300">
                  <a:moveTo>
                    <a:pt x="2413000" y="50800"/>
                  </a:moveTo>
                  <a:lnTo>
                    <a:pt x="2362200" y="50800"/>
                  </a:lnTo>
                  <a:lnTo>
                    <a:pt x="2362200" y="63500"/>
                  </a:lnTo>
                  <a:lnTo>
                    <a:pt x="2413000" y="63500"/>
                  </a:lnTo>
                  <a:lnTo>
                    <a:pt x="2413000" y="50800"/>
                  </a:lnTo>
                  <a:close/>
                </a:path>
                <a:path w="3225800" h="114300">
                  <a:moveTo>
                    <a:pt x="2489200" y="50800"/>
                  </a:moveTo>
                  <a:lnTo>
                    <a:pt x="2438400" y="50800"/>
                  </a:lnTo>
                  <a:lnTo>
                    <a:pt x="2438400" y="63500"/>
                  </a:lnTo>
                  <a:lnTo>
                    <a:pt x="2489200" y="63500"/>
                  </a:lnTo>
                  <a:lnTo>
                    <a:pt x="2489200" y="50800"/>
                  </a:lnTo>
                  <a:close/>
                </a:path>
                <a:path w="3225800" h="114300">
                  <a:moveTo>
                    <a:pt x="2565400" y="50800"/>
                  </a:moveTo>
                  <a:lnTo>
                    <a:pt x="2514600" y="50800"/>
                  </a:lnTo>
                  <a:lnTo>
                    <a:pt x="2514600" y="63500"/>
                  </a:lnTo>
                  <a:lnTo>
                    <a:pt x="2565400" y="63500"/>
                  </a:lnTo>
                  <a:lnTo>
                    <a:pt x="2565400" y="50800"/>
                  </a:lnTo>
                  <a:close/>
                </a:path>
                <a:path w="3225800" h="114300">
                  <a:moveTo>
                    <a:pt x="2641600" y="50800"/>
                  </a:moveTo>
                  <a:lnTo>
                    <a:pt x="2590800" y="50800"/>
                  </a:lnTo>
                  <a:lnTo>
                    <a:pt x="2590800" y="63500"/>
                  </a:lnTo>
                  <a:lnTo>
                    <a:pt x="2641600" y="63500"/>
                  </a:lnTo>
                  <a:lnTo>
                    <a:pt x="2641600" y="50800"/>
                  </a:lnTo>
                  <a:close/>
                </a:path>
                <a:path w="3225800" h="114300">
                  <a:moveTo>
                    <a:pt x="2717800" y="50800"/>
                  </a:moveTo>
                  <a:lnTo>
                    <a:pt x="2667000" y="50800"/>
                  </a:lnTo>
                  <a:lnTo>
                    <a:pt x="2667000" y="63500"/>
                  </a:lnTo>
                  <a:lnTo>
                    <a:pt x="2717800" y="63500"/>
                  </a:lnTo>
                  <a:lnTo>
                    <a:pt x="2717800" y="50800"/>
                  </a:lnTo>
                  <a:close/>
                </a:path>
                <a:path w="3225800" h="114300">
                  <a:moveTo>
                    <a:pt x="2794000" y="50800"/>
                  </a:moveTo>
                  <a:lnTo>
                    <a:pt x="2743200" y="50800"/>
                  </a:lnTo>
                  <a:lnTo>
                    <a:pt x="2743200" y="63500"/>
                  </a:lnTo>
                  <a:lnTo>
                    <a:pt x="2794000" y="63500"/>
                  </a:lnTo>
                  <a:lnTo>
                    <a:pt x="2794000" y="50800"/>
                  </a:lnTo>
                  <a:close/>
                </a:path>
                <a:path w="3225800" h="114300">
                  <a:moveTo>
                    <a:pt x="2870200" y="50800"/>
                  </a:moveTo>
                  <a:lnTo>
                    <a:pt x="2819400" y="50800"/>
                  </a:lnTo>
                  <a:lnTo>
                    <a:pt x="2819400" y="63500"/>
                  </a:lnTo>
                  <a:lnTo>
                    <a:pt x="2870200" y="63500"/>
                  </a:lnTo>
                  <a:lnTo>
                    <a:pt x="2870200" y="50800"/>
                  </a:lnTo>
                  <a:close/>
                </a:path>
                <a:path w="3225800" h="114300">
                  <a:moveTo>
                    <a:pt x="2946400" y="50800"/>
                  </a:moveTo>
                  <a:lnTo>
                    <a:pt x="2895600" y="50800"/>
                  </a:lnTo>
                  <a:lnTo>
                    <a:pt x="2895600" y="63500"/>
                  </a:lnTo>
                  <a:lnTo>
                    <a:pt x="2946400" y="63500"/>
                  </a:lnTo>
                  <a:lnTo>
                    <a:pt x="2946400" y="50800"/>
                  </a:lnTo>
                  <a:close/>
                </a:path>
                <a:path w="3225800" h="114300">
                  <a:moveTo>
                    <a:pt x="3022600" y="50800"/>
                  </a:moveTo>
                  <a:lnTo>
                    <a:pt x="2971800" y="50800"/>
                  </a:lnTo>
                  <a:lnTo>
                    <a:pt x="2971800" y="63500"/>
                  </a:lnTo>
                  <a:lnTo>
                    <a:pt x="3022600" y="63500"/>
                  </a:lnTo>
                  <a:lnTo>
                    <a:pt x="3022600" y="50800"/>
                  </a:lnTo>
                  <a:close/>
                </a:path>
                <a:path w="3225800" h="114300">
                  <a:moveTo>
                    <a:pt x="3098800" y="50800"/>
                  </a:moveTo>
                  <a:lnTo>
                    <a:pt x="3048000" y="50800"/>
                  </a:lnTo>
                  <a:lnTo>
                    <a:pt x="3048000" y="63500"/>
                  </a:lnTo>
                  <a:lnTo>
                    <a:pt x="3098800" y="63500"/>
                  </a:lnTo>
                  <a:lnTo>
                    <a:pt x="3098800" y="5080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70" name="object 370"/>
            <p:cNvSpPr/>
            <p:nvPr/>
          </p:nvSpPr>
          <p:spPr>
            <a:xfrm>
              <a:off x="5480050" y="12604750"/>
              <a:ext cx="0" cy="660400"/>
            </a:xfrm>
            <a:custGeom>
              <a:avLst/>
              <a:gdLst/>
              <a:ahLst/>
              <a:cxnLst/>
              <a:rect l="l" t="t" r="r" b="b"/>
              <a:pathLst>
                <a:path h="660400">
                  <a:moveTo>
                    <a:pt x="0" y="0"/>
                  </a:moveTo>
                  <a:lnTo>
                    <a:pt x="0" y="660400"/>
                  </a:lnTo>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71" name="object 371"/>
            <p:cNvSpPr/>
            <p:nvPr/>
          </p:nvSpPr>
          <p:spPr>
            <a:xfrm>
              <a:off x="5461000" y="12560300"/>
              <a:ext cx="2362200" cy="114300"/>
            </a:xfrm>
            <a:custGeom>
              <a:avLst/>
              <a:gdLst/>
              <a:ahLst/>
              <a:cxnLst/>
              <a:rect l="l" t="t" r="r" b="b"/>
              <a:pathLst>
                <a:path w="2362200" h="114300">
                  <a:moveTo>
                    <a:pt x="2247900" y="0"/>
                  </a:moveTo>
                  <a:lnTo>
                    <a:pt x="2247900" y="50800"/>
                  </a:lnTo>
                  <a:lnTo>
                    <a:pt x="2209800" y="50800"/>
                  </a:lnTo>
                  <a:lnTo>
                    <a:pt x="2209800" y="63500"/>
                  </a:lnTo>
                  <a:lnTo>
                    <a:pt x="2247900" y="63500"/>
                  </a:lnTo>
                  <a:lnTo>
                    <a:pt x="2247900" y="114300"/>
                  </a:lnTo>
                  <a:lnTo>
                    <a:pt x="2362200" y="57150"/>
                  </a:lnTo>
                  <a:lnTo>
                    <a:pt x="2247900" y="0"/>
                  </a:lnTo>
                  <a:close/>
                </a:path>
                <a:path w="2362200" h="114300">
                  <a:moveTo>
                    <a:pt x="50800" y="50800"/>
                  </a:moveTo>
                  <a:lnTo>
                    <a:pt x="0" y="50800"/>
                  </a:lnTo>
                  <a:lnTo>
                    <a:pt x="0" y="63500"/>
                  </a:lnTo>
                  <a:lnTo>
                    <a:pt x="50800" y="63500"/>
                  </a:lnTo>
                  <a:lnTo>
                    <a:pt x="50800" y="50800"/>
                  </a:lnTo>
                  <a:close/>
                </a:path>
                <a:path w="2362200" h="114300">
                  <a:moveTo>
                    <a:pt x="127000" y="50800"/>
                  </a:moveTo>
                  <a:lnTo>
                    <a:pt x="76200" y="50800"/>
                  </a:lnTo>
                  <a:lnTo>
                    <a:pt x="76200" y="63500"/>
                  </a:lnTo>
                  <a:lnTo>
                    <a:pt x="127000" y="63500"/>
                  </a:lnTo>
                  <a:lnTo>
                    <a:pt x="127000" y="50800"/>
                  </a:lnTo>
                  <a:close/>
                </a:path>
                <a:path w="2362200" h="114300">
                  <a:moveTo>
                    <a:pt x="203200" y="50800"/>
                  </a:moveTo>
                  <a:lnTo>
                    <a:pt x="152400" y="50800"/>
                  </a:lnTo>
                  <a:lnTo>
                    <a:pt x="152400" y="63500"/>
                  </a:lnTo>
                  <a:lnTo>
                    <a:pt x="203200" y="63500"/>
                  </a:lnTo>
                  <a:lnTo>
                    <a:pt x="203200" y="50800"/>
                  </a:lnTo>
                  <a:close/>
                </a:path>
                <a:path w="2362200" h="114300">
                  <a:moveTo>
                    <a:pt x="279400" y="50800"/>
                  </a:moveTo>
                  <a:lnTo>
                    <a:pt x="228600" y="50800"/>
                  </a:lnTo>
                  <a:lnTo>
                    <a:pt x="228600" y="63500"/>
                  </a:lnTo>
                  <a:lnTo>
                    <a:pt x="279400" y="63500"/>
                  </a:lnTo>
                  <a:lnTo>
                    <a:pt x="279400" y="50800"/>
                  </a:lnTo>
                  <a:close/>
                </a:path>
                <a:path w="2362200" h="114300">
                  <a:moveTo>
                    <a:pt x="355600" y="50800"/>
                  </a:moveTo>
                  <a:lnTo>
                    <a:pt x="304800" y="50800"/>
                  </a:lnTo>
                  <a:lnTo>
                    <a:pt x="304800" y="63500"/>
                  </a:lnTo>
                  <a:lnTo>
                    <a:pt x="355600" y="63500"/>
                  </a:lnTo>
                  <a:lnTo>
                    <a:pt x="355600" y="50800"/>
                  </a:lnTo>
                  <a:close/>
                </a:path>
                <a:path w="2362200" h="114300">
                  <a:moveTo>
                    <a:pt x="431800" y="50800"/>
                  </a:moveTo>
                  <a:lnTo>
                    <a:pt x="381000" y="50800"/>
                  </a:lnTo>
                  <a:lnTo>
                    <a:pt x="381000" y="63500"/>
                  </a:lnTo>
                  <a:lnTo>
                    <a:pt x="431800" y="63500"/>
                  </a:lnTo>
                  <a:lnTo>
                    <a:pt x="431800" y="50800"/>
                  </a:lnTo>
                  <a:close/>
                </a:path>
                <a:path w="2362200" h="114300">
                  <a:moveTo>
                    <a:pt x="508000" y="50800"/>
                  </a:moveTo>
                  <a:lnTo>
                    <a:pt x="457200" y="50800"/>
                  </a:lnTo>
                  <a:lnTo>
                    <a:pt x="457200" y="63500"/>
                  </a:lnTo>
                  <a:lnTo>
                    <a:pt x="508000" y="63500"/>
                  </a:lnTo>
                  <a:lnTo>
                    <a:pt x="508000" y="50800"/>
                  </a:lnTo>
                  <a:close/>
                </a:path>
                <a:path w="2362200" h="114300">
                  <a:moveTo>
                    <a:pt x="584200" y="50800"/>
                  </a:moveTo>
                  <a:lnTo>
                    <a:pt x="533400" y="50800"/>
                  </a:lnTo>
                  <a:lnTo>
                    <a:pt x="533400" y="63500"/>
                  </a:lnTo>
                  <a:lnTo>
                    <a:pt x="584200" y="63500"/>
                  </a:lnTo>
                  <a:lnTo>
                    <a:pt x="584200" y="50800"/>
                  </a:lnTo>
                  <a:close/>
                </a:path>
                <a:path w="2362200" h="114300">
                  <a:moveTo>
                    <a:pt x="660400" y="50800"/>
                  </a:moveTo>
                  <a:lnTo>
                    <a:pt x="609600" y="50800"/>
                  </a:lnTo>
                  <a:lnTo>
                    <a:pt x="609600" y="63500"/>
                  </a:lnTo>
                  <a:lnTo>
                    <a:pt x="660400" y="63500"/>
                  </a:lnTo>
                  <a:lnTo>
                    <a:pt x="660400" y="50800"/>
                  </a:lnTo>
                  <a:close/>
                </a:path>
                <a:path w="2362200" h="114300">
                  <a:moveTo>
                    <a:pt x="736600" y="50800"/>
                  </a:moveTo>
                  <a:lnTo>
                    <a:pt x="685800" y="50800"/>
                  </a:lnTo>
                  <a:lnTo>
                    <a:pt x="685800" y="63500"/>
                  </a:lnTo>
                  <a:lnTo>
                    <a:pt x="736600" y="63500"/>
                  </a:lnTo>
                  <a:lnTo>
                    <a:pt x="736600" y="50800"/>
                  </a:lnTo>
                  <a:close/>
                </a:path>
                <a:path w="2362200" h="114300">
                  <a:moveTo>
                    <a:pt x="812800" y="50800"/>
                  </a:moveTo>
                  <a:lnTo>
                    <a:pt x="762000" y="50800"/>
                  </a:lnTo>
                  <a:lnTo>
                    <a:pt x="762000" y="63500"/>
                  </a:lnTo>
                  <a:lnTo>
                    <a:pt x="812800" y="63500"/>
                  </a:lnTo>
                  <a:lnTo>
                    <a:pt x="812800" y="50800"/>
                  </a:lnTo>
                  <a:close/>
                </a:path>
                <a:path w="2362200" h="114300">
                  <a:moveTo>
                    <a:pt x="889000" y="50800"/>
                  </a:moveTo>
                  <a:lnTo>
                    <a:pt x="838200" y="50800"/>
                  </a:lnTo>
                  <a:lnTo>
                    <a:pt x="838200" y="63500"/>
                  </a:lnTo>
                  <a:lnTo>
                    <a:pt x="889000" y="63500"/>
                  </a:lnTo>
                  <a:lnTo>
                    <a:pt x="889000" y="50800"/>
                  </a:lnTo>
                  <a:close/>
                </a:path>
                <a:path w="2362200" h="114300">
                  <a:moveTo>
                    <a:pt x="965200" y="50800"/>
                  </a:moveTo>
                  <a:lnTo>
                    <a:pt x="914400" y="50800"/>
                  </a:lnTo>
                  <a:lnTo>
                    <a:pt x="914400" y="63500"/>
                  </a:lnTo>
                  <a:lnTo>
                    <a:pt x="965200" y="63500"/>
                  </a:lnTo>
                  <a:lnTo>
                    <a:pt x="965200" y="50800"/>
                  </a:lnTo>
                  <a:close/>
                </a:path>
                <a:path w="2362200" h="114300">
                  <a:moveTo>
                    <a:pt x="1041400" y="50800"/>
                  </a:moveTo>
                  <a:lnTo>
                    <a:pt x="990600" y="50800"/>
                  </a:lnTo>
                  <a:lnTo>
                    <a:pt x="990600" y="63500"/>
                  </a:lnTo>
                  <a:lnTo>
                    <a:pt x="1041400" y="63500"/>
                  </a:lnTo>
                  <a:lnTo>
                    <a:pt x="1041400" y="50800"/>
                  </a:lnTo>
                  <a:close/>
                </a:path>
                <a:path w="2362200" h="114300">
                  <a:moveTo>
                    <a:pt x="1117600" y="50800"/>
                  </a:moveTo>
                  <a:lnTo>
                    <a:pt x="1066800" y="50800"/>
                  </a:lnTo>
                  <a:lnTo>
                    <a:pt x="1066800" y="63500"/>
                  </a:lnTo>
                  <a:lnTo>
                    <a:pt x="1117600" y="63500"/>
                  </a:lnTo>
                  <a:lnTo>
                    <a:pt x="1117600" y="50800"/>
                  </a:lnTo>
                  <a:close/>
                </a:path>
                <a:path w="2362200" h="114300">
                  <a:moveTo>
                    <a:pt x="1193800" y="50800"/>
                  </a:moveTo>
                  <a:lnTo>
                    <a:pt x="1143000" y="50800"/>
                  </a:lnTo>
                  <a:lnTo>
                    <a:pt x="1143000" y="63500"/>
                  </a:lnTo>
                  <a:lnTo>
                    <a:pt x="1193800" y="63500"/>
                  </a:lnTo>
                  <a:lnTo>
                    <a:pt x="1193800" y="50800"/>
                  </a:lnTo>
                  <a:close/>
                </a:path>
                <a:path w="2362200" h="114300">
                  <a:moveTo>
                    <a:pt x="1270000" y="50800"/>
                  </a:moveTo>
                  <a:lnTo>
                    <a:pt x="1219200" y="50800"/>
                  </a:lnTo>
                  <a:lnTo>
                    <a:pt x="1219200" y="63500"/>
                  </a:lnTo>
                  <a:lnTo>
                    <a:pt x="1270000" y="63500"/>
                  </a:lnTo>
                  <a:lnTo>
                    <a:pt x="1270000" y="50800"/>
                  </a:lnTo>
                  <a:close/>
                </a:path>
                <a:path w="2362200" h="114300">
                  <a:moveTo>
                    <a:pt x="1346200" y="50800"/>
                  </a:moveTo>
                  <a:lnTo>
                    <a:pt x="1295400" y="50800"/>
                  </a:lnTo>
                  <a:lnTo>
                    <a:pt x="1295400" y="63500"/>
                  </a:lnTo>
                  <a:lnTo>
                    <a:pt x="1346200" y="63500"/>
                  </a:lnTo>
                  <a:lnTo>
                    <a:pt x="1346200" y="50800"/>
                  </a:lnTo>
                  <a:close/>
                </a:path>
                <a:path w="2362200" h="114300">
                  <a:moveTo>
                    <a:pt x="1422400" y="50800"/>
                  </a:moveTo>
                  <a:lnTo>
                    <a:pt x="1371600" y="50800"/>
                  </a:lnTo>
                  <a:lnTo>
                    <a:pt x="1371600" y="63500"/>
                  </a:lnTo>
                  <a:lnTo>
                    <a:pt x="1422400" y="63500"/>
                  </a:lnTo>
                  <a:lnTo>
                    <a:pt x="1422400" y="50800"/>
                  </a:lnTo>
                  <a:close/>
                </a:path>
                <a:path w="2362200" h="114300">
                  <a:moveTo>
                    <a:pt x="1498600" y="50800"/>
                  </a:moveTo>
                  <a:lnTo>
                    <a:pt x="1447800" y="50800"/>
                  </a:lnTo>
                  <a:lnTo>
                    <a:pt x="1447800" y="63500"/>
                  </a:lnTo>
                  <a:lnTo>
                    <a:pt x="1498600" y="63500"/>
                  </a:lnTo>
                  <a:lnTo>
                    <a:pt x="1498600" y="50800"/>
                  </a:lnTo>
                  <a:close/>
                </a:path>
                <a:path w="2362200" h="114300">
                  <a:moveTo>
                    <a:pt x="1574800" y="50800"/>
                  </a:moveTo>
                  <a:lnTo>
                    <a:pt x="1524000" y="50800"/>
                  </a:lnTo>
                  <a:lnTo>
                    <a:pt x="1524000" y="63500"/>
                  </a:lnTo>
                  <a:lnTo>
                    <a:pt x="1574800" y="63500"/>
                  </a:lnTo>
                  <a:lnTo>
                    <a:pt x="1574800" y="50800"/>
                  </a:lnTo>
                  <a:close/>
                </a:path>
                <a:path w="2362200" h="114300">
                  <a:moveTo>
                    <a:pt x="1651000" y="50800"/>
                  </a:moveTo>
                  <a:lnTo>
                    <a:pt x="1600200" y="50800"/>
                  </a:lnTo>
                  <a:lnTo>
                    <a:pt x="1600200" y="63500"/>
                  </a:lnTo>
                  <a:lnTo>
                    <a:pt x="1651000" y="63500"/>
                  </a:lnTo>
                  <a:lnTo>
                    <a:pt x="1651000" y="50800"/>
                  </a:lnTo>
                  <a:close/>
                </a:path>
                <a:path w="2362200" h="114300">
                  <a:moveTo>
                    <a:pt x="1727200" y="50800"/>
                  </a:moveTo>
                  <a:lnTo>
                    <a:pt x="1676400" y="50800"/>
                  </a:lnTo>
                  <a:lnTo>
                    <a:pt x="1676400" y="63500"/>
                  </a:lnTo>
                  <a:lnTo>
                    <a:pt x="1727200" y="63500"/>
                  </a:lnTo>
                  <a:lnTo>
                    <a:pt x="1727200" y="50800"/>
                  </a:lnTo>
                  <a:close/>
                </a:path>
                <a:path w="2362200" h="114300">
                  <a:moveTo>
                    <a:pt x="1803400" y="50800"/>
                  </a:moveTo>
                  <a:lnTo>
                    <a:pt x="1752600" y="50800"/>
                  </a:lnTo>
                  <a:lnTo>
                    <a:pt x="1752600" y="63500"/>
                  </a:lnTo>
                  <a:lnTo>
                    <a:pt x="1803400" y="63500"/>
                  </a:lnTo>
                  <a:lnTo>
                    <a:pt x="1803400" y="50800"/>
                  </a:lnTo>
                  <a:close/>
                </a:path>
                <a:path w="2362200" h="114300">
                  <a:moveTo>
                    <a:pt x="1879600" y="50800"/>
                  </a:moveTo>
                  <a:lnTo>
                    <a:pt x="1828800" y="50800"/>
                  </a:lnTo>
                  <a:lnTo>
                    <a:pt x="1828800" y="63500"/>
                  </a:lnTo>
                  <a:lnTo>
                    <a:pt x="1879600" y="63500"/>
                  </a:lnTo>
                  <a:lnTo>
                    <a:pt x="1879600" y="50800"/>
                  </a:lnTo>
                  <a:close/>
                </a:path>
                <a:path w="2362200" h="114300">
                  <a:moveTo>
                    <a:pt x="1955800" y="50800"/>
                  </a:moveTo>
                  <a:lnTo>
                    <a:pt x="1905000" y="50800"/>
                  </a:lnTo>
                  <a:lnTo>
                    <a:pt x="1905000" y="63500"/>
                  </a:lnTo>
                  <a:lnTo>
                    <a:pt x="1955800" y="63500"/>
                  </a:lnTo>
                  <a:lnTo>
                    <a:pt x="1955800" y="50800"/>
                  </a:lnTo>
                  <a:close/>
                </a:path>
                <a:path w="2362200" h="114300">
                  <a:moveTo>
                    <a:pt x="2032000" y="50800"/>
                  </a:moveTo>
                  <a:lnTo>
                    <a:pt x="1981200" y="50800"/>
                  </a:lnTo>
                  <a:lnTo>
                    <a:pt x="1981200" y="63500"/>
                  </a:lnTo>
                  <a:lnTo>
                    <a:pt x="2032000" y="63500"/>
                  </a:lnTo>
                  <a:lnTo>
                    <a:pt x="2032000" y="50800"/>
                  </a:lnTo>
                  <a:close/>
                </a:path>
                <a:path w="2362200" h="114300">
                  <a:moveTo>
                    <a:pt x="2108200" y="50800"/>
                  </a:moveTo>
                  <a:lnTo>
                    <a:pt x="2057400" y="50800"/>
                  </a:lnTo>
                  <a:lnTo>
                    <a:pt x="2057400" y="63500"/>
                  </a:lnTo>
                  <a:lnTo>
                    <a:pt x="2108200" y="63500"/>
                  </a:lnTo>
                  <a:lnTo>
                    <a:pt x="2108200" y="50800"/>
                  </a:lnTo>
                  <a:close/>
                </a:path>
                <a:path w="2362200" h="114300">
                  <a:moveTo>
                    <a:pt x="2184400" y="50800"/>
                  </a:moveTo>
                  <a:lnTo>
                    <a:pt x="2133600" y="50800"/>
                  </a:lnTo>
                  <a:lnTo>
                    <a:pt x="2133600" y="63500"/>
                  </a:lnTo>
                  <a:lnTo>
                    <a:pt x="2184400" y="63500"/>
                  </a:lnTo>
                  <a:lnTo>
                    <a:pt x="2184400" y="5080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72" name="object 372"/>
            <p:cNvSpPr/>
            <p:nvPr/>
          </p:nvSpPr>
          <p:spPr>
            <a:xfrm>
              <a:off x="5105400" y="12420599"/>
              <a:ext cx="3429000" cy="1016000"/>
            </a:xfrm>
            <a:custGeom>
              <a:avLst/>
              <a:gdLst/>
              <a:ahLst/>
              <a:cxnLst/>
              <a:rect l="l" t="t" r="r" b="b"/>
              <a:pathLst>
                <a:path w="3429000" h="1016000">
                  <a:moveTo>
                    <a:pt x="723900" y="501650"/>
                  </a:moveTo>
                  <a:lnTo>
                    <a:pt x="717321" y="452704"/>
                  </a:lnTo>
                  <a:lnTo>
                    <a:pt x="698754" y="408711"/>
                  </a:lnTo>
                  <a:lnTo>
                    <a:pt x="669963" y="371436"/>
                  </a:lnTo>
                  <a:lnTo>
                    <a:pt x="632688" y="342646"/>
                  </a:lnTo>
                  <a:lnTo>
                    <a:pt x="588695" y="324078"/>
                  </a:lnTo>
                  <a:lnTo>
                    <a:pt x="539750" y="317500"/>
                  </a:lnTo>
                  <a:lnTo>
                    <a:pt x="184150" y="317500"/>
                  </a:lnTo>
                  <a:lnTo>
                    <a:pt x="135191" y="324078"/>
                  </a:lnTo>
                  <a:lnTo>
                    <a:pt x="91198" y="342646"/>
                  </a:lnTo>
                  <a:lnTo>
                    <a:pt x="53924" y="371436"/>
                  </a:lnTo>
                  <a:lnTo>
                    <a:pt x="25133" y="408711"/>
                  </a:lnTo>
                  <a:lnTo>
                    <a:pt x="6565" y="452704"/>
                  </a:lnTo>
                  <a:lnTo>
                    <a:pt x="0" y="501650"/>
                  </a:lnTo>
                  <a:lnTo>
                    <a:pt x="6565" y="550608"/>
                  </a:lnTo>
                  <a:lnTo>
                    <a:pt x="25133" y="594601"/>
                  </a:lnTo>
                  <a:lnTo>
                    <a:pt x="53924" y="631875"/>
                  </a:lnTo>
                  <a:lnTo>
                    <a:pt x="91198" y="660666"/>
                  </a:lnTo>
                  <a:lnTo>
                    <a:pt x="135191" y="679234"/>
                  </a:lnTo>
                  <a:lnTo>
                    <a:pt x="184150" y="685800"/>
                  </a:lnTo>
                  <a:lnTo>
                    <a:pt x="539750" y="685800"/>
                  </a:lnTo>
                  <a:lnTo>
                    <a:pt x="588695" y="679234"/>
                  </a:lnTo>
                  <a:lnTo>
                    <a:pt x="632688" y="660666"/>
                  </a:lnTo>
                  <a:lnTo>
                    <a:pt x="669963" y="631875"/>
                  </a:lnTo>
                  <a:lnTo>
                    <a:pt x="698754" y="594601"/>
                  </a:lnTo>
                  <a:lnTo>
                    <a:pt x="717321" y="550608"/>
                  </a:lnTo>
                  <a:lnTo>
                    <a:pt x="723900" y="501650"/>
                  </a:lnTo>
                  <a:close/>
                </a:path>
                <a:path w="3429000" h="1016000">
                  <a:moveTo>
                    <a:pt x="1574800" y="831850"/>
                  </a:moveTo>
                  <a:lnTo>
                    <a:pt x="1568221" y="782904"/>
                  </a:lnTo>
                  <a:lnTo>
                    <a:pt x="1549654" y="738911"/>
                  </a:lnTo>
                  <a:lnTo>
                    <a:pt x="1520863" y="701636"/>
                  </a:lnTo>
                  <a:lnTo>
                    <a:pt x="1483588" y="672846"/>
                  </a:lnTo>
                  <a:lnTo>
                    <a:pt x="1439595" y="654278"/>
                  </a:lnTo>
                  <a:lnTo>
                    <a:pt x="1390650" y="647700"/>
                  </a:lnTo>
                  <a:lnTo>
                    <a:pt x="946150" y="647700"/>
                  </a:lnTo>
                  <a:lnTo>
                    <a:pt x="897191" y="654278"/>
                  </a:lnTo>
                  <a:lnTo>
                    <a:pt x="853198" y="672846"/>
                  </a:lnTo>
                  <a:lnTo>
                    <a:pt x="815924" y="701636"/>
                  </a:lnTo>
                  <a:lnTo>
                    <a:pt x="787133" y="738911"/>
                  </a:lnTo>
                  <a:lnTo>
                    <a:pt x="768565" y="782904"/>
                  </a:lnTo>
                  <a:lnTo>
                    <a:pt x="762000" y="831850"/>
                  </a:lnTo>
                  <a:lnTo>
                    <a:pt x="768565" y="880808"/>
                  </a:lnTo>
                  <a:lnTo>
                    <a:pt x="787133" y="924801"/>
                  </a:lnTo>
                  <a:lnTo>
                    <a:pt x="815924" y="962075"/>
                  </a:lnTo>
                  <a:lnTo>
                    <a:pt x="853198" y="990866"/>
                  </a:lnTo>
                  <a:lnTo>
                    <a:pt x="897191" y="1009434"/>
                  </a:lnTo>
                  <a:lnTo>
                    <a:pt x="946150" y="1016000"/>
                  </a:lnTo>
                  <a:lnTo>
                    <a:pt x="1390650" y="1016000"/>
                  </a:lnTo>
                  <a:lnTo>
                    <a:pt x="1439595" y="1009434"/>
                  </a:lnTo>
                  <a:lnTo>
                    <a:pt x="1483588" y="990866"/>
                  </a:lnTo>
                  <a:lnTo>
                    <a:pt x="1520863" y="962075"/>
                  </a:lnTo>
                  <a:lnTo>
                    <a:pt x="1549654" y="924801"/>
                  </a:lnTo>
                  <a:lnTo>
                    <a:pt x="1568221" y="880808"/>
                  </a:lnTo>
                  <a:lnTo>
                    <a:pt x="1574800" y="831850"/>
                  </a:lnTo>
                  <a:close/>
                </a:path>
                <a:path w="3429000" h="1016000">
                  <a:moveTo>
                    <a:pt x="1574800" y="184150"/>
                  </a:moveTo>
                  <a:lnTo>
                    <a:pt x="1568221" y="135204"/>
                  </a:lnTo>
                  <a:lnTo>
                    <a:pt x="1549654" y="91211"/>
                  </a:lnTo>
                  <a:lnTo>
                    <a:pt x="1520863" y="53936"/>
                  </a:lnTo>
                  <a:lnTo>
                    <a:pt x="1483588" y="25146"/>
                  </a:lnTo>
                  <a:lnTo>
                    <a:pt x="1439595" y="6578"/>
                  </a:lnTo>
                  <a:lnTo>
                    <a:pt x="1390650" y="0"/>
                  </a:lnTo>
                  <a:lnTo>
                    <a:pt x="946150" y="0"/>
                  </a:lnTo>
                  <a:lnTo>
                    <a:pt x="897191" y="6578"/>
                  </a:lnTo>
                  <a:lnTo>
                    <a:pt x="853198" y="25146"/>
                  </a:lnTo>
                  <a:lnTo>
                    <a:pt x="815924" y="53936"/>
                  </a:lnTo>
                  <a:lnTo>
                    <a:pt x="787133" y="91211"/>
                  </a:lnTo>
                  <a:lnTo>
                    <a:pt x="768565" y="135204"/>
                  </a:lnTo>
                  <a:lnTo>
                    <a:pt x="762000" y="184150"/>
                  </a:lnTo>
                  <a:lnTo>
                    <a:pt x="768565" y="233108"/>
                  </a:lnTo>
                  <a:lnTo>
                    <a:pt x="787133" y="277101"/>
                  </a:lnTo>
                  <a:lnTo>
                    <a:pt x="815924" y="314375"/>
                  </a:lnTo>
                  <a:lnTo>
                    <a:pt x="853198" y="343166"/>
                  </a:lnTo>
                  <a:lnTo>
                    <a:pt x="897191" y="361734"/>
                  </a:lnTo>
                  <a:lnTo>
                    <a:pt x="946150" y="368300"/>
                  </a:lnTo>
                  <a:lnTo>
                    <a:pt x="1390650" y="368300"/>
                  </a:lnTo>
                  <a:lnTo>
                    <a:pt x="1439595" y="361734"/>
                  </a:lnTo>
                  <a:lnTo>
                    <a:pt x="1483588" y="343166"/>
                  </a:lnTo>
                  <a:lnTo>
                    <a:pt x="1520863" y="314375"/>
                  </a:lnTo>
                  <a:lnTo>
                    <a:pt x="1549654" y="277101"/>
                  </a:lnTo>
                  <a:lnTo>
                    <a:pt x="1568221" y="233108"/>
                  </a:lnTo>
                  <a:lnTo>
                    <a:pt x="1574800" y="184150"/>
                  </a:lnTo>
                  <a:close/>
                </a:path>
                <a:path w="3429000" h="1016000">
                  <a:moveTo>
                    <a:pt x="2476500" y="831850"/>
                  </a:moveTo>
                  <a:lnTo>
                    <a:pt x="2469921" y="782904"/>
                  </a:lnTo>
                  <a:lnTo>
                    <a:pt x="2451354" y="738911"/>
                  </a:lnTo>
                  <a:lnTo>
                    <a:pt x="2422563" y="701636"/>
                  </a:lnTo>
                  <a:lnTo>
                    <a:pt x="2385288" y="672846"/>
                  </a:lnTo>
                  <a:lnTo>
                    <a:pt x="2341295" y="654278"/>
                  </a:lnTo>
                  <a:lnTo>
                    <a:pt x="2292350" y="647700"/>
                  </a:lnTo>
                  <a:lnTo>
                    <a:pt x="1847850" y="647700"/>
                  </a:lnTo>
                  <a:lnTo>
                    <a:pt x="1798891" y="654278"/>
                  </a:lnTo>
                  <a:lnTo>
                    <a:pt x="1754898" y="672846"/>
                  </a:lnTo>
                  <a:lnTo>
                    <a:pt x="1717624" y="701636"/>
                  </a:lnTo>
                  <a:lnTo>
                    <a:pt x="1688833" y="738911"/>
                  </a:lnTo>
                  <a:lnTo>
                    <a:pt x="1670265" y="782904"/>
                  </a:lnTo>
                  <a:lnTo>
                    <a:pt x="1663700" y="831850"/>
                  </a:lnTo>
                  <a:lnTo>
                    <a:pt x="1670265" y="880808"/>
                  </a:lnTo>
                  <a:lnTo>
                    <a:pt x="1688833" y="924801"/>
                  </a:lnTo>
                  <a:lnTo>
                    <a:pt x="1717624" y="962075"/>
                  </a:lnTo>
                  <a:lnTo>
                    <a:pt x="1754898" y="990866"/>
                  </a:lnTo>
                  <a:lnTo>
                    <a:pt x="1798891" y="1009434"/>
                  </a:lnTo>
                  <a:lnTo>
                    <a:pt x="1847850" y="1016000"/>
                  </a:lnTo>
                  <a:lnTo>
                    <a:pt x="2292350" y="1016000"/>
                  </a:lnTo>
                  <a:lnTo>
                    <a:pt x="2341295" y="1009434"/>
                  </a:lnTo>
                  <a:lnTo>
                    <a:pt x="2385288" y="990866"/>
                  </a:lnTo>
                  <a:lnTo>
                    <a:pt x="2422563" y="962075"/>
                  </a:lnTo>
                  <a:lnTo>
                    <a:pt x="2451354" y="924801"/>
                  </a:lnTo>
                  <a:lnTo>
                    <a:pt x="2469921" y="880808"/>
                  </a:lnTo>
                  <a:lnTo>
                    <a:pt x="2476500" y="831850"/>
                  </a:lnTo>
                  <a:close/>
                </a:path>
                <a:path w="3429000" h="1016000">
                  <a:moveTo>
                    <a:pt x="2476500" y="184150"/>
                  </a:moveTo>
                  <a:lnTo>
                    <a:pt x="2469921" y="135204"/>
                  </a:lnTo>
                  <a:lnTo>
                    <a:pt x="2451354" y="91211"/>
                  </a:lnTo>
                  <a:lnTo>
                    <a:pt x="2422563" y="53936"/>
                  </a:lnTo>
                  <a:lnTo>
                    <a:pt x="2385288" y="25146"/>
                  </a:lnTo>
                  <a:lnTo>
                    <a:pt x="2341295" y="6578"/>
                  </a:lnTo>
                  <a:lnTo>
                    <a:pt x="2292350" y="0"/>
                  </a:lnTo>
                  <a:lnTo>
                    <a:pt x="1847850" y="0"/>
                  </a:lnTo>
                  <a:lnTo>
                    <a:pt x="1798891" y="6578"/>
                  </a:lnTo>
                  <a:lnTo>
                    <a:pt x="1754898" y="25146"/>
                  </a:lnTo>
                  <a:lnTo>
                    <a:pt x="1717624" y="53936"/>
                  </a:lnTo>
                  <a:lnTo>
                    <a:pt x="1688833" y="91211"/>
                  </a:lnTo>
                  <a:lnTo>
                    <a:pt x="1670265" y="135204"/>
                  </a:lnTo>
                  <a:lnTo>
                    <a:pt x="1663700" y="184150"/>
                  </a:lnTo>
                  <a:lnTo>
                    <a:pt x="1670265" y="233108"/>
                  </a:lnTo>
                  <a:lnTo>
                    <a:pt x="1688833" y="277101"/>
                  </a:lnTo>
                  <a:lnTo>
                    <a:pt x="1717624" y="314375"/>
                  </a:lnTo>
                  <a:lnTo>
                    <a:pt x="1754898" y="343166"/>
                  </a:lnTo>
                  <a:lnTo>
                    <a:pt x="1798891" y="361734"/>
                  </a:lnTo>
                  <a:lnTo>
                    <a:pt x="1847850" y="368300"/>
                  </a:lnTo>
                  <a:lnTo>
                    <a:pt x="2292350" y="368300"/>
                  </a:lnTo>
                  <a:lnTo>
                    <a:pt x="2341295" y="361734"/>
                  </a:lnTo>
                  <a:lnTo>
                    <a:pt x="2385288" y="343166"/>
                  </a:lnTo>
                  <a:lnTo>
                    <a:pt x="2422563" y="314375"/>
                  </a:lnTo>
                  <a:lnTo>
                    <a:pt x="2451354" y="277101"/>
                  </a:lnTo>
                  <a:lnTo>
                    <a:pt x="2469921" y="233108"/>
                  </a:lnTo>
                  <a:lnTo>
                    <a:pt x="2476500" y="184150"/>
                  </a:lnTo>
                  <a:close/>
                </a:path>
                <a:path w="3429000" h="1016000">
                  <a:moveTo>
                    <a:pt x="3429000" y="831850"/>
                  </a:moveTo>
                  <a:lnTo>
                    <a:pt x="3422421" y="782904"/>
                  </a:lnTo>
                  <a:lnTo>
                    <a:pt x="3403854" y="738911"/>
                  </a:lnTo>
                  <a:lnTo>
                    <a:pt x="3375063" y="701636"/>
                  </a:lnTo>
                  <a:lnTo>
                    <a:pt x="3337788" y="672846"/>
                  </a:lnTo>
                  <a:lnTo>
                    <a:pt x="3293795" y="654278"/>
                  </a:lnTo>
                  <a:lnTo>
                    <a:pt x="3244850" y="647700"/>
                  </a:lnTo>
                  <a:lnTo>
                    <a:pt x="2800350" y="647700"/>
                  </a:lnTo>
                  <a:lnTo>
                    <a:pt x="2751391" y="654278"/>
                  </a:lnTo>
                  <a:lnTo>
                    <a:pt x="2707398" y="672846"/>
                  </a:lnTo>
                  <a:lnTo>
                    <a:pt x="2670124" y="701636"/>
                  </a:lnTo>
                  <a:lnTo>
                    <a:pt x="2641333" y="738911"/>
                  </a:lnTo>
                  <a:lnTo>
                    <a:pt x="2622766" y="782904"/>
                  </a:lnTo>
                  <a:lnTo>
                    <a:pt x="2616200" y="831850"/>
                  </a:lnTo>
                  <a:lnTo>
                    <a:pt x="2622766" y="880808"/>
                  </a:lnTo>
                  <a:lnTo>
                    <a:pt x="2641333" y="924801"/>
                  </a:lnTo>
                  <a:lnTo>
                    <a:pt x="2670124" y="962075"/>
                  </a:lnTo>
                  <a:lnTo>
                    <a:pt x="2707398" y="990866"/>
                  </a:lnTo>
                  <a:lnTo>
                    <a:pt x="2751391" y="1009434"/>
                  </a:lnTo>
                  <a:lnTo>
                    <a:pt x="2800350" y="1016000"/>
                  </a:lnTo>
                  <a:lnTo>
                    <a:pt x="3244850" y="1016000"/>
                  </a:lnTo>
                  <a:lnTo>
                    <a:pt x="3293795" y="1009434"/>
                  </a:lnTo>
                  <a:lnTo>
                    <a:pt x="3337788" y="990866"/>
                  </a:lnTo>
                  <a:lnTo>
                    <a:pt x="3375063" y="962075"/>
                  </a:lnTo>
                  <a:lnTo>
                    <a:pt x="3403854" y="924801"/>
                  </a:lnTo>
                  <a:lnTo>
                    <a:pt x="3422421" y="880808"/>
                  </a:lnTo>
                  <a:lnTo>
                    <a:pt x="3429000" y="83185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373" name="object 373"/>
          <p:cNvSpPr txBox="1"/>
          <p:nvPr/>
        </p:nvSpPr>
        <p:spPr>
          <a:xfrm>
            <a:off x="4835663" y="4514850"/>
            <a:ext cx="1081723" cy="380365"/>
          </a:xfrm>
          <a:prstGeom prst="rect">
            <a:avLst/>
          </a:prstGeom>
        </p:spPr>
        <p:txBody>
          <a:bodyPr vert="horz" wrap="square" lIns="0" tIns="24130" rIns="0" bIns="0" rtlCol="0">
            <a:spAutoFit/>
          </a:bodyPr>
          <a:lstStyle/>
          <a:p>
            <a:pPr marL="320675" marR="2540" indent="-311150">
              <a:lnSpc>
                <a:spcPts val="700"/>
              </a:lnSpc>
              <a:spcBef>
                <a:spcPts val="190"/>
              </a:spcBef>
            </a:pPr>
            <a:r>
              <a:rPr sz="700" spc="-8"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重点做第二象限的事，为其</a:t>
            </a:r>
            <a:r>
              <a:rPr sz="70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制定周计划</a:t>
            </a:r>
            <a:endParaRPr sz="700" dirty="0">
              <a:latin typeface="江城圆体 400W" panose="020B0800000000000000" pitchFamily="34" charset="-128"/>
              <a:ea typeface="江城圆体 400W" panose="020B0800000000000000" pitchFamily="34" charset="-128"/>
              <a:cs typeface="PMingLiU" panose="02020500000000000000" charset="-120"/>
            </a:endParaRPr>
          </a:p>
          <a:p>
            <a:pPr>
              <a:spcBef>
                <a:spcPts val="25"/>
              </a:spcBef>
            </a:pPr>
            <a:endParaRPr sz="525" dirty="0">
              <a:latin typeface="江城圆体 400W" panose="020B0800000000000000" pitchFamily="34" charset="-128"/>
              <a:ea typeface="江城圆体 400W" panose="020B0800000000000000" pitchFamily="34" charset="-128"/>
              <a:cs typeface="PMingLiU" panose="02020500000000000000" charset="-120"/>
            </a:endParaRPr>
          </a:p>
          <a:p>
            <a:pPr marL="6350">
              <a:tabLst>
                <a:tab pos="494665" algn="l"/>
                <a:tab pos="894715" algn="l"/>
              </a:tabLst>
            </a:pPr>
            <a:r>
              <a:rPr sz="600" spc="-5" dirty="0">
                <a:solidFill>
                  <a:srgbClr val="212121"/>
                </a:solidFill>
                <a:latin typeface="江城圆体 400W" panose="020B0800000000000000" pitchFamily="34" charset="-128"/>
                <a:ea typeface="江城圆体 400W" panose="020B0800000000000000" pitchFamily="34" charset="-128"/>
                <a:cs typeface="Microsoft JhengHei"/>
              </a:rPr>
              <a:t>角</a:t>
            </a:r>
            <a:r>
              <a:rPr sz="600" spc="-25" dirty="0">
                <a:solidFill>
                  <a:srgbClr val="212121"/>
                </a:solidFill>
                <a:latin typeface="江城圆体 400W" panose="020B0800000000000000" pitchFamily="34" charset="-128"/>
                <a:ea typeface="江城圆体 400W" panose="020B0800000000000000" pitchFamily="34" charset="-128"/>
                <a:cs typeface="Microsoft JhengHei"/>
              </a:rPr>
              <a:t>色</a:t>
            </a:r>
            <a:r>
              <a:rPr sz="600" dirty="0">
                <a:solidFill>
                  <a:srgbClr val="212121"/>
                </a:solidFill>
                <a:latin typeface="江城圆体 400W" panose="020B0800000000000000" pitchFamily="34" charset="-128"/>
                <a:ea typeface="江城圆体 400W" panose="020B0800000000000000" pitchFamily="34" charset="-128"/>
                <a:cs typeface="Microsoft JhengHei"/>
              </a:rPr>
              <a:t>	</a:t>
            </a:r>
            <a:r>
              <a:rPr sz="600" spc="-5" dirty="0">
                <a:solidFill>
                  <a:srgbClr val="212121"/>
                </a:solidFill>
                <a:latin typeface="江城圆体 400W" panose="020B0800000000000000" pitchFamily="34" charset="-128"/>
                <a:ea typeface="江城圆体 400W" panose="020B0800000000000000" pitchFamily="34" charset="-128"/>
                <a:cs typeface="Microsoft JhengHei"/>
              </a:rPr>
              <a:t>目</a:t>
            </a:r>
            <a:r>
              <a:rPr sz="600" spc="-25" dirty="0">
                <a:solidFill>
                  <a:srgbClr val="212121"/>
                </a:solidFill>
                <a:latin typeface="江城圆体 400W" panose="020B0800000000000000" pitchFamily="34" charset="-128"/>
                <a:ea typeface="江城圆体 400W" panose="020B0800000000000000" pitchFamily="34" charset="-128"/>
                <a:cs typeface="Microsoft JhengHei"/>
              </a:rPr>
              <a:t>标</a:t>
            </a:r>
            <a:r>
              <a:rPr sz="600" dirty="0">
                <a:solidFill>
                  <a:srgbClr val="212121"/>
                </a:solidFill>
                <a:latin typeface="江城圆体 400W" panose="020B0800000000000000" pitchFamily="34" charset="-128"/>
                <a:ea typeface="江城圆体 400W" panose="020B0800000000000000" pitchFamily="34" charset="-128"/>
                <a:cs typeface="Microsoft JhengHei"/>
              </a:rPr>
              <a:t>	</a:t>
            </a:r>
            <a:r>
              <a:rPr sz="600" spc="-5" dirty="0">
                <a:solidFill>
                  <a:srgbClr val="212121"/>
                </a:solidFill>
                <a:latin typeface="江城圆体 400W" panose="020B0800000000000000" pitchFamily="34" charset="-128"/>
                <a:ea typeface="江城圆体 400W" panose="020B0800000000000000" pitchFamily="34" charset="-128"/>
                <a:cs typeface="Microsoft JhengHei"/>
              </a:rPr>
              <a:t>计</a:t>
            </a:r>
            <a:r>
              <a:rPr sz="600" spc="-25" dirty="0">
                <a:solidFill>
                  <a:srgbClr val="212121"/>
                </a:solidFill>
                <a:latin typeface="江城圆体 400W" panose="020B0800000000000000" pitchFamily="34" charset="-128"/>
                <a:ea typeface="江城圆体 400W" panose="020B0800000000000000" pitchFamily="34" charset="-128"/>
                <a:cs typeface="Microsoft JhengHei"/>
              </a:rPr>
              <a:t>划</a:t>
            </a:r>
            <a:endParaRPr sz="600" dirty="0">
              <a:latin typeface="江城圆体 400W" panose="020B0800000000000000" pitchFamily="34" charset="-128"/>
              <a:ea typeface="江城圆体 400W" panose="020B0800000000000000" pitchFamily="34" charset="-128"/>
              <a:cs typeface="Microsoft JhengHei"/>
            </a:endParaRPr>
          </a:p>
        </p:txBody>
      </p:sp>
      <p:grpSp>
        <p:nvGrpSpPr>
          <p:cNvPr id="374" name="object 374"/>
          <p:cNvGrpSpPr/>
          <p:nvPr/>
        </p:nvGrpSpPr>
        <p:grpSpPr>
          <a:xfrm>
            <a:off x="4371975" y="2498725"/>
            <a:ext cx="259398" cy="259080"/>
            <a:chOff x="8743950" y="4997450"/>
            <a:chExt cx="518795" cy="518159"/>
          </a:xfrm>
        </p:grpSpPr>
        <p:sp>
          <p:nvSpPr>
            <p:cNvPr id="375" name="object 375"/>
            <p:cNvSpPr/>
            <p:nvPr/>
          </p:nvSpPr>
          <p:spPr>
            <a:xfrm>
              <a:off x="8750300" y="5003800"/>
              <a:ext cx="506095" cy="505459"/>
            </a:xfrm>
            <a:custGeom>
              <a:avLst/>
              <a:gdLst/>
              <a:ahLst/>
              <a:cxnLst/>
              <a:rect l="l" t="t" r="r" b="b"/>
              <a:pathLst>
                <a:path w="506095" h="505460">
                  <a:moveTo>
                    <a:pt x="252529" y="0"/>
                  </a:moveTo>
                  <a:lnTo>
                    <a:pt x="207137" y="4068"/>
                  </a:lnTo>
                  <a:lnTo>
                    <a:pt x="164413" y="15798"/>
                  </a:lnTo>
                  <a:lnTo>
                    <a:pt x="125073" y="34476"/>
                  </a:lnTo>
                  <a:lnTo>
                    <a:pt x="89828" y="59389"/>
                  </a:lnTo>
                  <a:lnTo>
                    <a:pt x="59391" y="89825"/>
                  </a:lnTo>
                  <a:lnTo>
                    <a:pt x="34477" y="125069"/>
                  </a:lnTo>
                  <a:lnTo>
                    <a:pt x="15798" y="164410"/>
                  </a:lnTo>
                  <a:lnTo>
                    <a:pt x="4068" y="207133"/>
                  </a:lnTo>
                  <a:lnTo>
                    <a:pt x="0" y="252526"/>
                  </a:lnTo>
                  <a:lnTo>
                    <a:pt x="4068" y="297920"/>
                  </a:lnTo>
                  <a:lnTo>
                    <a:pt x="15798" y="340643"/>
                  </a:lnTo>
                  <a:lnTo>
                    <a:pt x="34477" y="379984"/>
                  </a:lnTo>
                  <a:lnTo>
                    <a:pt x="59391" y="415228"/>
                  </a:lnTo>
                  <a:lnTo>
                    <a:pt x="89828" y="445664"/>
                  </a:lnTo>
                  <a:lnTo>
                    <a:pt x="125073" y="470577"/>
                  </a:lnTo>
                  <a:lnTo>
                    <a:pt x="164413" y="489255"/>
                  </a:lnTo>
                  <a:lnTo>
                    <a:pt x="207137" y="500985"/>
                  </a:lnTo>
                  <a:lnTo>
                    <a:pt x="252529" y="505053"/>
                  </a:lnTo>
                  <a:lnTo>
                    <a:pt x="287809" y="502610"/>
                  </a:lnTo>
                  <a:lnTo>
                    <a:pt x="321592" y="495498"/>
                  </a:lnTo>
                  <a:lnTo>
                    <a:pt x="353550" y="484045"/>
                  </a:lnTo>
                  <a:lnTo>
                    <a:pt x="383353" y="468579"/>
                  </a:lnTo>
                  <a:lnTo>
                    <a:pt x="502900" y="468579"/>
                  </a:lnTo>
                  <a:lnTo>
                    <a:pt x="493532" y="437051"/>
                  </a:lnTo>
                  <a:lnTo>
                    <a:pt x="480073" y="394304"/>
                  </a:lnTo>
                  <a:lnTo>
                    <a:pt x="478115" y="366153"/>
                  </a:lnTo>
                  <a:lnTo>
                    <a:pt x="489596" y="339734"/>
                  </a:lnTo>
                  <a:lnTo>
                    <a:pt x="498050" y="311854"/>
                  </a:lnTo>
                  <a:lnTo>
                    <a:pt x="503272" y="282718"/>
                  </a:lnTo>
                  <a:lnTo>
                    <a:pt x="505058" y="252526"/>
                  </a:lnTo>
                  <a:lnTo>
                    <a:pt x="500990" y="207133"/>
                  </a:lnTo>
                  <a:lnTo>
                    <a:pt x="489259" y="164410"/>
                  </a:lnTo>
                  <a:lnTo>
                    <a:pt x="470580" y="125069"/>
                  </a:lnTo>
                  <a:lnTo>
                    <a:pt x="445666" y="89825"/>
                  </a:lnTo>
                  <a:lnTo>
                    <a:pt x="415230" y="59389"/>
                  </a:lnTo>
                  <a:lnTo>
                    <a:pt x="379985" y="34476"/>
                  </a:lnTo>
                  <a:lnTo>
                    <a:pt x="340644" y="15798"/>
                  </a:lnTo>
                  <a:lnTo>
                    <a:pt x="297921" y="4068"/>
                  </a:lnTo>
                  <a:lnTo>
                    <a:pt x="252529" y="0"/>
                  </a:lnTo>
                  <a:close/>
                </a:path>
                <a:path w="506095" h="505460">
                  <a:moveTo>
                    <a:pt x="502900" y="468579"/>
                  </a:moveTo>
                  <a:lnTo>
                    <a:pt x="383353" y="468579"/>
                  </a:lnTo>
                  <a:lnTo>
                    <a:pt x="408707" y="471511"/>
                  </a:lnTo>
                  <a:lnTo>
                    <a:pt x="445823" y="488716"/>
                  </a:lnTo>
                  <a:lnTo>
                    <a:pt x="482130" y="504971"/>
                  </a:lnTo>
                  <a:lnTo>
                    <a:pt x="505058" y="505053"/>
                  </a:lnTo>
                  <a:lnTo>
                    <a:pt x="506018" y="479074"/>
                  </a:lnTo>
                  <a:lnTo>
                    <a:pt x="502900" y="468579"/>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76" name="object 376"/>
            <p:cNvSpPr/>
            <p:nvPr/>
          </p:nvSpPr>
          <p:spPr>
            <a:xfrm>
              <a:off x="8750300" y="5003800"/>
              <a:ext cx="506095" cy="505459"/>
            </a:xfrm>
            <a:custGeom>
              <a:avLst/>
              <a:gdLst/>
              <a:ahLst/>
              <a:cxnLst/>
              <a:rect l="l" t="t" r="r" b="b"/>
              <a:pathLst>
                <a:path w="506095" h="505460">
                  <a:moveTo>
                    <a:pt x="252529" y="505058"/>
                  </a:moveTo>
                  <a:lnTo>
                    <a:pt x="287809" y="502613"/>
                  </a:lnTo>
                  <a:lnTo>
                    <a:pt x="321592" y="495498"/>
                  </a:lnTo>
                  <a:lnTo>
                    <a:pt x="353550" y="484042"/>
                  </a:lnTo>
                  <a:lnTo>
                    <a:pt x="383353" y="468572"/>
                  </a:lnTo>
                  <a:lnTo>
                    <a:pt x="408707" y="471508"/>
                  </a:lnTo>
                  <a:lnTo>
                    <a:pt x="445822" y="488716"/>
                  </a:lnTo>
                  <a:lnTo>
                    <a:pt x="482130" y="504973"/>
                  </a:lnTo>
                  <a:lnTo>
                    <a:pt x="505058" y="505058"/>
                  </a:lnTo>
                  <a:lnTo>
                    <a:pt x="506018" y="479079"/>
                  </a:lnTo>
                  <a:lnTo>
                    <a:pt x="493532" y="437055"/>
                  </a:lnTo>
                  <a:lnTo>
                    <a:pt x="480074" y="394304"/>
                  </a:lnTo>
                  <a:lnTo>
                    <a:pt x="478116" y="366147"/>
                  </a:lnTo>
                  <a:lnTo>
                    <a:pt x="489596" y="339734"/>
                  </a:lnTo>
                  <a:lnTo>
                    <a:pt x="498050" y="311856"/>
                  </a:lnTo>
                  <a:lnTo>
                    <a:pt x="503272" y="282720"/>
                  </a:lnTo>
                  <a:lnTo>
                    <a:pt x="505058" y="252529"/>
                  </a:lnTo>
                  <a:lnTo>
                    <a:pt x="500990" y="207136"/>
                  </a:lnTo>
                  <a:lnTo>
                    <a:pt x="489259" y="164413"/>
                  </a:lnTo>
                  <a:lnTo>
                    <a:pt x="470581" y="125072"/>
                  </a:lnTo>
                  <a:lnTo>
                    <a:pt x="445666" y="89827"/>
                  </a:lnTo>
                  <a:lnTo>
                    <a:pt x="415230" y="59391"/>
                  </a:lnTo>
                  <a:lnTo>
                    <a:pt x="379985" y="34477"/>
                  </a:lnTo>
                  <a:lnTo>
                    <a:pt x="340645" y="15798"/>
                  </a:lnTo>
                  <a:lnTo>
                    <a:pt x="297921" y="4068"/>
                  </a:lnTo>
                  <a:lnTo>
                    <a:pt x="252529" y="0"/>
                  </a:lnTo>
                  <a:lnTo>
                    <a:pt x="207136" y="4068"/>
                  </a:lnTo>
                  <a:lnTo>
                    <a:pt x="164413" y="15798"/>
                  </a:lnTo>
                  <a:lnTo>
                    <a:pt x="125072" y="34477"/>
                  </a:lnTo>
                  <a:lnTo>
                    <a:pt x="89827" y="59391"/>
                  </a:lnTo>
                  <a:lnTo>
                    <a:pt x="59391" y="89827"/>
                  </a:lnTo>
                  <a:lnTo>
                    <a:pt x="34477" y="125072"/>
                  </a:lnTo>
                  <a:lnTo>
                    <a:pt x="15798" y="164413"/>
                  </a:lnTo>
                  <a:lnTo>
                    <a:pt x="4068" y="207136"/>
                  </a:lnTo>
                  <a:lnTo>
                    <a:pt x="0" y="252529"/>
                  </a:lnTo>
                  <a:lnTo>
                    <a:pt x="4068" y="297921"/>
                  </a:lnTo>
                  <a:lnTo>
                    <a:pt x="15798" y="340645"/>
                  </a:lnTo>
                  <a:lnTo>
                    <a:pt x="34477" y="379985"/>
                  </a:lnTo>
                  <a:lnTo>
                    <a:pt x="59391" y="415230"/>
                  </a:lnTo>
                  <a:lnTo>
                    <a:pt x="89827" y="445666"/>
                  </a:lnTo>
                  <a:lnTo>
                    <a:pt x="125072" y="470581"/>
                  </a:lnTo>
                  <a:lnTo>
                    <a:pt x="164413" y="489259"/>
                  </a:lnTo>
                  <a:lnTo>
                    <a:pt x="207136" y="500990"/>
                  </a:lnTo>
                  <a:lnTo>
                    <a:pt x="252529" y="505058"/>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377" name="object 377"/>
          <p:cNvGrpSpPr/>
          <p:nvPr/>
        </p:nvGrpSpPr>
        <p:grpSpPr>
          <a:xfrm>
            <a:off x="2771775" y="7312025"/>
            <a:ext cx="1314450" cy="1314450"/>
            <a:chOff x="5543550" y="14624050"/>
            <a:chExt cx="2628900" cy="2628900"/>
          </a:xfrm>
        </p:grpSpPr>
        <p:sp>
          <p:nvSpPr>
            <p:cNvPr id="378" name="object 378"/>
            <p:cNvSpPr/>
            <p:nvPr/>
          </p:nvSpPr>
          <p:spPr>
            <a:xfrm>
              <a:off x="6451600" y="15798800"/>
              <a:ext cx="812800" cy="368300"/>
            </a:xfrm>
            <a:custGeom>
              <a:avLst/>
              <a:gdLst/>
              <a:ahLst/>
              <a:cxnLst/>
              <a:rect l="l" t="t" r="r" b="b"/>
              <a:pathLst>
                <a:path w="812800" h="368300">
                  <a:moveTo>
                    <a:pt x="628650" y="0"/>
                  </a:moveTo>
                  <a:lnTo>
                    <a:pt x="184150" y="0"/>
                  </a:lnTo>
                  <a:lnTo>
                    <a:pt x="135195" y="6578"/>
                  </a:lnTo>
                  <a:lnTo>
                    <a:pt x="91206" y="25141"/>
                  </a:lnTo>
                  <a:lnTo>
                    <a:pt x="53936" y="53936"/>
                  </a:lnTo>
                  <a:lnTo>
                    <a:pt x="25141" y="91206"/>
                  </a:lnTo>
                  <a:lnTo>
                    <a:pt x="6578" y="135195"/>
                  </a:lnTo>
                  <a:lnTo>
                    <a:pt x="0" y="184150"/>
                  </a:lnTo>
                  <a:lnTo>
                    <a:pt x="6578" y="233104"/>
                  </a:lnTo>
                  <a:lnTo>
                    <a:pt x="25141" y="277093"/>
                  </a:lnTo>
                  <a:lnTo>
                    <a:pt x="53936" y="314363"/>
                  </a:lnTo>
                  <a:lnTo>
                    <a:pt x="91206" y="343158"/>
                  </a:lnTo>
                  <a:lnTo>
                    <a:pt x="135195" y="361721"/>
                  </a:lnTo>
                  <a:lnTo>
                    <a:pt x="184150" y="368300"/>
                  </a:lnTo>
                  <a:lnTo>
                    <a:pt x="628650" y="368300"/>
                  </a:lnTo>
                  <a:lnTo>
                    <a:pt x="677604" y="361721"/>
                  </a:lnTo>
                  <a:lnTo>
                    <a:pt x="721593" y="343158"/>
                  </a:lnTo>
                  <a:lnTo>
                    <a:pt x="758863" y="314363"/>
                  </a:lnTo>
                  <a:lnTo>
                    <a:pt x="787658" y="277093"/>
                  </a:lnTo>
                  <a:lnTo>
                    <a:pt x="806221" y="233104"/>
                  </a:lnTo>
                  <a:lnTo>
                    <a:pt x="812800" y="184150"/>
                  </a:lnTo>
                  <a:lnTo>
                    <a:pt x="806221" y="135195"/>
                  </a:lnTo>
                  <a:lnTo>
                    <a:pt x="787658" y="91206"/>
                  </a:lnTo>
                  <a:lnTo>
                    <a:pt x="758863" y="53936"/>
                  </a:lnTo>
                  <a:lnTo>
                    <a:pt x="721593" y="25141"/>
                  </a:lnTo>
                  <a:lnTo>
                    <a:pt x="677604" y="6578"/>
                  </a:lnTo>
                  <a:lnTo>
                    <a:pt x="62865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79" name="object 379"/>
            <p:cNvSpPr/>
            <p:nvPr/>
          </p:nvSpPr>
          <p:spPr>
            <a:xfrm>
              <a:off x="5969000" y="15074900"/>
              <a:ext cx="1778000" cy="1778000"/>
            </a:xfrm>
            <a:custGeom>
              <a:avLst/>
              <a:gdLst/>
              <a:ahLst/>
              <a:cxnLst/>
              <a:rect l="l" t="t" r="r" b="b"/>
              <a:pathLst>
                <a:path w="1778000" h="1778000">
                  <a:moveTo>
                    <a:pt x="889000" y="1778000"/>
                  </a:moveTo>
                  <a:lnTo>
                    <a:pt x="937776" y="1776684"/>
                  </a:lnTo>
                  <a:lnTo>
                    <a:pt x="985866" y="1772783"/>
                  </a:lnTo>
                  <a:lnTo>
                    <a:pt x="1033200" y="1766364"/>
                  </a:lnTo>
                  <a:lnTo>
                    <a:pt x="1079711" y="1757495"/>
                  </a:lnTo>
                  <a:lnTo>
                    <a:pt x="1125331" y="1746244"/>
                  </a:lnTo>
                  <a:lnTo>
                    <a:pt x="1169992" y="1732678"/>
                  </a:lnTo>
                  <a:lnTo>
                    <a:pt x="1213627" y="1716865"/>
                  </a:lnTo>
                  <a:lnTo>
                    <a:pt x="1256168" y="1698874"/>
                  </a:lnTo>
                  <a:lnTo>
                    <a:pt x="1297546" y="1678771"/>
                  </a:lnTo>
                  <a:lnTo>
                    <a:pt x="1337695" y="1656625"/>
                  </a:lnTo>
                  <a:lnTo>
                    <a:pt x="1376546" y="1632503"/>
                  </a:lnTo>
                  <a:lnTo>
                    <a:pt x="1414031" y="1606474"/>
                  </a:lnTo>
                  <a:lnTo>
                    <a:pt x="1450083" y="1578605"/>
                  </a:lnTo>
                  <a:lnTo>
                    <a:pt x="1484635" y="1548963"/>
                  </a:lnTo>
                  <a:lnTo>
                    <a:pt x="1517617" y="1517617"/>
                  </a:lnTo>
                  <a:lnTo>
                    <a:pt x="1548963" y="1484635"/>
                  </a:lnTo>
                  <a:lnTo>
                    <a:pt x="1578605" y="1450083"/>
                  </a:lnTo>
                  <a:lnTo>
                    <a:pt x="1606474" y="1414031"/>
                  </a:lnTo>
                  <a:lnTo>
                    <a:pt x="1632503" y="1376546"/>
                  </a:lnTo>
                  <a:lnTo>
                    <a:pt x="1656625" y="1337695"/>
                  </a:lnTo>
                  <a:lnTo>
                    <a:pt x="1678771" y="1297546"/>
                  </a:lnTo>
                  <a:lnTo>
                    <a:pt x="1698874" y="1256168"/>
                  </a:lnTo>
                  <a:lnTo>
                    <a:pt x="1716865" y="1213627"/>
                  </a:lnTo>
                  <a:lnTo>
                    <a:pt x="1732678" y="1169992"/>
                  </a:lnTo>
                  <a:lnTo>
                    <a:pt x="1746244" y="1125331"/>
                  </a:lnTo>
                  <a:lnTo>
                    <a:pt x="1757495" y="1079711"/>
                  </a:lnTo>
                  <a:lnTo>
                    <a:pt x="1766364" y="1033200"/>
                  </a:lnTo>
                  <a:lnTo>
                    <a:pt x="1772783" y="985866"/>
                  </a:lnTo>
                  <a:lnTo>
                    <a:pt x="1776684" y="937776"/>
                  </a:lnTo>
                  <a:lnTo>
                    <a:pt x="1778000" y="889000"/>
                  </a:lnTo>
                  <a:lnTo>
                    <a:pt x="1776684" y="840223"/>
                  </a:lnTo>
                  <a:lnTo>
                    <a:pt x="1772783" y="792133"/>
                  </a:lnTo>
                  <a:lnTo>
                    <a:pt x="1766364" y="744799"/>
                  </a:lnTo>
                  <a:lnTo>
                    <a:pt x="1757495" y="698288"/>
                  </a:lnTo>
                  <a:lnTo>
                    <a:pt x="1746244" y="652668"/>
                  </a:lnTo>
                  <a:lnTo>
                    <a:pt x="1732678" y="608007"/>
                  </a:lnTo>
                  <a:lnTo>
                    <a:pt x="1716865" y="564372"/>
                  </a:lnTo>
                  <a:lnTo>
                    <a:pt x="1698874" y="521831"/>
                  </a:lnTo>
                  <a:lnTo>
                    <a:pt x="1678771" y="480453"/>
                  </a:lnTo>
                  <a:lnTo>
                    <a:pt x="1656625" y="440304"/>
                  </a:lnTo>
                  <a:lnTo>
                    <a:pt x="1632503" y="401453"/>
                  </a:lnTo>
                  <a:lnTo>
                    <a:pt x="1606474" y="363968"/>
                  </a:lnTo>
                  <a:lnTo>
                    <a:pt x="1578605" y="327915"/>
                  </a:lnTo>
                  <a:lnTo>
                    <a:pt x="1548963" y="293364"/>
                  </a:lnTo>
                  <a:lnTo>
                    <a:pt x="1517617" y="260382"/>
                  </a:lnTo>
                  <a:lnTo>
                    <a:pt x="1484635" y="229036"/>
                  </a:lnTo>
                  <a:lnTo>
                    <a:pt x="1450083" y="199394"/>
                  </a:lnTo>
                  <a:lnTo>
                    <a:pt x="1414031" y="171525"/>
                  </a:lnTo>
                  <a:lnTo>
                    <a:pt x="1376546" y="145496"/>
                  </a:lnTo>
                  <a:lnTo>
                    <a:pt x="1337695" y="121374"/>
                  </a:lnTo>
                  <a:lnTo>
                    <a:pt x="1297546" y="99228"/>
                  </a:lnTo>
                  <a:lnTo>
                    <a:pt x="1256168" y="79125"/>
                  </a:lnTo>
                  <a:lnTo>
                    <a:pt x="1213627" y="61134"/>
                  </a:lnTo>
                  <a:lnTo>
                    <a:pt x="1169992" y="45321"/>
                  </a:lnTo>
                  <a:lnTo>
                    <a:pt x="1125331" y="31755"/>
                  </a:lnTo>
                  <a:lnTo>
                    <a:pt x="1079711" y="20504"/>
                  </a:lnTo>
                  <a:lnTo>
                    <a:pt x="1033200" y="11635"/>
                  </a:lnTo>
                  <a:lnTo>
                    <a:pt x="985866" y="5216"/>
                  </a:lnTo>
                  <a:lnTo>
                    <a:pt x="937776" y="1315"/>
                  </a:lnTo>
                  <a:lnTo>
                    <a:pt x="889000" y="0"/>
                  </a:lnTo>
                  <a:lnTo>
                    <a:pt x="840223" y="1315"/>
                  </a:lnTo>
                  <a:lnTo>
                    <a:pt x="792133" y="5216"/>
                  </a:lnTo>
                  <a:lnTo>
                    <a:pt x="744799" y="11635"/>
                  </a:lnTo>
                  <a:lnTo>
                    <a:pt x="698288" y="20504"/>
                  </a:lnTo>
                  <a:lnTo>
                    <a:pt x="652668" y="31755"/>
                  </a:lnTo>
                  <a:lnTo>
                    <a:pt x="608007" y="45321"/>
                  </a:lnTo>
                  <a:lnTo>
                    <a:pt x="564372" y="61134"/>
                  </a:lnTo>
                  <a:lnTo>
                    <a:pt x="521831" y="79125"/>
                  </a:lnTo>
                  <a:lnTo>
                    <a:pt x="480453" y="99228"/>
                  </a:lnTo>
                  <a:lnTo>
                    <a:pt x="440304" y="121374"/>
                  </a:lnTo>
                  <a:lnTo>
                    <a:pt x="401453" y="145496"/>
                  </a:lnTo>
                  <a:lnTo>
                    <a:pt x="363968" y="171525"/>
                  </a:lnTo>
                  <a:lnTo>
                    <a:pt x="327915" y="199394"/>
                  </a:lnTo>
                  <a:lnTo>
                    <a:pt x="293364" y="229036"/>
                  </a:lnTo>
                  <a:lnTo>
                    <a:pt x="260382" y="260382"/>
                  </a:lnTo>
                  <a:lnTo>
                    <a:pt x="229036" y="293364"/>
                  </a:lnTo>
                  <a:lnTo>
                    <a:pt x="199394" y="327915"/>
                  </a:lnTo>
                  <a:lnTo>
                    <a:pt x="171525" y="363968"/>
                  </a:lnTo>
                  <a:lnTo>
                    <a:pt x="145496" y="401453"/>
                  </a:lnTo>
                  <a:lnTo>
                    <a:pt x="121374" y="440304"/>
                  </a:lnTo>
                  <a:lnTo>
                    <a:pt x="99228" y="480453"/>
                  </a:lnTo>
                  <a:lnTo>
                    <a:pt x="79125" y="521831"/>
                  </a:lnTo>
                  <a:lnTo>
                    <a:pt x="61134" y="564372"/>
                  </a:lnTo>
                  <a:lnTo>
                    <a:pt x="45321" y="608007"/>
                  </a:lnTo>
                  <a:lnTo>
                    <a:pt x="31755" y="652668"/>
                  </a:lnTo>
                  <a:lnTo>
                    <a:pt x="20504" y="698288"/>
                  </a:lnTo>
                  <a:lnTo>
                    <a:pt x="11635" y="744799"/>
                  </a:lnTo>
                  <a:lnTo>
                    <a:pt x="5216" y="792133"/>
                  </a:lnTo>
                  <a:lnTo>
                    <a:pt x="1315" y="840223"/>
                  </a:lnTo>
                  <a:lnTo>
                    <a:pt x="0" y="889000"/>
                  </a:lnTo>
                  <a:lnTo>
                    <a:pt x="1315" y="937776"/>
                  </a:lnTo>
                  <a:lnTo>
                    <a:pt x="5216" y="985866"/>
                  </a:lnTo>
                  <a:lnTo>
                    <a:pt x="11635" y="1033200"/>
                  </a:lnTo>
                  <a:lnTo>
                    <a:pt x="20504" y="1079711"/>
                  </a:lnTo>
                  <a:lnTo>
                    <a:pt x="31755" y="1125331"/>
                  </a:lnTo>
                  <a:lnTo>
                    <a:pt x="45321" y="1169992"/>
                  </a:lnTo>
                  <a:lnTo>
                    <a:pt x="61134" y="1213627"/>
                  </a:lnTo>
                  <a:lnTo>
                    <a:pt x="79125" y="1256168"/>
                  </a:lnTo>
                  <a:lnTo>
                    <a:pt x="99228" y="1297546"/>
                  </a:lnTo>
                  <a:lnTo>
                    <a:pt x="121374" y="1337695"/>
                  </a:lnTo>
                  <a:lnTo>
                    <a:pt x="145496" y="1376546"/>
                  </a:lnTo>
                  <a:lnTo>
                    <a:pt x="171525" y="1414031"/>
                  </a:lnTo>
                  <a:lnTo>
                    <a:pt x="199394" y="1450083"/>
                  </a:lnTo>
                  <a:lnTo>
                    <a:pt x="229036" y="1484635"/>
                  </a:lnTo>
                  <a:lnTo>
                    <a:pt x="260382" y="1517617"/>
                  </a:lnTo>
                  <a:lnTo>
                    <a:pt x="293364" y="1548963"/>
                  </a:lnTo>
                  <a:lnTo>
                    <a:pt x="327915" y="1578605"/>
                  </a:lnTo>
                  <a:lnTo>
                    <a:pt x="363968" y="1606474"/>
                  </a:lnTo>
                  <a:lnTo>
                    <a:pt x="401453" y="1632503"/>
                  </a:lnTo>
                  <a:lnTo>
                    <a:pt x="440304" y="1656625"/>
                  </a:lnTo>
                  <a:lnTo>
                    <a:pt x="480453" y="1678771"/>
                  </a:lnTo>
                  <a:lnTo>
                    <a:pt x="521831" y="1698874"/>
                  </a:lnTo>
                  <a:lnTo>
                    <a:pt x="564372" y="1716865"/>
                  </a:lnTo>
                  <a:lnTo>
                    <a:pt x="608007" y="1732678"/>
                  </a:lnTo>
                  <a:lnTo>
                    <a:pt x="652668" y="1746244"/>
                  </a:lnTo>
                  <a:lnTo>
                    <a:pt x="698288" y="1757495"/>
                  </a:lnTo>
                  <a:lnTo>
                    <a:pt x="744799" y="1766364"/>
                  </a:lnTo>
                  <a:lnTo>
                    <a:pt x="792133" y="1772783"/>
                  </a:lnTo>
                  <a:lnTo>
                    <a:pt x="840223" y="1776684"/>
                  </a:lnTo>
                  <a:lnTo>
                    <a:pt x="889000" y="1778000"/>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80" name="object 380"/>
            <p:cNvSpPr/>
            <p:nvPr/>
          </p:nvSpPr>
          <p:spPr>
            <a:xfrm>
              <a:off x="5549900" y="14630400"/>
              <a:ext cx="2616200" cy="2616200"/>
            </a:xfrm>
            <a:custGeom>
              <a:avLst/>
              <a:gdLst/>
              <a:ahLst/>
              <a:cxnLst/>
              <a:rect l="l" t="t" r="r" b="b"/>
              <a:pathLst>
                <a:path w="2616200" h="2616200">
                  <a:moveTo>
                    <a:pt x="1308100" y="2616200"/>
                  </a:moveTo>
                  <a:lnTo>
                    <a:pt x="1356055" y="2615337"/>
                  </a:lnTo>
                  <a:lnTo>
                    <a:pt x="1403575" y="2612768"/>
                  </a:lnTo>
                  <a:lnTo>
                    <a:pt x="1450631" y="2608524"/>
                  </a:lnTo>
                  <a:lnTo>
                    <a:pt x="1497193" y="2602633"/>
                  </a:lnTo>
                  <a:lnTo>
                    <a:pt x="1543232" y="2595124"/>
                  </a:lnTo>
                  <a:lnTo>
                    <a:pt x="1588718" y="2586028"/>
                  </a:lnTo>
                  <a:lnTo>
                    <a:pt x="1633620" y="2575375"/>
                  </a:lnTo>
                  <a:lnTo>
                    <a:pt x="1677911" y="2563193"/>
                  </a:lnTo>
                  <a:lnTo>
                    <a:pt x="1721560" y="2549512"/>
                  </a:lnTo>
                  <a:lnTo>
                    <a:pt x="1764538" y="2534361"/>
                  </a:lnTo>
                  <a:lnTo>
                    <a:pt x="1806815" y="2517771"/>
                  </a:lnTo>
                  <a:lnTo>
                    <a:pt x="1848361" y="2499771"/>
                  </a:lnTo>
                  <a:lnTo>
                    <a:pt x="1889148" y="2480391"/>
                  </a:lnTo>
                  <a:lnTo>
                    <a:pt x="1929145" y="2459659"/>
                  </a:lnTo>
                  <a:lnTo>
                    <a:pt x="1968322" y="2437605"/>
                  </a:lnTo>
                  <a:lnTo>
                    <a:pt x="2006652" y="2414260"/>
                  </a:lnTo>
                  <a:lnTo>
                    <a:pt x="2044103" y="2389652"/>
                  </a:lnTo>
                  <a:lnTo>
                    <a:pt x="2080646" y="2363812"/>
                  </a:lnTo>
                  <a:lnTo>
                    <a:pt x="2116252" y="2336768"/>
                  </a:lnTo>
                  <a:lnTo>
                    <a:pt x="2150892" y="2308551"/>
                  </a:lnTo>
                  <a:lnTo>
                    <a:pt x="2184534" y="2279189"/>
                  </a:lnTo>
                  <a:lnTo>
                    <a:pt x="2217151" y="2248713"/>
                  </a:lnTo>
                  <a:lnTo>
                    <a:pt x="2248713" y="2217151"/>
                  </a:lnTo>
                  <a:lnTo>
                    <a:pt x="2279189" y="2184534"/>
                  </a:lnTo>
                  <a:lnTo>
                    <a:pt x="2308551" y="2150892"/>
                  </a:lnTo>
                  <a:lnTo>
                    <a:pt x="2336768" y="2116252"/>
                  </a:lnTo>
                  <a:lnTo>
                    <a:pt x="2363812" y="2080646"/>
                  </a:lnTo>
                  <a:lnTo>
                    <a:pt x="2389652" y="2044103"/>
                  </a:lnTo>
                  <a:lnTo>
                    <a:pt x="2414260" y="2006652"/>
                  </a:lnTo>
                  <a:lnTo>
                    <a:pt x="2437605" y="1968322"/>
                  </a:lnTo>
                  <a:lnTo>
                    <a:pt x="2459659" y="1929145"/>
                  </a:lnTo>
                  <a:lnTo>
                    <a:pt x="2480391" y="1889148"/>
                  </a:lnTo>
                  <a:lnTo>
                    <a:pt x="2499771" y="1848361"/>
                  </a:lnTo>
                  <a:lnTo>
                    <a:pt x="2517771" y="1806815"/>
                  </a:lnTo>
                  <a:lnTo>
                    <a:pt x="2534361" y="1764538"/>
                  </a:lnTo>
                  <a:lnTo>
                    <a:pt x="2549512" y="1721560"/>
                  </a:lnTo>
                  <a:lnTo>
                    <a:pt x="2563193" y="1677911"/>
                  </a:lnTo>
                  <a:lnTo>
                    <a:pt x="2575375" y="1633620"/>
                  </a:lnTo>
                  <a:lnTo>
                    <a:pt x="2586028" y="1588718"/>
                  </a:lnTo>
                  <a:lnTo>
                    <a:pt x="2595124" y="1543232"/>
                  </a:lnTo>
                  <a:lnTo>
                    <a:pt x="2602633" y="1497193"/>
                  </a:lnTo>
                  <a:lnTo>
                    <a:pt x="2608524" y="1450631"/>
                  </a:lnTo>
                  <a:lnTo>
                    <a:pt x="2612768" y="1403575"/>
                  </a:lnTo>
                  <a:lnTo>
                    <a:pt x="2615337" y="1356055"/>
                  </a:lnTo>
                  <a:lnTo>
                    <a:pt x="2616200" y="1308100"/>
                  </a:lnTo>
                  <a:lnTo>
                    <a:pt x="2615337" y="1260144"/>
                  </a:lnTo>
                  <a:lnTo>
                    <a:pt x="2612768" y="1212624"/>
                  </a:lnTo>
                  <a:lnTo>
                    <a:pt x="2608524" y="1165568"/>
                  </a:lnTo>
                  <a:lnTo>
                    <a:pt x="2602633" y="1119005"/>
                  </a:lnTo>
                  <a:lnTo>
                    <a:pt x="2595124" y="1072967"/>
                  </a:lnTo>
                  <a:lnTo>
                    <a:pt x="2586028" y="1027481"/>
                  </a:lnTo>
                  <a:lnTo>
                    <a:pt x="2575375" y="982578"/>
                  </a:lnTo>
                  <a:lnTo>
                    <a:pt x="2563193" y="938288"/>
                  </a:lnTo>
                  <a:lnTo>
                    <a:pt x="2549512" y="894639"/>
                  </a:lnTo>
                  <a:lnTo>
                    <a:pt x="2534361" y="851661"/>
                  </a:lnTo>
                  <a:lnTo>
                    <a:pt x="2517771" y="809384"/>
                  </a:lnTo>
                  <a:lnTo>
                    <a:pt x="2499771" y="767838"/>
                  </a:lnTo>
                  <a:lnTo>
                    <a:pt x="2480391" y="727051"/>
                  </a:lnTo>
                  <a:lnTo>
                    <a:pt x="2459659" y="687054"/>
                  </a:lnTo>
                  <a:lnTo>
                    <a:pt x="2437605" y="647876"/>
                  </a:lnTo>
                  <a:lnTo>
                    <a:pt x="2414260" y="609547"/>
                  </a:lnTo>
                  <a:lnTo>
                    <a:pt x="2389652" y="572096"/>
                  </a:lnTo>
                  <a:lnTo>
                    <a:pt x="2363812" y="535553"/>
                  </a:lnTo>
                  <a:lnTo>
                    <a:pt x="2336768" y="499947"/>
                  </a:lnTo>
                  <a:lnTo>
                    <a:pt x="2308551" y="465307"/>
                  </a:lnTo>
                  <a:lnTo>
                    <a:pt x="2279189" y="431664"/>
                  </a:lnTo>
                  <a:lnTo>
                    <a:pt x="2248713" y="399048"/>
                  </a:lnTo>
                  <a:lnTo>
                    <a:pt x="2217151" y="367486"/>
                  </a:lnTo>
                  <a:lnTo>
                    <a:pt x="2184534" y="337010"/>
                  </a:lnTo>
                  <a:lnTo>
                    <a:pt x="2150892" y="307648"/>
                  </a:lnTo>
                  <a:lnTo>
                    <a:pt x="2116252" y="279431"/>
                  </a:lnTo>
                  <a:lnTo>
                    <a:pt x="2080646" y="252387"/>
                  </a:lnTo>
                  <a:lnTo>
                    <a:pt x="2044103" y="226546"/>
                  </a:lnTo>
                  <a:lnTo>
                    <a:pt x="2006652" y="201939"/>
                  </a:lnTo>
                  <a:lnTo>
                    <a:pt x="1968322" y="178593"/>
                  </a:lnTo>
                  <a:lnTo>
                    <a:pt x="1929145" y="156540"/>
                  </a:lnTo>
                  <a:lnTo>
                    <a:pt x="1889148" y="135808"/>
                  </a:lnTo>
                  <a:lnTo>
                    <a:pt x="1848361" y="116428"/>
                  </a:lnTo>
                  <a:lnTo>
                    <a:pt x="1806815" y="98427"/>
                  </a:lnTo>
                  <a:lnTo>
                    <a:pt x="1764538" y="81838"/>
                  </a:lnTo>
                  <a:lnTo>
                    <a:pt x="1721560" y="66687"/>
                  </a:lnTo>
                  <a:lnTo>
                    <a:pt x="1677911" y="53006"/>
                  </a:lnTo>
                  <a:lnTo>
                    <a:pt x="1633620" y="40824"/>
                  </a:lnTo>
                  <a:lnTo>
                    <a:pt x="1588718" y="30171"/>
                  </a:lnTo>
                  <a:lnTo>
                    <a:pt x="1543232" y="21075"/>
                  </a:lnTo>
                  <a:lnTo>
                    <a:pt x="1497193" y="13566"/>
                  </a:lnTo>
                  <a:lnTo>
                    <a:pt x="1450631" y="7675"/>
                  </a:lnTo>
                  <a:lnTo>
                    <a:pt x="1403575" y="3431"/>
                  </a:lnTo>
                  <a:lnTo>
                    <a:pt x="1356055" y="862"/>
                  </a:lnTo>
                  <a:lnTo>
                    <a:pt x="1308100" y="0"/>
                  </a:lnTo>
                  <a:lnTo>
                    <a:pt x="1260144" y="862"/>
                  </a:lnTo>
                  <a:lnTo>
                    <a:pt x="1212624" y="3431"/>
                  </a:lnTo>
                  <a:lnTo>
                    <a:pt x="1165568" y="7675"/>
                  </a:lnTo>
                  <a:lnTo>
                    <a:pt x="1119005" y="13566"/>
                  </a:lnTo>
                  <a:lnTo>
                    <a:pt x="1072967" y="21075"/>
                  </a:lnTo>
                  <a:lnTo>
                    <a:pt x="1027481" y="30171"/>
                  </a:lnTo>
                  <a:lnTo>
                    <a:pt x="982578" y="40824"/>
                  </a:lnTo>
                  <a:lnTo>
                    <a:pt x="938288" y="53006"/>
                  </a:lnTo>
                  <a:lnTo>
                    <a:pt x="894639" y="66687"/>
                  </a:lnTo>
                  <a:lnTo>
                    <a:pt x="851661" y="81838"/>
                  </a:lnTo>
                  <a:lnTo>
                    <a:pt x="809384" y="98427"/>
                  </a:lnTo>
                  <a:lnTo>
                    <a:pt x="767838" y="116428"/>
                  </a:lnTo>
                  <a:lnTo>
                    <a:pt x="727051" y="135808"/>
                  </a:lnTo>
                  <a:lnTo>
                    <a:pt x="687054" y="156540"/>
                  </a:lnTo>
                  <a:lnTo>
                    <a:pt x="647876" y="178593"/>
                  </a:lnTo>
                  <a:lnTo>
                    <a:pt x="609547" y="201939"/>
                  </a:lnTo>
                  <a:lnTo>
                    <a:pt x="572096" y="226546"/>
                  </a:lnTo>
                  <a:lnTo>
                    <a:pt x="535553" y="252387"/>
                  </a:lnTo>
                  <a:lnTo>
                    <a:pt x="499947" y="279431"/>
                  </a:lnTo>
                  <a:lnTo>
                    <a:pt x="465307" y="307648"/>
                  </a:lnTo>
                  <a:lnTo>
                    <a:pt x="431664" y="337010"/>
                  </a:lnTo>
                  <a:lnTo>
                    <a:pt x="399048" y="367486"/>
                  </a:lnTo>
                  <a:lnTo>
                    <a:pt x="367486" y="399048"/>
                  </a:lnTo>
                  <a:lnTo>
                    <a:pt x="337010" y="431664"/>
                  </a:lnTo>
                  <a:lnTo>
                    <a:pt x="307648" y="465307"/>
                  </a:lnTo>
                  <a:lnTo>
                    <a:pt x="279431" y="499947"/>
                  </a:lnTo>
                  <a:lnTo>
                    <a:pt x="252387" y="535553"/>
                  </a:lnTo>
                  <a:lnTo>
                    <a:pt x="226546" y="572096"/>
                  </a:lnTo>
                  <a:lnTo>
                    <a:pt x="201939" y="609547"/>
                  </a:lnTo>
                  <a:lnTo>
                    <a:pt x="178593" y="647876"/>
                  </a:lnTo>
                  <a:lnTo>
                    <a:pt x="156540" y="687054"/>
                  </a:lnTo>
                  <a:lnTo>
                    <a:pt x="135808" y="727051"/>
                  </a:lnTo>
                  <a:lnTo>
                    <a:pt x="116428" y="767838"/>
                  </a:lnTo>
                  <a:lnTo>
                    <a:pt x="98427" y="809384"/>
                  </a:lnTo>
                  <a:lnTo>
                    <a:pt x="81838" y="851661"/>
                  </a:lnTo>
                  <a:lnTo>
                    <a:pt x="66687" y="894639"/>
                  </a:lnTo>
                  <a:lnTo>
                    <a:pt x="53006" y="938288"/>
                  </a:lnTo>
                  <a:lnTo>
                    <a:pt x="40824" y="982578"/>
                  </a:lnTo>
                  <a:lnTo>
                    <a:pt x="30171" y="1027481"/>
                  </a:lnTo>
                  <a:lnTo>
                    <a:pt x="21075" y="1072967"/>
                  </a:lnTo>
                  <a:lnTo>
                    <a:pt x="13566" y="1119005"/>
                  </a:lnTo>
                  <a:lnTo>
                    <a:pt x="7675" y="1165568"/>
                  </a:lnTo>
                  <a:lnTo>
                    <a:pt x="3431" y="1212624"/>
                  </a:lnTo>
                  <a:lnTo>
                    <a:pt x="862" y="1260144"/>
                  </a:lnTo>
                  <a:lnTo>
                    <a:pt x="0" y="1308100"/>
                  </a:lnTo>
                  <a:lnTo>
                    <a:pt x="862" y="1356055"/>
                  </a:lnTo>
                  <a:lnTo>
                    <a:pt x="3431" y="1403575"/>
                  </a:lnTo>
                  <a:lnTo>
                    <a:pt x="7675" y="1450631"/>
                  </a:lnTo>
                  <a:lnTo>
                    <a:pt x="13566" y="1497193"/>
                  </a:lnTo>
                  <a:lnTo>
                    <a:pt x="21075" y="1543232"/>
                  </a:lnTo>
                  <a:lnTo>
                    <a:pt x="30171" y="1588718"/>
                  </a:lnTo>
                  <a:lnTo>
                    <a:pt x="40824" y="1633620"/>
                  </a:lnTo>
                  <a:lnTo>
                    <a:pt x="53006" y="1677911"/>
                  </a:lnTo>
                  <a:lnTo>
                    <a:pt x="66687" y="1721560"/>
                  </a:lnTo>
                  <a:lnTo>
                    <a:pt x="81838" y="1764538"/>
                  </a:lnTo>
                  <a:lnTo>
                    <a:pt x="98427" y="1806815"/>
                  </a:lnTo>
                  <a:lnTo>
                    <a:pt x="116428" y="1848361"/>
                  </a:lnTo>
                  <a:lnTo>
                    <a:pt x="135808" y="1889148"/>
                  </a:lnTo>
                  <a:lnTo>
                    <a:pt x="156540" y="1929145"/>
                  </a:lnTo>
                  <a:lnTo>
                    <a:pt x="178593" y="1968322"/>
                  </a:lnTo>
                  <a:lnTo>
                    <a:pt x="201939" y="2006652"/>
                  </a:lnTo>
                  <a:lnTo>
                    <a:pt x="226546" y="2044103"/>
                  </a:lnTo>
                  <a:lnTo>
                    <a:pt x="252387" y="2080646"/>
                  </a:lnTo>
                  <a:lnTo>
                    <a:pt x="279431" y="2116252"/>
                  </a:lnTo>
                  <a:lnTo>
                    <a:pt x="307648" y="2150892"/>
                  </a:lnTo>
                  <a:lnTo>
                    <a:pt x="337010" y="2184534"/>
                  </a:lnTo>
                  <a:lnTo>
                    <a:pt x="367486" y="2217151"/>
                  </a:lnTo>
                  <a:lnTo>
                    <a:pt x="399048" y="2248713"/>
                  </a:lnTo>
                  <a:lnTo>
                    <a:pt x="431664" y="2279189"/>
                  </a:lnTo>
                  <a:lnTo>
                    <a:pt x="465307" y="2308551"/>
                  </a:lnTo>
                  <a:lnTo>
                    <a:pt x="499947" y="2336768"/>
                  </a:lnTo>
                  <a:lnTo>
                    <a:pt x="535553" y="2363812"/>
                  </a:lnTo>
                  <a:lnTo>
                    <a:pt x="572096" y="2389652"/>
                  </a:lnTo>
                  <a:lnTo>
                    <a:pt x="609547" y="2414260"/>
                  </a:lnTo>
                  <a:lnTo>
                    <a:pt x="647876" y="2437605"/>
                  </a:lnTo>
                  <a:lnTo>
                    <a:pt x="687054" y="2459659"/>
                  </a:lnTo>
                  <a:lnTo>
                    <a:pt x="727051" y="2480391"/>
                  </a:lnTo>
                  <a:lnTo>
                    <a:pt x="767838" y="2499771"/>
                  </a:lnTo>
                  <a:lnTo>
                    <a:pt x="809384" y="2517771"/>
                  </a:lnTo>
                  <a:lnTo>
                    <a:pt x="851661" y="2534361"/>
                  </a:lnTo>
                  <a:lnTo>
                    <a:pt x="894639" y="2549512"/>
                  </a:lnTo>
                  <a:lnTo>
                    <a:pt x="938288" y="2563193"/>
                  </a:lnTo>
                  <a:lnTo>
                    <a:pt x="982578" y="2575375"/>
                  </a:lnTo>
                  <a:lnTo>
                    <a:pt x="1027481" y="2586028"/>
                  </a:lnTo>
                  <a:lnTo>
                    <a:pt x="1072967" y="2595124"/>
                  </a:lnTo>
                  <a:lnTo>
                    <a:pt x="1119005" y="2602633"/>
                  </a:lnTo>
                  <a:lnTo>
                    <a:pt x="1165568" y="2608524"/>
                  </a:lnTo>
                  <a:lnTo>
                    <a:pt x="1212624" y="2612768"/>
                  </a:lnTo>
                  <a:lnTo>
                    <a:pt x="1260144" y="2615337"/>
                  </a:lnTo>
                  <a:lnTo>
                    <a:pt x="1308100" y="2616200"/>
                  </a:lnTo>
                  <a:close/>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81" name="object 381"/>
            <p:cNvSpPr/>
            <p:nvPr/>
          </p:nvSpPr>
          <p:spPr>
            <a:xfrm>
              <a:off x="5638800" y="14770099"/>
              <a:ext cx="2438400" cy="2374900"/>
            </a:xfrm>
            <a:custGeom>
              <a:avLst/>
              <a:gdLst/>
              <a:ahLst/>
              <a:cxnLst/>
              <a:rect l="l" t="t" r="r" b="b"/>
              <a:pathLst>
                <a:path w="2438400" h="2374900">
                  <a:moveTo>
                    <a:pt x="838200" y="1193800"/>
                  </a:moveTo>
                  <a:lnTo>
                    <a:pt x="835367" y="1144930"/>
                  </a:lnTo>
                  <a:lnTo>
                    <a:pt x="827125" y="1097711"/>
                  </a:lnTo>
                  <a:lnTo>
                    <a:pt x="813765" y="1052461"/>
                  </a:lnTo>
                  <a:lnTo>
                    <a:pt x="795591" y="1009497"/>
                  </a:lnTo>
                  <a:lnTo>
                    <a:pt x="772947" y="969137"/>
                  </a:lnTo>
                  <a:lnTo>
                    <a:pt x="746125" y="931684"/>
                  </a:lnTo>
                  <a:lnTo>
                    <a:pt x="715441" y="897458"/>
                  </a:lnTo>
                  <a:lnTo>
                    <a:pt x="681215" y="866775"/>
                  </a:lnTo>
                  <a:lnTo>
                    <a:pt x="643763" y="839952"/>
                  </a:lnTo>
                  <a:lnTo>
                    <a:pt x="603402" y="817308"/>
                  </a:lnTo>
                  <a:lnTo>
                    <a:pt x="560438" y="799134"/>
                  </a:lnTo>
                  <a:lnTo>
                    <a:pt x="515188" y="785774"/>
                  </a:lnTo>
                  <a:lnTo>
                    <a:pt x="467969" y="777532"/>
                  </a:lnTo>
                  <a:lnTo>
                    <a:pt x="419100" y="774700"/>
                  </a:lnTo>
                  <a:lnTo>
                    <a:pt x="370217" y="777532"/>
                  </a:lnTo>
                  <a:lnTo>
                    <a:pt x="322999" y="785774"/>
                  </a:lnTo>
                  <a:lnTo>
                    <a:pt x="277749" y="799134"/>
                  </a:lnTo>
                  <a:lnTo>
                    <a:pt x="234784" y="817308"/>
                  </a:lnTo>
                  <a:lnTo>
                    <a:pt x="194424" y="839952"/>
                  </a:lnTo>
                  <a:lnTo>
                    <a:pt x="156972" y="866775"/>
                  </a:lnTo>
                  <a:lnTo>
                    <a:pt x="122745" y="897458"/>
                  </a:lnTo>
                  <a:lnTo>
                    <a:pt x="92062" y="931684"/>
                  </a:lnTo>
                  <a:lnTo>
                    <a:pt x="65239" y="969137"/>
                  </a:lnTo>
                  <a:lnTo>
                    <a:pt x="42595" y="1009497"/>
                  </a:lnTo>
                  <a:lnTo>
                    <a:pt x="24422" y="1052461"/>
                  </a:lnTo>
                  <a:lnTo>
                    <a:pt x="11061" y="1097711"/>
                  </a:lnTo>
                  <a:lnTo>
                    <a:pt x="2819" y="1144930"/>
                  </a:lnTo>
                  <a:lnTo>
                    <a:pt x="0" y="1193800"/>
                  </a:lnTo>
                  <a:lnTo>
                    <a:pt x="2819" y="1242682"/>
                  </a:lnTo>
                  <a:lnTo>
                    <a:pt x="11061" y="1289900"/>
                  </a:lnTo>
                  <a:lnTo>
                    <a:pt x="24422" y="1335151"/>
                  </a:lnTo>
                  <a:lnTo>
                    <a:pt x="42595" y="1378115"/>
                  </a:lnTo>
                  <a:lnTo>
                    <a:pt x="65239" y="1418475"/>
                  </a:lnTo>
                  <a:lnTo>
                    <a:pt x="92062" y="1455928"/>
                  </a:lnTo>
                  <a:lnTo>
                    <a:pt x="122745" y="1490154"/>
                  </a:lnTo>
                  <a:lnTo>
                    <a:pt x="156972" y="1520837"/>
                  </a:lnTo>
                  <a:lnTo>
                    <a:pt x="194424" y="1547660"/>
                  </a:lnTo>
                  <a:lnTo>
                    <a:pt x="234784" y="1570304"/>
                  </a:lnTo>
                  <a:lnTo>
                    <a:pt x="277749" y="1588477"/>
                  </a:lnTo>
                  <a:lnTo>
                    <a:pt x="322999" y="1601838"/>
                  </a:lnTo>
                  <a:lnTo>
                    <a:pt x="370217" y="1610080"/>
                  </a:lnTo>
                  <a:lnTo>
                    <a:pt x="419100" y="1612900"/>
                  </a:lnTo>
                  <a:lnTo>
                    <a:pt x="467969" y="1610080"/>
                  </a:lnTo>
                  <a:lnTo>
                    <a:pt x="515188" y="1601838"/>
                  </a:lnTo>
                  <a:lnTo>
                    <a:pt x="560438" y="1588477"/>
                  </a:lnTo>
                  <a:lnTo>
                    <a:pt x="603402" y="1570304"/>
                  </a:lnTo>
                  <a:lnTo>
                    <a:pt x="643763" y="1547660"/>
                  </a:lnTo>
                  <a:lnTo>
                    <a:pt x="681215" y="1520837"/>
                  </a:lnTo>
                  <a:lnTo>
                    <a:pt x="715441" y="1490154"/>
                  </a:lnTo>
                  <a:lnTo>
                    <a:pt x="746125" y="1455928"/>
                  </a:lnTo>
                  <a:lnTo>
                    <a:pt x="772947" y="1418475"/>
                  </a:lnTo>
                  <a:lnTo>
                    <a:pt x="795591" y="1378115"/>
                  </a:lnTo>
                  <a:lnTo>
                    <a:pt x="813765" y="1335151"/>
                  </a:lnTo>
                  <a:lnTo>
                    <a:pt x="827125" y="1289900"/>
                  </a:lnTo>
                  <a:lnTo>
                    <a:pt x="835367" y="1242682"/>
                  </a:lnTo>
                  <a:lnTo>
                    <a:pt x="838200" y="1193800"/>
                  </a:lnTo>
                  <a:close/>
                </a:path>
                <a:path w="2438400" h="2374900">
                  <a:moveTo>
                    <a:pt x="1638300" y="1955800"/>
                  </a:moveTo>
                  <a:lnTo>
                    <a:pt x="1635467" y="1906930"/>
                  </a:lnTo>
                  <a:lnTo>
                    <a:pt x="1627225" y="1859711"/>
                  </a:lnTo>
                  <a:lnTo>
                    <a:pt x="1613865" y="1814461"/>
                  </a:lnTo>
                  <a:lnTo>
                    <a:pt x="1595691" y="1771497"/>
                  </a:lnTo>
                  <a:lnTo>
                    <a:pt x="1573047" y="1731137"/>
                  </a:lnTo>
                  <a:lnTo>
                    <a:pt x="1546225" y="1693684"/>
                  </a:lnTo>
                  <a:lnTo>
                    <a:pt x="1515541" y="1659458"/>
                  </a:lnTo>
                  <a:lnTo>
                    <a:pt x="1481315" y="1628775"/>
                  </a:lnTo>
                  <a:lnTo>
                    <a:pt x="1443863" y="1601952"/>
                  </a:lnTo>
                  <a:lnTo>
                    <a:pt x="1403502" y="1579308"/>
                  </a:lnTo>
                  <a:lnTo>
                    <a:pt x="1360538" y="1561134"/>
                  </a:lnTo>
                  <a:lnTo>
                    <a:pt x="1315288" y="1547774"/>
                  </a:lnTo>
                  <a:lnTo>
                    <a:pt x="1268069" y="1539532"/>
                  </a:lnTo>
                  <a:lnTo>
                    <a:pt x="1219200" y="1536700"/>
                  </a:lnTo>
                  <a:lnTo>
                    <a:pt x="1170317" y="1539532"/>
                  </a:lnTo>
                  <a:lnTo>
                    <a:pt x="1123099" y="1547774"/>
                  </a:lnTo>
                  <a:lnTo>
                    <a:pt x="1077849" y="1561134"/>
                  </a:lnTo>
                  <a:lnTo>
                    <a:pt x="1034884" y="1579308"/>
                  </a:lnTo>
                  <a:lnTo>
                    <a:pt x="994524" y="1601952"/>
                  </a:lnTo>
                  <a:lnTo>
                    <a:pt x="957072" y="1628775"/>
                  </a:lnTo>
                  <a:lnTo>
                    <a:pt x="922845" y="1659458"/>
                  </a:lnTo>
                  <a:lnTo>
                    <a:pt x="892162" y="1693684"/>
                  </a:lnTo>
                  <a:lnTo>
                    <a:pt x="865339" y="1731137"/>
                  </a:lnTo>
                  <a:lnTo>
                    <a:pt x="842695" y="1771497"/>
                  </a:lnTo>
                  <a:lnTo>
                    <a:pt x="824522" y="1814461"/>
                  </a:lnTo>
                  <a:lnTo>
                    <a:pt x="811161" y="1859711"/>
                  </a:lnTo>
                  <a:lnTo>
                    <a:pt x="802919" y="1906930"/>
                  </a:lnTo>
                  <a:lnTo>
                    <a:pt x="800100" y="1955800"/>
                  </a:lnTo>
                  <a:lnTo>
                    <a:pt x="802919" y="2004682"/>
                  </a:lnTo>
                  <a:lnTo>
                    <a:pt x="811161" y="2051900"/>
                  </a:lnTo>
                  <a:lnTo>
                    <a:pt x="824522" y="2097151"/>
                  </a:lnTo>
                  <a:lnTo>
                    <a:pt x="842695" y="2140115"/>
                  </a:lnTo>
                  <a:lnTo>
                    <a:pt x="865339" y="2180475"/>
                  </a:lnTo>
                  <a:lnTo>
                    <a:pt x="892162" y="2217928"/>
                  </a:lnTo>
                  <a:lnTo>
                    <a:pt x="922845" y="2252154"/>
                  </a:lnTo>
                  <a:lnTo>
                    <a:pt x="957072" y="2282837"/>
                  </a:lnTo>
                  <a:lnTo>
                    <a:pt x="994524" y="2309660"/>
                  </a:lnTo>
                  <a:lnTo>
                    <a:pt x="1034884" y="2332304"/>
                  </a:lnTo>
                  <a:lnTo>
                    <a:pt x="1077849" y="2350478"/>
                  </a:lnTo>
                  <a:lnTo>
                    <a:pt x="1123099" y="2363838"/>
                  </a:lnTo>
                  <a:lnTo>
                    <a:pt x="1170317" y="2372080"/>
                  </a:lnTo>
                  <a:lnTo>
                    <a:pt x="1219200" y="2374900"/>
                  </a:lnTo>
                  <a:lnTo>
                    <a:pt x="1268069" y="2372080"/>
                  </a:lnTo>
                  <a:lnTo>
                    <a:pt x="1315288" y="2363838"/>
                  </a:lnTo>
                  <a:lnTo>
                    <a:pt x="1360538" y="2350478"/>
                  </a:lnTo>
                  <a:lnTo>
                    <a:pt x="1403502" y="2332304"/>
                  </a:lnTo>
                  <a:lnTo>
                    <a:pt x="1443863" y="2309660"/>
                  </a:lnTo>
                  <a:lnTo>
                    <a:pt x="1481315" y="2282837"/>
                  </a:lnTo>
                  <a:lnTo>
                    <a:pt x="1515541" y="2252154"/>
                  </a:lnTo>
                  <a:lnTo>
                    <a:pt x="1546225" y="2217928"/>
                  </a:lnTo>
                  <a:lnTo>
                    <a:pt x="1573047" y="2180475"/>
                  </a:lnTo>
                  <a:lnTo>
                    <a:pt x="1595691" y="2140115"/>
                  </a:lnTo>
                  <a:lnTo>
                    <a:pt x="1613865" y="2097151"/>
                  </a:lnTo>
                  <a:lnTo>
                    <a:pt x="1627225" y="2051900"/>
                  </a:lnTo>
                  <a:lnTo>
                    <a:pt x="1635467" y="2004682"/>
                  </a:lnTo>
                  <a:lnTo>
                    <a:pt x="1638300" y="1955800"/>
                  </a:lnTo>
                  <a:close/>
                </a:path>
                <a:path w="2438400" h="2374900">
                  <a:moveTo>
                    <a:pt x="1638300" y="419100"/>
                  </a:moveTo>
                  <a:lnTo>
                    <a:pt x="1635467" y="370230"/>
                  </a:lnTo>
                  <a:lnTo>
                    <a:pt x="1627225" y="323011"/>
                  </a:lnTo>
                  <a:lnTo>
                    <a:pt x="1613865" y="277761"/>
                  </a:lnTo>
                  <a:lnTo>
                    <a:pt x="1595691" y="234797"/>
                  </a:lnTo>
                  <a:lnTo>
                    <a:pt x="1573047" y="194437"/>
                  </a:lnTo>
                  <a:lnTo>
                    <a:pt x="1546225" y="156984"/>
                  </a:lnTo>
                  <a:lnTo>
                    <a:pt x="1515541" y="122758"/>
                  </a:lnTo>
                  <a:lnTo>
                    <a:pt x="1481315" y="92075"/>
                  </a:lnTo>
                  <a:lnTo>
                    <a:pt x="1443863" y="65252"/>
                  </a:lnTo>
                  <a:lnTo>
                    <a:pt x="1403502" y="42608"/>
                  </a:lnTo>
                  <a:lnTo>
                    <a:pt x="1360538" y="24434"/>
                  </a:lnTo>
                  <a:lnTo>
                    <a:pt x="1315288" y="11074"/>
                  </a:lnTo>
                  <a:lnTo>
                    <a:pt x="1268069" y="2832"/>
                  </a:lnTo>
                  <a:lnTo>
                    <a:pt x="1219200" y="0"/>
                  </a:lnTo>
                  <a:lnTo>
                    <a:pt x="1170317" y="2832"/>
                  </a:lnTo>
                  <a:lnTo>
                    <a:pt x="1123099" y="11074"/>
                  </a:lnTo>
                  <a:lnTo>
                    <a:pt x="1077849" y="24434"/>
                  </a:lnTo>
                  <a:lnTo>
                    <a:pt x="1034884" y="42608"/>
                  </a:lnTo>
                  <a:lnTo>
                    <a:pt x="994524" y="65252"/>
                  </a:lnTo>
                  <a:lnTo>
                    <a:pt x="957072" y="92075"/>
                  </a:lnTo>
                  <a:lnTo>
                    <a:pt x="922845" y="122758"/>
                  </a:lnTo>
                  <a:lnTo>
                    <a:pt x="892162" y="156984"/>
                  </a:lnTo>
                  <a:lnTo>
                    <a:pt x="865339" y="194437"/>
                  </a:lnTo>
                  <a:lnTo>
                    <a:pt x="842695" y="234797"/>
                  </a:lnTo>
                  <a:lnTo>
                    <a:pt x="824522" y="277761"/>
                  </a:lnTo>
                  <a:lnTo>
                    <a:pt x="811161" y="323011"/>
                  </a:lnTo>
                  <a:lnTo>
                    <a:pt x="802919" y="370230"/>
                  </a:lnTo>
                  <a:lnTo>
                    <a:pt x="800100" y="419100"/>
                  </a:lnTo>
                  <a:lnTo>
                    <a:pt x="802919" y="467982"/>
                  </a:lnTo>
                  <a:lnTo>
                    <a:pt x="811161" y="515200"/>
                  </a:lnTo>
                  <a:lnTo>
                    <a:pt x="824522" y="560451"/>
                  </a:lnTo>
                  <a:lnTo>
                    <a:pt x="842695" y="603415"/>
                  </a:lnTo>
                  <a:lnTo>
                    <a:pt x="865339" y="643775"/>
                  </a:lnTo>
                  <a:lnTo>
                    <a:pt x="892162" y="681228"/>
                  </a:lnTo>
                  <a:lnTo>
                    <a:pt x="922845" y="715454"/>
                  </a:lnTo>
                  <a:lnTo>
                    <a:pt x="957072" y="746137"/>
                  </a:lnTo>
                  <a:lnTo>
                    <a:pt x="994524" y="772960"/>
                  </a:lnTo>
                  <a:lnTo>
                    <a:pt x="1034884" y="795604"/>
                  </a:lnTo>
                  <a:lnTo>
                    <a:pt x="1077849" y="813777"/>
                  </a:lnTo>
                  <a:lnTo>
                    <a:pt x="1123099" y="827138"/>
                  </a:lnTo>
                  <a:lnTo>
                    <a:pt x="1170317" y="835380"/>
                  </a:lnTo>
                  <a:lnTo>
                    <a:pt x="1219200" y="838200"/>
                  </a:lnTo>
                  <a:lnTo>
                    <a:pt x="1268069" y="835380"/>
                  </a:lnTo>
                  <a:lnTo>
                    <a:pt x="1315288" y="827138"/>
                  </a:lnTo>
                  <a:lnTo>
                    <a:pt x="1360538" y="813777"/>
                  </a:lnTo>
                  <a:lnTo>
                    <a:pt x="1403502" y="795604"/>
                  </a:lnTo>
                  <a:lnTo>
                    <a:pt x="1443863" y="772960"/>
                  </a:lnTo>
                  <a:lnTo>
                    <a:pt x="1481315" y="746137"/>
                  </a:lnTo>
                  <a:lnTo>
                    <a:pt x="1515541" y="715454"/>
                  </a:lnTo>
                  <a:lnTo>
                    <a:pt x="1546225" y="681228"/>
                  </a:lnTo>
                  <a:lnTo>
                    <a:pt x="1573047" y="643775"/>
                  </a:lnTo>
                  <a:lnTo>
                    <a:pt x="1595691" y="603415"/>
                  </a:lnTo>
                  <a:lnTo>
                    <a:pt x="1613865" y="560451"/>
                  </a:lnTo>
                  <a:lnTo>
                    <a:pt x="1627225" y="515200"/>
                  </a:lnTo>
                  <a:lnTo>
                    <a:pt x="1635467" y="467982"/>
                  </a:lnTo>
                  <a:lnTo>
                    <a:pt x="1638300" y="419100"/>
                  </a:lnTo>
                  <a:close/>
                </a:path>
                <a:path w="2438400" h="2374900">
                  <a:moveTo>
                    <a:pt x="2438400" y="1193800"/>
                  </a:moveTo>
                  <a:lnTo>
                    <a:pt x="2435568" y="1144930"/>
                  </a:lnTo>
                  <a:lnTo>
                    <a:pt x="2427325" y="1097711"/>
                  </a:lnTo>
                  <a:lnTo>
                    <a:pt x="2413965" y="1052461"/>
                  </a:lnTo>
                  <a:lnTo>
                    <a:pt x="2395791" y="1009497"/>
                  </a:lnTo>
                  <a:lnTo>
                    <a:pt x="2373147" y="969137"/>
                  </a:lnTo>
                  <a:lnTo>
                    <a:pt x="2346325" y="931684"/>
                  </a:lnTo>
                  <a:lnTo>
                    <a:pt x="2315641" y="897458"/>
                  </a:lnTo>
                  <a:lnTo>
                    <a:pt x="2281415" y="866775"/>
                  </a:lnTo>
                  <a:lnTo>
                    <a:pt x="2243963" y="839952"/>
                  </a:lnTo>
                  <a:lnTo>
                    <a:pt x="2203602" y="817308"/>
                  </a:lnTo>
                  <a:lnTo>
                    <a:pt x="2160638" y="799134"/>
                  </a:lnTo>
                  <a:lnTo>
                    <a:pt x="2115388" y="785774"/>
                  </a:lnTo>
                  <a:lnTo>
                    <a:pt x="2068169" y="777532"/>
                  </a:lnTo>
                  <a:lnTo>
                    <a:pt x="2019300" y="774700"/>
                  </a:lnTo>
                  <a:lnTo>
                    <a:pt x="1970417" y="777532"/>
                  </a:lnTo>
                  <a:lnTo>
                    <a:pt x="1923199" y="785774"/>
                  </a:lnTo>
                  <a:lnTo>
                    <a:pt x="1877949" y="799134"/>
                  </a:lnTo>
                  <a:lnTo>
                    <a:pt x="1834984" y="817308"/>
                  </a:lnTo>
                  <a:lnTo>
                    <a:pt x="1794624" y="839952"/>
                  </a:lnTo>
                  <a:lnTo>
                    <a:pt x="1757172" y="866775"/>
                  </a:lnTo>
                  <a:lnTo>
                    <a:pt x="1722945" y="897458"/>
                  </a:lnTo>
                  <a:lnTo>
                    <a:pt x="1692262" y="931684"/>
                  </a:lnTo>
                  <a:lnTo>
                    <a:pt x="1665439" y="969137"/>
                  </a:lnTo>
                  <a:lnTo>
                    <a:pt x="1642795" y="1009497"/>
                  </a:lnTo>
                  <a:lnTo>
                    <a:pt x="1624622" y="1052461"/>
                  </a:lnTo>
                  <a:lnTo>
                    <a:pt x="1611261" y="1097711"/>
                  </a:lnTo>
                  <a:lnTo>
                    <a:pt x="1603019" y="1144930"/>
                  </a:lnTo>
                  <a:lnTo>
                    <a:pt x="1600200" y="1193800"/>
                  </a:lnTo>
                  <a:lnTo>
                    <a:pt x="1603019" y="1242682"/>
                  </a:lnTo>
                  <a:lnTo>
                    <a:pt x="1611261" y="1289900"/>
                  </a:lnTo>
                  <a:lnTo>
                    <a:pt x="1624622" y="1335151"/>
                  </a:lnTo>
                  <a:lnTo>
                    <a:pt x="1642795" y="1378115"/>
                  </a:lnTo>
                  <a:lnTo>
                    <a:pt x="1665439" y="1418475"/>
                  </a:lnTo>
                  <a:lnTo>
                    <a:pt x="1692262" y="1455928"/>
                  </a:lnTo>
                  <a:lnTo>
                    <a:pt x="1722945" y="1490154"/>
                  </a:lnTo>
                  <a:lnTo>
                    <a:pt x="1757172" y="1520837"/>
                  </a:lnTo>
                  <a:lnTo>
                    <a:pt x="1794624" y="1547660"/>
                  </a:lnTo>
                  <a:lnTo>
                    <a:pt x="1834984" y="1570304"/>
                  </a:lnTo>
                  <a:lnTo>
                    <a:pt x="1877949" y="1588477"/>
                  </a:lnTo>
                  <a:lnTo>
                    <a:pt x="1923199" y="1601838"/>
                  </a:lnTo>
                  <a:lnTo>
                    <a:pt x="1970417" y="1610080"/>
                  </a:lnTo>
                  <a:lnTo>
                    <a:pt x="2019300" y="1612900"/>
                  </a:lnTo>
                  <a:lnTo>
                    <a:pt x="2068169" y="1610080"/>
                  </a:lnTo>
                  <a:lnTo>
                    <a:pt x="2115388" y="1601838"/>
                  </a:lnTo>
                  <a:lnTo>
                    <a:pt x="2160638" y="1588477"/>
                  </a:lnTo>
                  <a:lnTo>
                    <a:pt x="2203602" y="1570304"/>
                  </a:lnTo>
                  <a:lnTo>
                    <a:pt x="2243963" y="1547660"/>
                  </a:lnTo>
                  <a:lnTo>
                    <a:pt x="2281415" y="1520837"/>
                  </a:lnTo>
                  <a:lnTo>
                    <a:pt x="2315641" y="1490154"/>
                  </a:lnTo>
                  <a:lnTo>
                    <a:pt x="2346325" y="1455928"/>
                  </a:lnTo>
                  <a:lnTo>
                    <a:pt x="2373147" y="1418475"/>
                  </a:lnTo>
                  <a:lnTo>
                    <a:pt x="2395791" y="1378115"/>
                  </a:lnTo>
                  <a:lnTo>
                    <a:pt x="2413965" y="1335151"/>
                  </a:lnTo>
                  <a:lnTo>
                    <a:pt x="2427325" y="1289900"/>
                  </a:lnTo>
                  <a:lnTo>
                    <a:pt x="2435568" y="1242682"/>
                  </a:lnTo>
                  <a:lnTo>
                    <a:pt x="2438400" y="119380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382" name="object 382"/>
          <p:cNvSpPr txBox="1"/>
          <p:nvPr/>
        </p:nvSpPr>
        <p:spPr>
          <a:xfrm>
            <a:off x="4402132" y="2489200"/>
            <a:ext cx="1336358" cy="314960"/>
          </a:xfrm>
          <a:prstGeom prst="rect">
            <a:avLst/>
          </a:prstGeom>
        </p:spPr>
        <p:txBody>
          <a:bodyPr vert="horz" wrap="square" lIns="0" tIns="6350" rIns="0" bIns="0" rtlCol="0">
            <a:spAutoFit/>
          </a:bodyPr>
          <a:lstStyle/>
          <a:p>
            <a:pPr marL="19050">
              <a:lnSpc>
                <a:spcPts val="1205"/>
              </a:lnSpc>
              <a:spcBef>
                <a:spcPts val="50"/>
              </a:spcBef>
              <a:tabLst>
                <a:tab pos="252095" algn="l"/>
              </a:tabLst>
            </a:pPr>
            <a:r>
              <a:rPr sz="1575" b="1" baseline="-21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a:t>
            </a:r>
            <a:r>
              <a:rPr sz="105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「自我管理」的原则</a:t>
            </a:r>
            <a:endParaRPr sz="1050" b="1" dirty="0">
              <a:latin typeface="江城圆体 600W" panose="020B0800000000000000" pitchFamily="34" charset="-128"/>
              <a:ea typeface="江城圆体 600W" panose="020B0800000000000000" pitchFamily="34" charset="-128"/>
              <a:cs typeface="PMingLiU" panose="02020500000000000000" charset="-120"/>
            </a:endParaRPr>
          </a:p>
          <a:p>
            <a:pPr marL="252730">
              <a:lnSpc>
                <a:spcPts val="1205"/>
              </a:lnSpc>
            </a:pPr>
            <a:r>
              <a:rPr sz="105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-要事第一</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383" name="object 383"/>
          <p:cNvSpPr txBox="1"/>
          <p:nvPr/>
        </p:nvSpPr>
        <p:spPr>
          <a:xfrm>
            <a:off x="3288731" y="7407402"/>
            <a:ext cx="280670" cy="328930"/>
          </a:xfrm>
          <a:prstGeom prst="rect">
            <a:avLst/>
          </a:prstGeom>
        </p:spPr>
        <p:txBody>
          <a:bodyPr vert="horz" wrap="square" lIns="0" tIns="34608" rIns="0" bIns="0" rtlCol="0">
            <a:spAutoFit/>
          </a:bodyPr>
          <a:lstStyle/>
          <a:p>
            <a:pPr algn="ctr">
              <a:spcBef>
                <a:spcPts val="275"/>
              </a:spcBef>
            </a:pPr>
            <a:r>
              <a:rPr sz="700" dirty="0">
                <a:solidFill>
                  <a:srgbClr val="FFFFFF"/>
                </a:solidFill>
                <a:latin typeface="江城圆体 400W" panose="020B0800000000000000" pitchFamily="34" charset="-128"/>
                <a:ea typeface="江城圆体 400W" panose="020B0800000000000000" pitchFamily="34" charset="-128"/>
                <a:cs typeface="Microsoft JhengHei"/>
              </a:rPr>
              <a:t>身体</a:t>
            </a:r>
            <a:endParaRPr sz="700" dirty="0">
              <a:latin typeface="江城圆体 400W" panose="020B0800000000000000" pitchFamily="34" charset="-128"/>
              <a:ea typeface="江城圆体 400W" panose="020B0800000000000000" pitchFamily="34" charset="-128"/>
              <a:cs typeface="Microsoft JhengHei"/>
            </a:endParaRPr>
          </a:p>
          <a:p>
            <a:pPr marL="6350" marR="2540" algn="ctr">
              <a:spcBef>
                <a:spcPts val="260"/>
              </a:spcBef>
            </a:pPr>
            <a:r>
              <a:rPr sz="500" dirty="0">
                <a:solidFill>
                  <a:srgbClr val="FFFFFF"/>
                </a:solidFill>
                <a:latin typeface="江城圆体 400W" panose="020B0800000000000000" pitchFamily="34" charset="-128"/>
                <a:ea typeface="江城圆体 400W" panose="020B0800000000000000" pitchFamily="34" charset="-128"/>
                <a:cs typeface="Microsoft JhengHei"/>
              </a:rPr>
              <a:t>锻炼 营养压力调节</a:t>
            </a:r>
            <a:endParaRPr sz="500" dirty="0">
              <a:latin typeface="江城圆体 400W" panose="020B0800000000000000" pitchFamily="34" charset="-128"/>
              <a:ea typeface="江城圆体 400W" panose="020B0800000000000000" pitchFamily="34" charset="-128"/>
              <a:cs typeface="Microsoft JhengHei"/>
            </a:endParaRPr>
          </a:p>
        </p:txBody>
      </p:sp>
      <p:sp>
        <p:nvSpPr>
          <p:cNvPr id="384" name="object 384"/>
          <p:cNvSpPr txBox="1"/>
          <p:nvPr/>
        </p:nvSpPr>
        <p:spPr>
          <a:xfrm>
            <a:off x="3288731" y="8182102"/>
            <a:ext cx="280670" cy="328930"/>
          </a:xfrm>
          <a:prstGeom prst="rect">
            <a:avLst/>
          </a:prstGeom>
        </p:spPr>
        <p:txBody>
          <a:bodyPr vert="horz" wrap="square" lIns="0" tIns="34608" rIns="0" bIns="0" rtlCol="0">
            <a:spAutoFit/>
          </a:bodyPr>
          <a:lstStyle/>
          <a:p>
            <a:pPr algn="ctr">
              <a:spcBef>
                <a:spcPts val="275"/>
              </a:spcBef>
            </a:pPr>
            <a:r>
              <a:rPr sz="700" dirty="0">
                <a:solidFill>
                  <a:srgbClr val="FFFFFF"/>
                </a:solidFill>
                <a:latin typeface="江城圆体 400W" panose="020B0800000000000000" pitchFamily="34" charset="-128"/>
                <a:ea typeface="江城圆体 400W" panose="020B0800000000000000" pitchFamily="34" charset="-128"/>
                <a:cs typeface="Microsoft JhengHei"/>
              </a:rPr>
              <a:t>精神</a:t>
            </a:r>
            <a:endParaRPr sz="700" dirty="0">
              <a:latin typeface="江城圆体 400W" panose="020B0800000000000000" pitchFamily="34" charset="-128"/>
              <a:ea typeface="江城圆体 400W" panose="020B0800000000000000" pitchFamily="34" charset="-128"/>
              <a:cs typeface="Microsoft JhengHei"/>
            </a:endParaRPr>
          </a:p>
          <a:p>
            <a:pPr marL="6350" marR="2540" algn="ctr">
              <a:spcBef>
                <a:spcPts val="260"/>
              </a:spcBef>
            </a:pPr>
            <a:r>
              <a:rPr sz="500" dirty="0">
                <a:solidFill>
                  <a:srgbClr val="FFFFFF"/>
                </a:solidFill>
                <a:latin typeface="江城圆体 400W" panose="020B0800000000000000" pitchFamily="34" charset="-128"/>
                <a:ea typeface="江城圆体 400W" panose="020B0800000000000000" pitchFamily="34" charset="-128"/>
                <a:cs typeface="Microsoft JhengHei"/>
              </a:rPr>
              <a:t>坚持 学习价値观</a:t>
            </a:r>
            <a:endParaRPr sz="500" dirty="0">
              <a:latin typeface="江城圆体 400W" panose="020B0800000000000000" pitchFamily="34" charset="-128"/>
              <a:ea typeface="江城圆体 400W" panose="020B0800000000000000" pitchFamily="34" charset="-128"/>
              <a:cs typeface="Microsoft JhengHei"/>
            </a:endParaRPr>
          </a:p>
        </p:txBody>
      </p:sp>
      <p:sp>
        <p:nvSpPr>
          <p:cNvPr id="385" name="object 385"/>
          <p:cNvSpPr txBox="1"/>
          <p:nvPr/>
        </p:nvSpPr>
        <p:spPr>
          <a:xfrm>
            <a:off x="2875981" y="7823200"/>
            <a:ext cx="1099820" cy="323215"/>
          </a:xfrm>
          <a:prstGeom prst="rect">
            <a:avLst/>
          </a:prstGeom>
        </p:spPr>
        <p:txBody>
          <a:bodyPr vert="horz" wrap="square" lIns="0" tIns="6350" rIns="0" bIns="0" rtlCol="0">
            <a:spAutoFit/>
          </a:bodyPr>
          <a:lstStyle/>
          <a:p>
            <a:pPr marL="51435">
              <a:spcBef>
                <a:spcPts val="50"/>
              </a:spcBef>
              <a:tabLst>
                <a:tab pos="870585" algn="l"/>
              </a:tabLst>
            </a:pPr>
            <a:r>
              <a:rPr sz="700" dirty="0">
                <a:solidFill>
                  <a:srgbClr val="FFFFFF"/>
                </a:solidFill>
                <a:latin typeface="江城圆体 400W" panose="020B0800000000000000" pitchFamily="34" charset="-128"/>
                <a:ea typeface="江城圆体 400W" panose="020B0800000000000000" pitchFamily="34" charset="-128"/>
                <a:cs typeface="Microsoft JhengHei"/>
              </a:rPr>
              <a:t>智力	情感</a:t>
            </a:r>
            <a:endParaRPr sz="700" dirty="0">
              <a:latin typeface="江城圆体 400W" panose="020B0800000000000000" pitchFamily="34" charset="-128"/>
              <a:ea typeface="江城圆体 400W" panose="020B0800000000000000" pitchFamily="34" charset="-128"/>
              <a:cs typeface="Microsoft JhengHei"/>
            </a:endParaRPr>
          </a:p>
          <a:p>
            <a:pPr marL="6350" marR="2540">
              <a:spcBef>
                <a:spcPts val="195"/>
              </a:spcBef>
              <a:tabLst>
                <a:tab pos="375285" algn="l"/>
                <a:tab pos="824865" algn="l"/>
                <a:tab pos="864235" algn="l"/>
              </a:tabLst>
            </a:pPr>
            <a:r>
              <a:rPr sz="500" dirty="0">
                <a:solidFill>
                  <a:srgbClr val="FFFFFF"/>
                </a:solidFill>
                <a:latin typeface="江城圆体 400W" panose="020B0800000000000000" pitchFamily="34" charset="-128"/>
                <a:ea typeface="江城圆体 400W" panose="020B0800000000000000" pitchFamily="34" charset="-128"/>
                <a:cs typeface="Microsoft JhengHei"/>
              </a:rPr>
              <a:t>阅读 想象	</a:t>
            </a:r>
            <a:r>
              <a:rPr sz="700" dirty="0">
                <a:solidFill>
                  <a:srgbClr val="FFFFFF"/>
                </a:solidFill>
                <a:latin typeface="江城圆体 400W" panose="020B0800000000000000" pitchFamily="34" charset="-128"/>
                <a:ea typeface="江城圆体 400W" panose="020B0800000000000000" pitchFamily="34" charset="-128"/>
                <a:cs typeface="Microsoft JhengHei"/>
              </a:rPr>
              <a:t>不断更新	</a:t>
            </a:r>
            <a:r>
              <a:rPr sz="500" dirty="0">
                <a:solidFill>
                  <a:srgbClr val="FFFFFF"/>
                </a:solidFill>
                <a:latin typeface="江城圆体 400W" panose="020B0800000000000000" pitchFamily="34" charset="-128"/>
                <a:ea typeface="江城圆体 400W" panose="020B0800000000000000" pitchFamily="34" charset="-128"/>
                <a:cs typeface="Microsoft JhengHei"/>
              </a:rPr>
              <a:t>服务 移情规划 写作			安全感</a:t>
            </a:r>
            <a:endParaRPr sz="500" dirty="0">
              <a:latin typeface="江城圆体 400W" panose="020B0800000000000000" pitchFamily="34" charset="-128"/>
              <a:ea typeface="江城圆体 400W" panose="020B0800000000000000" pitchFamily="34" charset="-128"/>
              <a:cs typeface="Microsoft JhengHei"/>
            </a:endParaRPr>
          </a:p>
        </p:txBody>
      </p:sp>
      <p:grpSp>
        <p:nvGrpSpPr>
          <p:cNvPr id="386" name="object 386"/>
          <p:cNvGrpSpPr/>
          <p:nvPr/>
        </p:nvGrpSpPr>
        <p:grpSpPr>
          <a:xfrm>
            <a:off x="2804987" y="5181600"/>
            <a:ext cx="196215" cy="197168"/>
            <a:chOff x="5609973" y="10363200"/>
            <a:chExt cx="392430" cy="394335"/>
          </a:xfrm>
        </p:grpSpPr>
        <p:sp>
          <p:nvSpPr>
            <p:cNvPr id="387" name="object 387"/>
            <p:cNvSpPr/>
            <p:nvPr/>
          </p:nvSpPr>
          <p:spPr>
            <a:xfrm>
              <a:off x="5622673" y="10375900"/>
              <a:ext cx="367030" cy="368935"/>
            </a:xfrm>
            <a:custGeom>
              <a:avLst/>
              <a:gdLst/>
              <a:ahLst/>
              <a:cxnLst/>
              <a:rect l="l" t="t" r="r" b="b"/>
              <a:pathLst>
                <a:path w="367029" h="368934">
                  <a:moveTo>
                    <a:pt x="182939" y="0"/>
                  </a:moveTo>
                  <a:lnTo>
                    <a:pt x="134247" y="6733"/>
                  </a:lnTo>
                  <a:lnTo>
                    <a:pt x="90514" y="25447"/>
                  </a:lnTo>
                  <a:lnTo>
                    <a:pt x="53483" y="54384"/>
                  </a:lnTo>
                  <a:lnTo>
                    <a:pt x="24893" y="91782"/>
                  </a:lnTo>
                  <a:lnTo>
                    <a:pt x="6485" y="135884"/>
                  </a:lnTo>
                  <a:lnTo>
                    <a:pt x="0" y="184928"/>
                  </a:lnTo>
                  <a:lnTo>
                    <a:pt x="6591" y="233930"/>
                  </a:lnTo>
                  <a:lnTo>
                    <a:pt x="25098" y="277906"/>
                  </a:lnTo>
                  <a:lnTo>
                    <a:pt x="53789" y="315119"/>
                  </a:lnTo>
                  <a:lnTo>
                    <a:pt x="90931" y="343836"/>
                  </a:lnTo>
                  <a:lnTo>
                    <a:pt x="134792" y="362321"/>
                  </a:lnTo>
                  <a:lnTo>
                    <a:pt x="183640" y="368841"/>
                  </a:lnTo>
                  <a:lnTo>
                    <a:pt x="232348" y="362190"/>
                  </a:lnTo>
                  <a:lnTo>
                    <a:pt x="276150" y="343514"/>
                  </a:lnTo>
                  <a:lnTo>
                    <a:pt x="313275" y="314594"/>
                  </a:lnTo>
                  <a:lnTo>
                    <a:pt x="341953" y="277215"/>
                  </a:lnTo>
                  <a:lnTo>
                    <a:pt x="360413" y="233158"/>
                  </a:lnTo>
                  <a:lnTo>
                    <a:pt x="366887" y="184208"/>
                  </a:lnTo>
                  <a:lnTo>
                    <a:pt x="360187" y="135299"/>
                  </a:lnTo>
                  <a:lnTo>
                    <a:pt x="341505" y="91272"/>
                  </a:lnTo>
                  <a:lnTo>
                    <a:pt x="312640" y="53927"/>
                  </a:lnTo>
                  <a:lnTo>
                    <a:pt x="275392" y="25065"/>
                  </a:lnTo>
                  <a:lnTo>
                    <a:pt x="231559" y="6489"/>
                  </a:lnTo>
                  <a:lnTo>
                    <a:pt x="182939" y="0"/>
                  </a:lnTo>
                  <a:close/>
                </a:path>
              </a:pathLst>
            </a:custGeom>
            <a:solidFill>
              <a:srgbClr val="FFF6F6"/>
            </a:solidFill>
          </p:spPr>
          <p:txBody>
            <a:bodyPr wrap="square" lIns="0" tIns="0" rIns="0" bIns="0" rtlCol="0"/>
            <a:lstStyle/>
            <a:p>
              <a:endParaRPr sz="900" dirty="0">
                <a:latin typeface="江城圆体 400W" panose="020B0800000000000000" pitchFamily="34" charset="-128"/>
                <a:ea typeface="江城圆体 400W" panose="020B0800000000000000" pitchFamily="34" charset="-128"/>
              </a:endParaRPr>
            </a:p>
          </p:txBody>
        </p:sp>
        <p:sp>
          <p:nvSpPr>
            <p:cNvPr id="388" name="object 388"/>
            <p:cNvSpPr/>
            <p:nvPr/>
          </p:nvSpPr>
          <p:spPr>
            <a:xfrm>
              <a:off x="5622673" y="10375900"/>
              <a:ext cx="367030" cy="368935"/>
            </a:xfrm>
            <a:custGeom>
              <a:avLst/>
              <a:gdLst/>
              <a:ahLst/>
              <a:cxnLst/>
              <a:rect l="l" t="t" r="r" b="b"/>
              <a:pathLst>
                <a:path w="367029" h="368934">
                  <a:moveTo>
                    <a:pt x="0" y="184927"/>
                  </a:moveTo>
                  <a:lnTo>
                    <a:pt x="6485" y="135883"/>
                  </a:lnTo>
                  <a:lnTo>
                    <a:pt x="24893" y="91782"/>
                  </a:lnTo>
                  <a:lnTo>
                    <a:pt x="53483" y="54384"/>
                  </a:lnTo>
                  <a:lnTo>
                    <a:pt x="90515" y="25447"/>
                  </a:lnTo>
                  <a:lnTo>
                    <a:pt x="134247" y="6733"/>
                  </a:lnTo>
                  <a:lnTo>
                    <a:pt x="182939" y="0"/>
                  </a:lnTo>
                  <a:lnTo>
                    <a:pt x="231559" y="6489"/>
                  </a:lnTo>
                  <a:lnTo>
                    <a:pt x="275392" y="25065"/>
                  </a:lnTo>
                  <a:lnTo>
                    <a:pt x="312641" y="53927"/>
                  </a:lnTo>
                  <a:lnTo>
                    <a:pt x="341506" y="91272"/>
                  </a:lnTo>
                  <a:lnTo>
                    <a:pt x="360188" y="135299"/>
                  </a:lnTo>
                  <a:lnTo>
                    <a:pt x="366888" y="184208"/>
                  </a:lnTo>
                  <a:lnTo>
                    <a:pt x="360414" y="233158"/>
                  </a:lnTo>
                  <a:lnTo>
                    <a:pt x="341953" y="277214"/>
                  </a:lnTo>
                  <a:lnTo>
                    <a:pt x="313275" y="314594"/>
                  </a:lnTo>
                  <a:lnTo>
                    <a:pt x="276151" y="343514"/>
                  </a:lnTo>
                  <a:lnTo>
                    <a:pt x="232349" y="362190"/>
                  </a:lnTo>
                  <a:lnTo>
                    <a:pt x="183641" y="368840"/>
                  </a:lnTo>
                  <a:lnTo>
                    <a:pt x="134793" y="362321"/>
                  </a:lnTo>
                  <a:lnTo>
                    <a:pt x="90932" y="343835"/>
                  </a:lnTo>
                  <a:lnTo>
                    <a:pt x="53789" y="315119"/>
                  </a:lnTo>
                  <a:lnTo>
                    <a:pt x="25098" y="277905"/>
                  </a:lnTo>
                  <a:lnTo>
                    <a:pt x="6591" y="233930"/>
                  </a:lnTo>
                  <a:lnTo>
                    <a:pt x="0" y="184927"/>
                  </a:lnTo>
                </a:path>
              </a:pathLst>
            </a:custGeom>
            <a:ln w="25400">
              <a:solidFill>
                <a:srgbClr val="212121"/>
              </a:solidFill>
            </a:ln>
          </p:spPr>
          <p:txBody>
            <a:bodyPr wrap="square" lIns="0" tIns="0" rIns="0" bIns="0" rtlCol="0"/>
            <a:lstStyle/>
            <a:p>
              <a:endParaRPr sz="900" dirty="0">
                <a:latin typeface="江城圆体 400W" panose="020B0800000000000000" pitchFamily="34" charset="-128"/>
                <a:ea typeface="江城圆体 400W" panose="020B0800000000000000" pitchFamily="34" charset="-128"/>
              </a:endParaRPr>
            </a:p>
          </p:txBody>
        </p:sp>
      </p:grpSp>
      <p:grpSp>
        <p:nvGrpSpPr>
          <p:cNvPr id="389" name="object 389"/>
          <p:cNvGrpSpPr/>
          <p:nvPr/>
        </p:nvGrpSpPr>
        <p:grpSpPr>
          <a:xfrm>
            <a:off x="3851628" y="5181600"/>
            <a:ext cx="196215" cy="197168"/>
            <a:chOff x="7703256" y="10363200"/>
            <a:chExt cx="392430" cy="394335"/>
          </a:xfrm>
        </p:grpSpPr>
        <p:sp>
          <p:nvSpPr>
            <p:cNvPr id="390" name="object 390"/>
            <p:cNvSpPr/>
            <p:nvPr/>
          </p:nvSpPr>
          <p:spPr>
            <a:xfrm>
              <a:off x="7715956" y="10375900"/>
              <a:ext cx="367030" cy="368935"/>
            </a:xfrm>
            <a:custGeom>
              <a:avLst/>
              <a:gdLst/>
              <a:ahLst/>
              <a:cxnLst/>
              <a:rect l="l" t="t" r="r" b="b"/>
              <a:pathLst>
                <a:path w="367029" h="368934">
                  <a:moveTo>
                    <a:pt x="182938" y="0"/>
                  </a:moveTo>
                  <a:lnTo>
                    <a:pt x="134246" y="6733"/>
                  </a:lnTo>
                  <a:lnTo>
                    <a:pt x="90514" y="25447"/>
                  </a:lnTo>
                  <a:lnTo>
                    <a:pt x="53483" y="54384"/>
                  </a:lnTo>
                  <a:lnTo>
                    <a:pt x="24893" y="91782"/>
                  </a:lnTo>
                  <a:lnTo>
                    <a:pt x="6485" y="135884"/>
                  </a:lnTo>
                  <a:lnTo>
                    <a:pt x="0" y="184928"/>
                  </a:lnTo>
                  <a:lnTo>
                    <a:pt x="6591" y="233930"/>
                  </a:lnTo>
                  <a:lnTo>
                    <a:pt x="25098" y="277906"/>
                  </a:lnTo>
                  <a:lnTo>
                    <a:pt x="53789" y="315119"/>
                  </a:lnTo>
                  <a:lnTo>
                    <a:pt x="90931" y="343836"/>
                  </a:lnTo>
                  <a:lnTo>
                    <a:pt x="134792" y="362321"/>
                  </a:lnTo>
                  <a:lnTo>
                    <a:pt x="183640" y="368841"/>
                  </a:lnTo>
                  <a:lnTo>
                    <a:pt x="232348" y="362190"/>
                  </a:lnTo>
                  <a:lnTo>
                    <a:pt x="276150" y="343514"/>
                  </a:lnTo>
                  <a:lnTo>
                    <a:pt x="313275" y="314594"/>
                  </a:lnTo>
                  <a:lnTo>
                    <a:pt x="341953" y="277215"/>
                  </a:lnTo>
                  <a:lnTo>
                    <a:pt x="360413" y="233158"/>
                  </a:lnTo>
                  <a:lnTo>
                    <a:pt x="366887" y="184208"/>
                  </a:lnTo>
                  <a:lnTo>
                    <a:pt x="360187" y="135299"/>
                  </a:lnTo>
                  <a:lnTo>
                    <a:pt x="341505" y="91272"/>
                  </a:lnTo>
                  <a:lnTo>
                    <a:pt x="312640" y="53927"/>
                  </a:lnTo>
                  <a:lnTo>
                    <a:pt x="275391" y="25065"/>
                  </a:lnTo>
                  <a:lnTo>
                    <a:pt x="231558" y="6489"/>
                  </a:lnTo>
                  <a:lnTo>
                    <a:pt x="182938" y="0"/>
                  </a:lnTo>
                  <a:close/>
                </a:path>
              </a:pathLst>
            </a:custGeom>
            <a:solidFill>
              <a:srgbClr val="FFF6F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91" name="object 391"/>
            <p:cNvSpPr/>
            <p:nvPr/>
          </p:nvSpPr>
          <p:spPr>
            <a:xfrm>
              <a:off x="7715956" y="10375900"/>
              <a:ext cx="367030" cy="368935"/>
            </a:xfrm>
            <a:custGeom>
              <a:avLst/>
              <a:gdLst/>
              <a:ahLst/>
              <a:cxnLst/>
              <a:rect l="l" t="t" r="r" b="b"/>
              <a:pathLst>
                <a:path w="367029" h="368934">
                  <a:moveTo>
                    <a:pt x="0" y="184927"/>
                  </a:moveTo>
                  <a:lnTo>
                    <a:pt x="6485" y="135883"/>
                  </a:lnTo>
                  <a:lnTo>
                    <a:pt x="24893" y="91782"/>
                  </a:lnTo>
                  <a:lnTo>
                    <a:pt x="53483" y="54384"/>
                  </a:lnTo>
                  <a:lnTo>
                    <a:pt x="90515" y="25447"/>
                  </a:lnTo>
                  <a:lnTo>
                    <a:pt x="134247" y="6733"/>
                  </a:lnTo>
                  <a:lnTo>
                    <a:pt x="182939" y="0"/>
                  </a:lnTo>
                  <a:lnTo>
                    <a:pt x="231559" y="6489"/>
                  </a:lnTo>
                  <a:lnTo>
                    <a:pt x="275392" y="25065"/>
                  </a:lnTo>
                  <a:lnTo>
                    <a:pt x="312641" y="53927"/>
                  </a:lnTo>
                  <a:lnTo>
                    <a:pt x="341506" y="91272"/>
                  </a:lnTo>
                  <a:lnTo>
                    <a:pt x="360188" y="135299"/>
                  </a:lnTo>
                  <a:lnTo>
                    <a:pt x="366888" y="184208"/>
                  </a:lnTo>
                  <a:lnTo>
                    <a:pt x="360414" y="233158"/>
                  </a:lnTo>
                  <a:lnTo>
                    <a:pt x="341953" y="277214"/>
                  </a:lnTo>
                  <a:lnTo>
                    <a:pt x="313275" y="314594"/>
                  </a:lnTo>
                  <a:lnTo>
                    <a:pt x="276151" y="343514"/>
                  </a:lnTo>
                  <a:lnTo>
                    <a:pt x="232349" y="362190"/>
                  </a:lnTo>
                  <a:lnTo>
                    <a:pt x="183641" y="368840"/>
                  </a:lnTo>
                  <a:lnTo>
                    <a:pt x="134793" y="362321"/>
                  </a:lnTo>
                  <a:lnTo>
                    <a:pt x="90932" y="343835"/>
                  </a:lnTo>
                  <a:lnTo>
                    <a:pt x="53789" y="315119"/>
                  </a:lnTo>
                  <a:lnTo>
                    <a:pt x="25098" y="277905"/>
                  </a:lnTo>
                  <a:lnTo>
                    <a:pt x="6591" y="233930"/>
                  </a:lnTo>
                  <a:lnTo>
                    <a:pt x="0" y="184927"/>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392" name="object 392"/>
          <p:cNvGrpSpPr/>
          <p:nvPr/>
        </p:nvGrpSpPr>
        <p:grpSpPr>
          <a:xfrm>
            <a:off x="2747335" y="5408174"/>
            <a:ext cx="1368743" cy="762000"/>
            <a:chOff x="5494670" y="10816347"/>
            <a:chExt cx="2737485" cy="1524000"/>
          </a:xfrm>
        </p:grpSpPr>
        <p:sp>
          <p:nvSpPr>
            <p:cNvPr id="393" name="object 393"/>
            <p:cNvSpPr/>
            <p:nvPr/>
          </p:nvSpPr>
          <p:spPr>
            <a:xfrm>
              <a:off x="5507370" y="10829047"/>
              <a:ext cx="629285" cy="1485900"/>
            </a:xfrm>
            <a:custGeom>
              <a:avLst/>
              <a:gdLst/>
              <a:ahLst/>
              <a:cxnLst/>
              <a:rect l="l" t="t" r="r" b="b"/>
              <a:pathLst>
                <a:path w="629285" h="1485900">
                  <a:moveTo>
                    <a:pt x="520447" y="728165"/>
                  </a:moveTo>
                  <a:lnTo>
                    <a:pt x="108220" y="728165"/>
                  </a:lnTo>
                  <a:lnTo>
                    <a:pt x="108602" y="730393"/>
                  </a:lnTo>
                  <a:lnTo>
                    <a:pt x="111208" y="769823"/>
                  </a:lnTo>
                  <a:lnTo>
                    <a:pt x="142921" y="1253168"/>
                  </a:lnTo>
                  <a:lnTo>
                    <a:pt x="146118" y="1301290"/>
                  </a:lnTo>
                  <a:lnTo>
                    <a:pt x="149408" y="1349406"/>
                  </a:lnTo>
                  <a:lnTo>
                    <a:pt x="152840" y="1397511"/>
                  </a:lnTo>
                  <a:lnTo>
                    <a:pt x="173971" y="1449476"/>
                  </a:lnTo>
                  <a:lnTo>
                    <a:pt x="221010" y="1481184"/>
                  </a:lnTo>
                  <a:lnTo>
                    <a:pt x="225731" y="1482662"/>
                  </a:lnTo>
                  <a:lnTo>
                    <a:pt x="230397" y="1484323"/>
                  </a:lnTo>
                  <a:lnTo>
                    <a:pt x="235089" y="1485900"/>
                  </a:lnTo>
                  <a:lnTo>
                    <a:pt x="265602" y="1485900"/>
                  </a:lnTo>
                  <a:lnTo>
                    <a:pt x="288227" y="1475880"/>
                  </a:lnTo>
                  <a:lnTo>
                    <a:pt x="299552" y="1470915"/>
                  </a:lnTo>
                  <a:lnTo>
                    <a:pt x="312875" y="1465199"/>
                  </a:lnTo>
                  <a:lnTo>
                    <a:pt x="315988" y="1465143"/>
                  </a:lnTo>
                  <a:lnTo>
                    <a:pt x="436485" y="1465143"/>
                  </a:lnTo>
                  <a:lnTo>
                    <a:pt x="453956" y="1450518"/>
                  </a:lnTo>
                  <a:lnTo>
                    <a:pt x="470200" y="1422536"/>
                  </a:lnTo>
                  <a:lnTo>
                    <a:pt x="477101" y="1388305"/>
                  </a:lnTo>
                  <a:lnTo>
                    <a:pt x="478300" y="1367664"/>
                  </a:lnTo>
                  <a:lnTo>
                    <a:pt x="479638" y="1347029"/>
                  </a:lnTo>
                  <a:lnTo>
                    <a:pt x="482432" y="1305765"/>
                  </a:lnTo>
                  <a:lnTo>
                    <a:pt x="493129" y="1143957"/>
                  </a:lnTo>
                  <a:lnTo>
                    <a:pt x="500213" y="1036085"/>
                  </a:lnTo>
                  <a:lnTo>
                    <a:pt x="503699" y="982376"/>
                  </a:lnTo>
                  <a:lnTo>
                    <a:pt x="517536" y="767537"/>
                  </a:lnTo>
                  <a:lnTo>
                    <a:pt x="518247" y="757179"/>
                  </a:lnTo>
                  <a:lnTo>
                    <a:pt x="520447" y="728165"/>
                  </a:lnTo>
                  <a:close/>
                </a:path>
                <a:path w="629285" h="1485900">
                  <a:moveTo>
                    <a:pt x="436485" y="1465143"/>
                  </a:moveTo>
                  <a:lnTo>
                    <a:pt x="315988" y="1465143"/>
                  </a:lnTo>
                  <a:lnTo>
                    <a:pt x="329103" y="1470952"/>
                  </a:lnTo>
                  <a:lnTo>
                    <a:pt x="340030" y="1475906"/>
                  </a:lnTo>
                  <a:lnTo>
                    <a:pt x="361835" y="1485900"/>
                  </a:lnTo>
                  <a:lnTo>
                    <a:pt x="392349" y="1485900"/>
                  </a:lnTo>
                  <a:lnTo>
                    <a:pt x="393717" y="1485234"/>
                  </a:lnTo>
                  <a:lnTo>
                    <a:pt x="395016" y="1484278"/>
                  </a:lnTo>
                  <a:lnTo>
                    <a:pt x="396461" y="1483949"/>
                  </a:lnTo>
                  <a:lnTo>
                    <a:pt x="429124" y="1471304"/>
                  </a:lnTo>
                  <a:lnTo>
                    <a:pt x="436485" y="1465143"/>
                  </a:lnTo>
                  <a:close/>
                </a:path>
                <a:path w="629285" h="1485900">
                  <a:moveTo>
                    <a:pt x="593617" y="725326"/>
                  </a:moveTo>
                  <a:lnTo>
                    <a:pt x="520665" y="725326"/>
                  </a:lnTo>
                  <a:lnTo>
                    <a:pt x="523564" y="726460"/>
                  </a:lnTo>
                  <a:lnTo>
                    <a:pt x="524999" y="726898"/>
                  </a:lnTo>
                  <a:lnTo>
                    <a:pt x="526324" y="727553"/>
                  </a:lnTo>
                  <a:lnTo>
                    <a:pt x="560636" y="735987"/>
                  </a:lnTo>
                  <a:lnTo>
                    <a:pt x="590829" y="728096"/>
                  </a:lnTo>
                  <a:lnTo>
                    <a:pt x="593617" y="725326"/>
                  </a:lnTo>
                  <a:close/>
                </a:path>
                <a:path w="629285" h="1485900">
                  <a:moveTo>
                    <a:pt x="166309" y="0"/>
                  </a:moveTo>
                  <a:lnTo>
                    <a:pt x="125612" y="8165"/>
                  </a:lnTo>
                  <a:lnTo>
                    <a:pt x="95450" y="35181"/>
                  </a:lnTo>
                  <a:lnTo>
                    <a:pt x="71145" y="74589"/>
                  </a:lnTo>
                  <a:lnTo>
                    <a:pt x="46228" y="132991"/>
                  </a:lnTo>
                  <a:lnTo>
                    <a:pt x="32581" y="178882"/>
                  </a:lnTo>
                  <a:lnTo>
                    <a:pt x="22327" y="225691"/>
                  </a:lnTo>
                  <a:lnTo>
                    <a:pt x="14505" y="273124"/>
                  </a:lnTo>
                  <a:lnTo>
                    <a:pt x="7915" y="326381"/>
                  </a:lnTo>
                  <a:lnTo>
                    <a:pt x="3454" y="379757"/>
                  </a:lnTo>
                  <a:lnTo>
                    <a:pt x="893" y="433233"/>
                  </a:lnTo>
                  <a:lnTo>
                    <a:pt x="0" y="486787"/>
                  </a:lnTo>
                  <a:lnTo>
                    <a:pt x="544" y="540400"/>
                  </a:lnTo>
                  <a:lnTo>
                    <a:pt x="2944" y="611411"/>
                  </a:lnTo>
                  <a:lnTo>
                    <a:pt x="7377" y="682311"/>
                  </a:lnTo>
                  <a:lnTo>
                    <a:pt x="26272" y="720032"/>
                  </a:lnTo>
                  <a:lnTo>
                    <a:pt x="66061" y="735543"/>
                  </a:lnTo>
                  <a:lnTo>
                    <a:pt x="76487" y="734829"/>
                  </a:lnTo>
                  <a:lnTo>
                    <a:pt x="86968" y="732911"/>
                  </a:lnTo>
                  <a:lnTo>
                    <a:pt x="97534" y="730465"/>
                  </a:lnTo>
                  <a:lnTo>
                    <a:pt x="108220" y="728165"/>
                  </a:lnTo>
                  <a:lnTo>
                    <a:pt x="520447" y="728165"/>
                  </a:lnTo>
                  <a:lnTo>
                    <a:pt x="520665" y="725326"/>
                  </a:lnTo>
                  <a:lnTo>
                    <a:pt x="593617" y="725326"/>
                  </a:lnTo>
                  <a:lnTo>
                    <a:pt x="622849" y="672498"/>
                  </a:lnTo>
                  <a:lnTo>
                    <a:pt x="625975" y="617983"/>
                  </a:lnTo>
                  <a:lnTo>
                    <a:pt x="628059" y="563471"/>
                  </a:lnTo>
                  <a:lnTo>
                    <a:pt x="628930" y="508959"/>
                  </a:lnTo>
                  <a:lnTo>
                    <a:pt x="628416" y="454449"/>
                  </a:lnTo>
                  <a:lnTo>
                    <a:pt x="626346" y="399938"/>
                  </a:lnTo>
                  <a:lnTo>
                    <a:pt x="622548" y="345427"/>
                  </a:lnTo>
                  <a:lnTo>
                    <a:pt x="617327" y="295013"/>
                  </a:lnTo>
                  <a:lnTo>
                    <a:pt x="610025" y="244969"/>
                  </a:lnTo>
                  <a:lnTo>
                    <a:pt x="600053" y="195409"/>
                  </a:lnTo>
                  <a:lnTo>
                    <a:pt x="586824" y="146442"/>
                  </a:lnTo>
                  <a:lnTo>
                    <a:pt x="563857" y="85543"/>
                  </a:lnTo>
                  <a:lnTo>
                    <a:pt x="529672" y="29978"/>
                  </a:lnTo>
                  <a:lnTo>
                    <a:pt x="487075" y="1958"/>
                  </a:lnTo>
                  <a:lnTo>
                    <a:pt x="471361" y="543"/>
                  </a:lnTo>
                  <a:lnTo>
                    <a:pt x="273316" y="543"/>
                  </a:lnTo>
                  <a:lnTo>
                    <a:pt x="166309" y="0"/>
                  </a:lnTo>
                  <a:close/>
                </a:path>
                <a:path w="629285" h="1485900">
                  <a:moveTo>
                    <a:pt x="433839" y="347"/>
                  </a:moveTo>
                  <a:lnTo>
                    <a:pt x="273316" y="543"/>
                  </a:lnTo>
                  <a:lnTo>
                    <a:pt x="471361" y="543"/>
                  </a:lnTo>
                  <a:lnTo>
                    <a:pt x="470474" y="463"/>
                  </a:lnTo>
                  <a:lnTo>
                    <a:pt x="460243" y="463"/>
                  </a:lnTo>
                  <a:lnTo>
                    <a:pt x="433839" y="347"/>
                  </a:lnTo>
                  <a:close/>
                </a:path>
                <a:path w="629285" h="1485900">
                  <a:moveTo>
                    <a:pt x="469041" y="334"/>
                  </a:moveTo>
                  <a:lnTo>
                    <a:pt x="460243" y="463"/>
                  </a:lnTo>
                  <a:lnTo>
                    <a:pt x="470474" y="463"/>
                  </a:lnTo>
                  <a:lnTo>
                    <a:pt x="469041" y="334"/>
                  </a:lnTo>
                  <a:close/>
                </a:path>
              </a:pathLst>
            </a:custGeom>
            <a:solidFill>
              <a:srgbClr val="FFF6F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94" name="object 394"/>
            <p:cNvSpPr/>
            <p:nvPr/>
          </p:nvSpPr>
          <p:spPr>
            <a:xfrm>
              <a:off x="5507370" y="10829047"/>
              <a:ext cx="629285" cy="1485900"/>
            </a:xfrm>
            <a:custGeom>
              <a:avLst/>
              <a:gdLst/>
              <a:ahLst/>
              <a:cxnLst/>
              <a:rect l="l" t="t" r="r" b="b"/>
              <a:pathLst>
                <a:path w="629285" h="1485900">
                  <a:moveTo>
                    <a:pt x="235096" y="1485900"/>
                  </a:moveTo>
                  <a:lnTo>
                    <a:pt x="230404" y="1484325"/>
                  </a:lnTo>
                  <a:lnTo>
                    <a:pt x="225738" y="1482664"/>
                  </a:lnTo>
                  <a:lnTo>
                    <a:pt x="221016" y="1481184"/>
                  </a:lnTo>
                  <a:lnTo>
                    <a:pt x="173977" y="1449476"/>
                  </a:lnTo>
                  <a:lnTo>
                    <a:pt x="152847" y="1397513"/>
                  </a:lnTo>
                  <a:lnTo>
                    <a:pt x="149414" y="1349407"/>
                  </a:lnTo>
                  <a:lnTo>
                    <a:pt x="146125" y="1301291"/>
                  </a:lnTo>
                  <a:lnTo>
                    <a:pt x="142928" y="1253169"/>
                  </a:lnTo>
                  <a:lnTo>
                    <a:pt x="139773" y="1205044"/>
                  </a:lnTo>
                  <a:lnTo>
                    <a:pt x="136612" y="1156919"/>
                  </a:lnTo>
                  <a:lnTo>
                    <a:pt x="132979" y="1101821"/>
                  </a:lnTo>
                  <a:lnTo>
                    <a:pt x="129364" y="1046721"/>
                  </a:lnTo>
                  <a:lnTo>
                    <a:pt x="125760" y="991621"/>
                  </a:lnTo>
                  <a:lnTo>
                    <a:pt x="122157" y="936520"/>
                  </a:lnTo>
                  <a:lnTo>
                    <a:pt x="118549" y="881419"/>
                  </a:lnTo>
                  <a:lnTo>
                    <a:pt x="113665" y="807022"/>
                  </a:lnTo>
                  <a:lnTo>
                    <a:pt x="108757" y="732627"/>
                  </a:lnTo>
                  <a:lnTo>
                    <a:pt x="108226" y="728175"/>
                  </a:lnTo>
                  <a:lnTo>
                    <a:pt x="97540" y="730466"/>
                  </a:lnTo>
                  <a:lnTo>
                    <a:pt x="86974" y="732912"/>
                  </a:lnTo>
                  <a:lnTo>
                    <a:pt x="76494" y="734830"/>
                  </a:lnTo>
                  <a:lnTo>
                    <a:pt x="26278" y="720032"/>
                  </a:lnTo>
                  <a:lnTo>
                    <a:pt x="7383" y="682312"/>
                  </a:lnTo>
                  <a:lnTo>
                    <a:pt x="2951" y="611411"/>
                  </a:lnTo>
                  <a:lnTo>
                    <a:pt x="551" y="540400"/>
                  </a:lnTo>
                  <a:lnTo>
                    <a:pt x="6" y="486788"/>
                  </a:lnTo>
                  <a:lnTo>
                    <a:pt x="899" y="433234"/>
                  </a:lnTo>
                  <a:lnTo>
                    <a:pt x="3460" y="379758"/>
                  </a:lnTo>
                  <a:lnTo>
                    <a:pt x="7921" y="326382"/>
                  </a:lnTo>
                  <a:lnTo>
                    <a:pt x="14511" y="273125"/>
                  </a:lnTo>
                  <a:lnTo>
                    <a:pt x="22333" y="225692"/>
                  </a:lnTo>
                  <a:lnTo>
                    <a:pt x="32587" y="178883"/>
                  </a:lnTo>
                  <a:lnTo>
                    <a:pt x="46234" y="132992"/>
                  </a:lnTo>
                  <a:lnTo>
                    <a:pt x="64235" y="88312"/>
                  </a:lnTo>
                  <a:lnTo>
                    <a:pt x="86972" y="48072"/>
                  </a:lnTo>
                  <a:lnTo>
                    <a:pt x="125619" y="8165"/>
                  </a:lnTo>
                  <a:lnTo>
                    <a:pt x="166316" y="0"/>
                  </a:lnTo>
                  <a:lnTo>
                    <a:pt x="219818" y="410"/>
                  </a:lnTo>
                  <a:lnTo>
                    <a:pt x="273323" y="543"/>
                  </a:lnTo>
                  <a:lnTo>
                    <a:pt x="326830" y="505"/>
                  </a:lnTo>
                  <a:lnTo>
                    <a:pt x="380337" y="404"/>
                  </a:lnTo>
                  <a:lnTo>
                    <a:pt x="433845" y="348"/>
                  </a:lnTo>
                  <a:lnTo>
                    <a:pt x="442647" y="388"/>
                  </a:lnTo>
                  <a:lnTo>
                    <a:pt x="451449" y="453"/>
                  </a:lnTo>
                  <a:lnTo>
                    <a:pt x="460250" y="463"/>
                  </a:lnTo>
                  <a:lnTo>
                    <a:pt x="503063" y="7628"/>
                  </a:lnTo>
                  <a:lnTo>
                    <a:pt x="548549" y="56908"/>
                  </a:lnTo>
                  <a:lnTo>
                    <a:pt x="576374" y="115514"/>
                  </a:lnTo>
                  <a:lnTo>
                    <a:pt x="600060" y="195410"/>
                  </a:lnTo>
                  <a:lnTo>
                    <a:pt x="610031" y="244970"/>
                  </a:lnTo>
                  <a:lnTo>
                    <a:pt x="617333" y="295013"/>
                  </a:lnTo>
                  <a:lnTo>
                    <a:pt x="622555" y="345427"/>
                  </a:lnTo>
                  <a:lnTo>
                    <a:pt x="626352" y="399938"/>
                  </a:lnTo>
                  <a:lnTo>
                    <a:pt x="628423" y="454449"/>
                  </a:lnTo>
                  <a:lnTo>
                    <a:pt x="628937" y="508960"/>
                  </a:lnTo>
                  <a:lnTo>
                    <a:pt x="628066" y="563472"/>
                  </a:lnTo>
                  <a:lnTo>
                    <a:pt x="625981" y="617984"/>
                  </a:lnTo>
                  <a:lnTo>
                    <a:pt x="622855" y="672499"/>
                  </a:lnTo>
                  <a:lnTo>
                    <a:pt x="590835" y="728096"/>
                  </a:lnTo>
                  <a:lnTo>
                    <a:pt x="560642" y="735988"/>
                  </a:lnTo>
                  <a:lnTo>
                    <a:pt x="526331" y="727554"/>
                  </a:lnTo>
                  <a:lnTo>
                    <a:pt x="525006" y="726899"/>
                  </a:lnTo>
                  <a:lnTo>
                    <a:pt x="523570" y="726460"/>
                  </a:lnTo>
                  <a:lnTo>
                    <a:pt x="520671" y="725326"/>
                  </a:lnTo>
                  <a:lnTo>
                    <a:pt x="519847" y="736155"/>
                  </a:lnTo>
                  <a:lnTo>
                    <a:pt x="519031" y="746746"/>
                  </a:lnTo>
                  <a:lnTo>
                    <a:pt x="514074" y="821247"/>
                  </a:lnTo>
                  <a:lnTo>
                    <a:pt x="510620" y="874957"/>
                  </a:lnTo>
                  <a:lnTo>
                    <a:pt x="507168" y="928667"/>
                  </a:lnTo>
                  <a:lnTo>
                    <a:pt x="503705" y="982377"/>
                  </a:lnTo>
                  <a:lnTo>
                    <a:pt x="500219" y="1036085"/>
                  </a:lnTo>
                  <a:lnTo>
                    <a:pt x="496689" y="1090022"/>
                  </a:lnTo>
                  <a:lnTo>
                    <a:pt x="493135" y="1143958"/>
                  </a:lnTo>
                  <a:lnTo>
                    <a:pt x="489569" y="1197894"/>
                  </a:lnTo>
                  <a:lnTo>
                    <a:pt x="486000" y="1251829"/>
                  </a:lnTo>
                  <a:lnTo>
                    <a:pt x="482438" y="1305765"/>
                  </a:lnTo>
                  <a:lnTo>
                    <a:pt x="481047" y="1326398"/>
                  </a:lnTo>
                  <a:lnTo>
                    <a:pt x="479644" y="1347029"/>
                  </a:lnTo>
                  <a:lnTo>
                    <a:pt x="478306" y="1367664"/>
                  </a:lnTo>
                  <a:lnTo>
                    <a:pt x="470207" y="1422536"/>
                  </a:lnTo>
                  <a:lnTo>
                    <a:pt x="429131" y="1471305"/>
                  </a:lnTo>
                  <a:lnTo>
                    <a:pt x="395023" y="1484278"/>
                  </a:lnTo>
                  <a:lnTo>
                    <a:pt x="393723" y="1485234"/>
                  </a:lnTo>
                  <a:lnTo>
                    <a:pt x="392356" y="1485900"/>
                  </a:lnTo>
                  <a:lnTo>
                    <a:pt x="361841" y="1485900"/>
                  </a:lnTo>
                  <a:lnTo>
                    <a:pt x="350910" y="1480889"/>
                  </a:lnTo>
                  <a:lnTo>
                    <a:pt x="339978" y="1475880"/>
                  </a:lnTo>
                  <a:lnTo>
                    <a:pt x="329027" y="1470915"/>
                  </a:lnTo>
                  <a:lnTo>
                    <a:pt x="318036" y="1466037"/>
                  </a:lnTo>
                  <a:lnTo>
                    <a:pt x="315994" y="1465144"/>
                  </a:lnTo>
                  <a:lnTo>
                    <a:pt x="312881" y="1465200"/>
                  </a:lnTo>
                  <a:lnTo>
                    <a:pt x="276890" y="1480902"/>
                  </a:lnTo>
                  <a:lnTo>
                    <a:pt x="265608" y="1485900"/>
                  </a:lnTo>
                  <a:lnTo>
                    <a:pt x="235096" y="148590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95" name="object 395"/>
            <p:cNvSpPr/>
            <p:nvPr/>
          </p:nvSpPr>
          <p:spPr>
            <a:xfrm>
              <a:off x="5692422" y="10909870"/>
              <a:ext cx="266700" cy="241300"/>
            </a:xfrm>
            <a:custGeom>
              <a:avLst/>
              <a:gdLst/>
              <a:ahLst/>
              <a:cxnLst/>
              <a:rect l="l" t="t" r="r" b="b"/>
              <a:pathLst>
                <a:path w="266700" h="241300">
                  <a:moveTo>
                    <a:pt x="57598" y="0"/>
                  </a:moveTo>
                  <a:lnTo>
                    <a:pt x="23227" y="16022"/>
                  </a:lnTo>
                  <a:lnTo>
                    <a:pt x="509" y="55253"/>
                  </a:lnTo>
                  <a:lnTo>
                    <a:pt x="0" y="101310"/>
                  </a:lnTo>
                  <a:lnTo>
                    <a:pt x="20325" y="143916"/>
                  </a:lnTo>
                  <a:lnTo>
                    <a:pt x="53958" y="181976"/>
                  </a:lnTo>
                  <a:lnTo>
                    <a:pt x="93375" y="214392"/>
                  </a:lnTo>
                  <a:lnTo>
                    <a:pt x="131049" y="240069"/>
                  </a:lnTo>
                  <a:lnTo>
                    <a:pt x="134126" y="240992"/>
                  </a:lnTo>
                  <a:lnTo>
                    <a:pt x="135632" y="240028"/>
                  </a:lnTo>
                  <a:lnTo>
                    <a:pt x="173294" y="214356"/>
                  </a:lnTo>
                  <a:lnTo>
                    <a:pt x="212696" y="181945"/>
                  </a:lnTo>
                  <a:lnTo>
                    <a:pt x="246314" y="143893"/>
                  </a:lnTo>
                  <a:lnTo>
                    <a:pt x="266627" y="101296"/>
                  </a:lnTo>
                  <a:lnTo>
                    <a:pt x="266114" y="55253"/>
                  </a:lnTo>
                  <a:lnTo>
                    <a:pt x="252172" y="31178"/>
                  </a:lnTo>
                  <a:lnTo>
                    <a:pt x="133312" y="31178"/>
                  </a:lnTo>
                  <a:lnTo>
                    <a:pt x="96625" y="5585"/>
                  </a:lnTo>
                  <a:lnTo>
                    <a:pt x="57598" y="0"/>
                  </a:lnTo>
                  <a:close/>
                </a:path>
                <a:path w="266700" h="241300">
                  <a:moveTo>
                    <a:pt x="209024" y="0"/>
                  </a:moveTo>
                  <a:lnTo>
                    <a:pt x="169998" y="5585"/>
                  </a:lnTo>
                  <a:lnTo>
                    <a:pt x="133312" y="31178"/>
                  </a:lnTo>
                  <a:lnTo>
                    <a:pt x="252172" y="31178"/>
                  </a:lnTo>
                  <a:lnTo>
                    <a:pt x="243394" y="16022"/>
                  </a:lnTo>
                  <a:lnTo>
                    <a:pt x="209024"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96" name="object 396"/>
            <p:cNvSpPr/>
            <p:nvPr/>
          </p:nvSpPr>
          <p:spPr>
            <a:xfrm>
              <a:off x="7590170" y="10829047"/>
              <a:ext cx="629285" cy="1498600"/>
            </a:xfrm>
            <a:custGeom>
              <a:avLst/>
              <a:gdLst/>
              <a:ahLst/>
              <a:cxnLst/>
              <a:rect l="l" t="t" r="r" b="b"/>
              <a:pathLst>
                <a:path w="629284" h="1498600">
                  <a:moveTo>
                    <a:pt x="520447" y="734388"/>
                  </a:moveTo>
                  <a:lnTo>
                    <a:pt x="108220" y="734388"/>
                  </a:lnTo>
                  <a:lnTo>
                    <a:pt x="108602" y="736636"/>
                  </a:lnTo>
                  <a:lnTo>
                    <a:pt x="111208" y="776403"/>
                  </a:lnTo>
                  <a:lnTo>
                    <a:pt x="142921" y="1263879"/>
                  </a:lnTo>
                  <a:lnTo>
                    <a:pt x="146118" y="1312413"/>
                  </a:lnTo>
                  <a:lnTo>
                    <a:pt x="149408" y="1360939"/>
                  </a:lnTo>
                  <a:lnTo>
                    <a:pt x="152840" y="1409456"/>
                  </a:lnTo>
                  <a:lnTo>
                    <a:pt x="173971" y="1461865"/>
                  </a:lnTo>
                  <a:lnTo>
                    <a:pt x="221010" y="1493843"/>
                  </a:lnTo>
                  <a:lnTo>
                    <a:pt x="225731" y="1495336"/>
                  </a:lnTo>
                  <a:lnTo>
                    <a:pt x="230397" y="1497011"/>
                  </a:lnTo>
                  <a:lnTo>
                    <a:pt x="235089" y="1498600"/>
                  </a:lnTo>
                  <a:lnTo>
                    <a:pt x="265602" y="1498600"/>
                  </a:lnTo>
                  <a:lnTo>
                    <a:pt x="288226" y="1488494"/>
                  </a:lnTo>
                  <a:lnTo>
                    <a:pt x="299551" y="1483487"/>
                  </a:lnTo>
                  <a:lnTo>
                    <a:pt x="312875" y="1477722"/>
                  </a:lnTo>
                  <a:lnTo>
                    <a:pt x="315988" y="1477666"/>
                  </a:lnTo>
                  <a:lnTo>
                    <a:pt x="436484" y="1477666"/>
                  </a:lnTo>
                  <a:lnTo>
                    <a:pt x="453956" y="1462915"/>
                  </a:lnTo>
                  <a:lnTo>
                    <a:pt x="470200" y="1434694"/>
                  </a:lnTo>
                  <a:lnTo>
                    <a:pt x="477101" y="1400171"/>
                  </a:lnTo>
                  <a:lnTo>
                    <a:pt x="478300" y="1379353"/>
                  </a:lnTo>
                  <a:lnTo>
                    <a:pt x="479638" y="1358542"/>
                  </a:lnTo>
                  <a:lnTo>
                    <a:pt x="482432" y="1316925"/>
                  </a:lnTo>
                  <a:lnTo>
                    <a:pt x="493129" y="1153735"/>
                  </a:lnTo>
                  <a:lnTo>
                    <a:pt x="500213" y="1044939"/>
                  </a:lnTo>
                  <a:lnTo>
                    <a:pt x="503699" y="990772"/>
                  </a:lnTo>
                  <a:lnTo>
                    <a:pt x="517536" y="774098"/>
                  </a:lnTo>
                  <a:lnTo>
                    <a:pt x="518247" y="763651"/>
                  </a:lnTo>
                  <a:lnTo>
                    <a:pt x="520447" y="734388"/>
                  </a:lnTo>
                  <a:close/>
                </a:path>
                <a:path w="629284" h="1498600">
                  <a:moveTo>
                    <a:pt x="436484" y="1477666"/>
                  </a:moveTo>
                  <a:lnTo>
                    <a:pt x="315988" y="1477666"/>
                  </a:lnTo>
                  <a:lnTo>
                    <a:pt x="329102" y="1483524"/>
                  </a:lnTo>
                  <a:lnTo>
                    <a:pt x="340029" y="1488520"/>
                  </a:lnTo>
                  <a:lnTo>
                    <a:pt x="361835" y="1498600"/>
                  </a:lnTo>
                  <a:lnTo>
                    <a:pt x="392349" y="1498600"/>
                  </a:lnTo>
                  <a:lnTo>
                    <a:pt x="393717" y="1497928"/>
                  </a:lnTo>
                  <a:lnTo>
                    <a:pt x="395016" y="1496964"/>
                  </a:lnTo>
                  <a:lnTo>
                    <a:pt x="396461" y="1496632"/>
                  </a:lnTo>
                  <a:lnTo>
                    <a:pt x="429124" y="1483880"/>
                  </a:lnTo>
                  <a:lnTo>
                    <a:pt x="436484" y="1477666"/>
                  </a:lnTo>
                  <a:close/>
                </a:path>
                <a:path w="629284" h="1498600">
                  <a:moveTo>
                    <a:pt x="593617" y="731525"/>
                  </a:moveTo>
                  <a:lnTo>
                    <a:pt x="520665" y="731525"/>
                  </a:lnTo>
                  <a:lnTo>
                    <a:pt x="523564" y="732669"/>
                  </a:lnTo>
                  <a:lnTo>
                    <a:pt x="524999" y="733111"/>
                  </a:lnTo>
                  <a:lnTo>
                    <a:pt x="526324" y="733772"/>
                  </a:lnTo>
                  <a:lnTo>
                    <a:pt x="560636" y="742278"/>
                  </a:lnTo>
                  <a:lnTo>
                    <a:pt x="590829" y="734319"/>
                  </a:lnTo>
                  <a:lnTo>
                    <a:pt x="593617" y="731525"/>
                  </a:lnTo>
                  <a:close/>
                </a:path>
                <a:path w="629284" h="1498600">
                  <a:moveTo>
                    <a:pt x="166309" y="0"/>
                  </a:moveTo>
                  <a:lnTo>
                    <a:pt x="125612" y="8234"/>
                  </a:lnTo>
                  <a:lnTo>
                    <a:pt x="95450" y="35482"/>
                  </a:lnTo>
                  <a:lnTo>
                    <a:pt x="71145" y="75227"/>
                  </a:lnTo>
                  <a:lnTo>
                    <a:pt x="46228" y="134128"/>
                  </a:lnTo>
                  <a:lnTo>
                    <a:pt x="32581" y="180411"/>
                  </a:lnTo>
                  <a:lnTo>
                    <a:pt x="22327" y="227620"/>
                  </a:lnTo>
                  <a:lnTo>
                    <a:pt x="14505" y="275459"/>
                  </a:lnTo>
                  <a:lnTo>
                    <a:pt x="7915" y="329171"/>
                  </a:lnTo>
                  <a:lnTo>
                    <a:pt x="3454" y="383003"/>
                  </a:lnTo>
                  <a:lnTo>
                    <a:pt x="893" y="436936"/>
                  </a:lnTo>
                  <a:lnTo>
                    <a:pt x="0" y="490948"/>
                  </a:lnTo>
                  <a:lnTo>
                    <a:pt x="544" y="545017"/>
                  </a:lnTo>
                  <a:lnTo>
                    <a:pt x="2944" y="616636"/>
                  </a:lnTo>
                  <a:lnTo>
                    <a:pt x="7377" y="688143"/>
                  </a:lnTo>
                  <a:lnTo>
                    <a:pt x="26272" y="726186"/>
                  </a:lnTo>
                  <a:lnTo>
                    <a:pt x="66061" y="741829"/>
                  </a:lnTo>
                  <a:lnTo>
                    <a:pt x="76487" y="741110"/>
                  </a:lnTo>
                  <a:lnTo>
                    <a:pt x="86968" y="739176"/>
                  </a:lnTo>
                  <a:lnTo>
                    <a:pt x="97534" y="736708"/>
                  </a:lnTo>
                  <a:lnTo>
                    <a:pt x="108220" y="734388"/>
                  </a:lnTo>
                  <a:lnTo>
                    <a:pt x="520447" y="734388"/>
                  </a:lnTo>
                  <a:lnTo>
                    <a:pt x="520665" y="731525"/>
                  </a:lnTo>
                  <a:lnTo>
                    <a:pt x="593617" y="731525"/>
                  </a:lnTo>
                  <a:lnTo>
                    <a:pt x="622849" y="678246"/>
                  </a:lnTo>
                  <a:lnTo>
                    <a:pt x="625588" y="631119"/>
                  </a:lnTo>
                  <a:lnTo>
                    <a:pt x="627580" y="583995"/>
                  </a:lnTo>
                  <a:lnTo>
                    <a:pt x="628716" y="536871"/>
                  </a:lnTo>
                  <a:lnTo>
                    <a:pt x="628889" y="489748"/>
                  </a:lnTo>
                  <a:lnTo>
                    <a:pt x="627991" y="442625"/>
                  </a:lnTo>
                  <a:lnTo>
                    <a:pt x="625913" y="395502"/>
                  </a:lnTo>
                  <a:lnTo>
                    <a:pt x="622548" y="348378"/>
                  </a:lnTo>
                  <a:lnTo>
                    <a:pt x="617327" y="297534"/>
                  </a:lnTo>
                  <a:lnTo>
                    <a:pt x="610025" y="247063"/>
                  </a:lnTo>
                  <a:lnTo>
                    <a:pt x="600053" y="197079"/>
                  </a:lnTo>
                  <a:lnTo>
                    <a:pt x="586824" y="147694"/>
                  </a:lnTo>
                  <a:lnTo>
                    <a:pt x="563857" y="86275"/>
                  </a:lnTo>
                  <a:lnTo>
                    <a:pt x="529672" y="30234"/>
                  </a:lnTo>
                  <a:lnTo>
                    <a:pt x="487075" y="1975"/>
                  </a:lnTo>
                  <a:lnTo>
                    <a:pt x="471359" y="547"/>
                  </a:lnTo>
                  <a:lnTo>
                    <a:pt x="273316" y="547"/>
                  </a:lnTo>
                  <a:lnTo>
                    <a:pt x="166309" y="0"/>
                  </a:lnTo>
                  <a:close/>
                </a:path>
                <a:path w="629284" h="1498600">
                  <a:moveTo>
                    <a:pt x="433839" y="350"/>
                  </a:moveTo>
                  <a:lnTo>
                    <a:pt x="273316" y="547"/>
                  </a:lnTo>
                  <a:lnTo>
                    <a:pt x="471359" y="547"/>
                  </a:lnTo>
                  <a:lnTo>
                    <a:pt x="470474" y="466"/>
                  </a:lnTo>
                  <a:lnTo>
                    <a:pt x="460243" y="466"/>
                  </a:lnTo>
                  <a:lnTo>
                    <a:pt x="433839" y="350"/>
                  </a:lnTo>
                  <a:close/>
                </a:path>
                <a:path w="629284" h="1498600">
                  <a:moveTo>
                    <a:pt x="469041" y="336"/>
                  </a:moveTo>
                  <a:lnTo>
                    <a:pt x="460243" y="466"/>
                  </a:lnTo>
                  <a:lnTo>
                    <a:pt x="470474" y="466"/>
                  </a:lnTo>
                  <a:lnTo>
                    <a:pt x="469041" y="336"/>
                  </a:lnTo>
                  <a:close/>
                </a:path>
              </a:pathLst>
            </a:custGeom>
            <a:solidFill>
              <a:srgbClr val="FFF6F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97" name="object 397"/>
            <p:cNvSpPr/>
            <p:nvPr/>
          </p:nvSpPr>
          <p:spPr>
            <a:xfrm>
              <a:off x="7590170" y="10829047"/>
              <a:ext cx="629285" cy="1498600"/>
            </a:xfrm>
            <a:custGeom>
              <a:avLst/>
              <a:gdLst/>
              <a:ahLst/>
              <a:cxnLst/>
              <a:rect l="l" t="t" r="r" b="b"/>
              <a:pathLst>
                <a:path w="629284" h="1498600">
                  <a:moveTo>
                    <a:pt x="235096" y="1498600"/>
                  </a:moveTo>
                  <a:lnTo>
                    <a:pt x="230404" y="1497011"/>
                  </a:lnTo>
                  <a:lnTo>
                    <a:pt x="225738" y="1495336"/>
                  </a:lnTo>
                  <a:lnTo>
                    <a:pt x="221016" y="1493843"/>
                  </a:lnTo>
                  <a:lnTo>
                    <a:pt x="173977" y="1461865"/>
                  </a:lnTo>
                  <a:lnTo>
                    <a:pt x="152847" y="1409457"/>
                  </a:lnTo>
                  <a:lnTo>
                    <a:pt x="149414" y="1360940"/>
                  </a:lnTo>
                  <a:lnTo>
                    <a:pt x="146125" y="1312413"/>
                  </a:lnTo>
                  <a:lnTo>
                    <a:pt x="142928" y="1263880"/>
                  </a:lnTo>
                  <a:lnTo>
                    <a:pt x="139773" y="1215343"/>
                  </a:lnTo>
                  <a:lnTo>
                    <a:pt x="136612" y="1166807"/>
                  </a:lnTo>
                  <a:lnTo>
                    <a:pt x="132979" y="1111238"/>
                  </a:lnTo>
                  <a:lnTo>
                    <a:pt x="129364" y="1055668"/>
                  </a:lnTo>
                  <a:lnTo>
                    <a:pt x="125760" y="1000096"/>
                  </a:lnTo>
                  <a:lnTo>
                    <a:pt x="122157" y="944524"/>
                  </a:lnTo>
                  <a:lnTo>
                    <a:pt x="118549" y="888953"/>
                  </a:lnTo>
                  <a:lnTo>
                    <a:pt x="113665" y="813920"/>
                  </a:lnTo>
                  <a:lnTo>
                    <a:pt x="108757" y="738888"/>
                  </a:lnTo>
                  <a:lnTo>
                    <a:pt x="108226" y="734399"/>
                  </a:lnTo>
                  <a:lnTo>
                    <a:pt x="97540" y="736709"/>
                  </a:lnTo>
                  <a:lnTo>
                    <a:pt x="86974" y="739176"/>
                  </a:lnTo>
                  <a:lnTo>
                    <a:pt x="76494" y="741110"/>
                  </a:lnTo>
                  <a:lnTo>
                    <a:pt x="26278" y="726186"/>
                  </a:lnTo>
                  <a:lnTo>
                    <a:pt x="7383" y="688144"/>
                  </a:lnTo>
                  <a:lnTo>
                    <a:pt x="2951" y="616637"/>
                  </a:lnTo>
                  <a:lnTo>
                    <a:pt x="551" y="545019"/>
                  </a:lnTo>
                  <a:lnTo>
                    <a:pt x="6" y="490948"/>
                  </a:lnTo>
                  <a:lnTo>
                    <a:pt x="899" y="436937"/>
                  </a:lnTo>
                  <a:lnTo>
                    <a:pt x="3460" y="383004"/>
                  </a:lnTo>
                  <a:lnTo>
                    <a:pt x="7921" y="329171"/>
                  </a:lnTo>
                  <a:lnTo>
                    <a:pt x="14511" y="275459"/>
                  </a:lnTo>
                  <a:lnTo>
                    <a:pt x="22333" y="227621"/>
                  </a:lnTo>
                  <a:lnTo>
                    <a:pt x="32587" y="180412"/>
                  </a:lnTo>
                  <a:lnTo>
                    <a:pt x="46234" y="134129"/>
                  </a:lnTo>
                  <a:lnTo>
                    <a:pt x="64235" y="89067"/>
                  </a:lnTo>
                  <a:lnTo>
                    <a:pt x="86972" y="48483"/>
                  </a:lnTo>
                  <a:lnTo>
                    <a:pt x="125619" y="8235"/>
                  </a:lnTo>
                  <a:lnTo>
                    <a:pt x="166316" y="0"/>
                  </a:lnTo>
                  <a:lnTo>
                    <a:pt x="219818" y="414"/>
                  </a:lnTo>
                  <a:lnTo>
                    <a:pt x="273323" y="548"/>
                  </a:lnTo>
                  <a:lnTo>
                    <a:pt x="326830" y="509"/>
                  </a:lnTo>
                  <a:lnTo>
                    <a:pt x="380337" y="408"/>
                  </a:lnTo>
                  <a:lnTo>
                    <a:pt x="433845" y="351"/>
                  </a:lnTo>
                  <a:lnTo>
                    <a:pt x="442647" y="391"/>
                  </a:lnTo>
                  <a:lnTo>
                    <a:pt x="451449" y="457"/>
                  </a:lnTo>
                  <a:lnTo>
                    <a:pt x="460250" y="467"/>
                  </a:lnTo>
                  <a:lnTo>
                    <a:pt x="503063" y="7693"/>
                  </a:lnTo>
                  <a:lnTo>
                    <a:pt x="548549" y="57394"/>
                  </a:lnTo>
                  <a:lnTo>
                    <a:pt x="576374" y="116501"/>
                  </a:lnTo>
                  <a:lnTo>
                    <a:pt x="600060" y="197080"/>
                  </a:lnTo>
                  <a:lnTo>
                    <a:pt x="610031" y="247064"/>
                  </a:lnTo>
                  <a:lnTo>
                    <a:pt x="617333" y="297534"/>
                  </a:lnTo>
                  <a:lnTo>
                    <a:pt x="622555" y="348379"/>
                  </a:lnTo>
                  <a:lnTo>
                    <a:pt x="625920" y="395503"/>
                  </a:lnTo>
                  <a:lnTo>
                    <a:pt x="627997" y="442626"/>
                  </a:lnTo>
                  <a:lnTo>
                    <a:pt x="628896" y="489749"/>
                  </a:lnTo>
                  <a:lnTo>
                    <a:pt x="628723" y="536872"/>
                  </a:lnTo>
                  <a:lnTo>
                    <a:pt x="627586" y="583996"/>
                  </a:lnTo>
                  <a:lnTo>
                    <a:pt x="625595" y="631120"/>
                  </a:lnTo>
                  <a:lnTo>
                    <a:pt x="622855" y="678247"/>
                  </a:lnTo>
                  <a:lnTo>
                    <a:pt x="590835" y="734319"/>
                  </a:lnTo>
                  <a:lnTo>
                    <a:pt x="560642" y="742278"/>
                  </a:lnTo>
                  <a:lnTo>
                    <a:pt x="526331" y="733773"/>
                  </a:lnTo>
                  <a:lnTo>
                    <a:pt x="525006" y="733112"/>
                  </a:lnTo>
                  <a:lnTo>
                    <a:pt x="523570" y="732669"/>
                  </a:lnTo>
                  <a:lnTo>
                    <a:pt x="520671" y="731526"/>
                  </a:lnTo>
                  <a:lnTo>
                    <a:pt x="519847" y="742447"/>
                  </a:lnTo>
                  <a:lnTo>
                    <a:pt x="519031" y="753129"/>
                  </a:lnTo>
                  <a:lnTo>
                    <a:pt x="514074" y="828266"/>
                  </a:lnTo>
                  <a:lnTo>
                    <a:pt x="510620" y="882435"/>
                  </a:lnTo>
                  <a:lnTo>
                    <a:pt x="507168" y="936604"/>
                  </a:lnTo>
                  <a:lnTo>
                    <a:pt x="503705" y="990773"/>
                  </a:lnTo>
                  <a:lnTo>
                    <a:pt x="500219" y="1044940"/>
                  </a:lnTo>
                  <a:lnTo>
                    <a:pt x="496689" y="1099338"/>
                  </a:lnTo>
                  <a:lnTo>
                    <a:pt x="493135" y="1153736"/>
                  </a:lnTo>
                  <a:lnTo>
                    <a:pt x="489569" y="1208132"/>
                  </a:lnTo>
                  <a:lnTo>
                    <a:pt x="486000" y="1262529"/>
                  </a:lnTo>
                  <a:lnTo>
                    <a:pt x="482438" y="1316926"/>
                  </a:lnTo>
                  <a:lnTo>
                    <a:pt x="481047" y="1337735"/>
                  </a:lnTo>
                  <a:lnTo>
                    <a:pt x="479644" y="1358543"/>
                  </a:lnTo>
                  <a:lnTo>
                    <a:pt x="478306" y="1379354"/>
                  </a:lnTo>
                  <a:lnTo>
                    <a:pt x="470207" y="1434695"/>
                  </a:lnTo>
                  <a:lnTo>
                    <a:pt x="429131" y="1483880"/>
                  </a:lnTo>
                  <a:lnTo>
                    <a:pt x="395023" y="1496964"/>
                  </a:lnTo>
                  <a:lnTo>
                    <a:pt x="393723" y="1497929"/>
                  </a:lnTo>
                  <a:lnTo>
                    <a:pt x="392356" y="1498600"/>
                  </a:lnTo>
                  <a:lnTo>
                    <a:pt x="361841" y="1498600"/>
                  </a:lnTo>
                  <a:lnTo>
                    <a:pt x="350910" y="1493546"/>
                  </a:lnTo>
                  <a:lnTo>
                    <a:pt x="339978" y="1488494"/>
                  </a:lnTo>
                  <a:lnTo>
                    <a:pt x="329027" y="1483487"/>
                  </a:lnTo>
                  <a:lnTo>
                    <a:pt x="318036" y="1478568"/>
                  </a:lnTo>
                  <a:lnTo>
                    <a:pt x="315994" y="1477666"/>
                  </a:lnTo>
                  <a:lnTo>
                    <a:pt x="312881" y="1477723"/>
                  </a:lnTo>
                  <a:lnTo>
                    <a:pt x="276890" y="1493559"/>
                  </a:lnTo>
                  <a:lnTo>
                    <a:pt x="265608" y="1498600"/>
                  </a:lnTo>
                  <a:lnTo>
                    <a:pt x="235096" y="149860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98" name="object 398"/>
            <p:cNvSpPr/>
            <p:nvPr/>
          </p:nvSpPr>
          <p:spPr>
            <a:xfrm>
              <a:off x="7769653" y="10909870"/>
              <a:ext cx="266700" cy="241300"/>
            </a:xfrm>
            <a:custGeom>
              <a:avLst/>
              <a:gdLst/>
              <a:ahLst/>
              <a:cxnLst/>
              <a:rect l="l" t="t" r="r" b="b"/>
              <a:pathLst>
                <a:path w="266700" h="241300">
                  <a:moveTo>
                    <a:pt x="57598" y="0"/>
                  </a:moveTo>
                  <a:lnTo>
                    <a:pt x="23227" y="16022"/>
                  </a:lnTo>
                  <a:lnTo>
                    <a:pt x="509" y="55253"/>
                  </a:lnTo>
                  <a:lnTo>
                    <a:pt x="0" y="101310"/>
                  </a:lnTo>
                  <a:lnTo>
                    <a:pt x="20325" y="143916"/>
                  </a:lnTo>
                  <a:lnTo>
                    <a:pt x="53958" y="181976"/>
                  </a:lnTo>
                  <a:lnTo>
                    <a:pt x="93375" y="214392"/>
                  </a:lnTo>
                  <a:lnTo>
                    <a:pt x="131049" y="240069"/>
                  </a:lnTo>
                  <a:lnTo>
                    <a:pt x="134125" y="240992"/>
                  </a:lnTo>
                  <a:lnTo>
                    <a:pt x="135632" y="240028"/>
                  </a:lnTo>
                  <a:lnTo>
                    <a:pt x="173294" y="214356"/>
                  </a:lnTo>
                  <a:lnTo>
                    <a:pt x="212696" y="181945"/>
                  </a:lnTo>
                  <a:lnTo>
                    <a:pt x="246314" y="143893"/>
                  </a:lnTo>
                  <a:lnTo>
                    <a:pt x="266626" y="101296"/>
                  </a:lnTo>
                  <a:lnTo>
                    <a:pt x="266114" y="55253"/>
                  </a:lnTo>
                  <a:lnTo>
                    <a:pt x="252171" y="31178"/>
                  </a:lnTo>
                  <a:lnTo>
                    <a:pt x="133311" y="31178"/>
                  </a:lnTo>
                  <a:lnTo>
                    <a:pt x="96625" y="5585"/>
                  </a:lnTo>
                  <a:lnTo>
                    <a:pt x="57598" y="0"/>
                  </a:lnTo>
                  <a:close/>
                </a:path>
                <a:path w="266700" h="241300">
                  <a:moveTo>
                    <a:pt x="209023" y="0"/>
                  </a:moveTo>
                  <a:lnTo>
                    <a:pt x="169997" y="5585"/>
                  </a:lnTo>
                  <a:lnTo>
                    <a:pt x="133311" y="31178"/>
                  </a:lnTo>
                  <a:lnTo>
                    <a:pt x="252171" y="31178"/>
                  </a:lnTo>
                  <a:lnTo>
                    <a:pt x="243394" y="16022"/>
                  </a:lnTo>
                  <a:lnTo>
                    <a:pt x="209023"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399" name="object 399"/>
          <p:cNvSpPr txBox="1"/>
          <p:nvPr/>
        </p:nvSpPr>
        <p:spPr>
          <a:xfrm>
            <a:off x="3016250" y="4806950"/>
            <a:ext cx="1077595" cy="479425"/>
          </a:xfrm>
          <a:prstGeom prst="rect">
            <a:avLst/>
          </a:prstGeom>
        </p:spPr>
        <p:txBody>
          <a:bodyPr vert="horz" wrap="square" lIns="0" tIns="6350" rIns="0" bIns="0" rtlCol="0">
            <a:spAutoFit/>
          </a:bodyPr>
          <a:lstStyle/>
          <a:p>
            <a:pPr marL="6350">
              <a:lnSpc>
                <a:spcPts val="1230"/>
              </a:lnSpc>
              <a:spcBef>
                <a:spcPts val="50"/>
              </a:spcBef>
            </a:pPr>
            <a:r>
              <a:rPr sz="105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「移情沟通」的原则</a:t>
            </a:r>
            <a:endParaRPr sz="1050" b="1" dirty="0">
              <a:latin typeface="江城圆体 600W" panose="020B0800000000000000" pitchFamily="34" charset="-128"/>
              <a:ea typeface="江城圆体 600W" panose="020B0800000000000000" pitchFamily="34" charset="-128"/>
              <a:cs typeface="PMingLiU" panose="02020500000000000000" charset="-120"/>
            </a:endParaRPr>
          </a:p>
          <a:p>
            <a:pPr marL="6350">
              <a:lnSpc>
                <a:spcPts val="1230"/>
              </a:lnSpc>
            </a:pPr>
            <a:r>
              <a:rPr sz="105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r>
              <a:rPr sz="1050" b="1" dirty="0" err="1">
                <a:solidFill>
                  <a:srgbClr val="212121"/>
                </a:solidFill>
                <a:latin typeface="江城圆体 600W" panose="020B0800000000000000" pitchFamily="34" charset="-128"/>
                <a:ea typeface="江城圆体 600W" panose="020B0800000000000000" pitchFamily="34" charset="-128"/>
                <a:cs typeface="PMingLiU" panose="02020500000000000000" charset="-120"/>
              </a:rPr>
              <a:t>知己解彼</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400" name="object 400"/>
          <p:cNvSpPr txBox="1"/>
          <p:nvPr/>
        </p:nvSpPr>
        <p:spPr>
          <a:xfrm>
            <a:off x="3318060" y="5518150"/>
            <a:ext cx="215583" cy="128905"/>
          </a:xfrm>
          <a:prstGeom prst="rect">
            <a:avLst/>
          </a:prstGeom>
        </p:spPr>
        <p:txBody>
          <a:bodyPr vert="horz" wrap="square" lIns="0" tIns="6350" rIns="0" bIns="0" rtlCol="0">
            <a:spAutoFit/>
          </a:bodyPr>
          <a:lstStyle/>
          <a:p>
            <a:pPr marL="6350">
              <a:spcBef>
                <a:spcPts val="50"/>
              </a:spcBef>
            </a:pPr>
            <a:r>
              <a:rPr sz="800" spc="-15" dirty="0">
                <a:solidFill>
                  <a:srgbClr val="212121"/>
                </a:solidFill>
                <a:latin typeface="江城圆体 400W" panose="020B0800000000000000" pitchFamily="34" charset="-128"/>
                <a:ea typeface="江城圆体 400W" panose="020B0800000000000000" pitchFamily="34" charset="-128"/>
                <a:cs typeface="Microsoft JhengHei"/>
              </a:rPr>
              <a:t>感受</a:t>
            </a:r>
            <a:endParaRPr sz="800" dirty="0">
              <a:latin typeface="江城圆体 400W" panose="020B0800000000000000" pitchFamily="34" charset="-128"/>
              <a:ea typeface="江城圆体 400W" panose="020B0800000000000000" pitchFamily="34" charset="-128"/>
              <a:cs typeface="Microsoft JhengHei"/>
            </a:endParaRPr>
          </a:p>
        </p:txBody>
      </p:sp>
      <p:sp>
        <p:nvSpPr>
          <p:cNvPr id="401" name="object 401"/>
          <p:cNvSpPr/>
          <p:nvPr/>
        </p:nvSpPr>
        <p:spPr>
          <a:xfrm>
            <a:off x="3074988" y="5271184"/>
            <a:ext cx="708025" cy="100330"/>
          </a:xfrm>
          <a:custGeom>
            <a:avLst/>
            <a:gdLst/>
            <a:ahLst/>
            <a:cxnLst/>
            <a:rect l="l" t="t" r="r" b="b"/>
            <a:pathLst>
              <a:path w="1416050" h="200659">
                <a:moveTo>
                  <a:pt x="1251063" y="0"/>
                </a:moveTo>
                <a:lnTo>
                  <a:pt x="1243319" y="2167"/>
                </a:lnTo>
                <a:lnTo>
                  <a:pt x="1239880" y="8280"/>
                </a:lnTo>
                <a:lnTo>
                  <a:pt x="1236771" y="15478"/>
                </a:lnTo>
                <a:lnTo>
                  <a:pt x="1239047" y="22383"/>
                </a:lnTo>
                <a:lnTo>
                  <a:pt x="1354861" y="87532"/>
                </a:lnTo>
                <a:lnTo>
                  <a:pt x="61188" y="87532"/>
                </a:lnTo>
                <a:lnTo>
                  <a:pt x="177439" y="22137"/>
                </a:lnTo>
                <a:lnTo>
                  <a:pt x="179607" y="14394"/>
                </a:lnTo>
                <a:lnTo>
                  <a:pt x="176169" y="8280"/>
                </a:lnTo>
                <a:lnTo>
                  <a:pt x="172730" y="2167"/>
                </a:lnTo>
                <a:lnTo>
                  <a:pt x="164986" y="0"/>
                </a:lnTo>
                <a:lnTo>
                  <a:pt x="6473" y="89162"/>
                </a:lnTo>
                <a:lnTo>
                  <a:pt x="1618" y="93987"/>
                </a:lnTo>
                <a:lnTo>
                  <a:pt x="0" y="100232"/>
                </a:lnTo>
                <a:lnTo>
                  <a:pt x="1618" y="106476"/>
                </a:lnTo>
                <a:lnTo>
                  <a:pt x="6473" y="111301"/>
                </a:lnTo>
                <a:lnTo>
                  <a:pt x="164986" y="200464"/>
                </a:lnTo>
                <a:lnTo>
                  <a:pt x="172730" y="198296"/>
                </a:lnTo>
                <a:lnTo>
                  <a:pt x="176169" y="192184"/>
                </a:lnTo>
                <a:lnTo>
                  <a:pt x="179278" y="184985"/>
                </a:lnTo>
                <a:lnTo>
                  <a:pt x="177002" y="178080"/>
                </a:lnTo>
                <a:lnTo>
                  <a:pt x="61188" y="112932"/>
                </a:lnTo>
                <a:lnTo>
                  <a:pt x="1354861" y="112932"/>
                </a:lnTo>
                <a:lnTo>
                  <a:pt x="1238610" y="178327"/>
                </a:lnTo>
                <a:lnTo>
                  <a:pt x="1236442" y="186070"/>
                </a:lnTo>
                <a:lnTo>
                  <a:pt x="1243319" y="198296"/>
                </a:lnTo>
                <a:lnTo>
                  <a:pt x="1251063" y="200464"/>
                </a:lnTo>
                <a:lnTo>
                  <a:pt x="1409576" y="111301"/>
                </a:lnTo>
                <a:lnTo>
                  <a:pt x="1414431" y="106476"/>
                </a:lnTo>
                <a:lnTo>
                  <a:pt x="1416050" y="100232"/>
                </a:lnTo>
                <a:lnTo>
                  <a:pt x="1414431" y="93987"/>
                </a:lnTo>
                <a:lnTo>
                  <a:pt x="1409576" y="89162"/>
                </a:lnTo>
                <a:lnTo>
                  <a:pt x="1251063" y="0"/>
                </a:lnTo>
                <a:close/>
              </a:path>
            </a:pathLst>
          </a:custGeom>
          <a:solidFill>
            <a:srgbClr val="CF5F3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02" name="object 402"/>
          <p:cNvSpPr/>
          <p:nvPr/>
        </p:nvSpPr>
        <p:spPr>
          <a:xfrm>
            <a:off x="3080412" y="5626100"/>
            <a:ext cx="697230" cy="89853"/>
          </a:xfrm>
          <a:custGeom>
            <a:avLst/>
            <a:gdLst/>
            <a:ahLst/>
            <a:cxnLst/>
            <a:rect l="l" t="t" r="r" b="b"/>
            <a:pathLst>
              <a:path w="1394459" h="179704">
                <a:moveTo>
                  <a:pt x="1227305" y="0"/>
                </a:moveTo>
                <a:lnTo>
                  <a:pt x="1225659" y="0"/>
                </a:lnTo>
                <a:lnTo>
                  <a:pt x="1219099" y="736"/>
                </a:lnTo>
                <a:lnTo>
                  <a:pt x="1215053" y="5199"/>
                </a:lnTo>
                <a:lnTo>
                  <a:pt x="1215043" y="76200"/>
                </a:lnTo>
                <a:lnTo>
                  <a:pt x="179294" y="76200"/>
                </a:lnTo>
                <a:lnTo>
                  <a:pt x="179297" y="4748"/>
                </a:lnTo>
                <a:lnTo>
                  <a:pt x="174548" y="0"/>
                </a:lnTo>
                <a:lnTo>
                  <a:pt x="167045" y="0"/>
                </a:lnTo>
                <a:lnTo>
                  <a:pt x="165421" y="383"/>
                </a:lnTo>
                <a:lnTo>
                  <a:pt x="2123" y="82031"/>
                </a:lnTo>
                <a:lnTo>
                  <a:pt x="0" y="88403"/>
                </a:lnTo>
                <a:lnTo>
                  <a:pt x="3646" y="95694"/>
                </a:lnTo>
                <a:lnTo>
                  <a:pt x="5309" y="97358"/>
                </a:lnTo>
                <a:lnTo>
                  <a:pt x="169188" y="179297"/>
                </a:lnTo>
                <a:lnTo>
                  <a:pt x="175558" y="177173"/>
                </a:lnTo>
                <a:lnTo>
                  <a:pt x="178795" y="170416"/>
                </a:lnTo>
                <a:lnTo>
                  <a:pt x="179297" y="168288"/>
                </a:lnTo>
                <a:lnTo>
                  <a:pt x="179294" y="101600"/>
                </a:lnTo>
                <a:lnTo>
                  <a:pt x="1215043" y="101600"/>
                </a:lnTo>
                <a:lnTo>
                  <a:pt x="1215053" y="168837"/>
                </a:lnTo>
                <a:lnTo>
                  <a:pt x="1215436" y="170461"/>
                </a:lnTo>
                <a:lnTo>
                  <a:pt x="1218792" y="177173"/>
                </a:lnTo>
                <a:lnTo>
                  <a:pt x="1225162" y="179297"/>
                </a:lnTo>
                <a:lnTo>
                  <a:pt x="1389040" y="97358"/>
                </a:lnTo>
                <a:lnTo>
                  <a:pt x="1390704" y="95694"/>
                </a:lnTo>
                <a:lnTo>
                  <a:pt x="1394350" y="88403"/>
                </a:lnTo>
                <a:lnTo>
                  <a:pt x="1392227" y="82031"/>
                </a:lnTo>
                <a:lnTo>
                  <a:pt x="1228929" y="383"/>
                </a:lnTo>
                <a:lnTo>
                  <a:pt x="1227305"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03" name="object 403"/>
          <p:cNvSpPr txBox="1"/>
          <p:nvPr/>
        </p:nvSpPr>
        <p:spPr>
          <a:xfrm>
            <a:off x="2624283" y="6394450"/>
            <a:ext cx="215583" cy="128905"/>
          </a:xfrm>
          <a:prstGeom prst="rect">
            <a:avLst/>
          </a:prstGeom>
        </p:spPr>
        <p:txBody>
          <a:bodyPr vert="horz" wrap="square" lIns="0" tIns="6350" rIns="0" bIns="0" rtlCol="0">
            <a:spAutoFit/>
          </a:bodyPr>
          <a:lstStyle/>
          <a:p>
            <a:pPr marL="6350">
              <a:spcBef>
                <a:spcPts val="50"/>
              </a:spcBef>
            </a:pPr>
            <a:r>
              <a:rPr sz="800" spc="-15" dirty="0">
                <a:solidFill>
                  <a:srgbClr val="FFFFFF"/>
                </a:solidFill>
                <a:latin typeface="江城圆体 400W" panose="020B0800000000000000" pitchFamily="34" charset="-128"/>
                <a:ea typeface="江城圆体 400W" panose="020B0800000000000000" pitchFamily="34" charset="-128"/>
                <a:cs typeface="Microsoft JhengHei"/>
              </a:rPr>
              <a:t>倾听</a:t>
            </a:r>
            <a:endParaRPr sz="800">
              <a:latin typeface="江城圆体 400W" panose="020B0800000000000000" pitchFamily="34" charset="-128"/>
              <a:ea typeface="江城圆体 400W" panose="020B0800000000000000" pitchFamily="34" charset="-128"/>
              <a:cs typeface="Microsoft JhengHei"/>
            </a:endParaRPr>
          </a:p>
        </p:txBody>
      </p:sp>
      <p:sp>
        <p:nvSpPr>
          <p:cNvPr id="404" name="object 404"/>
          <p:cNvSpPr txBox="1"/>
          <p:nvPr/>
        </p:nvSpPr>
        <p:spPr>
          <a:xfrm>
            <a:off x="3924589" y="6261100"/>
            <a:ext cx="329883" cy="83185"/>
          </a:xfrm>
          <a:prstGeom prst="rect">
            <a:avLst/>
          </a:prstGeom>
        </p:spPr>
        <p:txBody>
          <a:bodyPr vert="horz" wrap="square" lIns="0" tIns="6350" rIns="0" bIns="0" rtlCol="0">
            <a:spAutoFit/>
          </a:bodyPr>
          <a:lstStyle/>
          <a:p>
            <a:pPr marL="6350">
              <a:spcBef>
                <a:spcPts val="50"/>
              </a:spcBef>
            </a:pPr>
            <a:r>
              <a:rPr sz="500" spc="-10" dirty="0">
                <a:solidFill>
                  <a:srgbClr val="212121"/>
                </a:solidFill>
                <a:latin typeface="江城圆体 400W" panose="020B0800000000000000" pitchFamily="34" charset="-128"/>
                <a:ea typeface="江城圆体 400W" panose="020B0800000000000000" pitchFamily="34" charset="-128"/>
                <a:cs typeface="Microsoft JhengHei"/>
              </a:rPr>
              <a:t>回应型聆听</a:t>
            </a:r>
            <a:endParaRPr sz="500">
              <a:latin typeface="江城圆体 400W" panose="020B0800000000000000" pitchFamily="34" charset="-128"/>
              <a:ea typeface="江城圆体 400W" panose="020B0800000000000000" pitchFamily="34" charset="-128"/>
              <a:cs typeface="Microsoft JhengHei"/>
            </a:endParaRPr>
          </a:p>
        </p:txBody>
      </p:sp>
      <p:sp>
        <p:nvSpPr>
          <p:cNvPr id="405" name="object 405"/>
          <p:cNvSpPr txBox="1"/>
          <p:nvPr/>
        </p:nvSpPr>
        <p:spPr>
          <a:xfrm>
            <a:off x="4337165" y="6540500"/>
            <a:ext cx="139700" cy="146685"/>
          </a:xfrm>
          <a:prstGeom prst="rect">
            <a:avLst/>
          </a:prstGeom>
        </p:spPr>
        <p:txBody>
          <a:bodyPr vert="horz" wrap="square" lIns="0" tIns="19050" rIns="0" bIns="0" rtlCol="0">
            <a:spAutoFit/>
          </a:bodyPr>
          <a:lstStyle/>
          <a:p>
            <a:pPr marL="6350" marR="2540">
              <a:lnSpc>
                <a:spcPts val="500"/>
              </a:lnSpc>
              <a:spcBef>
                <a:spcPts val="150"/>
              </a:spcBef>
            </a:pPr>
            <a:r>
              <a:rPr sz="500" spc="-15" dirty="0">
                <a:solidFill>
                  <a:srgbClr val="212121"/>
                </a:solidFill>
                <a:latin typeface="江城圆体 400W" panose="020B0800000000000000" pitchFamily="34" charset="-128"/>
                <a:ea typeface="江城圆体 400W" panose="020B0800000000000000" pitchFamily="34" charset="-128"/>
                <a:cs typeface="Microsoft JhengHei"/>
              </a:rPr>
              <a:t>移情聆听</a:t>
            </a:r>
            <a:endParaRPr sz="500" dirty="0">
              <a:latin typeface="江城圆体 400W" panose="020B0800000000000000" pitchFamily="34" charset="-128"/>
              <a:ea typeface="江城圆体 400W" panose="020B0800000000000000" pitchFamily="34" charset="-128"/>
              <a:cs typeface="Microsoft JhengHei"/>
            </a:endParaRPr>
          </a:p>
        </p:txBody>
      </p:sp>
      <p:sp>
        <p:nvSpPr>
          <p:cNvPr id="406" name="object 406"/>
          <p:cNvSpPr txBox="1"/>
          <p:nvPr/>
        </p:nvSpPr>
        <p:spPr>
          <a:xfrm>
            <a:off x="3027741" y="6553200"/>
            <a:ext cx="215583" cy="128905"/>
          </a:xfrm>
          <a:prstGeom prst="rect">
            <a:avLst/>
          </a:prstGeom>
        </p:spPr>
        <p:txBody>
          <a:bodyPr vert="horz" wrap="square" lIns="0" tIns="6350" rIns="0" bIns="0" rtlCol="0">
            <a:spAutoFit/>
          </a:bodyPr>
          <a:lstStyle/>
          <a:p>
            <a:pPr marL="6350">
              <a:spcBef>
                <a:spcPts val="50"/>
              </a:spcBef>
            </a:pPr>
            <a:r>
              <a:rPr sz="800" spc="-15" dirty="0">
                <a:solidFill>
                  <a:srgbClr val="FFFFFF"/>
                </a:solidFill>
                <a:latin typeface="江城圆体 400W" panose="020B0800000000000000" pitchFamily="34" charset="-128"/>
                <a:ea typeface="江城圆体 400W" panose="020B0800000000000000" pitchFamily="34" charset="-128"/>
                <a:cs typeface="Microsoft JhengHei"/>
              </a:rPr>
              <a:t>理解</a:t>
            </a:r>
            <a:endParaRPr sz="800">
              <a:latin typeface="江城圆体 400W" panose="020B0800000000000000" pitchFamily="34" charset="-128"/>
              <a:ea typeface="江城圆体 400W" panose="020B0800000000000000" pitchFamily="34" charset="-128"/>
              <a:cs typeface="Microsoft JhengHei"/>
            </a:endParaRPr>
          </a:p>
        </p:txBody>
      </p:sp>
      <p:sp>
        <p:nvSpPr>
          <p:cNvPr id="407" name="object 407"/>
          <p:cNvSpPr txBox="1"/>
          <p:nvPr/>
        </p:nvSpPr>
        <p:spPr>
          <a:xfrm>
            <a:off x="3479985" y="6553200"/>
            <a:ext cx="215583" cy="128905"/>
          </a:xfrm>
          <a:prstGeom prst="rect">
            <a:avLst/>
          </a:prstGeom>
        </p:spPr>
        <p:txBody>
          <a:bodyPr vert="horz" wrap="square" lIns="0" tIns="6350" rIns="0" bIns="0" rtlCol="0">
            <a:spAutoFit/>
          </a:bodyPr>
          <a:lstStyle/>
          <a:p>
            <a:pPr marL="6350">
              <a:spcBef>
                <a:spcPts val="50"/>
              </a:spcBef>
            </a:pPr>
            <a:r>
              <a:rPr sz="800" spc="-15" dirty="0">
                <a:solidFill>
                  <a:srgbClr val="FFFFFF"/>
                </a:solidFill>
                <a:latin typeface="江城圆体 400W" panose="020B0800000000000000" pitchFamily="34" charset="-128"/>
                <a:ea typeface="江城圆体 400W" panose="020B0800000000000000" pitchFamily="34" charset="-128"/>
                <a:cs typeface="Microsoft JhengHei"/>
              </a:rPr>
              <a:t>回应</a:t>
            </a:r>
            <a:endParaRPr sz="800">
              <a:latin typeface="江城圆体 400W" panose="020B0800000000000000" pitchFamily="34" charset="-128"/>
              <a:ea typeface="江城圆体 400W" panose="020B0800000000000000" pitchFamily="34" charset="-128"/>
              <a:cs typeface="Microsoft JhengHei"/>
            </a:endParaRPr>
          </a:p>
        </p:txBody>
      </p:sp>
      <p:sp>
        <p:nvSpPr>
          <p:cNvPr id="408" name="object 408"/>
          <p:cNvSpPr txBox="1"/>
          <p:nvPr/>
        </p:nvSpPr>
        <p:spPr>
          <a:xfrm>
            <a:off x="3022785" y="6235700"/>
            <a:ext cx="215583" cy="128905"/>
          </a:xfrm>
          <a:prstGeom prst="rect">
            <a:avLst/>
          </a:prstGeom>
        </p:spPr>
        <p:txBody>
          <a:bodyPr vert="horz" wrap="square" lIns="0" tIns="6350" rIns="0" bIns="0" rtlCol="0">
            <a:spAutoFit/>
          </a:bodyPr>
          <a:lstStyle/>
          <a:p>
            <a:pPr marL="6350">
              <a:spcBef>
                <a:spcPts val="50"/>
              </a:spcBef>
            </a:pPr>
            <a:r>
              <a:rPr sz="800" spc="-15" dirty="0">
                <a:solidFill>
                  <a:srgbClr val="FFFFFF"/>
                </a:solidFill>
                <a:latin typeface="江城圆体 400W" panose="020B0800000000000000" pitchFamily="34" charset="-128"/>
                <a:ea typeface="江城圆体 400W" panose="020B0800000000000000" pitchFamily="34" charset="-128"/>
                <a:cs typeface="Microsoft JhengHei"/>
              </a:rPr>
              <a:t>回应</a:t>
            </a:r>
            <a:endParaRPr sz="800">
              <a:latin typeface="江城圆体 400W" panose="020B0800000000000000" pitchFamily="34" charset="-128"/>
              <a:ea typeface="江城圆体 400W" panose="020B0800000000000000" pitchFamily="34" charset="-128"/>
              <a:cs typeface="Microsoft JhengHei"/>
            </a:endParaRPr>
          </a:p>
        </p:txBody>
      </p:sp>
      <p:sp>
        <p:nvSpPr>
          <p:cNvPr id="409" name="object 409"/>
          <p:cNvSpPr txBox="1"/>
          <p:nvPr/>
        </p:nvSpPr>
        <p:spPr>
          <a:xfrm>
            <a:off x="3429277" y="6235700"/>
            <a:ext cx="317183" cy="128905"/>
          </a:xfrm>
          <a:prstGeom prst="rect">
            <a:avLst/>
          </a:prstGeom>
        </p:spPr>
        <p:txBody>
          <a:bodyPr vert="horz" wrap="square" lIns="0" tIns="6350" rIns="0" bIns="0" rtlCol="0">
            <a:spAutoFit/>
          </a:bodyPr>
          <a:lstStyle/>
          <a:p>
            <a:pPr marL="6350">
              <a:spcBef>
                <a:spcPts val="50"/>
              </a:spcBef>
            </a:pPr>
            <a:r>
              <a:rPr sz="800" spc="-13" dirty="0">
                <a:solidFill>
                  <a:srgbClr val="FFFFFF"/>
                </a:solidFill>
                <a:latin typeface="江城圆体 400W" panose="020B0800000000000000" pitchFamily="34" charset="-128"/>
                <a:ea typeface="江城圆体 400W" panose="020B0800000000000000" pitchFamily="34" charset="-128"/>
                <a:cs typeface="Microsoft JhengHei"/>
              </a:rPr>
              <a:t>被理解</a:t>
            </a:r>
            <a:endParaRPr sz="800">
              <a:latin typeface="江城圆体 400W" panose="020B0800000000000000" pitchFamily="34" charset="-128"/>
              <a:ea typeface="江城圆体 400W" panose="020B0800000000000000" pitchFamily="34" charset="-128"/>
              <a:cs typeface="Microsoft JhengHei"/>
            </a:endParaRPr>
          </a:p>
        </p:txBody>
      </p:sp>
      <p:sp>
        <p:nvSpPr>
          <p:cNvPr id="410" name="object 410"/>
          <p:cNvSpPr txBox="1"/>
          <p:nvPr/>
        </p:nvSpPr>
        <p:spPr>
          <a:xfrm>
            <a:off x="3905372" y="6553200"/>
            <a:ext cx="317183" cy="128905"/>
          </a:xfrm>
          <a:prstGeom prst="rect">
            <a:avLst/>
          </a:prstGeom>
        </p:spPr>
        <p:txBody>
          <a:bodyPr vert="horz" wrap="square" lIns="0" tIns="6350" rIns="0" bIns="0" rtlCol="0">
            <a:spAutoFit/>
          </a:bodyPr>
          <a:lstStyle/>
          <a:p>
            <a:pPr marL="6350">
              <a:spcBef>
                <a:spcPts val="50"/>
              </a:spcBef>
            </a:pPr>
            <a:r>
              <a:rPr sz="800" spc="-13" dirty="0">
                <a:solidFill>
                  <a:srgbClr val="FFFFFF"/>
                </a:solidFill>
                <a:latin typeface="江城圆体 400W" panose="020B0800000000000000" pitchFamily="34" charset="-128"/>
                <a:ea typeface="江城圆体 400W" panose="020B0800000000000000" pitchFamily="34" charset="-128"/>
                <a:cs typeface="Microsoft JhengHei"/>
              </a:rPr>
              <a:t>被理解</a:t>
            </a:r>
            <a:endParaRPr sz="800">
              <a:latin typeface="江城圆体 400W" panose="020B0800000000000000" pitchFamily="34" charset="-128"/>
              <a:ea typeface="江城圆体 400W" panose="020B0800000000000000" pitchFamily="34" charset="-128"/>
              <a:cs typeface="Microsoft JhengHei"/>
            </a:endParaRPr>
          </a:p>
        </p:txBody>
      </p:sp>
      <p:sp>
        <p:nvSpPr>
          <p:cNvPr id="411" name="object 411"/>
          <p:cNvSpPr/>
          <p:nvPr/>
        </p:nvSpPr>
        <p:spPr>
          <a:xfrm>
            <a:off x="3765550" y="7372350"/>
            <a:ext cx="145098" cy="155258"/>
          </a:xfrm>
          <a:custGeom>
            <a:avLst/>
            <a:gdLst/>
            <a:ahLst/>
            <a:cxnLst/>
            <a:rect l="l" t="t" r="r" b="b"/>
            <a:pathLst>
              <a:path w="290195" h="310515">
                <a:moveTo>
                  <a:pt x="0" y="292100"/>
                </a:moveTo>
                <a:lnTo>
                  <a:pt x="78604" y="297648"/>
                </a:lnTo>
                <a:lnTo>
                  <a:pt x="145086" y="302188"/>
                </a:lnTo>
                <a:lnTo>
                  <a:pt x="199443" y="305719"/>
                </a:lnTo>
                <a:lnTo>
                  <a:pt x="241677" y="308241"/>
                </a:lnTo>
                <a:lnTo>
                  <a:pt x="289775" y="310259"/>
                </a:lnTo>
                <a:lnTo>
                  <a:pt x="289775"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14" name="object 18"/>
          <p:cNvSpPr txBox="1"/>
          <p:nvPr/>
        </p:nvSpPr>
        <p:spPr>
          <a:xfrm>
            <a:off x="2793830" y="1953260"/>
            <a:ext cx="327340" cy="128905"/>
          </a:xfrm>
          <a:prstGeom prst="rect">
            <a:avLst/>
          </a:prstGeom>
        </p:spPr>
        <p:txBody>
          <a:bodyPr vert="horz" wrap="square" lIns="0" tIns="6350" rIns="0" bIns="0" rtlCol="0">
            <a:spAutoFit/>
          </a:bodyPr>
          <a:lstStyle/>
          <a:p>
            <a:pPr marL="6350" algn="just">
              <a:spcBef>
                <a:spcPts val="240"/>
              </a:spcBef>
            </a:pPr>
            <a:r>
              <a:rPr lang="zh-CN" altLang="en-US" sz="800" spc="-2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习惯③</a:t>
            </a:r>
            <a:endParaRPr lang="zh-CN" altLang="en-US" sz="800" dirty="0">
              <a:latin typeface="江城圆体 400W" panose="020B0800000000000000" pitchFamily="34" charset="-128"/>
              <a:ea typeface="江城圆体 400W" panose="020B0800000000000000" pitchFamily="34" charset="-128"/>
              <a:cs typeface="宋体" panose="02010600030101010101" pitchFamily="2" charset="-122"/>
            </a:endParaRPr>
          </a:p>
        </p:txBody>
      </p:sp>
      <p:sp>
        <p:nvSpPr>
          <p:cNvPr id="415" name="object 101"/>
          <p:cNvSpPr txBox="1"/>
          <p:nvPr/>
        </p:nvSpPr>
        <p:spPr>
          <a:xfrm>
            <a:off x="4415559" y="2548004"/>
            <a:ext cx="237370"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a:t>
            </a:r>
            <a:r>
              <a:rPr lang="en-US" altLang="zh-CN"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3</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417" name="文本框 416"/>
          <p:cNvSpPr txBox="1"/>
          <p:nvPr/>
        </p:nvSpPr>
        <p:spPr>
          <a:xfrm>
            <a:off x="2899534" y="2858232"/>
            <a:ext cx="1130270" cy="306705"/>
          </a:xfrm>
          <a:prstGeom prst="rect">
            <a:avLst/>
          </a:prstGeom>
          <a:noFill/>
        </p:spPr>
        <p:txBody>
          <a:bodyPr wrap="square">
            <a:spAutoFit/>
          </a:bodyPr>
          <a:lstStyle/>
          <a:p>
            <a:pPr marL="6350" algn="ctr">
              <a:spcBef>
                <a:spcPts val="440"/>
              </a:spcBef>
            </a:pPr>
            <a:r>
              <a:rPr lang="zh-CN" altLang="en-US" sz="700" b="1" spc="-5" dirty="0">
                <a:solidFill>
                  <a:srgbClr val="212121"/>
                </a:solidFill>
                <a:latin typeface="江城圆体 600W" panose="020B0800000000000000" pitchFamily="34" charset="-128"/>
                <a:ea typeface="江城圆体 600W" panose="020B0800000000000000" pitchFamily="34" charset="-128"/>
                <a:cs typeface="Microsoft JhengHei"/>
              </a:rPr>
              <a:t>任何事物都是源于</a:t>
            </a:r>
            <a:r>
              <a:rPr lang="en-US" altLang="zh-CN" sz="700" b="1" spc="-5" dirty="0">
                <a:solidFill>
                  <a:srgbClr val="212121"/>
                </a:solidFill>
                <a:latin typeface="江城圆体 600W" panose="020B0800000000000000" pitchFamily="34" charset="-128"/>
                <a:ea typeface="江城圆体 600W" panose="020B0800000000000000" pitchFamily="34" charset="-128"/>
                <a:cs typeface="Microsoft JhengHei"/>
              </a:rPr>
              <a:t>2</a:t>
            </a:r>
            <a:r>
              <a:rPr lang="zh-CN" altLang="en-US" sz="700" b="1" spc="-13" dirty="0">
                <a:solidFill>
                  <a:srgbClr val="212121"/>
                </a:solidFill>
                <a:latin typeface="江城圆体 600W" panose="020B0800000000000000" pitchFamily="34" charset="-128"/>
                <a:ea typeface="江城圆体 600W" panose="020B0800000000000000" pitchFamily="34" charset="-128"/>
                <a:cs typeface="Microsoft JhengHei"/>
              </a:rPr>
              <a:t>次创造</a:t>
            </a:r>
            <a:endParaRPr lang="zh-CN" altLang="en-US" sz="700" b="1" dirty="0">
              <a:latin typeface="江城圆体 600W" panose="020B0800000000000000" pitchFamily="34" charset="-128"/>
              <a:ea typeface="江城圆体 600W" panose="020B0800000000000000" pitchFamily="34" charset="-128"/>
              <a:cs typeface="Microsoft JhengHei"/>
            </a:endParaRPr>
          </a:p>
        </p:txBody>
      </p:sp>
      <p:grpSp>
        <p:nvGrpSpPr>
          <p:cNvPr id="437" name="组合 436"/>
          <p:cNvGrpSpPr/>
          <p:nvPr/>
        </p:nvGrpSpPr>
        <p:grpSpPr>
          <a:xfrm>
            <a:off x="4514318" y="2964090"/>
            <a:ext cx="1543582" cy="1501437"/>
            <a:chOff x="9071797" y="5976735"/>
            <a:chExt cx="3087164" cy="3002873"/>
          </a:xfrm>
        </p:grpSpPr>
        <p:sp>
          <p:nvSpPr>
            <p:cNvPr id="431" name="矩形 430"/>
            <p:cNvSpPr/>
            <p:nvPr/>
          </p:nvSpPr>
          <p:spPr>
            <a:xfrm>
              <a:off x="10749067" y="5976735"/>
              <a:ext cx="1409894" cy="1361560"/>
            </a:xfrm>
            <a:prstGeom prst="rect">
              <a:avLst/>
            </a:prstGeom>
            <a:solidFill>
              <a:srgbClr val="0FA766"/>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418" name="矩形 417"/>
            <p:cNvSpPr/>
            <p:nvPr/>
          </p:nvSpPr>
          <p:spPr>
            <a:xfrm>
              <a:off x="9566103" y="6181001"/>
              <a:ext cx="2371897" cy="237189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dirty="0"/>
            </a:p>
          </p:txBody>
        </p:sp>
        <p:sp>
          <p:nvSpPr>
            <p:cNvPr id="419" name="矩形 418"/>
            <p:cNvSpPr/>
            <p:nvPr/>
          </p:nvSpPr>
          <p:spPr>
            <a:xfrm>
              <a:off x="9563277" y="8557793"/>
              <a:ext cx="2371897" cy="421815"/>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dirty="0"/>
            </a:p>
          </p:txBody>
        </p:sp>
        <p:sp>
          <p:nvSpPr>
            <p:cNvPr id="420" name="矩形 419"/>
            <p:cNvSpPr/>
            <p:nvPr/>
          </p:nvSpPr>
          <p:spPr>
            <a:xfrm rot="5400000">
              <a:off x="8130231" y="7119537"/>
              <a:ext cx="2371900" cy="488768"/>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dirty="0"/>
            </a:p>
          </p:txBody>
        </p:sp>
        <p:cxnSp>
          <p:nvCxnSpPr>
            <p:cNvPr id="422" name="直线连接符 421"/>
            <p:cNvCxnSpPr>
              <a:stCxn id="418" idx="0"/>
              <a:endCxn id="419" idx="2"/>
            </p:cNvCxnSpPr>
            <p:nvPr/>
          </p:nvCxnSpPr>
          <p:spPr>
            <a:xfrm flipH="1">
              <a:off x="10749226" y="6181001"/>
              <a:ext cx="2826" cy="2798607"/>
            </a:xfrm>
            <a:prstGeom prst="line">
              <a:avLst/>
            </a:prstGeom>
            <a:ln w="254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3" name="直线连接符 422"/>
            <p:cNvCxnSpPr>
              <a:stCxn id="418" idx="3"/>
              <a:endCxn id="420" idx="2"/>
            </p:cNvCxnSpPr>
            <p:nvPr/>
          </p:nvCxnSpPr>
          <p:spPr>
            <a:xfrm flipH="1" flipV="1">
              <a:off x="9071797" y="7363921"/>
              <a:ext cx="2866203" cy="3029"/>
            </a:xfrm>
            <a:prstGeom prst="line">
              <a:avLst/>
            </a:prstGeom>
            <a:ln w="25400" cap="rnd">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66" name="object 366"/>
          <p:cNvSpPr/>
          <p:nvPr/>
        </p:nvSpPr>
        <p:spPr>
          <a:xfrm>
            <a:off x="5372100" y="3250791"/>
            <a:ext cx="946150" cy="1543459"/>
          </a:xfrm>
          <a:custGeom>
            <a:avLst/>
            <a:gdLst/>
            <a:ahLst/>
            <a:cxnLst/>
            <a:rect l="l" t="t" r="r" b="b"/>
            <a:pathLst>
              <a:path w="1892300" h="3213100">
                <a:moveTo>
                  <a:pt x="114300" y="3098800"/>
                </a:moveTo>
                <a:lnTo>
                  <a:pt x="0" y="3098800"/>
                </a:lnTo>
                <a:lnTo>
                  <a:pt x="57150" y="3213100"/>
                </a:lnTo>
                <a:lnTo>
                  <a:pt x="114300" y="3098800"/>
                </a:lnTo>
                <a:close/>
              </a:path>
              <a:path w="1892300" h="3213100">
                <a:moveTo>
                  <a:pt x="63500" y="3048142"/>
                </a:moveTo>
                <a:lnTo>
                  <a:pt x="50800" y="3048142"/>
                </a:lnTo>
                <a:lnTo>
                  <a:pt x="50800" y="3098800"/>
                </a:lnTo>
                <a:lnTo>
                  <a:pt x="63500" y="3098800"/>
                </a:lnTo>
                <a:lnTo>
                  <a:pt x="63500" y="3048142"/>
                </a:lnTo>
                <a:close/>
              </a:path>
              <a:path w="1892300" h="3213100">
                <a:moveTo>
                  <a:pt x="63500" y="2971942"/>
                </a:moveTo>
                <a:lnTo>
                  <a:pt x="50800" y="2971942"/>
                </a:lnTo>
                <a:lnTo>
                  <a:pt x="50800" y="3022742"/>
                </a:lnTo>
                <a:lnTo>
                  <a:pt x="63500" y="3022742"/>
                </a:lnTo>
                <a:lnTo>
                  <a:pt x="63500" y="2971942"/>
                </a:lnTo>
                <a:close/>
              </a:path>
              <a:path w="1892300" h="3213100">
                <a:moveTo>
                  <a:pt x="63500" y="2895742"/>
                </a:moveTo>
                <a:lnTo>
                  <a:pt x="50800" y="2895742"/>
                </a:lnTo>
                <a:lnTo>
                  <a:pt x="50800" y="2946542"/>
                </a:lnTo>
                <a:lnTo>
                  <a:pt x="63500" y="2946542"/>
                </a:lnTo>
                <a:lnTo>
                  <a:pt x="63500" y="2895742"/>
                </a:lnTo>
                <a:close/>
              </a:path>
              <a:path w="1892300" h="3213100">
                <a:moveTo>
                  <a:pt x="109600" y="2865644"/>
                </a:moveTo>
                <a:lnTo>
                  <a:pt x="58800" y="2865644"/>
                </a:lnTo>
                <a:lnTo>
                  <a:pt x="58800" y="2878344"/>
                </a:lnTo>
                <a:lnTo>
                  <a:pt x="109600" y="2878344"/>
                </a:lnTo>
                <a:lnTo>
                  <a:pt x="109600" y="2865644"/>
                </a:lnTo>
                <a:close/>
              </a:path>
              <a:path w="1892300" h="3213100">
                <a:moveTo>
                  <a:pt x="185800" y="2865644"/>
                </a:moveTo>
                <a:lnTo>
                  <a:pt x="135000" y="2865644"/>
                </a:lnTo>
                <a:lnTo>
                  <a:pt x="135000" y="2878344"/>
                </a:lnTo>
                <a:lnTo>
                  <a:pt x="185800" y="2878344"/>
                </a:lnTo>
                <a:lnTo>
                  <a:pt x="185800" y="2865644"/>
                </a:lnTo>
                <a:close/>
              </a:path>
              <a:path w="1892300" h="3213100">
                <a:moveTo>
                  <a:pt x="262000" y="2865644"/>
                </a:moveTo>
                <a:lnTo>
                  <a:pt x="211200" y="2865644"/>
                </a:lnTo>
                <a:lnTo>
                  <a:pt x="211200" y="2878344"/>
                </a:lnTo>
                <a:lnTo>
                  <a:pt x="262000" y="2878344"/>
                </a:lnTo>
                <a:lnTo>
                  <a:pt x="262000" y="2865644"/>
                </a:lnTo>
                <a:close/>
              </a:path>
              <a:path w="1892300" h="3213100">
                <a:moveTo>
                  <a:pt x="338200" y="2865644"/>
                </a:moveTo>
                <a:lnTo>
                  <a:pt x="287400" y="2865644"/>
                </a:lnTo>
                <a:lnTo>
                  <a:pt x="287400" y="2878344"/>
                </a:lnTo>
                <a:lnTo>
                  <a:pt x="338200" y="2878344"/>
                </a:lnTo>
                <a:lnTo>
                  <a:pt x="338200" y="2865644"/>
                </a:lnTo>
                <a:close/>
              </a:path>
              <a:path w="1892300" h="3213100">
                <a:moveTo>
                  <a:pt x="414400" y="2865644"/>
                </a:moveTo>
                <a:lnTo>
                  <a:pt x="363600" y="2865644"/>
                </a:lnTo>
                <a:lnTo>
                  <a:pt x="363600" y="2878344"/>
                </a:lnTo>
                <a:lnTo>
                  <a:pt x="414400" y="2878344"/>
                </a:lnTo>
                <a:lnTo>
                  <a:pt x="414400" y="2865644"/>
                </a:lnTo>
                <a:close/>
              </a:path>
              <a:path w="1892300" h="3213100">
                <a:moveTo>
                  <a:pt x="490600" y="2865644"/>
                </a:moveTo>
                <a:lnTo>
                  <a:pt x="439800" y="2865644"/>
                </a:lnTo>
                <a:lnTo>
                  <a:pt x="439800" y="2878344"/>
                </a:lnTo>
                <a:lnTo>
                  <a:pt x="490600" y="2878344"/>
                </a:lnTo>
                <a:lnTo>
                  <a:pt x="490600" y="2865644"/>
                </a:lnTo>
                <a:close/>
              </a:path>
              <a:path w="1892300" h="3213100">
                <a:moveTo>
                  <a:pt x="566801" y="2865644"/>
                </a:moveTo>
                <a:lnTo>
                  <a:pt x="516000" y="2865644"/>
                </a:lnTo>
                <a:lnTo>
                  <a:pt x="516000" y="2878344"/>
                </a:lnTo>
                <a:lnTo>
                  <a:pt x="566801" y="2878344"/>
                </a:lnTo>
                <a:lnTo>
                  <a:pt x="566801" y="2865644"/>
                </a:lnTo>
                <a:close/>
              </a:path>
              <a:path w="1892300" h="3213100">
                <a:moveTo>
                  <a:pt x="643001" y="2865644"/>
                </a:moveTo>
                <a:lnTo>
                  <a:pt x="592201" y="2865644"/>
                </a:lnTo>
                <a:lnTo>
                  <a:pt x="592201" y="2878344"/>
                </a:lnTo>
                <a:lnTo>
                  <a:pt x="643001" y="2878344"/>
                </a:lnTo>
                <a:lnTo>
                  <a:pt x="643001" y="2865644"/>
                </a:lnTo>
                <a:close/>
              </a:path>
              <a:path w="1892300" h="3213100">
                <a:moveTo>
                  <a:pt x="719201" y="2865644"/>
                </a:moveTo>
                <a:lnTo>
                  <a:pt x="668401" y="2865644"/>
                </a:lnTo>
                <a:lnTo>
                  <a:pt x="668401" y="2878344"/>
                </a:lnTo>
                <a:lnTo>
                  <a:pt x="719201" y="2878344"/>
                </a:lnTo>
                <a:lnTo>
                  <a:pt x="719201" y="2865644"/>
                </a:lnTo>
                <a:close/>
              </a:path>
              <a:path w="1892300" h="3213100">
                <a:moveTo>
                  <a:pt x="795401" y="2865644"/>
                </a:moveTo>
                <a:lnTo>
                  <a:pt x="744601" y="2865644"/>
                </a:lnTo>
                <a:lnTo>
                  <a:pt x="744601" y="2878344"/>
                </a:lnTo>
                <a:lnTo>
                  <a:pt x="795401" y="2878344"/>
                </a:lnTo>
                <a:lnTo>
                  <a:pt x="795401" y="2865644"/>
                </a:lnTo>
                <a:close/>
              </a:path>
              <a:path w="1892300" h="3213100">
                <a:moveTo>
                  <a:pt x="871601" y="2865644"/>
                </a:moveTo>
                <a:lnTo>
                  <a:pt x="820801" y="2865644"/>
                </a:lnTo>
                <a:lnTo>
                  <a:pt x="820801" y="2878344"/>
                </a:lnTo>
                <a:lnTo>
                  <a:pt x="871601" y="2878344"/>
                </a:lnTo>
                <a:lnTo>
                  <a:pt x="871601" y="2865644"/>
                </a:lnTo>
                <a:close/>
              </a:path>
              <a:path w="1892300" h="3213100">
                <a:moveTo>
                  <a:pt x="947801" y="2865644"/>
                </a:moveTo>
                <a:lnTo>
                  <a:pt x="897001" y="2865644"/>
                </a:lnTo>
                <a:lnTo>
                  <a:pt x="897001" y="2878344"/>
                </a:lnTo>
                <a:lnTo>
                  <a:pt x="947801" y="2878344"/>
                </a:lnTo>
                <a:lnTo>
                  <a:pt x="947801" y="2865644"/>
                </a:lnTo>
                <a:close/>
              </a:path>
              <a:path w="1892300" h="3213100">
                <a:moveTo>
                  <a:pt x="1024001" y="2865644"/>
                </a:moveTo>
                <a:lnTo>
                  <a:pt x="973201" y="2865644"/>
                </a:lnTo>
                <a:lnTo>
                  <a:pt x="973201" y="2878344"/>
                </a:lnTo>
                <a:lnTo>
                  <a:pt x="1024001" y="2878344"/>
                </a:lnTo>
                <a:lnTo>
                  <a:pt x="1024001" y="2865644"/>
                </a:lnTo>
                <a:close/>
              </a:path>
              <a:path w="1892300" h="3213100">
                <a:moveTo>
                  <a:pt x="1176401" y="2865644"/>
                </a:moveTo>
                <a:lnTo>
                  <a:pt x="1125601" y="2865644"/>
                </a:lnTo>
                <a:lnTo>
                  <a:pt x="1125601" y="2878344"/>
                </a:lnTo>
                <a:lnTo>
                  <a:pt x="1176401" y="2878344"/>
                </a:lnTo>
                <a:lnTo>
                  <a:pt x="1176401" y="2865644"/>
                </a:lnTo>
                <a:close/>
              </a:path>
              <a:path w="1892300" h="3213100">
                <a:moveTo>
                  <a:pt x="1252601" y="2865644"/>
                </a:moveTo>
                <a:lnTo>
                  <a:pt x="1201801" y="2865644"/>
                </a:lnTo>
                <a:lnTo>
                  <a:pt x="1201801" y="2878344"/>
                </a:lnTo>
                <a:lnTo>
                  <a:pt x="1252601" y="2878344"/>
                </a:lnTo>
                <a:lnTo>
                  <a:pt x="1252601" y="2865644"/>
                </a:lnTo>
                <a:close/>
              </a:path>
              <a:path w="1892300" h="3213100">
                <a:moveTo>
                  <a:pt x="1100201" y="2865644"/>
                </a:moveTo>
                <a:lnTo>
                  <a:pt x="1049401" y="2865644"/>
                </a:lnTo>
                <a:lnTo>
                  <a:pt x="1049401" y="2878344"/>
                </a:lnTo>
                <a:lnTo>
                  <a:pt x="1100201" y="2878344"/>
                </a:lnTo>
                <a:lnTo>
                  <a:pt x="1100201" y="2865644"/>
                </a:lnTo>
                <a:close/>
              </a:path>
              <a:path w="1892300" h="3213100">
                <a:moveTo>
                  <a:pt x="1405001" y="2865644"/>
                </a:moveTo>
                <a:lnTo>
                  <a:pt x="1354201" y="2865644"/>
                </a:lnTo>
                <a:lnTo>
                  <a:pt x="1354201" y="2878344"/>
                </a:lnTo>
                <a:lnTo>
                  <a:pt x="1405001" y="2878344"/>
                </a:lnTo>
                <a:lnTo>
                  <a:pt x="1405001" y="2865644"/>
                </a:lnTo>
                <a:close/>
              </a:path>
              <a:path w="1892300" h="3213100">
                <a:moveTo>
                  <a:pt x="1481201" y="2865644"/>
                </a:moveTo>
                <a:lnTo>
                  <a:pt x="1430401" y="2865644"/>
                </a:lnTo>
                <a:lnTo>
                  <a:pt x="1430401" y="2878344"/>
                </a:lnTo>
                <a:lnTo>
                  <a:pt x="1481201" y="2878344"/>
                </a:lnTo>
                <a:lnTo>
                  <a:pt x="1481201" y="2865644"/>
                </a:lnTo>
                <a:close/>
              </a:path>
              <a:path w="1892300" h="3213100">
                <a:moveTo>
                  <a:pt x="1557401" y="2865644"/>
                </a:moveTo>
                <a:lnTo>
                  <a:pt x="1506601" y="2865644"/>
                </a:lnTo>
                <a:lnTo>
                  <a:pt x="1506601" y="2878344"/>
                </a:lnTo>
                <a:lnTo>
                  <a:pt x="1557401" y="2878344"/>
                </a:lnTo>
                <a:lnTo>
                  <a:pt x="1557401" y="2865644"/>
                </a:lnTo>
                <a:close/>
              </a:path>
              <a:path w="1892300" h="3213100">
                <a:moveTo>
                  <a:pt x="1633601" y="2865644"/>
                </a:moveTo>
                <a:lnTo>
                  <a:pt x="1582801" y="2865644"/>
                </a:lnTo>
                <a:lnTo>
                  <a:pt x="1582801" y="2878344"/>
                </a:lnTo>
                <a:lnTo>
                  <a:pt x="1633601" y="2878344"/>
                </a:lnTo>
                <a:lnTo>
                  <a:pt x="1633601" y="2865644"/>
                </a:lnTo>
                <a:close/>
              </a:path>
              <a:path w="1892300" h="3213100">
                <a:moveTo>
                  <a:pt x="1709801" y="2865644"/>
                </a:moveTo>
                <a:lnTo>
                  <a:pt x="1659001" y="2865644"/>
                </a:lnTo>
                <a:lnTo>
                  <a:pt x="1659001" y="2878344"/>
                </a:lnTo>
                <a:lnTo>
                  <a:pt x="1709801" y="2878344"/>
                </a:lnTo>
                <a:lnTo>
                  <a:pt x="1709801" y="2865644"/>
                </a:lnTo>
                <a:close/>
              </a:path>
              <a:path w="1892300" h="3213100">
                <a:moveTo>
                  <a:pt x="1786001" y="2865644"/>
                </a:moveTo>
                <a:lnTo>
                  <a:pt x="1735201" y="2865644"/>
                </a:lnTo>
                <a:lnTo>
                  <a:pt x="1735201" y="2878344"/>
                </a:lnTo>
                <a:lnTo>
                  <a:pt x="1786001" y="2878344"/>
                </a:lnTo>
                <a:lnTo>
                  <a:pt x="1786001" y="2865644"/>
                </a:lnTo>
                <a:close/>
              </a:path>
              <a:path w="1892300" h="3213100">
                <a:moveTo>
                  <a:pt x="1862201" y="2865644"/>
                </a:moveTo>
                <a:lnTo>
                  <a:pt x="1811401" y="2865644"/>
                </a:lnTo>
                <a:lnTo>
                  <a:pt x="1811401" y="2878344"/>
                </a:lnTo>
                <a:lnTo>
                  <a:pt x="1862201" y="2878344"/>
                </a:lnTo>
                <a:lnTo>
                  <a:pt x="1862201" y="2865644"/>
                </a:lnTo>
                <a:close/>
              </a:path>
              <a:path w="1892300" h="3213100">
                <a:moveTo>
                  <a:pt x="1328801" y="2865644"/>
                </a:moveTo>
                <a:lnTo>
                  <a:pt x="1278001" y="2865644"/>
                </a:lnTo>
                <a:lnTo>
                  <a:pt x="1278001" y="2878344"/>
                </a:lnTo>
                <a:lnTo>
                  <a:pt x="1328801" y="2878344"/>
                </a:lnTo>
                <a:lnTo>
                  <a:pt x="1328801" y="2865644"/>
                </a:lnTo>
                <a:close/>
              </a:path>
              <a:path w="1892300" h="3213100">
                <a:moveTo>
                  <a:pt x="1892300" y="2819542"/>
                </a:moveTo>
                <a:lnTo>
                  <a:pt x="1879600" y="2819542"/>
                </a:lnTo>
                <a:lnTo>
                  <a:pt x="1879600" y="2870342"/>
                </a:lnTo>
                <a:lnTo>
                  <a:pt x="1892300" y="2870342"/>
                </a:lnTo>
                <a:lnTo>
                  <a:pt x="1892300" y="2819542"/>
                </a:lnTo>
                <a:close/>
              </a:path>
              <a:path w="1892300" h="3213100">
                <a:moveTo>
                  <a:pt x="1892300" y="2743342"/>
                </a:moveTo>
                <a:lnTo>
                  <a:pt x="1879600" y="2743342"/>
                </a:lnTo>
                <a:lnTo>
                  <a:pt x="1879600" y="2794142"/>
                </a:lnTo>
                <a:lnTo>
                  <a:pt x="1892300" y="2794142"/>
                </a:lnTo>
                <a:lnTo>
                  <a:pt x="1892300" y="2743342"/>
                </a:lnTo>
                <a:close/>
              </a:path>
              <a:path w="1892300" h="3213100">
                <a:moveTo>
                  <a:pt x="1892300" y="2667142"/>
                </a:moveTo>
                <a:lnTo>
                  <a:pt x="1879600" y="2667142"/>
                </a:lnTo>
                <a:lnTo>
                  <a:pt x="1879600" y="2717942"/>
                </a:lnTo>
                <a:lnTo>
                  <a:pt x="1892300" y="2717942"/>
                </a:lnTo>
                <a:lnTo>
                  <a:pt x="1892300" y="2667142"/>
                </a:lnTo>
                <a:close/>
              </a:path>
              <a:path w="1892300" h="3213100">
                <a:moveTo>
                  <a:pt x="1892300" y="2590942"/>
                </a:moveTo>
                <a:lnTo>
                  <a:pt x="1879600" y="2590942"/>
                </a:lnTo>
                <a:lnTo>
                  <a:pt x="1879600" y="2641742"/>
                </a:lnTo>
                <a:lnTo>
                  <a:pt x="1892300" y="2641742"/>
                </a:lnTo>
                <a:lnTo>
                  <a:pt x="1892300" y="2590942"/>
                </a:lnTo>
                <a:close/>
              </a:path>
              <a:path w="1892300" h="3213100">
                <a:moveTo>
                  <a:pt x="1892300" y="2514742"/>
                </a:moveTo>
                <a:lnTo>
                  <a:pt x="1879600" y="2514742"/>
                </a:lnTo>
                <a:lnTo>
                  <a:pt x="1879600" y="2565542"/>
                </a:lnTo>
                <a:lnTo>
                  <a:pt x="1892300" y="2565542"/>
                </a:lnTo>
                <a:lnTo>
                  <a:pt x="1892300" y="2514742"/>
                </a:lnTo>
                <a:close/>
              </a:path>
              <a:path w="1892300" h="3213100">
                <a:moveTo>
                  <a:pt x="1892300" y="2438542"/>
                </a:moveTo>
                <a:lnTo>
                  <a:pt x="1879600" y="2438542"/>
                </a:lnTo>
                <a:lnTo>
                  <a:pt x="1879600" y="2489342"/>
                </a:lnTo>
                <a:lnTo>
                  <a:pt x="1892300" y="2489342"/>
                </a:lnTo>
                <a:lnTo>
                  <a:pt x="1892300" y="2438542"/>
                </a:lnTo>
                <a:close/>
              </a:path>
              <a:path w="1892300" h="3213100">
                <a:moveTo>
                  <a:pt x="1892300" y="2362342"/>
                </a:moveTo>
                <a:lnTo>
                  <a:pt x="1879600" y="2362342"/>
                </a:lnTo>
                <a:lnTo>
                  <a:pt x="1879600" y="2413142"/>
                </a:lnTo>
                <a:lnTo>
                  <a:pt x="1892300" y="2413142"/>
                </a:lnTo>
                <a:lnTo>
                  <a:pt x="1892300" y="2362342"/>
                </a:lnTo>
                <a:close/>
              </a:path>
              <a:path w="1892300" h="3213100">
                <a:moveTo>
                  <a:pt x="1892300" y="2286142"/>
                </a:moveTo>
                <a:lnTo>
                  <a:pt x="1879600" y="2286142"/>
                </a:lnTo>
                <a:lnTo>
                  <a:pt x="1879600" y="2336942"/>
                </a:lnTo>
                <a:lnTo>
                  <a:pt x="1892300" y="2336942"/>
                </a:lnTo>
                <a:lnTo>
                  <a:pt x="1892300" y="2286142"/>
                </a:lnTo>
                <a:close/>
              </a:path>
              <a:path w="1892300" h="3213100">
                <a:moveTo>
                  <a:pt x="1892300" y="2209942"/>
                </a:moveTo>
                <a:lnTo>
                  <a:pt x="1879600" y="2209942"/>
                </a:lnTo>
                <a:lnTo>
                  <a:pt x="1879600" y="2260742"/>
                </a:lnTo>
                <a:lnTo>
                  <a:pt x="1892300" y="2260742"/>
                </a:lnTo>
                <a:lnTo>
                  <a:pt x="1892300" y="2209942"/>
                </a:lnTo>
                <a:close/>
              </a:path>
              <a:path w="1892300" h="3213100">
                <a:moveTo>
                  <a:pt x="1892300" y="2133742"/>
                </a:moveTo>
                <a:lnTo>
                  <a:pt x="1879600" y="2133742"/>
                </a:lnTo>
                <a:lnTo>
                  <a:pt x="1879600" y="2184542"/>
                </a:lnTo>
                <a:lnTo>
                  <a:pt x="1892300" y="2184542"/>
                </a:lnTo>
                <a:lnTo>
                  <a:pt x="1892300" y="2133742"/>
                </a:lnTo>
                <a:close/>
              </a:path>
              <a:path w="1892300" h="3213100">
                <a:moveTo>
                  <a:pt x="1892300" y="2057542"/>
                </a:moveTo>
                <a:lnTo>
                  <a:pt x="1879600" y="2057542"/>
                </a:lnTo>
                <a:lnTo>
                  <a:pt x="1879600" y="2108342"/>
                </a:lnTo>
                <a:lnTo>
                  <a:pt x="1892300" y="2108342"/>
                </a:lnTo>
                <a:lnTo>
                  <a:pt x="1892300" y="2057542"/>
                </a:lnTo>
                <a:close/>
              </a:path>
              <a:path w="1892300" h="3213100">
                <a:moveTo>
                  <a:pt x="1892300" y="1981342"/>
                </a:moveTo>
                <a:lnTo>
                  <a:pt x="1879600" y="1981342"/>
                </a:lnTo>
                <a:lnTo>
                  <a:pt x="1879600" y="2032142"/>
                </a:lnTo>
                <a:lnTo>
                  <a:pt x="1892300" y="2032142"/>
                </a:lnTo>
                <a:lnTo>
                  <a:pt x="1892300" y="1981342"/>
                </a:lnTo>
                <a:close/>
              </a:path>
              <a:path w="1892300" h="3213100">
                <a:moveTo>
                  <a:pt x="1892300" y="1905142"/>
                </a:moveTo>
                <a:lnTo>
                  <a:pt x="1879600" y="1905142"/>
                </a:lnTo>
                <a:lnTo>
                  <a:pt x="1879600" y="1955942"/>
                </a:lnTo>
                <a:lnTo>
                  <a:pt x="1892300" y="1955942"/>
                </a:lnTo>
                <a:lnTo>
                  <a:pt x="1892300" y="1905142"/>
                </a:lnTo>
                <a:close/>
              </a:path>
              <a:path w="1892300" h="3213100">
                <a:moveTo>
                  <a:pt x="1892300" y="1828942"/>
                </a:moveTo>
                <a:lnTo>
                  <a:pt x="1879600" y="1828942"/>
                </a:lnTo>
                <a:lnTo>
                  <a:pt x="1879600" y="1879742"/>
                </a:lnTo>
                <a:lnTo>
                  <a:pt x="1892300" y="1879742"/>
                </a:lnTo>
                <a:lnTo>
                  <a:pt x="1892300" y="1828942"/>
                </a:lnTo>
                <a:close/>
              </a:path>
              <a:path w="1892300" h="3213100">
                <a:moveTo>
                  <a:pt x="1892300" y="1752742"/>
                </a:moveTo>
                <a:lnTo>
                  <a:pt x="1879600" y="1752742"/>
                </a:lnTo>
                <a:lnTo>
                  <a:pt x="1879600" y="1803542"/>
                </a:lnTo>
                <a:lnTo>
                  <a:pt x="1892300" y="1803542"/>
                </a:lnTo>
                <a:lnTo>
                  <a:pt x="1892300" y="1752742"/>
                </a:lnTo>
                <a:close/>
              </a:path>
              <a:path w="1892300" h="3213100">
                <a:moveTo>
                  <a:pt x="1892300" y="1676542"/>
                </a:moveTo>
                <a:lnTo>
                  <a:pt x="1879600" y="1676542"/>
                </a:lnTo>
                <a:lnTo>
                  <a:pt x="1879600" y="1727342"/>
                </a:lnTo>
                <a:lnTo>
                  <a:pt x="1892300" y="1727342"/>
                </a:lnTo>
                <a:lnTo>
                  <a:pt x="1892300" y="1676542"/>
                </a:lnTo>
                <a:close/>
              </a:path>
              <a:path w="1892300" h="3213100">
                <a:moveTo>
                  <a:pt x="1892300" y="1600342"/>
                </a:moveTo>
                <a:lnTo>
                  <a:pt x="1879600" y="1600342"/>
                </a:lnTo>
                <a:lnTo>
                  <a:pt x="1879600" y="1651142"/>
                </a:lnTo>
                <a:lnTo>
                  <a:pt x="1892300" y="1651142"/>
                </a:lnTo>
                <a:lnTo>
                  <a:pt x="1892300" y="1600342"/>
                </a:lnTo>
                <a:close/>
              </a:path>
              <a:path w="1892300" h="3213100">
                <a:moveTo>
                  <a:pt x="1892300" y="1524142"/>
                </a:moveTo>
                <a:lnTo>
                  <a:pt x="1879600" y="1524142"/>
                </a:lnTo>
                <a:lnTo>
                  <a:pt x="1879600" y="1574942"/>
                </a:lnTo>
                <a:lnTo>
                  <a:pt x="1892300" y="1574942"/>
                </a:lnTo>
                <a:lnTo>
                  <a:pt x="1892300" y="1524142"/>
                </a:lnTo>
                <a:close/>
              </a:path>
              <a:path w="1892300" h="3213100">
                <a:moveTo>
                  <a:pt x="1892300" y="1447942"/>
                </a:moveTo>
                <a:lnTo>
                  <a:pt x="1879600" y="1447942"/>
                </a:lnTo>
                <a:lnTo>
                  <a:pt x="1879600" y="1498742"/>
                </a:lnTo>
                <a:lnTo>
                  <a:pt x="1892300" y="1498742"/>
                </a:lnTo>
                <a:lnTo>
                  <a:pt x="1892300" y="1447942"/>
                </a:lnTo>
                <a:close/>
              </a:path>
              <a:path w="1892300" h="3213100">
                <a:moveTo>
                  <a:pt x="1892300" y="1371742"/>
                </a:moveTo>
                <a:lnTo>
                  <a:pt x="1879600" y="1371742"/>
                </a:lnTo>
                <a:lnTo>
                  <a:pt x="1879600" y="1422542"/>
                </a:lnTo>
                <a:lnTo>
                  <a:pt x="1892300" y="1422542"/>
                </a:lnTo>
                <a:lnTo>
                  <a:pt x="1892300" y="1371742"/>
                </a:lnTo>
                <a:close/>
              </a:path>
              <a:path w="1892300" h="3213100">
                <a:moveTo>
                  <a:pt x="1892300" y="1295542"/>
                </a:moveTo>
                <a:lnTo>
                  <a:pt x="1879600" y="1295542"/>
                </a:lnTo>
                <a:lnTo>
                  <a:pt x="1879600" y="1346342"/>
                </a:lnTo>
                <a:lnTo>
                  <a:pt x="1892300" y="1346342"/>
                </a:lnTo>
                <a:lnTo>
                  <a:pt x="1892300" y="1295542"/>
                </a:lnTo>
                <a:close/>
              </a:path>
              <a:path w="1892300" h="3213100">
                <a:moveTo>
                  <a:pt x="1892300" y="1219342"/>
                </a:moveTo>
                <a:lnTo>
                  <a:pt x="1879600" y="1219342"/>
                </a:lnTo>
                <a:lnTo>
                  <a:pt x="1879600" y="1270142"/>
                </a:lnTo>
                <a:lnTo>
                  <a:pt x="1892300" y="1270142"/>
                </a:lnTo>
                <a:lnTo>
                  <a:pt x="1892300" y="1219342"/>
                </a:lnTo>
                <a:close/>
              </a:path>
              <a:path w="1892300" h="3213100">
                <a:moveTo>
                  <a:pt x="1892300" y="1143142"/>
                </a:moveTo>
                <a:lnTo>
                  <a:pt x="1879600" y="1143142"/>
                </a:lnTo>
                <a:lnTo>
                  <a:pt x="1879600" y="1193942"/>
                </a:lnTo>
                <a:lnTo>
                  <a:pt x="1892300" y="1193942"/>
                </a:lnTo>
                <a:lnTo>
                  <a:pt x="1892300" y="1143142"/>
                </a:lnTo>
                <a:close/>
              </a:path>
              <a:path w="1892300" h="3213100">
                <a:moveTo>
                  <a:pt x="1892300" y="1066942"/>
                </a:moveTo>
                <a:lnTo>
                  <a:pt x="1879600" y="1066942"/>
                </a:lnTo>
                <a:lnTo>
                  <a:pt x="1879600" y="1117742"/>
                </a:lnTo>
                <a:lnTo>
                  <a:pt x="1892300" y="1117742"/>
                </a:lnTo>
                <a:lnTo>
                  <a:pt x="1892300" y="1066942"/>
                </a:lnTo>
                <a:close/>
              </a:path>
              <a:path w="1892300" h="3213100">
                <a:moveTo>
                  <a:pt x="1892300" y="990742"/>
                </a:moveTo>
                <a:lnTo>
                  <a:pt x="1879600" y="990742"/>
                </a:lnTo>
                <a:lnTo>
                  <a:pt x="1879600" y="1041542"/>
                </a:lnTo>
                <a:lnTo>
                  <a:pt x="1892300" y="1041542"/>
                </a:lnTo>
                <a:lnTo>
                  <a:pt x="1892300" y="990742"/>
                </a:lnTo>
                <a:close/>
              </a:path>
              <a:path w="1892300" h="3213100">
                <a:moveTo>
                  <a:pt x="1892300" y="914542"/>
                </a:moveTo>
                <a:lnTo>
                  <a:pt x="1879600" y="914542"/>
                </a:lnTo>
                <a:lnTo>
                  <a:pt x="1879600" y="965342"/>
                </a:lnTo>
                <a:lnTo>
                  <a:pt x="1892300" y="965342"/>
                </a:lnTo>
                <a:lnTo>
                  <a:pt x="1892300" y="914542"/>
                </a:lnTo>
                <a:close/>
              </a:path>
              <a:path w="1892300" h="3213100">
                <a:moveTo>
                  <a:pt x="1892300" y="838342"/>
                </a:moveTo>
                <a:lnTo>
                  <a:pt x="1879600" y="838342"/>
                </a:lnTo>
                <a:lnTo>
                  <a:pt x="1879600" y="889142"/>
                </a:lnTo>
                <a:lnTo>
                  <a:pt x="1892300" y="889142"/>
                </a:lnTo>
                <a:lnTo>
                  <a:pt x="1892300" y="838342"/>
                </a:lnTo>
                <a:close/>
              </a:path>
              <a:path w="1892300" h="3213100">
                <a:moveTo>
                  <a:pt x="1892300" y="762142"/>
                </a:moveTo>
                <a:lnTo>
                  <a:pt x="1879600" y="762142"/>
                </a:lnTo>
                <a:lnTo>
                  <a:pt x="1879600" y="812942"/>
                </a:lnTo>
                <a:lnTo>
                  <a:pt x="1892300" y="812942"/>
                </a:lnTo>
                <a:lnTo>
                  <a:pt x="1892300" y="762142"/>
                </a:lnTo>
                <a:close/>
              </a:path>
              <a:path w="1892300" h="3213100">
                <a:moveTo>
                  <a:pt x="1892300" y="685942"/>
                </a:moveTo>
                <a:lnTo>
                  <a:pt x="1879600" y="685942"/>
                </a:lnTo>
                <a:lnTo>
                  <a:pt x="1879600" y="736742"/>
                </a:lnTo>
                <a:lnTo>
                  <a:pt x="1892300" y="736742"/>
                </a:lnTo>
                <a:lnTo>
                  <a:pt x="1892300" y="685942"/>
                </a:lnTo>
                <a:close/>
              </a:path>
              <a:path w="1892300" h="3213100">
                <a:moveTo>
                  <a:pt x="1892300" y="609742"/>
                </a:moveTo>
                <a:lnTo>
                  <a:pt x="1879600" y="609742"/>
                </a:lnTo>
                <a:lnTo>
                  <a:pt x="1879600" y="660542"/>
                </a:lnTo>
                <a:lnTo>
                  <a:pt x="1892300" y="660542"/>
                </a:lnTo>
                <a:lnTo>
                  <a:pt x="1892300" y="609742"/>
                </a:lnTo>
                <a:close/>
              </a:path>
              <a:path w="1892300" h="3213100">
                <a:moveTo>
                  <a:pt x="1892300" y="533542"/>
                </a:moveTo>
                <a:lnTo>
                  <a:pt x="1879600" y="533542"/>
                </a:lnTo>
                <a:lnTo>
                  <a:pt x="1879600" y="584342"/>
                </a:lnTo>
                <a:lnTo>
                  <a:pt x="1892300" y="584342"/>
                </a:lnTo>
                <a:lnTo>
                  <a:pt x="1892300" y="533542"/>
                </a:lnTo>
                <a:close/>
              </a:path>
              <a:path w="1892300" h="3213100">
                <a:moveTo>
                  <a:pt x="1892300" y="457342"/>
                </a:moveTo>
                <a:lnTo>
                  <a:pt x="1879600" y="457342"/>
                </a:lnTo>
                <a:lnTo>
                  <a:pt x="1879600" y="508142"/>
                </a:lnTo>
                <a:lnTo>
                  <a:pt x="1892300" y="508142"/>
                </a:lnTo>
                <a:lnTo>
                  <a:pt x="1892300" y="457342"/>
                </a:lnTo>
                <a:close/>
              </a:path>
              <a:path w="1892300" h="3213100">
                <a:moveTo>
                  <a:pt x="1892300" y="381142"/>
                </a:moveTo>
                <a:lnTo>
                  <a:pt x="1879600" y="381142"/>
                </a:lnTo>
                <a:lnTo>
                  <a:pt x="1879600" y="431942"/>
                </a:lnTo>
                <a:lnTo>
                  <a:pt x="1892300" y="431942"/>
                </a:lnTo>
                <a:lnTo>
                  <a:pt x="1892300" y="381142"/>
                </a:lnTo>
                <a:close/>
              </a:path>
              <a:path w="1892300" h="3213100">
                <a:moveTo>
                  <a:pt x="1892300" y="304942"/>
                </a:moveTo>
                <a:lnTo>
                  <a:pt x="1879600" y="304942"/>
                </a:lnTo>
                <a:lnTo>
                  <a:pt x="1879600" y="355742"/>
                </a:lnTo>
                <a:lnTo>
                  <a:pt x="1892300" y="355742"/>
                </a:lnTo>
                <a:lnTo>
                  <a:pt x="1892300" y="304942"/>
                </a:lnTo>
                <a:close/>
              </a:path>
              <a:path w="1892300" h="3213100">
                <a:moveTo>
                  <a:pt x="1892300" y="228742"/>
                </a:moveTo>
                <a:lnTo>
                  <a:pt x="1879600" y="228742"/>
                </a:lnTo>
                <a:lnTo>
                  <a:pt x="1879600" y="279542"/>
                </a:lnTo>
                <a:lnTo>
                  <a:pt x="1892300" y="279542"/>
                </a:lnTo>
                <a:lnTo>
                  <a:pt x="1892300" y="228742"/>
                </a:lnTo>
                <a:close/>
              </a:path>
              <a:path w="1892300" h="3213100">
                <a:moveTo>
                  <a:pt x="1892300" y="152542"/>
                </a:moveTo>
                <a:lnTo>
                  <a:pt x="1879600" y="152542"/>
                </a:lnTo>
                <a:lnTo>
                  <a:pt x="1879600" y="203342"/>
                </a:lnTo>
                <a:lnTo>
                  <a:pt x="1892300" y="203342"/>
                </a:lnTo>
                <a:lnTo>
                  <a:pt x="1892300" y="152542"/>
                </a:lnTo>
                <a:close/>
              </a:path>
              <a:path w="1892300" h="3213100">
                <a:moveTo>
                  <a:pt x="1892300" y="76342"/>
                </a:moveTo>
                <a:lnTo>
                  <a:pt x="1879600" y="76342"/>
                </a:lnTo>
                <a:lnTo>
                  <a:pt x="1879600" y="127142"/>
                </a:lnTo>
                <a:lnTo>
                  <a:pt x="1892300" y="127142"/>
                </a:lnTo>
                <a:lnTo>
                  <a:pt x="1892300" y="76342"/>
                </a:lnTo>
                <a:close/>
              </a:path>
              <a:path w="1892300" h="3213100">
                <a:moveTo>
                  <a:pt x="1403492" y="0"/>
                </a:moveTo>
                <a:lnTo>
                  <a:pt x="1381246" y="4491"/>
                </a:lnTo>
                <a:lnTo>
                  <a:pt x="1363080" y="16738"/>
                </a:lnTo>
                <a:lnTo>
                  <a:pt x="1350833" y="34904"/>
                </a:lnTo>
                <a:lnTo>
                  <a:pt x="1346342" y="57150"/>
                </a:lnTo>
                <a:lnTo>
                  <a:pt x="1350833" y="79395"/>
                </a:lnTo>
                <a:lnTo>
                  <a:pt x="1363080" y="97561"/>
                </a:lnTo>
                <a:lnTo>
                  <a:pt x="1381246" y="109808"/>
                </a:lnTo>
                <a:lnTo>
                  <a:pt x="1403492" y="114300"/>
                </a:lnTo>
                <a:lnTo>
                  <a:pt x="1424331" y="110381"/>
                </a:lnTo>
                <a:lnTo>
                  <a:pt x="1441736" y="99618"/>
                </a:lnTo>
                <a:lnTo>
                  <a:pt x="1454218" y="83497"/>
                </a:lnTo>
                <a:lnTo>
                  <a:pt x="1460291" y="63508"/>
                </a:lnTo>
                <a:lnTo>
                  <a:pt x="1498742" y="63500"/>
                </a:lnTo>
                <a:lnTo>
                  <a:pt x="1498742" y="50800"/>
                </a:lnTo>
                <a:lnTo>
                  <a:pt x="1460291" y="50791"/>
                </a:lnTo>
                <a:lnTo>
                  <a:pt x="1454218" y="30802"/>
                </a:lnTo>
                <a:lnTo>
                  <a:pt x="1441736" y="14681"/>
                </a:lnTo>
                <a:lnTo>
                  <a:pt x="1424331" y="3918"/>
                </a:lnTo>
                <a:lnTo>
                  <a:pt x="1403492" y="0"/>
                </a:lnTo>
                <a:close/>
              </a:path>
              <a:path w="1892300" h="3213100">
                <a:moveTo>
                  <a:pt x="1879742" y="50800"/>
                </a:moveTo>
                <a:lnTo>
                  <a:pt x="1828942" y="50800"/>
                </a:lnTo>
                <a:lnTo>
                  <a:pt x="1828942" y="63500"/>
                </a:lnTo>
                <a:lnTo>
                  <a:pt x="1879742" y="63500"/>
                </a:lnTo>
                <a:lnTo>
                  <a:pt x="1879742" y="50800"/>
                </a:lnTo>
                <a:close/>
              </a:path>
              <a:path w="1892300" h="3213100">
                <a:moveTo>
                  <a:pt x="1803542" y="50800"/>
                </a:moveTo>
                <a:lnTo>
                  <a:pt x="1752742" y="50800"/>
                </a:lnTo>
                <a:lnTo>
                  <a:pt x="1752742" y="63500"/>
                </a:lnTo>
                <a:lnTo>
                  <a:pt x="1803542" y="63500"/>
                </a:lnTo>
                <a:lnTo>
                  <a:pt x="1803542" y="50800"/>
                </a:lnTo>
                <a:close/>
              </a:path>
              <a:path w="1892300" h="3213100">
                <a:moveTo>
                  <a:pt x="1727342" y="50800"/>
                </a:moveTo>
                <a:lnTo>
                  <a:pt x="1676542" y="50800"/>
                </a:lnTo>
                <a:lnTo>
                  <a:pt x="1676542" y="63500"/>
                </a:lnTo>
                <a:lnTo>
                  <a:pt x="1727342" y="63500"/>
                </a:lnTo>
                <a:lnTo>
                  <a:pt x="1727342" y="50800"/>
                </a:lnTo>
                <a:close/>
              </a:path>
              <a:path w="1892300" h="3213100">
                <a:moveTo>
                  <a:pt x="1651142" y="50800"/>
                </a:moveTo>
                <a:lnTo>
                  <a:pt x="1600342" y="50800"/>
                </a:lnTo>
                <a:lnTo>
                  <a:pt x="1600342" y="63500"/>
                </a:lnTo>
                <a:lnTo>
                  <a:pt x="1651142" y="63500"/>
                </a:lnTo>
                <a:lnTo>
                  <a:pt x="1651142" y="50800"/>
                </a:lnTo>
                <a:close/>
              </a:path>
              <a:path w="1892300" h="3213100">
                <a:moveTo>
                  <a:pt x="1574942" y="50800"/>
                </a:moveTo>
                <a:lnTo>
                  <a:pt x="1524142" y="50800"/>
                </a:lnTo>
                <a:lnTo>
                  <a:pt x="1524142" y="63500"/>
                </a:lnTo>
                <a:lnTo>
                  <a:pt x="1574942" y="63500"/>
                </a:lnTo>
                <a:lnTo>
                  <a:pt x="1574942" y="50800"/>
                </a:lnTo>
                <a:close/>
              </a:path>
            </a:pathLst>
          </a:custGeom>
          <a:solidFill>
            <a:srgbClr val="BEBEBE"/>
          </a:solidFill>
        </p:spPr>
        <p:txBody>
          <a:bodyPr wrap="square" lIns="0" tIns="0" rIns="0" bIns="0" rtlCol="0"/>
          <a:lstStyle/>
          <a:p>
            <a:endParaRPr sz="900" dirty="0">
              <a:latin typeface="江城圆体 400W" panose="020B0800000000000000" pitchFamily="34" charset="-128"/>
              <a:ea typeface="江城圆体 400W" panose="020B0800000000000000" pitchFamily="34" charset="-128"/>
            </a:endParaRPr>
          </a:p>
        </p:txBody>
      </p:sp>
      <p:sp>
        <p:nvSpPr>
          <p:cNvPr id="443" name="文本框 442"/>
          <p:cNvSpPr txBox="1"/>
          <p:nvPr/>
        </p:nvSpPr>
        <p:spPr>
          <a:xfrm>
            <a:off x="4534831" y="3207802"/>
            <a:ext cx="157819" cy="306705"/>
          </a:xfrm>
          <a:prstGeom prst="rect">
            <a:avLst/>
          </a:prstGeom>
          <a:noFill/>
        </p:spPr>
        <p:txBody>
          <a:bodyPr wrap="square">
            <a:spAutoFit/>
          </a:bodyPr>
          <a:lstStyle/>
          <a:p>
            <a:pPr marL="53975" algn="ctr">
              <a:spcBef>
                <a:spcPts val="325"/>
              </a:spcBef>
            </a:pPr>
            <a:r>
              <a:rPr lang="zh-CN" altLang="en-US" sz="700" spc="-15" dirty="0">
                <a:solidFill>
                  <a:srgbClr val="212121"/>
                </a:solidFill>
                <a:latin typeface="江城圆体 400W" panose="020B0800000000000000" pitchFamily="34" charset="-128"/>
                <a:ea typeface="江城圆体 400W" panose="020B0800000000000000" pitchFamily="34" charset="-128"/>
                <a:cs typeface="Microsoft JhengHei"/>
              </a:rPr>
              <a:t>重要</a:t>
            </a:r>
            <a:endParaRPr lang="zh-CN" altLang="en-US" sz="700" dirty="0">
              <a:latin typeface="江城圆体 400W" panose="020B0800000000000000" pitchFamily="34" charset="-128"/>
              <a:ea typeface="江城圆体 400W" panose="020B0800000000000000" pitchFamily="34" charset="-128"/>
              <a:cs typeface="Microsoft JhengHei"/>
            </a:endParaRPr>
          </a:p>
        </p:txBody>
      </p:sp>
      <p:sp>
        <p:nvSpPr>
          <p:cNvPr id="444" name="文本框 443"/>
          <p:cNvSpPr txBox="1"/>
          <p:nvPr/>
        </p:nvSpPr>
        <p:spPr>
          <a:xfrm>
            <a:off x="4534831" y="3782090"/>
            <a:ext cx="157819" cy="414020"/>
          </a:xfrm>
          <a:prstGeom prst="rect">
            <a:avLst/>
          </a:prstGeom>
          <a:noFill/>
        </p:spPr>
        <p:txBody>
          <a:bodyPr wrap="square">
            <a:spAutoFit/>
          </a:bodyPr>
          <a:lstStyle/>
          <a:p>
            <a:pPr marL="53975" algn="ctr">
              <a:spcBef>
                <a:spcPts val="325"/>
              </a:spcBef>
            </a:pPr>
            <a:r>
              <a:rPr lang="zh-CN" altLang="en-US" sz="700" spc="-15" dirty="0">
                <a:solidFill>
                  <a:srgbClr val="212121"/>
                </a:solidFill>
                <a:latin typeface="江城圆体 400W" panose="020B0800000000000000" pitchFamily="34" charset="-128"/>
                <a:ea typeface="江城圆体 400W" panose="020B0800000000000000" pitchFamily="34" charset="-128"/>
                <a:cs typeface="Microsoft JhengHei"/>
              </a:rPr>
              <a:t>不重要</a:t>
            </a:r>
            <a:endParaRPr lang="zh-CN" altLang="en-US" sz="700" dirty="0">
              <a:latin typeface="江城圆体 400W" panose="020B0800000000000000" pitchFamily="34" charset="-128"/>
              <a:ea typeface="江城圆体 400W" panose="020B0800000000000000" pitchFamily="34" charset="-128"/>
              <a:cs typeface="Microsoft JhengHei"/>
            </a:endParaRPr>
          </a:p>
        </p:txBody>
      </p:sp>
      <p:sp>
        <p:nvSpPr>
          <p:cNvPr id="445" name="文本框 444"/>
          <p:cNvSpPr txBox="1"/>
          <p:nvPr/>
        </p:nvSpPr>
        <p:spPr>
          <a:xfrm>
            <a:off x="4794556" y="4263501"/>
            <a:ext cx="509035" cy="198755"/>
          </a:xfrm>
          <a:prstGeom prst="rect">
            <a:avLst/>
          </a:prstGeom>
          <a:noFill/>
        </p:spPr>
        <p:txBody>
          <a:bodyPr wrap="square">
            <a:spAutoFit/>
          </a:bodyPr>
          <a:lstStyle/>
          <a:p>
            <a:pPr marL="53975" algn="ctr">
              <a:spcBef>
                <a:spcPts val="325"/>
              </a:spcBef>
            </a:pPr>
            <a:r>
              <a:rPr lang="zh-CN" altLang="en-US" sz="700" spc="-15" dirty="0">
                <a:solidFill>
                  <a:srgbClr val="212121"/>
                </a:solidFill>
                <a:latin typeface="江城圆体 400W" panose="020B0800000000000000" pitchFamily="34" charset="-128"/>
                <a:ea typeface="江城圆体 400W" panose="020B0800000000000000" pitchFamily="34" charset="-128"/>
                <a:cs typeface="Microsoft JhengHei"/>
              </a:rPr>
              <a:t>紧急</a:t>
            </a:r>
            <a:endParaRPr lang="zh-CN" altLang="en-US" sz="700" dirty="0">
              <a:latin typeface="江城圆体 400W" panose="020B0800000000000000" pitchFamily="34" charset="-128"/>
              <a:ea typeface="江城圆体 400W" panose="020B0800000000000000" pitchFamily="34" charset="-128"/>
              <a:cs typeface="Microsoft JhengHei"/>
            </a:endParaRPr>
          </a:p>
        </p:txBody>
      </p:sp>
      <p:sp>
        <p:nvSpPr>
          <p:cNvPr id="446" name="文本框 445"/>
          <p:cNvSpPr txBox="1"/>
          <p:nvPr/>
        </p:nvSpPr>
        <p:spPr>
          <a:xfrm>
            <a:off x="5301653" y="4263996"/>
            <a:ext cx="639746" cy="198755"/>
          </a:xfrm>
          <a:prstGeom prst="rect">
            <a:avLst/>
          </a:prstGeom>
          <a:noFill/>
        </p:spPr>
        <p:txBody>
          <a:bodyPr wrap="square">
            <a:spAutoFit/>
          </a:bodyPr>
          <a:lstStyle/>
          <a:p>
            <a:pPr marL="53975" algn="ctr">
              <a:spcBef>
                <a:spcPts val="325"/>
              </a:spcBef>
            </a:pPr>
            <a:r>
              <a:rPr lang="zh-CN" altLang="en-US" sz="700" spc="-15" dirty="0">
                <a:solidFill>
                  <a:srgbClr val="212121"/>
                </a:solidFill>
                <a:latin typeface="江城圆体 400W" panose="020B0800000000000000" pitchFamily="34" charset="-128"/>
                <a:ea typeface="江城圆体 400W" panose="020B0800000000000000" pitchFamily="34" charset="-128"/>
                <a:cs typeface="Microsoft JhengHei"/>
              </a:rPr>
              <a:t>不紧急</a:t>
            </a:r>
            <a:endParaRPr lang="zh-CN" altLang="en-US" sz="700" dirty="0">
              <a:latin typeface="江城圆体 400W" panose="020B0800000000000000" pitchFamily="34" charset="-128"/>
              <a:ea typeface="江城圆体 400W" panose="020B0800000000000000" pitchFamily="34" charset="-128"/>
              <a:cs typeface="Microsoft JhengHei"/>
            </a:endParaRPr>
          </a:p>
        </p:txBody>
      </p:sp>
      <p:sp>
        <p:nvSpPr>
          <p:cNvPr id="447" name="文本框 446"/>
          <p:cNvSpPr txBox="1"/>
          <p:nvPr/>
        </p:nvSpPr>
        <p:spPr>
          <a:xfrm>
            <a:off x="4730904" y="3114298"/>
            <a:ext cx="623463" cy="565785"/>
          </a:xfrm>
          <a:prstGeom prst="rect">
            <a:avLst/>
          </a:prstGeom>
          <a:noFill/>
        </p:spPr>
        <p:txBody>
          <a:bodyPr wrap="square">
            <a:spAutoFit/>
          </a:bodyPr>
          <a:lstStyle/>
          <a:p>
            <a:pPr algn="ctr">
              <a:lnSpc>
                <a:spcPct val="100000"/>
              </a:lnSpc>
            </a:pPr>
            <a:r>
              <a:rPr lang="zh-CN" altLang="en-US" sz="700" spc="-13"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立刻做</a:t>
            </a:r>
            <a:endParaRPr lang="zh-CN" altLang="en-US" sz="700" dirty="0">
              <a:latin typeface="江城圆体 400W" panose="020B0800000000000000" pitchFamily="34" charset="-128"/>
              <a:ea typeface="江城圆体 400W" panose="020B0800000000000000" pitchFamily="34" charset="-128"/>
              <a:cs typeface="PMingLiU" panose="02020500000000000000" charset="-120"/>
            </a:endParaRPr>
          </a:p>
          <a:p>
            <a:pPr marL="83185" marR="82550" algn="ctr">
              <a:lnSpc>
                <a:spcPct val="104000"/>
              </a:lnSpc>
              <a:spcBef>
                <a:spcPts val="250"/>
              </a:spcBef>
            </a:pPr>
            <a:r>
              <a:rPr lang="zh-CN" altLang="en-US" sz="70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试着清空紧急</a:t>
            </a:r>
            <a:r>
              <a:rPr lang="zh-CN" altLang="en-US" sz="700" spc="-1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的事</a:t>
            </a:r>
            <a:endParaRPr lang="zh-CN" altLang="en-US" sz="7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48" name="文本框 447"/>
          <p:cNvSpPr txBox="1"/>
          <p:nvPr/>
        </p:nvSpPr>
        <p:spPr>
          <a:xfrm>
            <a:off x="4634475" y="3629229"/>
            <a:ext cx="816320" cy="559435"/>
          </a:xfrm>
          <a:prstGeom prst="rect">
            <a:avLst/>
          </a:prstGeom>
          <a:noFill/>
        </p:spPr>
        <p:txBody>
          <a:bodyPr wrap="square">
            <a:spAutoFit/>
          </a:bodyPr>
          <a:lstStyle/>
          <a:p>
            <a:pPr>
              <a:spcBef>
                <a:spcPts val="5"/>
              </a:spcBef>
            </a:pPr>
            <a:endParaRPr lang="zh-CN" altLang="en-US" sz="600" dirty="0">
              <a:latin typeface="江城圆体 400W" panose="020B0800000000000000" pitchFamily="34" charset="-128"/>
              <a:ea typeface="江城圆体 400W" panose="020B0800000000000000" pitchFamily="34" charset="-128"/>
              <a:cs typeface="Times New Roman" panose="02020603050405020304"/>
            </a:endParaRPr>
          </a:p>
          <a:p>
            <a:pPr marR="12065" algn="ctr"/>
            <a:r>
              <a:rPr lang="zh-CN" altLang="en-US" sz="700" spc="-13"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授权做</a:t>
            </a:r>
            <a:endParaRPr lang="zh-CN" altLang="en-US" sz="700" dirty="0">
              <a:latin typeface="江城圆体 400W" panose="020B0800000000000000" pitchFamily="34" charset="-128"/>
              <a:ea typeface="江城圆体 400W" panose="020B0800000000000000" pitchFamily="34" charset="-128"/>
              <a:cs typeface="PMingLiU" panose="02020500000000000000" charset="-120"/>
            </a:endParaRPr>
          </a:p>
          <a:p>
            <a:pPr marL="124460" marR="117475" algn="ctr">
              <a:lnSpc>
                <a:spcPct val="104000"/>
              </a:lnSpc>
              <a:spcBef>
                <a:spcPts val="350"/>
              </a:spcBef>
            </a:pPr>
            <a:r>
              <a:rPr lang="zh-CN" altLang="en-US" sz="70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枯燥但紧急</a:t>
            </a:r>
            <a:r>
              <a:rPr lang="zh-CN" altLang="en-US" sz="700" spc="-1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的事</a:t>
            </a:r>
            <a:endParaRPr lang="zh-CN" altLang="en-US" sz="7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49" name="文本框 448"/>
          <p:cNvSpPr txBox="1"/>
          <p:nvPr/>
        </p:nvSpPr>
        <p:spPr>
          <a:xfrm>
            <a:off x="5260397" y="3629229"/>
            <a:ext cx="782002" cy="559435"/>
          </a:xfrm>
          <a:prstGeom prst="rect">
            <a:avLst/>
          </a:prstGeom>
          <a:noFill/>
        </p:spPr>
        <p:txBody>
          <a:bodyPr wrap="square">
            <a:spAutoFit/>
          </a:bodyPr>
          <a:lstStyle/>
          <a:p>
            <a:pPr>
              <a:spcBef>
                <a:spcPts val="5"/>
              </a:spcBef>
            </a:pPr>
            <a:endParaRPr lang="zh-CN" altLang="en-US" sz="600" dirty="0">
              <a:latin typeface="江城圆体 400W" panose="020B0800000000000000" pitchFamily="34" charset="-128"/>
              <a:ea typeface="江城圆体 400W" panose="020B0800000000000000" pitchFamily="34" charset="-128"/>
              <a:cs typeface="Times New Roman" panose="02020603050405020304"/>
            </a:endParaRPr>
          </a:p>
          <a:p>
            <a:pPr marR="31750" algn="ctr"/>
            <a:r>
              <a:rPr lang="zh-CN" altLang="en-US" sz="700" spc="-1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不做</a:t>
            </a:r>
            <a:endParaRPr lang="zh-CN" altLang="en-US" sz="700" dirty="0">
              <a:latin typeface="江城圆体 400W" panose="020B0800000000000000" pitchFamily="34" charset="-128"/>
              <a:ea typeface="江城圆体 400W" panose="020B0800000000000000" pitchFamily="34" charset="-128"/>
              <a:cs typeface="PMingLiU" panose="02020500000000000000" charset="-120"/>
            </a:endParaRPr>
          </a:p>
          <a:p>
            <a:pPr marL="38735" marR="50800" algn="ctr">
              <a:lnSpc>
                <a:spcPct val="104000"/>
              </a:lnSpc>
              <a:spcBef>
                <a:spcPts val="350"/>
              </a:spcBef>
            </a:pPr>
            <a:r>
              <a:rPr lang="zh-CN" altLang="en-US" sz="70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无用且浪费时间</a:t>
            </a:r>
            <a:r>
              <a:rPr lang="zh-CN" altLang="en-US" sz="700" spc="-1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的事</a:t>
            </a:r>
            <a:endParaRPr lang="zh-CN" altLang="en-US" sz="7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50" name="文本框 449"/>
          <p:cNvSpPr txBox="1"/>
          <p:nvPr/>
        </p:nvSpPr>
        <p:spPr>
          <a:xfrm>
            <a:off x="5261278" y="3076082"/>
            <a:ext cx="749295" cy="546100"/>
          </a:xfrm>
          <a:prstGeom prst="rect">
            <a:avLst/>
          </a:prstGeom>
          <a:noFill/>
        </p:spPr>
        <p:txBody>
          <a:bodyPr wrap="square">
            <a:spAutoFit/>
          </a:bodyPr>
          <a:lstStyle/>
          <a:p>
            <a:pPr>
              <a:spcBef>
                <a:spcPts val="5"/>
              </a:spcBef>
            </a:pPr>
            <a:endParaRPr lang="zh-CN" altLang="en-US" sz="600" dirty="0">
              <a:solidFill>
                <a:schemeClr val="bg1"/>
              </a:solidFill>
              <a:latin typeface="江城圆体 400W" panose="020B0800000000000000" pitchFamily="34" charset="-128"/>
              <a:ea typeface="江城圆体 400W" panose="020B0800000000000000" pitchFamily="34" charset="-128"/>
              <a:cs typeface="Times New Roman" panose="02020603050405020304"/>
            </a:endParaRPr>
          </a:p>
          <a:p>
            <a:pPr marL="41275" algn="ctr"/>
            <a:r>
              <a:rPr lang="zh-CN" altLang="en-US" sz="700" spc="-1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花时间做</a:t>
            </a:r>
            <a:endParaRPr lang="zh-CN" altLang="en-US" sz="700" dirty="0">
              <a:latin typeface="江城圆体 400W" panose="020B0800000000000000" pitchFamily="34" charset="-128"/>
              <a:ea typeface="江城圆体 400W" panose="020B0800000000000000" pitchFamily="34" charset="-128"/>
              <a:cs typeface="PMingLiU" panose="02020500000000000000" charset="-120"/>
            </a:endParaRPr>
          </a:p>
          <a:p>
            <a:pPr marL="105410" marR="59690" algn="ctr">
              <a:lnSpc>
                <a:spcPct val="104000"/>
              </a:lnSpc>
              <a:spcBef>
                <a:spcPts val="250"/>
              </a:spcBef>
            </a:pPr>
            <a:r>
              <a:rPr lang="zh-CN" altLang="en-US" sz="700" spc="-1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有用和有价値</a:t>
            </a:r>
            <a:r>
              <a:rPr lang="zh-CN" altLang="en-US" sz="700" spc="-15"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的事</a:t>
            </a:r>
            <a:endParaRPr lang="zh-CN" altLang="en-US" sz="7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51" name="object 229"/>
          <p:cNvSpPr txBox="1"/>
          <p:nvPr/>
        </p:nvSpPr>
        <p:spPr>
          <a:xfrm>
            <a:off x="4417597" y="7012110"/>
            <a:ext cx="237370"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a:t>
            </a:r>
            <a:r>
              <a:rPr lang="en-US" altLang="zh-CN"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8</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452" name="object 225"/>
          <p:cNvSpPr txBox="1"/>
          <p:nvPr/>
        </p:nvSpPr>
        <p:spPr>
          <a:xfrm>
            <a:off x="1032466" y="4808134"/>
            <a:ext cx="1199559" cy="321310"/>
          </a:xfrm>
          <a:prstGeom prst="rect">
            <a:avLst/>
          </a:prstGeom>
        </p:spPr>
        <p:txBody>
          <a:bodyPr vert="horz" wrap="square" lIns="0" tIns="6350" rIns="0" bIns="0" rtlCol="0">
            <a:spAutoFit/>
          </a:bodyPr>
          <a:lstStyle/>
          <a:p>
            <a:pPr marL="12700">
              <a:lnSpc>
                <a:spcPts val="1230"/>
              </a:lnSpc>
            </a:pPr>
            <a:r>
              <a:rPr lang="zh-CN" altLang="en-US" sz="105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「人际领导」的原则</a:t>
            </a:r>
            <a:endParaRPr lang="zh-CN" altLang="en-US" sz="1050" b="1" dirty="0">
              <a:latin typeface="江城圆体 600W" panose="020B0800000000000000" pitchFamily="34" charset="-128"/>
              <a:ea typeface="江城圆体 600W" panose="020B0800000000000000" pitchFamily="34" charset="-128"/>
              <a:cs typeface="PMingLiU" panose="02020500000000000000" charset="-120"/>
            </a:endParaRPr>
          </a:p>
          <a:p>
            <a:pPr marL="12700">
              <a:lnSpc>
                <a:spcPts val="1230"/>
              </a:lnSpc>
            </a:pPr>
            <a:r>
              <a:rPr lang="en-US" altLang="zh-CN" sz="105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r>
              <a:rPr lang="zh-CN" altLang="en-US" sz="105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双赢思维</a:t>
            </a:r>
            <a:endParaRPr lang="zh-CN" altLang="en-US" sz="105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454" name="文本框 453"/>
          <p:cNvSpPr txBox="1"/>
          <p:nvPr/>
        </p:nvSpPr>
        <p:spPr>
          <a:xfrm>
            <a:off x="1108075" y="6687941"/>
            <a:ext cx="949325" cy="213995"/>
          </a:xfrm>
          <a:prstGeom prst="rect">
            <a:avLst/>
          </a:prstGeom>
          <a:noFill/>
        </p:spPr>
        <p:txBody>
          <a:bodyPr wrap="square">
            <a:spAutoFit/>
          </a:bodyPr>
          <a:lstStyle/>
          <a:p>
            <a:pPr marL="320675"/>
            <a:r>
              <a:rPr lang="zh-CN" altLang="en-US" sz="800" spc="-10" dirty="0">
                <a:solidFill>
                  <a:srgbClr val="212121"/>
                </a:solidFill>
                <a:latin typeface="江城圆体 400W" panose="020B0800000000000000" pitchFamily="34" charset="-128"/>
                <a:ea typeface="江城圆体 400W" panose="020B0800000000000000" pitchFamily="34" charset="-128"/>
                <a:cs typeface="Microsoft JhengHei"/>
              </a:rPr>
              <a:t>敢作敢为</a:t>
            </a:r>
            <a:endParaRPr lang="zh-CN" altLang="en-US" sz="800" dirty="0">
              <a:latin typeface="江城圆体 400W" panose="020B0800000000000000" pitchFamily="34" charset="-128"/>
              <a:ea typeface="江城圆体 400W" panose="020B0800000000000000" pitchFamily="34" charset="-128"/>
              <a:cs typeface="Microsoft JhengHei"/>
            </a:endParaRPr>
          </a:p>
        </p:txBody>
      </p:sp>
      <p:sp>
        <p:nvSpPr>
          <p:cNvPr id="455" name="object 149"/>
          <p:cNvSpPr txBox="1"/>
          <p:nvPr/>
        </p:nvSpPr>
        <p:spPr>
          <a:xfrm>
            <a:off x="1768767" y="5746750"/>
            <a:ext cx="418465" cy="128905"/>
          </a:xfrm>
          <a:prstGeom prst="rect">
            <a:avLst/>
          </a:prstGeom>
        </p:spPr>
        <p:txBody>
          <a:bodyPr vert="horz" wrap="square" lIns="0" tIns="6350" rIns="0" bIns="0" rtlCol="0">
            <a:spAutoFit/>
          </a:bodyPr>
          <a:lstStyle/>
          <a:p>
            <a:pPr marL="6350"/>
            <a:r>
              <a:rPr lang="zh-CN" altLang="en-US" sz="800" spc="-10" dirty="0">
                <a:solidFill>
                  <a:srgbClr val="212121"/>
                </a:solidFill>
                <a:latin typeface="江城圆体 400W" panose="020B0800000000000000" pitchFamily="34" charset="-128"/>
                <a:ea typeface="江城圆体 400W" panose="020B0800000000000000" pitchFamily="34" charset="-128"/>
                <a:cs typeface="Microsoft JhengHei"/>
              </a:rPr>
              <a:t>利人利己</a:t>
            </a:r>
            <a:endParaRPr lang="zh-CN" altLang="en-US" sz="800" dirty="0">
              <a:latin typeface="江城圆体 400W" panose="020B0800000000000000" pitchFamily="34" charset="-128"/>
              <a:ea typeface="江城圆体 400W" panose="020B0800000000000000" pitchFamily="34" charset="-128"/>
              <a:cs typeface="Microsoft JhengHei"/>
            </a:endParaRPr>
          </a:p>
        </p:txBody>
      </p:sp>
      <p:sp>
        <p:nvSpPr>
          <p:cNvPr id="457" name="文本框 456"/>
          <p:cNvSpPr txBox="1"/>
          <p:nvPr/>
        </p:nvSpPr>
        <p:spPr>
          <a:xfrm>
            <a:off x="956015" y="7863164"/>
            <a:ext cx="1469346" cy="460375"/>
          </a:xfrm>
          <a:prstGeom prst="rect">
            <a:avLst/>
          </a:prstGeom>
          <a:noFill/>
        </p:spPr>
        <p:txBody>
          <a:bodyPr wrap="square">
            <a:spAutoFit/>
          </a:bodyPr>
          <a:lstStyle/>
          <a:p>
            <a:pPr marL="393700">
              <a:tabLst>
                <a:tab pos="919480" algn="l"/>
              </a:tabLst>
            </a:pPr>
            <a:r>
              <a:rPr lang="en-US" altLang="zh-CN" sz="2400" spc="-398" dirty="0">
                <a:solidFill>
                  <a:srgbClr val="212121"/>
                </a:solidFill>
                <a:latin typeface="江城圆体 400W" panose="020B0800000000000000" pitchFamily="34" charset="-128"/>
                <a:ea typeface="江城圆体 400W" panose="020B0800000000000000" pitchFamily="34" charset="-128"/>
                <a:cs typeface="Microsoft JhengHei"/>
              </a:rPr>
              <a:t>&gt;</a:t>
            </a:r>
            <a:r>
              <a:rPr lang="zh-CN" altLang="en-US" sz="2400" spc="-398" dirty="0">
                <a:solidFill>
                  <a:srgbClr val="212121"/>
                </a:solidFill>
                <a:latin typeface="江城圆体 400W" panose="020B0800000000000000" pitchFamily="34" charset="-128"/>
                <a:ea typeface="江城圆体 400W" panose="020B0800000000000000" pitchFamily="34" charset="-128"/>
                <a:cs typeface="Microsoft JhengHei"/>
              </a:rPr>
              <a:t>                     </a:t>
            </a:r>
            <a:r>
              <a:rPr lang="zh-CN" altLang="en-US" sz="2400" dirty="0">
                <a:solidFill>
                  <a:srgbClr val="212121"/>
                </a:solidFill>
                <a:latin typeface="江城圆体 400W" panose="020B0800000000000000" pitchFamily="34" charset="-128"/>
                <a:ea typeface="江城圆体 400W" panose="020B0800000000000000" pitchFamily="34" charset="-128"/>
                <a:cs typeface="Microsoft JhengHei"/>
              </a:rPr>
              <a:t> </a:t>
            </a:r>
            <a:r>
              <a:rPr lang="en-US" altLang="zh-CN" sz="2400" spc="-398" dirty="0">
                <a:solidFill>
                  <a:srgbClr val="212121"/>
                </a:solidFill>
                <a:latin typeface="江城圆体 400W" panose="020B0800000000000000" pitchFamily="34" charset="-128"/>
                <a:ea typeface="江城圆体 400W" panose="020B0800000000000000" pitchFamily="34" charset="-128"/>
                <a:cs typeface="Microsoft JhengHei"/>
              </a:rPr>
              <a:t>+</a:t>
            </a:r>
            <a:endParaRPr lang="zh-CN" altLang="en-US" sz="2400" dirty="0">
              <a:latin typeface="江城圆体 400W" panose="020B0800000000000000" pitchFamily="34" charset="-128"/>
              <a:ea typeface="江城圆体 400W" panose="020B0800000000000000" pitchFamily="34" charset="-128"/>
              <a:cs typeface="Microsoft JhengHei"/>
            </a:endParaRPr>
          </a:p>
        </p:txBody>
      </p:sp>
      <p:sp>
        <p:nvSpPr>
          <p:cNvPr id="5" name="object 87"/>
          <p:cNvSpPr/>
          <p:nvPr/>
        </p:nvSpPr>
        <p:spPr>
          <a:xfrm>
            <a:off x="726498" y="4238215"/>
            <a:ext cx="98309" cy="0"/>
          </a:xfrm>
          <a:custGeom>
            <a:avLst/>
            <a:gdLst/>
            <a:ahLst/>
            <a:cxnLst/>
            <a:rect l="l" t="t" r="r" b="b"/>
            <a:pathLst>
              <a:path w="177800">
                <a:moveTo>
                  <a:pt x="177800" y="0"/>
                </a:moveTo>
                <a:lnTo>
                  <a:pt x="0" y="0"/>
                </a:lnTo>
              </a:path>
            </a:pathLst>
          </a:custGeom>
          <a:ln w="6350">
            <a:solidFill>
              <a:srgbClr val="212121"/>
            </a:solidFill>
          </a:ln>
        </p:spPr>
        <p:txBody>
          <a:bodyPr wrap="square" lIns="0" tIns="0" rIns="0" bIns="0" rtlCol="0"/>
          <a:lstStyle/>
          <a:p>
            <a:endParaRPr>
              <a:latin typeface="江城圆体 400W" panose="020B0800000000000000" pitchFamily="34" charset="-128"/>
              <a:ea typeface="江城圆体 400W" panose="020B0800000000000000" pitchFamily="34" charset="-128"/>
            </a:endParaRPr>
          </a:p>
        </p:txBody>
      </p:sp>
      <p:sp>
        <p:nvSpPr>
          <p:cNvPr id="453" name="object 89"/>
          <p:cNvSpPr/>
          <p:nvPr/>
        </p:nvSpPr>
        <p:spPr>
          <a:xfrm>
            <a:off x="720639" y="4239832"/>
            <a:ext cx="67061" cy="140442"/>
          </a:xfrm>
          <a:custGeom>
            <a:avLst/>
            <a:gdLst/>
            <a:ahLst/>
            <a:cxnLst/>
            <a:rect l="l" t="t" r="r" b="b"/>
            <a:pathLst>
              <a:path w="121284" h="254000">
                <a:moveTo>
                  <a:pt x="121004" y="0"/>
                </a:moveTo>
                <a:lnTo>
                  <a:pt x="121004" y="15875"/>
                </a:lnTo>
                <a:lnTo>
                  <a:pt x="121004" y="63500"/>
                </a:lnTo>
                <a:lnTo>
                  <a:pt x="121004" y="142875"/>
                </a:lnTo>
                <a:lnTo>
                  <a:pt x="121004" y="254000"/>
                </a:lnTo>
                <a:lnTo>
                  <a:pt x="68064" y="254000"/>
                </a:lnTo>
                <a:lnTo>
                  <a:pt x="30251" y="254000"/>
                </a:lnTo>
                <a:lnTo>
                  <a:pt x="7562" y="254000"/>
                </a:lnTo>
                <a:lnTo>
                  <a:pt x="0" y="254000"/>
                </a:lnTo>
              </a:path>
            </a:pathLst>
          </a:custGeom>
          <a:ln w="6350">
            <a:solidFill>
              <a:srgbClr val="212121"/>
            </a:solidFill>
          </a:ln>
        </p:spPr>
        <p:txBody>
          <a:bodyPr wrap="square" lIns="0" tIns="0" rIns="0" bIns="0" rtlCol="0"/>
          <a:lstStyle/>
          <a:p>
            <a:endParaRPr>
              <a:latin typeface="江城圆体 400W" panose="020B0800000000000000" pitchFamily="34" charset="-128"/>
              <a:ea typeface="江城圆体 400W" panose="020B0800000000000000" pitchFamily="34" charset="-128"/>
            </a:endParaRPr>
          </a:p>
        </p:txBody>
      </p:sp>
      <p:sp>
        <p:nvSpPr>
          <p:cNvPr id="459" name="文本框 458"/>
          <p:cNvSpPr txBox="1"/>
          <p:nvPr/>
        </p:nvSpPr>
        <p:spPr>
          <a:xfrm>
            <a:off x="2912506" y="5103212"/>
            <a:ext cx="1356146" cy="437515"/>
          </a:xfrm>
          <a:prstGeom prst="rect">
            <a:avLst/>
          </a:prstGeom>
          <a:noFill/>
        </p:spPr>
        <p:txBody>
          <a:bodyPr wrap="square">
            <a:spAutoFit/>
          </a:bodyPr>
          <a:lstStyle/>
          <a:p>
            <a:pPr marL="311150" marR="556260" indent="3175">
              <a:lnSpc>
                <a:spcPct val="125000"/>
              </a:lnSpc>
              <a:spcBef>
                <a:spcPts val="150"/>
              </a:spcBef>
            </a:pPr>
            <a:r>
              <a:rPr lang="zh-CN" altLang="en-US" sz="900" spc="-15" dirty="0">
                <a:solidFill>
                  <a:srgbClr val="212121"/>
                </a:solidFill>
                <a:latin typeface="江城圆体 400W" panose="020B0800000000000000" pitchFamily="34" charset="-128"/>
                <a:ea typeface="江城圆体 400W" panose="020B0800000000000000" pitchFamily="34" charset="-128"/>
                <a:cs typeface="Microsoft JhengHei"/>
              </a:rPr>
              <a:t>情绪信息</a:t>
            </a:r>
            <a:endParaRPr lang="zh-CN" altLang="en-US" sz="900" dirty="0">
              <a:latin typeface="江城圆体 400W" panose="020B0800000000000000" pitchFamily="34" charset="-128"/>
              <a:ea typeface="江城圆体 400W" panose="020B0800000000000000" pitchFamily="34" charset="-128"/>
              <a:cs typeface="Microsoft JhengHe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grpSp>
        <p:nvGrpSpPr>
          <p:cNvPr id="3" name="object 3"/>
          <p:cNvGrpSpPr/>
          <p:nvPr/>
        </p:nvGrpSpPr>
        <p:grpSpPr>
          <a:xfrm>
            <a:off x="1622425" y="1241425"/>
            <a:ext cx="259398" cy="259080"/>
            <a:chOff x="3244850" y="2482850"/>
            <a:chExt cx="518795" cy="518159"/>
          </a:xfrm>
        </p:grpSpPr>
        <p:sp>
          <p:nvSpPr>
            <p:cNvPr id="4" name="object 4"/>
            <p:cNvSpPr/>
            <p:nvPr/>
          </p:nvSpPr>
          <p:spPr>
            <a:xfrm>
              <a:off x="3251200" y="2489200"/>
              <a:ext cx="506095" cy="505459"/>
            </a:xfrm>
            <a:custGeom>
              <a:avLst/>
              <a:gdLst/>
              <a:ahLst/>
              <a:cxnLst/>
              <a:rect l="l" t="t" r="r" b="b"/>
              <a:pathLst>
                <a:path w="506095" h="505460">
                  <a:moveTo>
                    <a:pt x="252529" y="0"/>
                  </a:moveTo>
                  <a:lnTo>
                    <a:pt x="207137" y="4068"/>
                  </a:lnTo>
                  <a:lnTo>
                    <a:pt x="164413" y="15798"/>
                  </a:lnTo>
                  <a:lnTo>
                    <a:pt x="125073" y="34476"/>
                  </a:lnTo>
                  <a:lnTo>
                    <a:pt x="89828" y="59389"/>
                  </a:lnTo>
                  <a:lnTo>
                    <a:pt x="59391" y="89825"/>
                  </a:lnTo>
                  <a:lnTo>
                    <a:pt x="34477" y="125069"/>
                  </a:lnTo>
                  <a:lnTo>
                    <a:pt x="15798" y="164410"/>
                  </a:lnTo>
                  <a:lnTo>
                    <a:pt x="4068" y="207133"/>
                  </a:lnTo>
                  <a:lnTo>
                    <a:pt x="0" y="252526"/>
                  </a:lnTo>
                  <a:lnTo>
                    <a:pt x="4068" y="297920"/>
                  </a:lnTo>
                  <a:lnTo>
                    <a:pt x="15798" y="340643"/>
                  </a:lnTo>
                  <a:lnTo>
                    <a:pt x="34477" y="379984"/>
                  </a:lnTo>
                  <a:lnTo>
                    <a:pt x="59391" y="415228"/>
                  </a:lnTo>
                  <a:lnTo>
                    <a:pt x="89828" y="445664"/>
                  </a:lnTo>
                  <a:lnTo>
                    <a:pt x="125073" y="470577"/>
                  </a:lnTo>
                  <a:lnTo>
                    <a:pt x="164413" y="489255"/>
                  </a:lnTo>
                  <a:lnTo>
                    <a:pt x="207137" y="500985"/>
                  </a:lnTo>
                  <a:lnTo>
                    <a:pt x="252529" y="505053"/>
                  </a:lnTo>
                  <a:lnTo>
                    <a:pt x="287809" y="502610"/>
                  </a:lnTo>
                  <a:lnTo>
                    <a:pt x="321592" y="495498"/>
                  </a:lnTo>
                  <a:lnTo>
                    <a:pt x="353550" y="484045"/>
                  </a:lnTo>
                  <a:lnTo>
                    <a:pt x="383353" y="468579"/>
                  </a:lnTo>
                  <a:lnTo>
                    <a:pt x="502900" y="468579"/>
                  </a:lnTo>
                  <a:lnTo>
                    <a:pt x="493532" y="437051"/>
                  </a:lnTo>
                  <a:lnTo>
                    <a:pt x="480073" y="394304"/>
                  </a:lnTo>
                  <a:lnTo>
                    <a:pt x="478115" y="366153"/>
                  </a:lnTo>
                  <a:lnTo>
                    <a:pt x="489596" y="339734"/>
                  </a:lnTo>
                  <a:lnTo>
                    <a:pt x="498050" y="311854"/>
                  </a:lnTo>
                  <a:lnTo>
                    <a:pt x="503272" y="282718"/>
                  </a:lnTo>
                  <a:lnTo>
                    <a:pt x="505058" y="252526"/>
                  </a:lnTo>
                  <a:lnTo>
                    <a:pt x="500990" y="207133"/>
                  </a:lnTo>
                  <a:lnTo>
                    <a:pt x="489259" y="164410"/>
                  </a:lnTo>
                  <a:lnTo>
                    <a:pt x="470580" y="125069"/>
                  </a:lnTo>
                  <a:lnTo>
                    <a:pt x="445666" y="89825"/>
                  </a:lnTo>
                  <a:lnTo>
                    <a:pt x="415230" y="59389"/>
                  </a:lnTo>
                  <a:lnTo>
                    <a:pt x="379985" y="34476"/>
                  </a:lnTo>
                  <a:lnTo>
                    <a:pt x="340644" y="15798"/>
                  </a:lnTo>
                  <a:lnTo>
                    <a:pt x="297921" y="4068"/>
                  </a:lnTo>
                  <a:lnTo>
                    <a:pt x="252529" y="0"/>
                  </a:lnTo>
                  <a:close/>
                </a:path>
                <a:path w="506095" h="505460">
                  <a:moveTo>
                    <a:pt x="502900" y="468579"/>
                  </a:moveTo>
                  <a:lnTo>
                    <a:pt x="383353" y="468579"/>
                  </a:lnTo>
                  <a:lnTo>
                    <a:pt x="408707" y="471511"/>
                  </a:lnTo>
                  <a:lnTo>
                    <a:pt x="445823" y="488716"/>
                  </a:lnTo>
                  <a:lnTo>
                    <a:pt x="482130" y="504971"/>
                  </a:lnTo>
                  <a:lnTo>
                    <a:pt x="505058" y="505053"/>
                  </a:lnTo>
                  <a:lnTo>
                    <a:pt x="506018" y="479074"/>
                  </a:lnTo>
                  <a:lnTo>
                    <a:pt x="502900" y="468579"/>
                  </a:lnTo>
                  <a:close/>
                </a:path>
              </a:pathLst>
            </a:custGeom>
            <a:solidFill>
              <a:srgbClr val="212121"/>
            </a:solidFill>
          </p:spPr>
          <p:txBody>
            <a:bodyPr wrap="square" lIns="0" tIns="0" rIns="0" bIns="0" rtlCol="0"/>
            <a:lstStyle/>
            <a:p>
              <a:endParaRPr sz="900"/>
            </a:p>
          </p:txBody>
        </p:sp>
        <p:sp>
          <p:nvSpPr>
            <p:cNvPr id="5" name="object 5"/>
            <p:cNvSpPr/>
            <p:nvPr/>
          </p:nvSpPr>
          <p:spPr>
            <a:xfrm>
              <a:off x="3251200" y="2489200"/>
              <a:ext cx="506095" cy="505459"/>
            </a:xfrm>
            <a:custGeom>
              <a:avLst/>
              <a:gdLst/>
              <a:ahLst/>
              <a:cxnLst/>
              <a:rect l="l" t="t" r="r" b="b"/>
              <a:pathLst>
                <a:path w="506095" h="505460">
                  <a:moveTo>
                    <a:pt x="252529" y="505058"/>
                  </a:moveTo>
                  <a:lnTo>
                    <a:pt x="287809" y="502613"/>
                  </a:lnTo>
                  <a:lnTo>
                    <a:pt x="321592" y="495498"/>
                  </a:lnTo>
                  <a:lnTo>
                    <a:pt x="353550" y="484042"/>
                  </a:lnTo>
                  <a:lnTo>
                    <a:pt x="383353" y="468572"/>
                  </a:lnTo>
                  <a:lnTo>
                    <a:pt x="408707" y="471508"/>
                  </a:lnTo>
                  <a:lnTo>
                    <a:pt x="445822" y="488716"/>
                  </a:lnTo>
                  <a:lnTo>
                    <a:pt x="482130" y="504973"/>
                  </a:lnTo>
                  <a:lnTo>
                    <a:pt x="505058" y="505058"/>
                  </a:lnTo>
                  <a:lnTo>
                    <a:pt x="506018" y="479079"/>
                  </a:lnTo>
                  <a:lnTo>
                    <a:pt x="493532" y="437055"/>
                  </a:lnTo>
                  <a:lnTo>
                    <a:pt x="480074" y="394304"/>
                  </a:lnTo>
                  <a:lnTo>
                    <a:pt x="478116" y="366147"/>
                  </a:lnTo>
                  <a:lnTo>
                    <a:pt x="489596" y="339734"/>
                  </a:lnTo>
                  <a:lnTo>
                    <a:pt x="498050" y="311856"/>
                  </a:lnTo>
                  <a:lnTo>
                    <a:pt x="503272" y="282720"/>
                  </a:lnTo>
                  <a:lnTo>
                    <a:pt x="505058" y="252529"/>
                  </a:lnTo>
                  <a:lnTo>
                    <a:pt x="500990" y="207136"/>
                  </a:lnTo>
                  <a:lnTo>
                    <a:pt x="489259" y="164413"/>
                  </a:lnTo>
                  <a:lnTo>
                    <a:pt x="470581" y="125072"/>
                  </a:lnTo>
                  <a:lnTo>
                    <a:pt x="445666" y="89827"/>
                  </a:lnTo>
                  <a:lnTo>
                    <a:pt x="415230" y="59391"/>
                  </a:lnTo>
                  <a:lnTo>
                    <a:pt x="379985" y="34477"/>
                  </a:lnTo>
                  <a:lnTo>
                    <a:pt x="340645" y="15798"/>
                  </a:lnTo>
                  <a:lnTo>
                    <a:pt x="297921" y="4068"/>
                  </a:lnTo>
                  <a:lnTo>
                    <a:pt x="252529" y="0"/>
                  </a:lnTo>
                  <a:lnTo>
                    <a:pt x="207136" y="4068"/>
                  </a:lnTo>
                  <a:lnTo>
                    <a:pt x="164413" y="15798"/>
                  </a:lnTo>
                  <a:lnTo>
                    <a:pt x="125072" y="34477"/>
                  </a:lnTo>
                  <a:lnTo>
                    <a:pt x="89827" y="59391"/>
                  </a:lnTo>
                  <a:lnTo>
                    <a:pt x="59391" y="89827"/>
                  </a:lnTo>
                  <a:lnTo>
                    <a:pt x="34477" y="125072"/>
                  </a:lnTo>
                  <a:lnTo>
                    <a:pt x="15798" y="164413"/>
                  </a:lnTo>
                  <a:lnTo>
                    <a:pt x="4068" y="207136"/>
                  </a:lnTo>
                  <a:lnTo>
                    <a:pt x="0" y="252529"/>
                  </a:lnTo>
                  <a:lnTo>
                    <a:pt x="4068" y="297921"/>
                  </a:lnTo>
                  <a:lnTo>
                    <a:pt x="15798" y="340645"/>
                  </a:lnTo>
                  <a:lnTo>
                    <a:pt x="34477" y="379985"/>
                  </a:lnTo>
                  <a:lnTo>
                    <a:pt x="59391" y="415230"/>
                  </a:lnTo>
                  <a:lnTo>
                    <a:pt x="89827" y="445666"/>
                  </a:lnTo>
                  <a:lnTo>
                    <a:pt x="125072" y="470581"/>
                  </a:lnTo>
                  <a:lnTo>
                    <a:pt x="164413" y="489259"/>
                  </a:lnTo>
                  <a:lnTo>
                    <a:pt x="207136" y="500990"/>
                  </a:lnTo>
                  <a:lnTo>
                    <a:pt x="252529" y="505058"/>
                  </a:lnTo>
                  <a:close/>
                </a:path>
              </a:pathLst>
            </a:custGeom>
            <a:ln w="12700">
              <a:solidFill>
                <a:srgbClr val="212121"/>
              </a:solidFill>
            </a:ln>
          </p:spPr>
          <p:txBody>
            <a:bodyPr wrap="square" lIns="0" tIns="0" rIns="0" bIns="0" rtlCol="0"/>
            <a:lstStyle/>
            <a:p>
              <a:endParaRPr sz="900"/>
            </a:p>
          </p:txBody>
        </p:sp>
      </p:grpSp>
      <p:sp>
        <p:nvSpPr>
          <p:cNvPr id="6" name="object 6"/>
          <p:cNvSpPr txBox="1"/>
          <p:nvPr/>
        </p:nvSpPr>
        <p:spPr>
          <a:xfrm>
            <a:off x="1661159" y="1329663"/>
            <a:ext cx="226066" cy="325120"/>
          </a:xfrm>
          <a:prstGeom prst="rect">
            <a:avLst/>
          </a:prstGeom>
        </p:spPr>
        <p:txBody>
          <a:bodyPr vert="horz" wrap="square" lIns="0" tIns="6350" rIns="0" bIns="0" rtlCol="0">
            <a:spAutoFit/>
          </a:bodyPr>
          <a:lstStyle/>
          <a:p>
            <a:pPr marL="19050">
              <a:spcBef>
                <a:spcPts val="50"/>
              </a:spcBef>
              <a:tabLst>
                <a:tab pos="245745" algn="l"/>
              </a:tabLst>
            </a:pPr>
            <a:r>
              <a:rPr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a:t>
            </a:r>
            <a:r>
              <a:rPr lang="en-US" altLang="zh-CN"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a:t>
            </a:r>
            <a:r>
              <a:rPr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a:t>
            </a:r>
            <a:endParaRPr sz="2000" b="1" dirty="0">
              <a:latin typeface="江城圆体 600W" panose="020B0800000000000000" pitchFamily="34" charset="-128"/>
              <a:ea typeface="江城圆体 600W" panose="020B0800000000000000" pitchFamily="34" charset="-128"/>
              <a:cs typeface="Microsoft JhengHei"/>
            </a:endParaRPr>
          </a:p>
        </p:txBody>
      </p:sp>
      <p:grpSp>
        <p:nvGrpSpPr>
          <p:cNvPr id="7" name="object 7"/>
          <p:cNvGrpSpPr/>
          <p:nvPr/>
        </p:nvGrpSpPr>
        <p:grpSpPr>
          <a:xfrm>
            <a:off x="2327275" y="1870075"/>
            <a:ext cx="2108200" cy="2108200"/>
            <a:chOff x="4654550" y="3740150"/>
            <a:chExt cx="4216400" cy="4216400"/>
          </a:xfrm>
        </p:grpSpPr>
        <p:sp>
          <p:nvSpPr>
            <p:cNvPr id="8" name="object 8"/>
            <p:cNvSpPr/>
            <p:nvPr/>
          </p:nvSpPr>
          <p:spPr>
            <a:xfrm>
              <a:off x="4673600" y="3759200"/>
              <a:ext cx="4178300" cy="4178300"/>
            </a:xfrm>
            <a:custGeom>
              <a:avLst/>
              <a:gdLst/>
              <a:ahLst/>
              <a:cxnLst/>
              <a:rect l="l" t="t" r="r" b="b"/>
              <a:pathLst>
                <a:path w="4178300" h="4178300">
                  <a:moveTo>
                    <a:pt x="2089150" y="4178300"/>
                  </a:moveTo>
                  <a:lnTo>
                    <a:pt x="2137770" y="4177745"/>
                  </a:lnTo>
                  <a:lnTo>
                    <a:pt x="2186118" y="4176089"/>
                  </a:lnTo>
                  <a:lnTo>
                    <a:pt x="2234182" y="4173344"/>
                  </a:lnTo>
                  <a:lnTo>
                    <a:pt x="2281950" y="4169521"/>
                  </a:lnTo>
                  <a:lnTo>
                    <a:pt x="2329411" y="4164634"/>
                  </a:lnTo>
                  <a:lnTo>
                    <a:pt x="2376550" y="4158693"/>
                  </a:lnTo>
                  <a:lnTo>
                    <a:pt x="2423358" y="4151711"/>
                  </a:lnTo>
                  <a:lnTo>
                    <a:pt x="2469822" y="4143700"/>
                  </a:lnTo>
                  <a:lnTo>
                    <a:pt x="2515929" y="4134672"/>
                  </a:lnTo>
                  <a:lnTo>
                    <a:pt x="2561669" y="4124638"/>
                  </a:lnTo>
                  <a:lnTo>
                    <a:pt x="2607028" y="4113612"/>
                  </a:lnTo>
                  <a:lnTo>
                    <a:pt x="2651995" y="4101604"/>
                  </a:lnTo>
                  <a:lnTo>
                    <a:pt x="2696558" y="4088627"/>
                  </a:lnTo>
                  <a:lnTo>
                    <a:pt x="2740704" y="4074694"/>
                  </a:lnTo>
                  <a:lnTo>
                    <a:pt x="2784422" y="4059815"/>
                  </a:lnTo>
                  <a:lnTo>
                    <a:pt x="2827700" y="4044003"/>
                  </a:lnTo>
                  <a:lnTo>
                    <a:pt x="2870526" y="4027270"/>
                  </a:lnTo>
                  <a:lnTo>
                    <a:pt x="2912887" y="4009629"/>
                  </a:lnTo>
                  <a:lnTo>
                    <a:pt x="2954772" y="3991090"/>
                  </a:lnTo>
                  <a:lnTo>
                    <a:pt x="2996168" y="3971666"/>
                  </a:lnTo>
                  <a:lnTo>
                    <a:pt x="3037064" y="3951370"/>
                  </a:lnTo>
                  <a:lnTo>
                    <a:pt x="3077448" y="3930212"/>
                  </a:lnTo>
                  <a:lnTo>
                    <a:pt x="3117308" y="3908206"/>
                  </a:lnTo>
                  <a:lnTo>
                    <a:pt x="3156631" y="3885362"/>
                  </a:lnTo>
                  <a:lnTo>
                    <a:pt x="3195405" y="3861694"/>
                  </a:lnTo>
                  <a:lnTo>
                    <a:pt x="3233619" y="3837213"/>
                  </a:lnTo>
                  <a:lnTo>
                    <a:pt x="3271261" y="3811932"/>
                  </a:lnTo>
                  <a:lnTo>
                    <a:pt x="3308318" y="3785861"/>
                  </a:lnTo>
                  <a:lnTo>
                    <a:pt x="3344778" y="3759014"/>
                  </a:lnTo>
                  <a:lnTo>
                    <a:pt x="3380630" y="3731401"/>
                  </a:lnTo>
                  <a:lnTo>
                    <a:pt x="3415862" y="3703037"/>
                  </a:lnTo>
                  <a:lnTo>
                    <a:pt x="3450460" y="3673931"/>
                  </a:lnTo>
                  <a:lnTo>
                    <a:pt x="3484415" y="3644097"/>
                  </a:lnTo>
                  <a:lnTo>
                    <a:pt x="3517712" y="3613546"/>
                  </a:lnTo>
                  <a:lnTo>
                    <a:pt x="3550341" y="3582290"/>
                  </a:lnTo>
                  <a:lnTo>
                    <a:pt x="3582290" y="3550341"/>
                  </a:lnTo>
                  <a:lnTo>
                    <a:pt x="3613546" y="3517712"/>
                  </a:lnTo>
                  <a:lnTo>
                    <a:pt x="3644097" y="3484415"/>
                  </a:lnTo>
                  <a:lnTo>
                    <a:pt x="3673931" y="3450460"/>
                  </a:lnTo>
                  <a:lnTo>
                    <a:pt x="3703037" y="3415862"/>
                  </a:lnTo>
                  <a:lnTo>
                    <a:pt x="3731401" y="3380630"/>
                  </a:lnTo>
                  <a:lnTo>
                    <a:pt x="3759014" y="3344778"/>
                  </a:lnTo>
                  <a:lnTo>
                    <a:pt x="3785861" y="3308318"/>
                  </a:lnTo>
                  <a:lnTo>
                    <a:pt x="3811932" y="3271261"/>
                  </a:lnTo>
                  <a:lnTo>
                    <a:pt x="3837213" y="3233619"/>
                  </a:lnTo>
                  <a:lnTo>
                    <a:pt x="3861694" y="3195405"/>
                  </a:lnTo>
                  <a:lnTo>
                    <a:pt x="3885362" y="3156631"/>
                  </a:lnTo>
                  <a:lnTo>
                    <a:pt x="3908206" y="3117308"/>
                  </a:lnTo>
                  <a:lnTo>
                    <a:pt x="3930212" y="3077448"/>
                  </a:lnTo>
                  <a:lnTo>
                    <a:pt x="3951370" y="3037064"/>
                  </a:lnTo>
                  <a:lnTo>
                    <a:pt x="3971666" y="2996168"/>
                  </a:lnTo>
                  <a:lnTo>
                    <a:pt x="3991090" y="2954772"/>
                  </a:lnTo>
                  <a:lnTo>
                    <a:pt x="4009629" y="2912887"/>
                  </a:lnTo>
                  <a:lnTo>
                    <a:pt x="4027270" y="2870526"/>
                  </a:lnTo>
                  <a:lnTo>
                    <a:pt x="4044003" y="2827700"/>
                  </a:lnTo>
                  <a:lnTo>
                    <a:pt x="4059815" y="2784422"/>
                  </a:lnTo>
                  <a:lnTo>
                    <a:pt x="4074694" y="2740704"/>
                  </a:lnTo>
                  <a:lnTo>
                    <a:pt x="4088627" y="2696558"/>
                  </a:lnTo>
                  <a:lnTo>
                    <a:pt x="4101604" y="2651995"/>
                  </a:lnTo>
                  <a:lnTo>
                    <a:pt x="4113612" y="2607028"/>
                  </a:lnTo>
                  <a:lnTo>
                    <a:pt x="4124638" y="2561669"/>
                  </a:lnTo>
                  <a:lnTo>
                    <a:pt x="4134672" y="2515929"/>
                  </a:lnTo>
                  <a:lnTo>
                    <a:pt x="4143700" y="2469822"/>
                  </a:lnTo>
                  <a:lnTo>
                    <a:pt x="4151711" y="2423358"/>
                  </a:lnTo>
                  <a:lnTo>
                    <a:pt x="4158693" y="2376550"/>
                  </a:lnTo>
                  <a:lnTo>
                    <a:pt x="4164634" y="2329411"/>
                  </a:lnTo>
                  <a:lnTo>
                    <a:pt x="4169521" y="2281950"/>
                  </a:lnTo>
                  <a:lnTo>
                    <a:pt x="4173344" y="2234182"/>
                  </a:lnTo>
                  <a:lnTo>
                    <a:pt x="4176089" y="2186118"/>
                  </a:lnTo>
                  <a:lnTo>
                    <a:pt x="4177745" y="2137770"/>
                  </a:lnTo>
                  <a:lnTo>
                    <a:pt x="4178300" y="2089150"/>
                  </a:lnTo>
                  <a:lnTo>
                    <a:pt x="4177745" y="2040529"/>
                  </a:lnTo>
                  <a:lnTo>
                    <a:pt x="4176089" y="1992181"/>
                  </a:lnTo>
                  <a:lnTo>
                    <a:pt x="4173344" y="1944117"/>
                  </a:lnTo>
                  <a:lnTo>
                    <a:pt x="4169521" y="1896348"/>
                  </a:lnTo>
                  <a:lnTo>
                    <a:pt x="4164634" y="1848888"/>
                  </a:lnTo>
                  <a:lnTo>
                    <a:pt x="4158693" y="1801748"/>
                  </a:lnTo>
                  <a:lnTo>
                    <a:pt x="4151711" y="1754941"/>
                  </a:lnTo>
                  <a:lnTo>
                    <a:pt x="4143700" y="1708477"/>
                  </a:lnTo>
                  <a:lnTo>
                    <a:pt x="4134672" y="1662369"/>
                  </a:lnTo>
                  <a:lnTo>
                    <a:pt x="4124638" y="1616630"/>
                  </a:lnTo>
                  <a:lnTo>
                    <a:pt x="4113612" y="1571271"/>
                  </a:lnTo>
                  <a:lnTo>
                    <a:pt x="4101604" y="1526304"/>
                  </a:lnTo>
                  <a:lnTo>
                    <a:pt x="4088627" y="1481741"/>
                  </a:lnTo>
                  <a:lnTo>
                    <a:pt x="4074694" y="1437595"/>
                  </a:lnTo>
                  <a:lnTo>
                    <a:pt x="4059815" y="1393877"/>
                  </a:lnTo>
                  <a:lnTo>
                    <a:pt x="4044003" y="1350599"/>
                  </a:lnTo>
                  <a:lnTo>
                    <a:pt x="4027270" y="1307773"/>
                  </a:lnTo>
                  <a:lnTo>
                    <a:pt x="4009629" y="1265412"/>
                  </a:lnTo>
                  <a:lnTo>
                    <a:pt x="3991090" y="1223527"/>
                  </a:lnTo>
                  <a:lnTo>
                    <a:pt x="3971666" y="1182130"/>
                  </a:lnTo>
                  <a:lnTo>
                    <a:pt x="3951370" y="1141234"/>
                  </a:lnTo>
                  <a:lnTo>
                    <a:pt x="3930212" y="1100851"/>
                  </a:lnTo>
                  <a:lnTo>
                    <a:pt x="3908206" y="1060991"/>
                  </a:lnTo>
                  <a:lnTo>
                    <a:pt x="3885362" y="1021668"/>
                  </a:lnTo>
                  <a:lnTo>
                    <a:pt x="3861694" y="982894"/>
                  </a:lnTo>
                  <a:lnTo>
                    <a:pt x="3837213" y="944680"/>
                  </a:lnTo>
                  <a:lnTo>
                    <a:pt x="3811932" y="907038"/>
                  </a:lnTo>
                  <a:lnTo>
                    <a:pt x="3785861" y="869981"/>
                  </a:lnTo>
                  <a:lnTo>
                    <a:pt x="3759014" y="833521"/>
                  </a:lnTo>
                  <a:lnTo>
                    <a:pt x="3731401" y="797669"/>
                  </a:lnTo>
                  <a:lnTo>
                    <a:pt x="3703037" y="762437"/>
                  </a:lnTo>
                  <a:lnTo>
                    <a:pt x="3673931" y="727838"/>
                  </a:lnTo>
                  <a:lnTo>
                    <a:pt x="3644097" y="693884"/>
                  </a:lnTo>
                  <a:lnTo>
                    <a:pt x="3613546" y="660586"/>
                  </a:lnTo>
                  <a:lnTo>
                    <a:pt x="3582290" y="627957"/>
                  </a:lnTo>
                  <a:lnTo>
                    <a:pt x="3550341" y="596009"/>
                  </a:lnTo>
                  <a:lnTo>
                    <a:pt x="3517712" y="564753"/>
                  </a:lnTo>
                  <a:lnTo>
                    <a:pt x="3484415" y="534202"/>
                  </a:lnTo>
                  <a:lnTo>
                    <a:pt x="3450460" y="504368"/>
                  </a:lnTo>
                  <a:lnTo>
                    <a:pt x="3415862" y="475262"/>
                  </a:lnTo>
                  <a:lnTo>
                    <a:pt x="3380630" y="446897"/>
                  </a:lnTo>
                  <a:lnTo>
                    <a:pt x="3344778" y="419285"/>
                  </a:lnTo>
                  <a:lnTo>
                    <a:pt x="3308318" y="392438"/>
                  </a:lnTo>
                  <a:lnTo>
                    <a:pt x="3271261" y="366367"/>
                  </a:lnTo>
                  <a:lnTo>
                    <a:pt x="3233619" y="341085"/>
                  </a:lnTo>
                  <a:lnTo>
                    <a:pt x="3195405" y="316605"/>
                  </a:lnTo>
                  <a:lnTo>
                    <a:pt x="3156631" y="292936"/>
                  </a:lnTo>
                  <a:lnTo>
                    <a:pt x="3117308" y="270093"/>
                  </a:lnTo>
                  <a:lnTo>
                    <a:pt x="3077448" y="248087"/>
                  </a:lnTo>
                  <a:lnTo>
                    <a:pt x="3037064" y="226929"/>
                  </a:lnTo>
                  <a:lnTo>
                    <a:pt x="2996168" y="206633"/>
                  </a:lnTo>
                  <a:lnTo>
                    <a:pt x="2954772" y="187209"/>
                  </a:lnTo>
                  <a:lnTo>
                    <a:pt x="2912887" y="168670"/>
                  </a:lnTo>
                  <a:lnTo>
                    <a:pt x="2870526" y="151029"/>
                  </a:lnTo>
                  <a:lnTo>
                    <a:pt x="2827700" y="134296"/>
                  </a:lnTo>
                  <a:lnTo>
                    <a:pt x="2784422" y="118484"/>
                  </a:lnTo>
                  <a:lnTo>
                    <a:pt x="2740704" y="103605"/>
                  </a:lnTo>
                  <a:lnTo>
                    <a:pt x="2696558" y="89672"/>
                  </a:lnTo>
                  <a:lnTo>
                    <a:pt x="2651995" y="76695"/>
                  </a:lnTo>
                  <a:lnTo>
                    <a:pt x="2607028" y="64687"/>
                  </a:lnTo>
                  <a:lnTo>
                    <a:pt x="2561669" y="53661"/>
                  </a:lnTo>
                  <a:lnTo>
                    <a:pt x="2515929" y="43627"/>
                  </a:lnTo>
                  <a:lnTo>
                    <a:pt x="2469822" y="34599"/>
                  </a:lnTo>
                  <a:lnTo>
                    <a:pt x="2423358" y="26588"/>
                  </a:lnTo>
                  <a:lnTo>
                    <a:pt x="2376550" y="19606"/>
                  </a:lnTo>
                  <a:lnTo>
                    <a:pt x="2329411" y="13665"/>
                  </a:lnTo>
                  <a:lnTo>
                    <a:pt x="2281950" y="8778"/>
                  </a:lnTo>
                  <a:lnTo>
                    <a:pt x="2234182" y="4955"/>
                  </a:lnTo>
                  <a:lnTo>
                    <a:pt x="2186118" y="2210"/>
                  </a:lnTo>
                  <a:lnTo>
                    <a:pt x="2137770" y="554"/>
                  </a:lnTo>
                  <a:lnTo>
                    <a:pt x="2089150" y="0"/>
                  </a:lnTo>
                  <a:lnTo>
                    <a:pt x="2040529" y="554"/>
                  </a:lnTo>
                  <a:lnTo>
                    <a:pt x="1992181" y="2210"/>
                  </a:lnTo>
                  <a:lnTo>
                    <a:pt x="1944117" y="4955"/>
                  </a:lnTo>
                  <a:lnTo>
                    <a:pt x="1896348" y="8778"/>
                  </a:lnTo>
                  <a:lnTo>
                    <a:pt x="1848888" y="13665"/>
                  </a:lnTo>
                  <a:lnTo>
                    <a:pt x="1801748" y="19606"/>
                  </a:lnTo>
                  <a:lnTo>
                    <a:pt x="1754941" y="26588"/>
                  </a:lnTo>
                  <a:lnTo>
                    <a:pt x="1708477" y="34599"/>
                  </a:lnTo>
                  <a:lnTo>
                    <a:pt x="1662369" y="43627"/>
                  </a:lnTo>
                  <a:lnTo>
                    <a:pt x="1616630" y="53661"/>
                  </a:lnTo>
                  <a:lnTo>
                    <a:pt x="1571271" y="64687"/>
                  </a:lnTo>
                  <a:lnTo>
                    <a:pt x="1526304" y="76695"/>
                  </a:lnTo>
                  <a:lnTo>
                    <a:pt x="1481741" y="89672"/>
                  </a:lnTo>
                  <a:lnTo>
                    <a:pt x="1437595" y="103605"/>
                  </a:lnTo>
                  <a:lnTo>
                    <a:pt x="1393877" y="118484"/>
                  </a:lnTo>
                  <a:lnTo>
                    <a:pt x="1350599" y="134296"/>
                  </a:lnTo>
                  <a:lnTo>
                    <a:pt x="1307773" y="151029"/>
                  </a:lnTo>
                  <a:lnTo>
                    <a:pt x="1265412" y="168670"/>
                  </a:lnTo>
                  <a:lnTo>
                    <a:pt x="1223527" y="187209"/>
                  </a:lnTo>
                  <a:lnTo>
                    <a:pt x="1182130" y="206633"/>
                  </a:lnTo>
                  <a:lnTo>
                    <a:pt x="1141234" y="226929"/>
                  </a:lnTo>
                  <a:lnTo>
                    <a:pt x="1100851" y="248087"/>
                  </a:lnTo>
                  <a:lnTo>
                    <a:pt x="1060991" y="270093"/>
                  </a:lnTo>
                  <a:lnTo>
                    <a:pt x="1021668" y="292936"/>
                  </a:lnTo>
                  <a:lnTo>
                    <a:pt x="982894" y="316605"/>
                  </a:lnTo>
                  <a:lnTo>
                    <a:pt x="944680" y="341085"/>
                  </a:lnTo>
                  <a:lnTo>
                    <a:pt x="907038" y="366367"/>
                  </a:lnTo>
                  <a:lnTo>
                    <a:pt x="869981" y="392438"/>
                  </a:lnTo>
                  <a:lnTo>
                    <a:pt x="833521" y="419285"/>
                  </a:lnTo>
                  <a:lnTo>
                    <a:pt x="797669" y="446897"/>
                  </a:lnTo>
                  <a:lnTo>
                    <a:pt x="762437" y="475262"/>
                  </a:lnTo>
                  <a:lnTo>
                    <a:pt x="727838" y="504368"/>
                  </a:lnTo>
                  <a:lnTo>
                    <a:pt x="693884" y="534202"/>
                  </a:lnTo>
                  <a:lnTo>
                    <a:pt x="660586" y="564753"/>
                  </a:lnTo>
                  <a:lnTo>
                    <a:pt x="627957" y="596009"/>
                  </a:lnTo>
                  <a:lnTo>
                    <a:pt x="596009" y="627957"/>
                  </a:lnTo>
                  <a:lnTo>
                    <a:pt x="564753" y="660586"/>
                  </a:lnTo>
                  <a:lnTo>
                    <a:pt x="534202" y="693884"/>
                  </a:lnTo>
                  <a:lnTo>
                    <a:pt x="504368" y="727838"/>
                  </a:lnTo>
                  <a:lnTo>
                    <a:pt x="475262" y="762437"/>
                  </a:lnTo>
                  <a:lnTo>
                    <a:pt x="446897" y="797669"/>
                  </a:lnTo>
                  <a:lnTo>
                    <a:pt x="419285" y="833521"/>
                  </a:lnTo>
                  <a:lnTo>
                    <a:pt x="392438" y="869981"/>
                  </a:lnTo>
                  <a:lnTo>
                    <a:pt x="366367" y="907038"/>
                  </a:lnTo>
                  <a:lnTo>
                    <a:pt x="341085" y="944680"/>
                  </a:lnTo>
                  <a:lnTo>
                    <a:pt x="316605" y="982894"/>
                  </a:lnTo>
                  <a:lnTo>
                    <a:pt x="292936" y="1021668"/>
                  </a:lnTo>
                  <a:lnTo>
                    <a:pt x="270093" y="1060991"/>
                  </a:lnTo>
                  <a:lnTo>
                    <a:pt x="248087" y="1100851"/>
                  </a:lnTo>
                  <a:lnTo>
                    <a:pt x="226929" y="1141234"/>
                  </a:lnTo>
                  <a:lnTo>
                    <a:pt x="206633" y="1182130"/>
                  </a:lnTo>
                  <a:lnTo>
                    <a:pt x="187209" y="1223527"/>
                  </a:lnTo>
                  <a:lnTo>
                    <a:pt x="168670" y="1265412"/>
                  </a:lnTo>
                  <a:lnTo>
                    <a:pt x="151029" y="1307773"/>
                  </a:lnTo>
                  <a:lnTo>
                    <a:pt x="134296" y="1350599"/>
                  </a:lnTo>
                  <a:lnTo>
                    <a:pt x="118484" y="1393877"/>
                  </a:lnTo>
                  <a:lnTo>
                    <a:pt x="103605" y="1437595"/>
                  </a:lnTo>
                  <a:lnTo>
                    <a:pt x="89672" y="1481741"/>
                  </a:lnTo>
                  <a:lnTo>
                    <a:pt x="76695" y="1526304"/>
                  </a:lnTo>
                  <a:lnTo>
                    <a:pt x="64687" y="1571271"/>
                  </a:lnTo>
                  <a:lnTo>
                    <a:pt x="53661" y="1616630"/>
                  </a:lnTo>
                  <a:lnTo>
                    <a:pt x="43627" y="1662369"/>
                  </a:lnTo>
                  <a:lnTo>
                    <a:pt x="34599" y="1708477"/>
                  </a:lnTo>
                  <a:lnTo>
                    <a:pt x="26588" y="1754941"/>
                  </a:lnTo>
                  <a:lnTo>
                    <a:pt x="19606" y="1801748"/>
                  </a:lnTo>
                  <a:lnTo>
                    <a:pt x="13665" y="1848888"/>
                  </a:lnTo>
                  <a:lnTo>
                    <a:pt x="8778" y="1896348"/>
                  </a:lnTo>
                  <a:lnTo>
                    <a:pt x="4955" y="1944117"/>
                  </a:lnTo>
                  <a:lnTo>
                    <a:pt x="2210" y="1992181"/>
                  </a:lnTo>
                  <a:lnTo>
                    <a:pt x="554" y="2040529"/>
                  </a:lnTo>
                  <a:lnTo>
                    <a:pt x="0" y="2089150"/>
                  </a:lnTo>
                  <a:lnTo>
                    <a:pt x="554" y="2137770"/>
                  </a:lnTo>
                  <a:lnTo>
                    <a:pt x="2210" y="2186118"/>
                  </a:lnTo>
                  <a:lnTo>
                    <a:pt x="4955" y="2234182"/>
                  </a:lnTo>
                  <a:lnTo>
                    <a:pt x="8778" y="2281950"/>
                  </a:lnTo>
                  <a:lnTo>
                    <a:pt x="13665" y="2329411"/>
                  </a:lnTo>
                  <a:lnTo>
                    <a:pt x="19606" y="2376550"/>
                  </a:lnTo>
                  <a:lnTo>
                    <a:pt x="26588" y="2423358"/>
                  </a:lnTo>
                  <a:lnTo>
                    <a:pt x="34599" y="2469822"/>
                  </a:lnTo>
                  <a:lnTo>
                    <a:pt x="43627" y="2515929"/>
                  </a:lnTo>
                  <a:lnTo>
                    <a:pt x="53661" y="2561669"/>
                  </a:lnTo>
                  <a:lnTo>
                    <a:pt x="64687" y="2607028"/>
                  </a:lnTo>
                  <a:lnTo>
                    <a:pt x="76695" y="2651995"/>
                  </a:lnTo>
                  <a:lnTo>
                    <a:pt x="89672" y="2696558"/>
                  </a:lnTo>
                  <a:lnTo>
                    <a:pt x="103605" y="2740704"/>
                  </a:lnTo>
                  <a:lnTo>
                    <a:pt x="118484" y="2784422"/>
                  </a:lnTo>
                  <a:lnTo>
                    <a:pt x="134296" y="2827700"/>
                  </a:lnTo>
                  <a:lnTo>
                    <a:pt x="151029" y="2870526"/>
                  </a:lnTo>
                  <a:lnTo>
                    <a:pt x="168670" y="2912887"/>
                  </a:lnTo>
                  <a:lnTo>
                    <a:pt x="187209" y="2954772"/>
                  </a:lnTo>
                  <a:lnTo>
                    <a:pt x="206633" y="2996168"/>
                  </a:lnTo>
                  <a:lnTo>
                    <a:pt x="226929" y="3037064"/>
                  </a:lnTo>
                  <a:lnTo>
                    <a:pt x="248087" y="3077448"/>
                  </a:lnTo>
                  <a:lnTo>
                    <a:pt x="270093" y="3117308"/>
                  </a:lnTo>
                  <a:lnTo>
                    <a:pt x="292936" y="3156631"/>
                  </a:lnTo>
                  <a:lnTo>
                    <a:pt x="316605" y="3195405"/>
                  </a:lnTo>
                  <a:lnTo>
                    <a:pt x="341085" y="3233619"/>
                  </a:lnTo>
                  <a:lnTo>
                    <a:pt x="366367" y="3271261"/>
                  </a:lnTo>
                  <a:lnTo>
                    <a:pt x="392438" y="3308318"/>
                  </a:lnTo>
                  <a:lnTo>
                    <a:pt x="419285" y="3344778"/>
                  </a:lnTo>
                  <a:lnTo>
                    <a:pt x="446897" y="3380630"/>
                  </a:lnTo>
                  <a:lnTo>
                    <a:pt x="475262" y="3415862"/>
                  </a:lnTo>
                  <a:lnTo>
                    <a:pt x="504368" y="3450460"/>
                  </a:lnTo>
                  <a:lnTo>
                    <a:pt x="534202" y="3484415"/>
                  </a:lnTo>
                  <a:lnTo>
                    <a:pt x="564753" y="3517712"/>
                  </a:lnTo>
                  <a:lnTo>
                    <a:pt x="596009" y="3550341"/>
                  </a:lnTo>
                  <a:lnTo>
                    <a:pt x="627957" y="3582290"/>
                  </a:lnTo>
                  <a:lnTo>
                    <a:pt x="660586" y="3613546"/>
                  </a:lnTo>
                  <a:lnTo>
                    <a:pt x="693884" y="3644097"/>
                  </a:lnTo>
                  <a:lnTo>
                    <a:pt x="727838" y="3673931"/>
                  </a:lnTo>
                  <a:lnTo>
                    <a:pt x="762437" y="3703037"/>
                  </a:lnTo>
                  <a:lnTo>
                    <a:pt x="797669" y="3731401"/>
                  </a:lnTo>
                  <a:lnTo>
                    <a:pt x="833521" y="3759014"/>
                  </a:lnTo>
                  <a:lnTo>
                    <a:pt x="869981" y="3785861"/>
                  </a:lnTo>
                  <a:lnTo>
                    <a:pt x="907038" y="3811932"/>
                  </a:lnTo>
                  <a:lnTo>
                    <a:pt x="944680" y="3837213"/>
                  </a:lnTo>
                  <a:lnTo>
                    <a:pt x="982894" y="3861694"/>
                  </a:lnTo>
                  <a:lnTo>
                    <a:pt x="1021668" y="3885362"/>
                  </a:lnTo>
                  <a:lnTo>
                    <a:pt x="1060991" y="3908206"/>
                  </a:lnTo>
                  <a:lnTo>
                    <a:pt x="1100851" y="3930212"/>
                  </a:lnTo>
                  <a:lnTo>
                    <a:pt x="1141234" y="3951370"/>
                  </a:lnTo>
                  <a:lnTo>
                    <a:pt x="1182130" y="3971666"/>
                  </a:lnTo>
                  <a:lnTo>
                    <a:pt x="1223527" y="3991090"/>
                  </a:lnTo>
                  <a:lnTo>
                    <a:pt x="1265412" y="4009629"/>
                  </a:lnTo>
                  <a:lnTo>
                    <a:pt x="1307773" y="4027270"/>
                  </a:lnTo>
                  <a:lnTo>
                    <a:pt x="1350599" y="4044003"/>
                  </a:lnTo>
                  <a:lnTo>
                    <a:pt x="1393877" y="4059815"/>
                  </a:lnTo>
                  <a:lnTo>
                    <a:pt x="1437595" y="4074694"/>
                  </a:lnTo>
                  <a:lnTo>
                    <a:pt x="1481741" y="4088627"/>
                  </a:lnTo>
                  <a:lnTo>
                    <a:pt x="1526304" y="4101604"/>
                  </a:lnTo>
                  <a:lnTo>
                    <a:pt x="1571271" y="4113612"/>
                  </a:lnTo>
                  <a:lnTo>
                    <a:pt x="1616630" y="4124638"/>
                  </a:lnTo>
                  <a:lnTo>
                    <a:pt x="1662369" y="4134672"/>
                  </a:lnTo>
                  <a:lnTo>
                    <a:pt x="1708477" y="4143700"/>
                  </a:lnTo>
                  <a:lnTo>
                    <a:pt x="1754941" y="4151711"/>
                  </a:lnTo>
                  <a:lnTo>
                    <a:pt x="1801748" y="4158693"/>
                  </a:lnTo>
                  <a:lnTo>
                    <a:pt x="1848888" y="4164634"/>
                  </a:lnTo>
                  <a:lnTo>
                    <a:pt x="1896348" y="4169521"/>
                  </a:lnTo>
                  <a:lnTo>
                    <a:pt x="1944117" y="4173344"/>
                  </a:lnTo>
                  <a:lnTo>
                    <a:pt x="1992181" y="4176089"/>
                  </a:lnTo>
                  <a:lnTo>
                    <a:pt x="2040529" y="4177745"/>
                  </a:lnTo>
                  <a:lnTo>
                    <a:pt x="2089150" y="417830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 name="object 9"/>
            <p:cNvSpPr/>
            <p:nvPr/>
          </p:nvSpPr>
          <p:spPr>
            <a:xfrm>
              <a:off x="5372100" y="4457700"/>
              <a:ext cx="2781300" cy="2781300"/>
            </a:xfrm>
            <a:custGeom>
              <a:avLst/>
              <a:gdLst/>
              <a:ahLst/>
              <a:cxnLst/>
              <a:rect l="l" t="t" r="r" b="b"/>
              <a:pathLst>
                <a:path w="2781300" h="2781300">
                  <a:moveTo>
                    <a:pt x="1390650" y="0"/>
                  </a:moveTo>
                  <a:lnTo>
                    <a:pt x="1342841" y="806"/>
                  </a:lnTo>
                  <a:lnTo>
                    <a:pt x="1295437" y="3208"/>
                  </a:lnTo>
                  <a:lnTo>
                    <a:pt x="1248464" y="7179"/>
                  </a:lnTo>
                  <a:lnTo>
                    <a:pt x="1201946" y="12695"/>
                  </a:lnTo>
                  <a:lnTo>
                    <a:pt x="1155912" y="19728"/>
                  </a:lnTo>
                  <a:lnTo>
                    <a:pt x="1110385" y="28253"/>
                  </a:lnTo>
                  <a:lnTo>
                    <a:pt x="1065392" y="38244"/>
                  </a:lnTo>
                  <a:lnTo>
                    <a:pt x="1020960" y="49675"/>
                  </a:lnTo>
                  <a:lnTo>
                    <a:pt x="977113" y="62521"/>
                  </a:lnTo>
                  <a:lnTo>
                    <a:pt x="933877" y="76755"/>
                  </a:lnTo>
                  <a:lnTo>
                    <a:pt x="891280" y="92351"/>
                  </a:lnTo>
                  <a:lnTo>
                    <a:pt x="849346" y="109284"/>
                  </a:lnTo>
                  <a:lnTo>
                    <a:pt x="808101" y="127528"/>
                  </a:lnTo>
                  <a:lnTo>
                    <a:pt x="767571" y="147056"/>
                  </a:lnTo>
                  <a:lnTo>
                    <a:pt x="727783" y="167844"/>
                  </a:lnTo>
                  <a:lnTo>
                    <a:pt x="688762" y="189865"/>
                  </a:lnTo>
                  <a:lnTo>
                    <a:pt x="650533" y="213092"/>
                  </a:lnTo>
                  <a:lnTo>
                    <a:pt x="613124" y="237501"/>
                  </a:lnTo>
                  <a:lnTo>
                    <a:pt x="576559" y="263066"/>
                  </a:lnTo>
                  <a:lnTo>
                    <a:pt x="540865" y="289760"/>
                  </a:lnTo>
                  <a:lnTo>
                    <a:pt x="506067" y="317557"/>
                  </a:lnTo>
                  <a:lnTo>
                    <a:pt x="472191" y="346432"/>
                  </a:lnTo>
                  <a:lnTo>
                    <a:pt x="439264" y="376359"/>
                  </a:lnTo>
                  <a:lnTo>
                    <a:pt x="407311" y="407312"/>
                  </a:lnTo>
                  <a:lnTo>
                    <a:pt x="376358" y="439265"/>
                  </a:lnTo>
                  <a:lnTo>
                    <a:pt x="346431" y="472192"/>
                  </a:lnTo>
                  <a:lnTo>
                    <a:pt x="317556" y="506068"/>
                  </a:lnTo>
                  <a:lnTo>
                    <a:pt x="289759" y="540866"/>
                  </a:lnTo>
                  <a:lnTo>
                    <a:pt x="263065" y="576560"/>
                  </a:lnTo>
                  <a:lnTo>
                    <a:pt x="237501" y="613125"/>
                  </a:lnTo>
                  <a:lnTo>
                    <a:pt x="213092" y="650534"/>
                  </a:lnTo>
                  <a:lnTo>
                    <a:pt x="189864" y="688763"/>
                  </a:lnTo>
                  <a:lnTo>
                    <a:pt x="167843" y="727784"/>
                  </a:lnTo>
                  <a:lnTo>
                    <a:pt x="147056" y="767572"/>
                  </a:lnTo>
                  <a:lnTo>
                    <a:pt x="127527" y="808102"/>
                  </a:lnTo>
                  <a:lnTo>
                    <a:pt x="109284" y="849347"/>
                  </a:lnTo>
                  <a:lnTo>
                    <a:pt x="92351" y="891281"/>
                  </a:lnTo>
                  <a:lnTo>
                    <a:pt x="76754" y="933878"/>
                  </a:lnTo>
                  <a:lnTo>
                    <a:pt x="62520" y="977114"/>
                  </a:lnTo>
                  <a:lnTo>
                    <a:pt x="49675" y="1020960"/>
                  </a:lnTo>
                  <a:lnTo>
                    <a:pt x="38244" y="1065393"/>
                  </a:lnTo>
                  <a:lnTo>
                    <a:pt x="28253" y="1110386"/>
                  </a:lnTo>
                  <a:lnTo>
                    <a:pt x="19728" y="1155912"/>
                  </a:lnTo>
                  <a:lnTo>
                    <a:pt x="12694" y="1201947"/>
                  </a:lnTo>
                  <a:lnTo>
                    <a:pt x="7179" y="1248464"/>
                  </a:lnTo>
                  <a:lnTo>
                    <a:pt x="3208" y="1295437"/>
                  </a:lnTo>
                  <a:lnTo>
                    <a:pt x="806" y="1342841"/>
                  </a:lnTo>
                  <a:lnTo>
                    <a:pt x="0" y="1390650"/>
                  </a:lnTo>
                  <a:lnTo>
                    <a:pt x="806" y="1438458"/>
                  </a:lnTo>
                  <a:lnTo>
                    <a:pt x="3208" y="1485862"/>
                  </a:lnTo>
                  <a:lnTo>
                    <a:pt x="7179" y="1532835"/>
                  </a:lnTo>
                  <a:lnTo>
                    <a:pt x="12694" y="1579353"/>
                  </a:lnTo>
                  <a:lnTo>
                    <a:pt x="19728" y="1625387"/>
                  </a:lnTo>
                  <a:lnTo>
                    <a:pt x="28253" y="1670914"/>
                  </a:lnTo>
                  <a:lnTo>
                    <a:pt x="38244" y="1715907"/>
                  </a:lnTo>
                  <a:lnTo>
                    <a:pt x="49675" y="1760339"/>
                  </a:lnTo>
                  <a:lnTo>
                    <a:pt x="62520" y="1804186"/>
                  </a:lnTo>
                  <a:lnTo>
                    <a:pt x="76754" y="1847422"/>
                  </a:lnTo>
                  <a:lnTo>
                    <a:pt x="92351" y="1890019"/>
                  </a:lnTo>
                  <a:lnTo>
                    <a:pt x="109284" y="1931953"/>
                  </a:lnTo>
                  <a:lnTo>
                    <a:pt x="127527" y="1973198"/>
                  </a:lnTo>
                  <a:lnTo>
                    <a:pt x="147056" y="2013728"/>
                  </a:lnTo>
                  <a:lnTo>
                    <a:pt x="167843" y="2053516"/>
                  </a:lnTo>
                  <a:lnTo>
                    <a:pt x="189864" y="2092537"/>
                  </a:lnTo>
                  <a:lnTo>
                    <a:pt x="213092" y="2130766"/>
                  </a:lnTo>
                  <a:lnTo>
                    <a:pt x="237501" y="2168175"/>
                  </a:lnTo>
                  <a:lnTo>
                    <a:pt x="263065" y="2204740"/>
                  </a:lnTo>
                  <a:lnTo>
                    <a:pt x="289759" y="2240434"/>
                  </a:lnTo>
                  <a:lnTo>
                    <a:pt x="317556" y="2275232"/>
                  </a:lnTo>
                  <a:lnTo>
                    <a:pt x="346431" y="2309108"/>
                  </a:lnTo>
                  <a:lnTo>
                    <a:pt x="376358" y="2342035"/>
                  </a:lnTo>
                  <a:lnTo>
                    <a:pt x="407311" y="2373988"/>
                  </a:lnTo>
                  <a:lnTo>
                    <a:pt x="439264" y="2404941"/>
                  </a:lnTo>
                  <a:lnTo>
                    <a:pt x="472191" y="2434868"/>
                  </a:lnTo>
                  <a:lnTo>
                    <a:pt x="506067" y="2463743"/>
                  </a:lnTo>
                  <a:lnTo>
                    <a:pt x="540865" y="2491540"/>
                  </a:lnTo>
                  <a:lnTo>
                    <a:pt x="576559" y="2518234"/>
                  </a:lnTo>
                  <a:lnTo>
                    <a:pt x="613124" y="2543798"/>
                  </a:lnTo>
                  <a:lnTo>
                    <a:pt x="650533" y="2568207"/>
                  </a:lnTo>
                  <a:lnTo>
                    <a:pt x="688762" y="2591435"/>
                  </a:lnTo>
                  <a:lnTo>
                    <a:pt x="727783" y="2613456"/>
                  </a:lnTo>
                  <a:lnTo>
                    <a:pt x="767571" y="2634243"/>
                  </a:lnTo>
                  <a:lnTo>
                    <a:pt x="808101" y="2653772"/>
                  </a:lnTo>
                  <a:lnTo>
                    <a:pt x="849346" y="2672015"/>
                  </a:lnTo>
                  <a:lnTo>
                    <a:pt x="891280" y="2688948"/>
                  </a:lnTo>
                  <a:lnTo>
                    <a:pt x="933877" y="2704545"/>
                  </a:lnTo>
                  <a:lnTo>
                    <a:pt x="977113" y="2718779"/>
                  </a:lnTo>
                  <a:lnTo>
                    <a:pt x="1020960" y="2731624"/>
                  </a:lnTo>
                  <a:lnTo>
                    <a:pt x="1065392" y="2743055"/>
                  </a:lnTo>
                  <a:lnTo>
                    <a:pt x="1110385" y="2753046"/>
                  </a:lnTo>
                  <a:lnTo>
                    <a:pt x="1155912" y="2761571"/>
                  </a:lnTo>
                  <a:lnTo>
                    <a:pt x="1201946" y="2768605"/>
                  </a:lnTo>
                  <a:lnTo>
                    <a:pt x="1248464" y="2774120"/>
                  </a:lnTo>
                  <a:lnTo>
                    <a:pt x="1295437" y="2778091"/>
                  </a:lnTo>
                  <a:lnTo>
                    <a:pt x="1342841" y="2780493"/>
                  </a:lnTo>
                  <a:lnTo>
                    <a:pt x="1390650" y="2781300"/>
                  </a:lnTo>
                  <a:lnTo>
                    <a:pt x="1438458" y="2780493"/>
                  </a:lnTo>
                  <a:lnTo>
                    <a:pt x="1485862" y="2778091"/>
                  </a:lnTo>
                  <a:lnTo>
                    <a:pt x="1532835" y="2774120"/>
                  </a:lnTo>
                  <a:lnTo>
                    <a:pt x="1579353" y="2768605"/>
                  </a:lnTo>
                  <a:lnTo>
                    <a:pt x="1625387" y="2761571"/>
                  </a:lnTo>
                  <a:lnTo>
                    <a:pt x="1670914" y="2753046"/>
                  </a:lnTo>
                  <a:lnTo>
                    <a:pt x="1715907" y="2743055"/>
                  </a:lnTo>
                  <a:lnTo>
                    <a:pt x="1760339" y="2731624"/>
                  </a:lnTo>
                  <a:lnTo>
                    <a:pt x="1804186" y="2718779"/>
                  </a:lnTo>
                  <a:lnTo>
                    <a:pt x="1847422" y="2704545"/>
                  </a:lnTo>
                  <a:lnTo>
                    <a:pt x="1890019" y="2688948"/>
                  </a:lnTo>
                  <a:lnTo>
                    <a:pt x="1931953" y="2672015"/>
                  </a:lnTo>
                  <a:lnTo>
                    <a:pt x="1973198" y="2653772"/>
                  </a:lnTo>
                  <a:lnTo>
                    <a:pt x="2013728" y="2634243"/>
                  </a:lnTo>
                  <a:lnTo>
                    <a:pt x="2053516" y="2613456"/>
                  </a:lnTo>
                  <a:lnTo>
                    <a:pt x="2092537" y="2591435"/>
                  </a:lnTo>
                  <a:lnTo>
                    <a:pt x="2130766" y="2568207"/>
                  </a:lnTo>
                  <a:lnTo>
                    <a:pt x="2168175" y="2543798"/>
                  </a:lnTo>
                  <a:lnTo>
                    <a:pt x="2204740" y="2518234"/>
                  </a:lnTo>
                  <a:lnTo>
                    <a:pt x="2240434" y="2491540"/>
                  </a:lnTo>
                  <a:lnTo>
                    <a:pt x="2275232" y="2463743"/>
                  </a:lnTo>
                  <a:lnTo>
                    <a:pt x="2309108" y="2434868"/>
                  </a:lnTo>
                  <a:lnTo>
                    <a:pt x="2342035" y="2404941"/>
                  </a:lnTo>
                  <a:lnTo>
                    <a:pt x="2373988" y="2373988"/>
                  </a:lnTo>
                  <a:lnTo>
                    <a:pt x="2404941" y="2342035"/>
                  </a:lnTo>
                  <a:lnTo>
                    <a:pt x="2434868" y="2309108"/>
                  </a:lnTo>
                  <a:lnTo>
                    <a:pt x="2463743" y="2275232"/>
                  </a:lnTo>
                  <a:lnTo>
                    <a:pt x="2491540" y="2240434"/>
                  </a:lnTo>
                  <a:lnTo>
                    <a:pt x="2518234" y="2204740"/>
                  </a:lnTo>
                  <a:lnTo>
                    <a:pt x="2543798" y="2168175"/>
                  </a:lnTo>
                  <a:lnTo>
                    <a:pt x="2568207" y="2130766"/>
                  </a:lnTo>
                  <a:lnTo>
                    <a:pt x="2591435" y="2092537"/>
                  </a:lnTo>
                  <a:lnTo>
                    <a:pt x="2613456" y="2053516"/>
                  </a:lnTo>
                  <a:lnTo>
                    <a:pt x="2634243" y="2013728"/>
                  </a:lnTo>
                  <a:lnTo>
                    <a:pt x="2653772" y="1973198"/>
                  </a:lnTo>
                  <a:lnTo>
                    <a:pt x="2672015" y="1931953"/>
                  </a:lnTo>
                  <a:lnTo>
                    <a:pt x="2688948" y="1890019"/>
                  </a:lnTo>
                  <a:lnTo>
                    <a:pt x="2704545" y="1847422"/>
                  </a:lnTo>
                  <a:lnTo>
                    <a:pt x="2718779" y="1804186"/>
                  </a:lnTo>
                  <a:lnTo>
                    <a:pt x="2731624" y="1760339"/>
                  </a:lnTo>
                  <a:lnTo>
                    <a:pt x="2743055" y="1715907"/>
                  </a:lnTo>
                  <a:lnTo>
                    <a:pt x="2753046" y="1670914"/>
                  </a:lnTo>
                  <a:lnTo>
                    <a:pt x="2761571" y="1625387"/>
                  </a:lnTo>
                  <a:lnTo>
                    <a:pt x="2768605" y="1579353"/>
                  </a:lnTo>
                  <a:lnTo>
                    <a:pt x="2774120" y="1532835"/>
                  </a:lnTo>
                  <a:lnTo>
                    <a:pt x="2778091" y="1485862"/>
                  </a:lnTo>
                  <a:lnTo>
                    <a:pt x="2780493" y="1438458"/>
                  </a:lnTo>
                  <a:lnTo>
                    <a:pt x="2781300" y="1390650"/>
                  </a:lnTo>
                  <a:lnTo>
                    <a:pt x="2780493" y="1342841"/>
                  </a:lnTo>
                  <a:lnTo>
                    <a:pt x="2778091" y="1295437"/>
                  </a:lnTo>
                  <a:lnTo>
                    <a:pt x="2774120" y="1248464"/>
                  </a:lnTo>
                  <a:lnTo>
                    <a:pt x="2768605" y="1201947"/>
                  </a:lnTo>
                  <a:lnTo>
                    <a:pt x="2761571" y="1155912"/>
                  </a:lnTo>
                  <a:lnTo>
                    <a:pt x="2753046" y="1110386"/>
                  </a:lnTo>
                  <a:lnTo>
                    <a:pt x="2743055" y="1065393"/>
                  </a:lnTo>
                  <a:lnTo>
                    <a:pt x="2731624" y="1020960"/>
                  </a:lnTo>
                  <a:lnTo>
                    <a:pt x="2718779" y="977114"/>
                  </a:lnTo>
                  <a:lnTo>
                    <a:pt x="2704545" y="933878"/>
                  </a:lnTo>
                  <a:lnTo>
                    <a:pt x="2688948" y="891281"/>
                  </a:lnTo>
                  <a:lnTo>
                    <a:pt x="2672015" y="849347"/>
                  </a:lnTo>
                  <a:lnTo>
                    <a:pt x="2653772" y="808102"/>
                  </a:lnTo>
                  <a:lnTo>
                    <a:pt x="2634243" y="767572"/>
                  </a:lnTo>
                  <a:lnTo>
                    <a:pt x="2613456" y="727784"/>
                  </a:lnTo>
                  <a:lnTo>
                    <a:pt x="2591435" y="688763"/>
                  </a:lnTo>
                  <a:lnTo>
                    <a:pt x="2568207" y="650534"/>
                  </a:lnTo>
                  <a:lnTo>
                    <a:pt x="2543798" y="613125"/>
                  </a:lnTo>
                  <a:lnTo>
                    <a:pt x="2518234" y="576560"/>
                  </a:lnTo>
                  <a:lnTo>
                    <a:pt x="2491540" y="540866"/>
                  </a:lnTo>
                  <a:lnTo>
                    <a:pt x="2463743" y="506068"/>
                  </a:lnTo>
                  <a:lnTo>
                    <a:pt x="2434868" y="472192"/>
                  </a:lnTo>
                  <a:lnTo>
                    <a:pt x="2404941" y="439265"/>
                  </a:lnTo>
                  <a:lnTo>
                    <a:pt x="2373988" y="407312"/>
                  </a:lnTo>
                  <a:lnTo>
                    <a:pt x="2342035" y="376359"/>
                  </a:lnTo>
                  <a:lnTo>
                    <a:pt x="2309108" y="346432"/>
                  </a:lnTo>
                  <a:lnTo>
                    <a:pt x="2275232" y="317557"/>
                  </a:lnTo>
                  <a:lnTo>
                    <a:pt x="2240434" y="289760"/>
                  </a:lnTo>
                  <a:lnTo>
                    <a:pt x="2204740" y="263066"/>
                  </a:lnTo>
                  <a:lnTo>
                    <a:pt x="2168175" y="237501"/>
                  </a:lnTo>
                  <a:lnTo>
                    <a:pt x="2130766" y="213092"/>
                  </a:lnTo>
                  <a:lnTo>
                    <a:pt x="2092537" y="189865"/>
                  </a:lnTo>
                  <a:lnTo>
                    <a:pt x="2053516" y="167844"/>
                  </a:lnTo>
                  <a:lnTo>
                    <a:pt x="2013728" y="147056"/>
                  </a:lnTo>
                  <a:lnTo>
                    <a:pt x="1973198" y="127528"/>
                  </a:lnTo>
                  <a:lnTo>
                    <a:pt x="1931953" y="109284"/>
                  </a:lnTo>
                  <a:lnTo>
                    <a:pt x="1890019" y="92351"/>
                  </a:lnTo>
                  <a:lnTo>
                    <a:pt x="1847422" y="76755"/>
                  </a:lnTo>
                  <a:lnTo>
                    <a:pt x="1804186" y="62521"/>
                  </a:lnTo>
                  <a:lnTo>
                    <a:pt x="1760339" y="49675"/>
                  </a:lnTo>
                  <a:lnTo>
                    <a:pt x="1715907" y="38244"/>
                  </a:lnTo>
                  <a:lnTo>
                    <a:pt x="1670914" y="28253"/>
                  </a:lnTo>
                  <a:lnTo>
                    <a:pt x="1625387" y="19728"/>
                  </a:lnTo>
                  <a:lnTo>
                    <a:pt x="1579353" y="12695"/>
                  </a:lnTo>
                  <a:lnTo>
                    <a:pt x="1532835" y="7179"/>
                  </a:lnTo>
                  <a:lnTo>
                    <a:pt x="1485862" y="3208"/>
                  </a:lnTo>
                  <a:lnTo>
                    <a:pt x="1438458" y="806"/>
                  </a:lnTo>
                  <a:lnTo>
                    <a:pt x="1390650" y="0"/>
                  </a:lnTo>
                  <a:close/>
                </a:path>
              </a:pathLst>
            </a:custGeom>
            <a:solidFill>
              <a:srgbClr val="DFF1F3"/>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 name="object 10"/>
            <p:cNvSpPr/>
            <p:nvPr/>
          </p:nvSpPr>
          <p:spPr>
            <a:xfrm>
              <a:off x="5372100" y="4457700"/>
              <a:ext cx="2781300" cy="2781300"/>
            </a:xfrm>
            <a:custGeom>
              <a:avLst/>
              <a:gdLst/>
              <a:ahLst/>
              <a:cxnLst/>
              <a:rect l="l" t="t" r="r" b="b"/>
              <a:pathLst>
                <a:path w="2781300" h="2781300">
                  <a:moveTo>
                    <a:pt x="1390650" y="2781300"/>
                  </a:moveTo>
                  <a:lnTo>
                    <a:pt x="1438458" y="2780493"/>
                  </a:lnTo>
                  <a:lnTo>
                    <a:pt x="1485862" y="2778091"/>
                  </a:lnTo>
                  <a:lnTo>
                    <a:pt x="1532835" y="2774120"/>
                  </a:lnTo>
                  <a:lnTo>
                    <a:pt x="1579353" y="2768605"/>
                  </a:lnTo>
                  <a:lnTo>
                    <a:pt x="1625387" y="2761571"/>
                  </a:lnTo>
                  <a:lnTo>
                    <a:pt x="1670914" y="2753046"/>
                  </a:lnTo>
                  <a:lnTo>
                    <a:pt x="1715907" y="2743055"/>
                  </a:lnTo>
                  <a:lnTo>
                    <a:pt x="1760339" y="2731624"/>
                  </a:lnTo>
                  <a:lnTo>
                    <a:pt x="1804186" y="2718779"/>
                  </a:lnTo>
                  <a:lnTo>
                    <a:pt x="1847422" y="2704545"/>
                  </a:lnTo>
                  <a:lnTo>
                    <a:pt x="1890019" y="2688948"/>
                  </a:lnTo>
                  <a:lnTo>
                    <a:pt x="1931953" y="2672015"/>
                  </a:lnTo>
                  <a:lnTo>
                    <a:pt x="1973198" y="2653772"/>
                  </a:lnTo>
                  <a:lnTo>
                    <a:pt x="2013728" y="2634243"/>
                  </a:lnTo>
                  <a:lnTo>
                    <a:pt x="2053516" y="2613456"/>
                  </a:lnTo>
                  <a:lnTo>
                    <a:pt x="2092537" y="2591435"/>
                  </a:lnTo>
                  <a:lnTo>
                    <a:pt x="2130766" y="2568207"/>
                  </a:lnTo>
                  <a:lnTo>
                    <a:pt x="2168175" y="2543798"/>
                  </a:lnTo>
                  <a:lnTo>
                    <a:pt x="2204740" y="2518234"/>
                  </a:lnTo>
                  <a:lnTo>
                    <a:pt x="2240434" y="2491540"/>
                  </a:lnTo>
                  <a:lnTo>
                    <a:pt x="2275232" y="2463743"/>
                  </a:lnTo>
                  <a:lnTo>
                    <a:pt x="2309108" y="2434868"/>
                  </a:lnTo>
                  <a:lnTo>
                    <a:pt x="2342035" y="2404941"/>
                  </a:lnTo>
                  <a:lnTo>
                    <a:pt x="2373988" y="2373988"/>
                  </a:lnTo>
                  <a:lnTo>
                    <a:pt x="2404941" y="2342035"/>
                  </a:lnTo>
                  <a:lnTo>
                    <a:pt x="2434868" y="2309108"/>
                  </a:lnTo>
                  <a:lnTo>
                    <a:pt x="2463743" y="2275232"/>
                  </a:lnTo>
                  <a:lnTo>
                    <a:pt x="2491540" y="2240434"/>
                  </a:lnTo>
                  <a:lnTo>
                    <a:pt x="2518234" y="2204740"/>
                  </a:lnTo>
                  <a:lnTo>
                    <a:pt x="2543798" y="2168175"/>
                  </a:lnTo>
                  <a:lnTo>
                    <a:pt x="2568207" y="2130766"/>
                  </a:lnTo>
                  <a:lnTo>
                    <a:pt x="2591435" y="2092537"/>
                  </a:lnTo>
                  <a:lnTo>
                    <a:pt x="2613456" y="2053516"/>
                  </a:lnTo>
                  <a:lnTo>
                    <a:pt x="2634243" y="2013728"/>
                  </a:lnTo>
                  <a:lnTo>
                    <a:pt x="2653772" y="1973198"/>
                  </a:lnTo>
                  <a:lnTo>
                    <a:pt x="2672015" y="1931953"/>
                  </a:lnTo>
                  <a:lnTo>
                    <a:pt x="2688948" y="1890019"/>
                  </a:lnTo>
                  <a:lnTo>
                    <a:pt x="2704545" y="1847422"/>
                  </a:lnTo>
                  <a:lnTo>
                    <a:pt x="2718779" y="1804186"/>
                  </a:lnTo>
                  <a:lnTo>
                    <a:pt x="2731624" y="1760339"/>
                  </a:lnTo>
                  <a:lnTo>
                    <a:pt x="2743055" y="1715907"/>
                  </a:lnTo>
                  <a:lnTo>
                    <a:pt x="2753046" y="1670914"/>
                  </a:lnTo>
                  <a:lnTo>
                    <a:pt x="2761571" y="1625387"/>
                  </a:lnTo>
                  <a:lnTo>
                    <a:pt x="2768605" y="1579353"/>
                  </a:lnTo>
                  <a:lnTo>
                    <a:pt x="2774120" y="1532835"/>
                  </a:lnTo>
                  <a:lnTo>
                    <a:pt x="2778091" y="1485862"/>
                  </a:lnTo>
                  <a:lnTo>
                    <a:pt x="2780493" y="1438458"/>
                  </a:lnTo>
                  <a:lnTo>
                    <a:pt x="2781300" y="1390650"/>
                  </a:lnTo>
                  <a:lnTo>
                    <a:pt x="2780493" y="1342841"/>
                  </a:lnTo>
                  <a:lnTo>
                    <a:pt x="2778091" y="1295437"/>
                  </a:lnTo>
                  <a:lnTo>
                    <a:pt x="2774120" y="1248464"/>
                  </a:lnTo>
                  <a:lnTo>
                    <a:pt x="2768605" y="1201947"/>
                  </a:lnTo>
                  <a:lnTo>
                    <a:pt x="2761571" y="1155912"/>
                  </a:lnTo>
                  <a:lnTo>
                    <a:pt x="2753046" y="1110385"/>
                  </a:lnTo>
                  <a:lnTo>
                    <a:pt x="2743055" y="1065392"/>
                  </a:lnTo>
                  <a:lnTo>
                    <a:pt x="2731624" y="1020960"/>
                  </a:lnTo>
                  <a:lnTo>
                    <a:pt x="2718779" y="977113"/>
                  </a:lnTo>
                  <a:lnTo>
                    <a:pt x="2704545" y="933878"/>
                  </a:lnTo>
                  <a:lnTo>
                    <a:pt x="2688948" y="891280"/>
                  </a:lnTo>
                  <a:lnTo>
                    <a:pt x="2672015" y="849346"/>
                  </a:lnTo>
                  <a:lnTo>
                    <a:pt x="2653772" y="808101"/>
                  </a:lnTo>
                  <a:lnTo>
                    <a:pt x="2634243" y="767571"/>
                  </a:lnTo>
                  <a:lnTo>
                    <a:pt x="2613456" y="727783"/>
                  </a:lnTo>
                  <a:lnTo>
                    <a:pt x="2591435" y="688762"/>
                  </a:lnTo>
                  <a:lnTo>
                    <a:pt x="2568207" y="650533"/>
                  </a:lnTo>
                  <a:lnTo>
                    <a:pt x="2543798" y="613124"/>
                  </a:lnTo>
                  <a:lnTo>
                    <a:pt x="2518234" y="576559"/>
                  </a:lnTo>
                  <a:lnTo>
                    <a:pt x="2491540" y="540865"/>
                  </a:lnTo>
                  <a:lnTo>
                    <a:pt x="2463743" y="506067"/>
                  </a:lnTo>
                  <a:lnTo>
                    <a:pt x="2434868" y="472192"/>
                  </a:lnTo>
                  <a:lnTo>
                    <a:pt x="2404941" y="439264"/>
                  </a:lnTo>
                  <a:lnTo>
                    <a:pt x="2373988" y="407311"/>
                  </a:lnTo>
                  <a:lnTo>
                    <a:pt x="2342035" y="376359"/>
                  </a:lnTo>
                  <a:lnTo>
                    <a:pt x="2309108" y="346432"/>
                  </a:lnTo>
                  <a:lnTo>
                    <a:pt x="2275232" y="317556"/>
                  </a:lnTo>
                  <a:lnTo>
                    <a:pt x="2240434" y="289759"/>
                  </a:lnTo>
                  <a:lnTo>
                    <a:pt x="2204740" y="263065"/>
                  </a:lnTo>
                  <a:lnTo>
                    <a:pt x="2168175" y="237501"/>
                  </a:lnTo>
                  <a:lnTo>
                    <a:pt x="2130766" y="213092"/>
                  </a:lnTo>
                  <a:lnTo>
                    <a:pt x="2092537" y="189864"/>
                  </a:lnTo>
                  <a:lnTo>
                    <a:pt x="2053516" y="167843"/>
                  </a:lnTo>
                  <a:lnTo>
                    <a:pt x="2013728" y="147056"/>
                  </a:lnTo>
                  <a:lnTo>
                    <a:pt x="1973198" y="127527"/>
                  </a:lnTo>
                  <a:lnTo>
                    <a:pt x="1931953" y="109284"/>
                  </a:lnTo>
                  <a:lnTo>
                    <a:pt x="1890019" y="92351"/>
                  </a:lnTo>
                  <a:lnTo>
                    <a:pt x="1847422" y="76754"/>
                  </a:lnTo>
                  <a:lnTo>
                    <a:pt x="1804186" y="62520"/>
                  </a:lnTo>
                  <a:lnTo>
                    <a:pt x="1760339" y="49675"/>
                  </a:lnTo>
                  <a:lnTo>
                    <a:pt x="1715907" y="38244"/>
                  </a:lnTo>
                  <a:lnTo>
                    <a:pt x="1670914" y="28253"/>
                  </a:lnTo>
                  <a:lnTo>
                    <a:pt x="1625387" y="19728"/>
                  </a:lnTo>
                  <a:lnTo>
                    <a:pt x="1579353" y="12694"/>
                  </a:lnTo>
                  <a:lnTo>
                    <a:pt x="1532835" y="7179"/>
                  </a:lnTo>
                  <a:lnTo>
                    <a:pt x="1485862" y="3208"/>
                  </a:lnTo>
                  <a:lnTo>
                    <a:pt x="1438458" y="806"/>
                  </a:lnTo>
                  <a:lnTo>
                    <a:pt x="1390650" y="0"/>
                  </a:lnTo>
                  <a:lnTo>
                    <a:pt x="1342841" y="806"/>
                  </a:lnTo>
                  <a:lnTo>
                    <a:pt x="1295437" y="3208"/>
                  </a:lnTo>
                  <a:lnTo>
                    <a:pt x="1248464" y="7179"/>
                  </a:lnTo>
                  <a:lnTo>
                    <a:pt x="1201947" y="12694"/>
                  </a:lnTo>
                  <a:lnTo>
                    <a:pt x="1155912" y="19728"/>
                  </a:lnTo>
                  <a:lnTo>
                    <a:pt x="1110385" y="28253"/>
                  </a:lnTo>
                  <a:lnTo>
                    <a:pt x="1065392" y="38244"/>
                  </a:lnTo>
                  <a:lnTo>
                    <a:pt x="1020960" y="49675"/>
                  </a:lnTo>
                  <a:lnTo>
                    <a:pt x="977113" y="62520"/>
                  </a:lnTo>
                  <a:lnTo>
                    <a:pt x="933878" y="76754"/>
                  </a:lnTo>
                  <a:lnTo>
                    <a:pt x="891280" y="92351"/>
                  </a:lnTo>
                  <a:lnTo>
                    <a:pt x="849346" y="109284"/>
                  </a:lnTo>
                  <a:lnTo>
                    <a:pt x="808101" y="127527"/>
                  </a:lnTo>
                  <a:lnTo>
                    <a:pt x="767571" y="147056"/>
                  </a:lnTo>
                  <a:lnTo>
                    <a:pt x="727783" y="167843"/>
                  </a:lnTo>
                  <a:lnTo>
                    <a:pt x="688762" y="189864"/>
                  </a:lnTo>
                  <a:lnTo>
                    <a:pt x="650533" y="213092"/>
                  </a:lnTo>
                  <a:lnTo>
                    <a:pt x="613124" y="237501"/>
                  </a:lnTo>
                  <a:lnTo>
                    <a:pt x="576559" y="263065"/>
                  </a:lnTo>
                  <a:lnTo>
                    <a:pt x="540865" y="289759"/>
                  </a:lnTo>
                  <a:lnTo>
                    <a:pt x="506067" y="317556"/>
                  </a:lnTo>
                  <a:lnTo>
                    <a:pt x="472192" y="346432"/>
                  </a:lnTo>
                  <a:lnTo>
                    <a:pt x="439264" y="376359"/>
                  </a:lnTo>
                  <a:lnTo>
                    <a:pt x="407311" y="407311"/>
                  </a:lnTo>
                  <a:lnTo>
                    <a:pt x="376359" y="439264"/>
                  </a:lnTo>
                  <a:lnTo>
                    <a:pt x="346432" y="472192"/>
                  </a:lnTo>
                  <a:lnTo>
                    <a:pt x="317556" y="506067"/>
                  </a:lnTo>
                  <a:lnTo>
                    <a:pt x="289759" y="540865"/>
                  </a:lnTo>
                  <a:lnTo>
                    <a:pt x="263065" y="576559"/>
                  </a:lnTo>
                  <a:lnTo>
                    <a:pt x="237501" y="613124"/>
                  </a:lnTo>
                  <a:lnTo>
                    <a:pt x="213092" y="650533"/>
                  </a:lnTo>
                  <a:lnTo>
                    <a:pt x="189864" y="688762"/>
                  </a:lnTo>
                  <a:lnTo>
                    <a:pt x="167843" y="727783"/>
                  </a:lnTo>
                  <a:lnTo>
                    <a:pt x="147056" y="767571"/>
                  </a:lnTo>
                  <a:lnTo>
                    <a:pt x="127527" y="808101"/>
                  </a:lnTo>
                  <a:lnTo>
                    <a:pt x="109284" y="849346"/>
                  </a:lnTo>
                  <a:lnTo>
                    <a:pt x="92351" y="891280"/>
                  </a:lnTo>
                  <a:lnTo>
                    <a:pt x="76754" y="933878"/>
                  </a:lnTo>
                  <a:lnTo>
                    <a:pt x="62520" y="977113"/>
                  </a:lnTo>
                  <a:lnTo>
                    <a:pt x="49675" y="1020960"/>
                  </a:lnTo>
                  <a:lnTo>
                    <a:pt x="38244" y="1065392"/>
                  </a:lnTo>
                  <a:lnTo>
                    <a:pt x="28253" y="1110385"/>
                  </a:lnTo>
                  <a:lnTo>
                    <a:pt x="19728" y="1155912"/>
                  </a:lnTo>
                  <a:lnTo>
                    <a:pt x="12694" y="1201947"/>
                  </a:lnTo>
                  <a:lnTo>
                    <a:pt x="7179" y="1248464"/>
                  </a:lnTo>
                  <a:lnTo>
                    <a:pt x="3208" y="1295437"/>
                  </a:lnTo>
                  <a:lnTo>
                    <a:pt x="806" y="1342841"/>
                  </a:lnTo>
                  <a:lnTo>
                    <a:pt x="0" y="1390650"/>
                  </a:lnTo>
                  <a:lnTo>
                    <a:pt x="806" y="1438458"/>
                  </a:lnTo>
                  <a:lnTo>
                    <a:pt x="3208" y="1485862"/>
                  </a:lnTo>
                  <a:lnTo>
                    <a:pt x="7179" y="1532835"/>
                  </a:lnTo>
                  <a:lnTo>
                    <a:pt x="12694" y="1579353"/>
                  </a:lnTo>
                  <a:lnTo>
                    <a:pt x="19728" y="1625387"/>
                  </a:lnTo>
                  <a:lnTo>
                    <a:pt x="28253" y="1670914"/>
                  </a:lnTo>
                  <a:lnTo>
                    <a:pt x="38244" y="1715907"/>
                  </a:lnTo>
                  <a:lnTo>
                    <a:pt x="49675" y="1760339"/>
                  </a:lnTo>
                  <a:lnTo>
                    <a:pt x="62520" y="1804186"/>
                  </a:lnTo>
                  <a:lnTo>
                    <a:pt x="76754" y="1847422"/>
                  </a:lnTo>
                  <a:lnTo>
                    <a:pt x="92351" y="1890019"/>
                  </a:lnTo>
                  <a:lnTo>
                    <a:pt x="109284" y="1931953"/>
                  </a:lnTo>
                  <a:lnTo>
                    <a:pt x="127527" y="1973198"/>
                  </a:lnTo>
                  <a:lnTo>
                    <a:pt x="147056" y="2013728"/>
                  </a:lnTo>
                  <a:lnTo>
                    <a:pt x="167843" y="2053516"/>
                  </a:lnTo>
                  <a:lnTo>
                    <a:pt x="189864" y="2092537"/>
                  </a:lnTo>
                  <a:lnTo>
                    <a:pt x="213092" y="2130766"/>
                  </a:lnTo>
                  <a:lnTo>
                    <a:pt x="237501" y="2168175"/>
                  </a:lnTo>
                  <a:lnTo>
                    <a:pt x="263065" y="2204740"/>
                  </a:lnTo>
                  <a:lnTo>
                    <a:pt x="289759" y="2240434"/>
                  </a:lnTo>
                  <a:lnTo>
                    <a:pt x="317556" y="2275232"/>
                  </a:lnTo>
                  <a:lnTo>
                    <a:pt x="346432" y="2309108"/>
                  </a:lnTo>
                  <a:lnTo>
                    <a:pt x="376359" y="2342035"/>
                  </a:lnTo>
                  <a:lnTo>
                    <a:pt x="407311" y="2373988"/>
                  </a:lnTo>
                  <a:lnTo>
                    <a:pt x="439264" y="2404941"/>
                  </a:lnTo>
                  <a:lnTo>
                    <a:pt x="472192" y="2434868"/>
                  </a:lnTo>
                  <a:lnTo>
                    <a:pt x="506067" y="2463743"/>
                  </a:lnTo>
                  <a:lnTo>
                    <a:pt x="540865" y="2491540"/>
                  </a:lnTo>
                  <a:lnTo>
                    <a:pt x="576559" y="2518234"/>
                  </a:lnTo>
                  <a:lnTo>
                    <a:pt x="613124" y="2543798"/>
                  </a:lnTo>
                  <a:lnTo>
                    <a:pt x="650533" y="2568207"/>
                  </a:lnTo>
                  <a:lnTo>
                    <a:pt x="688762" y="2591435"/>
                  </a:lnTo>
                  <a:lnTo>
                    <a:pt x="727783" y="2613456"/>
                  </a:lnTo>
                  <a:lnTo>
                    <a:pt x="767571" y="2634243"/>
                  </a:lnTo>
                  <a:lnTo>
                    <a:pt x="808101" y="2653772"/>
                  </a:lnTo>
                  <a:lnTo>
                    <a:pt x="849346" y="2672015"/>
                  </a:lnTo>
                  <a:lnTo>
                    <a:pt x="891280" y="2688948"/>
                  </a:lnTo>
                  <a:lnTo>
                    <a:pt x="933878" y="2704545"/>
                  </a:lnTo>
                  <a:lnTo>
                    <a:pt x="977113" y="2718779"/>
                  </a:lnTo>
                  <a:lnTo>
                    <a:pt x="1020960" y="2731624"/>
                  </a:lnTo>
                  <a:lnTo>
                    <a:pt x="1065392" y="2743055"/>
                  </a:lnTo>
                  <a:lnTo>
                    <a:pt x="1110385" y="2753046"/>
                  </a:lnTo>
                  <a:lnTo>
                    <a:pt x="1155912" y="2761571"/>
                  </a:lnTo>
                  <a:lnTo>
                    <a:pt x="1201947" y="2768605"/>
                  </a:lnTo>
                  <a:lnTo>
                    <a:pt x="1248464" y="2774120"/>
                  </a:lnTo>
                  <a:lnTo>
                    <a:pt x="1295437" y="2778091"/>
                  </a:lnTo>
                  <a:lnTo>
                    <a:pt x="1342841" y="2780493"/>
                  </a:lnTo>
                  <a:lnTo>
                    <a:pt x="1390650" y="2781300"/>
                  </a:lnTo>
                  <a:close/>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pic>
        <p:nvPicPr>
          <p:cNvPr id="11" name="object 11"/>
          <p:cNvPicPr/>
          <p:nvPr/>
        </p:nvPicPr>
        <p:blipFill>
          <a:blip r:embed="rId2" cstate="print"/>
          <a:stretch>
            <a:fillRect/>
          </a:stretch>
        </p:blipFill>
        <p:spPr>
          <a:xfrm>
            <a:off x="2982226" y="5640350"/>
            <a:ext cx="271845" cy="392182"/>
          </a:xfrm>
          <a:prstGeom prst="rect">
            <a:avLst/>
          </a:prstGeom>
        </p:spPr>
      </p:pic>
      <p:pic>
        <p:nvPicPr>
          <p:cNvPr id="12" name="object 12"/>
          <p:cNvPicPr/>
          <p:nvPr/>
        </p:nvPicPr>
        <p:blipFill>
          <a:blip r:embed="rId3" cstate="print"/>
          <a:stretch>
            <a:fillRect/>
          </a:stretch>
        </p:blipFill>
        <p:spPr>
          <a:xfrm>
            <a:off x="3426118" y="5641546"/>
            <a:ext cx="268167" cy="392183"/>
          </a:xfrm>
          <a:prstGeom prst="rect">
            <a:avLst/>
          </a:prstGeom>
        </p:spPr>
      </p:pic>
      <p:grpSp>
        <p:nvGrpSpPr>
          <p:cNvPr id="13" name="object 13"/>
          <p:cNvGrpSpPr/>
          <p:nvPr/>
        </p:nvGrpSpPr>
        <p:grpSpPr>
          <a:xfrm>
            <a:off x="1765300" y="4600575"/>
            <a:ext cx="4387850" cy="1296988"/>
            <a:chOff x="3530600" y="9201150"/>
            <a:chExt cx="8775700" cy="2593975"/>
          </a:xfrm>
        </p:grpSpPr>
        <p:sp>
          <p:nvSpPr>
            <p:cNvPr id="14" name="object 14"/>
            <p:cNvSpPr/>
            <p:nvPr/>
          </p:nvSpPr>
          <p:spPr>
            <a:xfrm>
              <a:off x="7366000" y="9448817"/>
              <a:ext cx="2146300" cy="1524000"/>
            </a:xfrm>
            <a:custGeom>
              <a:avLst/>
              <a:gdLst/>
              <a:ahLst/>
              <a:cxnLst/>
              <a:rect l="l" t="t" r="r" b="b"/>
              <a:pathLst>
                <a:path w="2146300" h="1524000">
                  <a:moveTo>
                    <a:pt x="10312" y="1519920"/>
                  </a:moveTo>
                  <a:lnTo>
                    <a:pt x="4458" y="1523982"/>
                  </a:lnTo>
                  <a:lnTo>
                    <a:pt x="2117420" y="1523993"/>
                  </a:lnTo>
                  <a:lnTo>
                    <a:pt x="2112321" y="1519952"/>
                  </a:lnTo>
                  <a:lnTo>
                    <a:pt x="10312" y="1519920"/>
                  </a:lnTo>
                  <a:close/>
                </a:path>
                <a:path w="2146300" h="1524000">
                  <a:moveTo>
                    <a:pt x="9550" y="758"/>
                  </a:moveTo>
                  <a:lnTo>
                    <a:pt x="0" y="758"/>
                  </a:lnTo>
                  <a:lnTo>
                    <a:pt x="20" y="33785"/>
                  </a:lnTo>
                  <a:lnTo>
                    <a:pt x="35542" y="67852"/>
                  </a:lnTo>
                  <a:lnTo>
                    <a:pt x="69294" y="103644"/>
                  </a:lnTo>
                  <a:lnTo>
                    <a:pt x="101203" y="141092"/>
                  </a:lnTo>
                  <a:lnTo>
                    <a:pt x="131198" y="180122"/>
                  </a:lnTo>
                  <a:lnTo>
                    <a:pt x="159323" y="220855"/>
                  </a:lnTo>
                  <a:lnTo>
                    <a:pt x="185156" y="262650"/>
                  </a:lnTo>
                  <a:lnTo>
                    <a:pt x="208976" y="306005"/>
                  </a:lnTo>
                  <a:lnTo>
                    <a:pt x="230593" y="350659"/>
                  </a:lnTo>
                  <a:lnTo>
                    <a:pt x="249937" y="396540"/>
                  </a:lnTo>
                  <a:lnTo>
                    <a:pt x="266935" y="443579"/>
                  </a:lnTo>
                  <a:lnTo>
                    <a:pt x="281515" y="491702"/>
                  </a:lnTo>
                  <a:lnTo>
                    <a:pt x="293605" y="540841"/>
                  </a:lnTo>
                  <a:lnTo>
                    <a:pt x="303134" y="590922"/>
                  </a:lnTo>
                  <a:lnTo>
                    <a:pt x="310029" y="641876"/>
                  </a:lnTo>
                  <a:lnTo>
                    <a:pt x="314219" y="693630"/>
                  </a:lnTo>
                  <a:lnTo>
                    <a:pt x="315631" y="746114"/>
                  </a:lnTo>
                  <a:lnTo>
                    <a:pt x="314219" y="798598"/>
                  </a:lnTo>
                  <a:lnTo>
                    <a:pt x="310029" y="850353"/>
                  </a:lnTo>
                  <a:lnTo>
                    <a:pt x="303134" y="901306"/>
                  </a:lnTo>
                  <a:lnTo>
                    <a:pt x="293605" y="951387"/>
                  </a:lnTo>
                  <a:lnTo>
                    <a:pt x="281515" y="1000526"/>
                  </a:lnTo>
                  <a:lnTo>
                    <a:pt x="266935" y="1048649"/>
                  </a:lnTo>
                  <a:lnTo>
                    <a:pt x="249937" y="1095688"/>
                  </a:lnTo>
                  <a:lnTo>
                    <a:pt x="230593" y="1141569"/>
                  </a:lnTo>
                  <a:lnTo>
                    <a:pt x="208976" y="1186223"/>
                  </a:lnTo>
                  <a:lnTo>
                    <a:pt x="185156" y="1229578"/>
                  </a:lnTo>
                  <a:lnTo>
                    <a:pt x="159206" y="1271562"/>
                  </a:lnTo>
                  <a:lnTo>
                    <a:pt x="131198" y="1312106"/>
                  </a:lnTo>
                  <a:lnTo>
                    <a:pt x="101203" y="1351136"/>
                  </a:lnTo>
                  <a:lnTo>
                    <a:pt x="69294" y="1388583"/>
                  </a:lnTo>
                  <a:lnTo>
                    <a:pt x="35542" y="1424376"/>
                  </a:lnTo>
                  <a:lnTo>
                    <a:pt x="20" y="1458442"/>
                  </a:lnTo>
                  <a:lnTo>
                    <a:pt x="0" y="1519941"/>
                  </a:lnTo>
                  <a:lnTo>
                    <a:pt x="10312" y="1519920"/>
                  </a:lnTo>
                  <a:lnTo>
                    <a:pt x="13691" y="1517586"/>
                  </a:lnTo>
                  <a:lnTo>
                    <a:pt x="53934" y="1491160"/>
                  </a:lnTo>
                  <a:lnTo>
                    <a:pt x="94976" y="1466485"/>
                  </a:lnTo>
                  <a:lnTo>
                    <a:pt x="136792" y="1443509"/>
                  </a:lnTo>
                  <a:lnTo>
                    <a:pt x="179355" y="1422178"/>
                  </a:lnTo>
                  <a:lnTo>
                    <a:pt x="222641" y="1402437"/>
                  </a:lnTo>
                  <a:lnTo>
                    <a:pt x="266625" y="1384233"/>
                  </a:lnTo>
                  <a:lnTo>
                    <a:pt x="311280" y="1367513"/>
                  </a:lnTo>
                  <a:lnTo>
                    <a:pt x="356582" y="1352222"/>
                  </a:lnTo>
                  <a:lnTo>
                    <a:pt x="402505" y="1338308"/>
                  </a:lnTo>
                  <a:lnTo>
                    <a:pt x="449023" y="1325715"/>
                  </a:lnTo>
                  <a:lnTo>
                    <a:pt x="496112" y="1314391"/>
                  </a:lnTo>
                  <a:lnTo>
                    <a:pt x="543745" y="1304281"/>
                  </a:lnTo>
                  <a:lnTo>
                    <a:pt x="591899" y="1295333"/>
                  </a:lnTo>
                  <a:lnTo>
                    <a:pt x="640546" y="1287491"/>
                  </a:lnTo>
                  <a:lnTo>
                    <a:pt x="689662" y="1280703"/>
                  </a:lnTo>
                  <a:lnTo>
                    <a:pt x="739221" y="1274915"/>
                  </a:lnTo>
                  <a:lnTo>
                    <a:pt x="789198" y="1270073"/>
                  </a:lnTo>
                  <a:lnTo>
                    <a:pt x="839568" y="1266124"/>
                  </a:lnTo>
                  <a:lnTo>
                    <a:pt x="890305" y="1263013"/>
                  </a:lnTo>
                  <a:lnTo>
                    <a:pt x="941384" y="1260686"/>
                  </a:lnTo>
                  <a:lnTo>
                    <a:pt x="992779" y="1259091"/>
                  </a:lnTo>
                  <a:lnTo>
                    <a:pt x="1044464" y="1258174"/>
                  </a:lnTo>
                  <a:lnTo>
                    <a:pt x="1883436" y="1257880"/>
                  </a:lnTo>
                  <a:lnTo>
                    <a:pt x="1881079" y="1254108"/>
                  </a:lnTo>
                  <a:lnTo>
                    <a:pt x="1857123" y="1210971"/>
                  </a:lnTo>
                  <a:lnTo>
                    <a:pt x="1835381" y="1166537"/>
                  </a:lnTo>
                  <a:lnTo>
                    <a:pt x="1815926" y="1120879"/>
                  </a:lnTo>
                  <a:lnTo>
                    <a:pt x="1798830" y="1074066"/>
                  </a:lnTo>
                  <a:lnTo>
                    <a:pt x="1784165" y="1026169"/>
                  </a:lnTo>
                  <a:lnTo>
                    <a:pt x="1772004" y="977261"/>
                  </a:lnTo>
                  <a:lnTo>
                    <a:pt x="1762419" y="927411"/>
                  </a:lnTo>
                  <a:lnTo>
                    <a:pt x="1755483" y="876691"/>
                  </a:lnTo>
                  <a:lnTo>
                    <a:pt x="1751268" y="825173"/>
                  </a:lnTo>
                  <a:lnTo>
                    <a:pt x="1749847" y="772927"/>
                  </a:lnTo>
                  <a:lnTo>
                    <a:pt x="1751199" y="721976"/>
                  </a:lnTo>
                  <a:lnTo>
                    <a:pt x="1755208" y="671715"/>
                  </a:lnTo>
                  <a:lnTo>
                    <a:pt x="1761807" y="622211"/>
                  </a:lnTo>
                  <a:lnTo>
                    <a:pt x="1770930" y="573528"/>
                  </a:lnTo>
                  <a:lnTo>
                    <a:pt x="1782509" y="525734"/>
                  </a:lnTo>
                  <a:lnTo>
                    <a:pt x="1796478" y="478894"/>
                  </a:lnTo>
                  <a:lnTo>
                    <a:pt x="1812768" y="433073"/>
                  </a:lnTo>
                  <a:lnTo>
                    <a:pt x="1831314" y="388339"/>
                  </a:lnTo>
                  <a:lnTo>
                    <a:pt x="1852047" y="344756"/>
                  </a:lnTo>
                  <a:lnTo>
                    <a:pt x="1853759" y="341583"/>
                  </a:lnTo>
                  <a:lnTo>
                    <a:pt x="1102946" y="341583"/>
                  </a:lnTo>
                  <a:lnTo>
                    <a:pt x="1051058" y="340883"/>
                  </a:lnTo>
                  <a:lnTo>
                    <a:pt x="999391" y="338798"/>
                  </a:lnTo>
                  <a:lnTo>
                    <a:pt x="947975" y="335345"/>
                  </a:lnTo>
                  <a:lnTo>
                    <a:pt x="896840" y="330541"/>
                  </a:lnTo>
                  <a:lnTo>
                    <a:pt x="846015" y="324404"/>
                  </a:lnTo>
                  <a:lnTo>
                    <a:pt x="795529" y="316953"/>
                  </a:lnTo>
                  <a:lnTo>
                    <a:pt x="745412" y="308205"/>
                  </a:lnTo>
                  <a:lnTo>
                    <a:pt x="695693" y="298178"/>
                  </a:lnTo>
                  <a:lnTo>
                    <a:pt x="646402" y="286890"/>
                  </a:lnTo>
                  <a:lnTo>
                    <a:pt x="597568" y="274359"/>
                  </a:lnTo>
                  <a:lnTo>
                    <a:pt x="549221" y="260603"/>
                  </a:lnTo>
                  <a:lnTo>
                    <a:pt x="501390" y="245639"/>
                  </a:lnTo>
                  <a:lnTo>
                    <a:pt x="454104" y="229486"/>
                  </a:lnTo>
                  <a:lnTo>
                    <a:pt x="407394" y="212161"/>
                  </a:lnTo>
                  <a:lnTo>
                    <a:pt x="361288" y="193682"/>
                  </a:lnTo>
                  <a:lnTo>
                    <a:pt x="315815" y="174068"/>
                  </a:lnTo>
                  <a:lnTo>
                    <a:pt x="271007" y="153335"/>
                  </a:lnTo>
                  <a:lnTo>
                    <a:pt x="226891" y="131503"/>
                  </a:lnTo>
                  <a:lnTo>
                    <a:pt x="183497" y="108588"/>
                  </a:lnTo>
                  <a:lnTo>
                    <a:pt x="140855" y="84609"/>
                  </a:lnTo>
                  <a:lnTo>
                    <a:pt x="98994" y="59583"/>
                  </a:lnTo>
                  <a:lnTo>
                    <a:pt x="57944" y="33529"/>
                  </a:lnTo>
                  <a:lnTo>
                    <a:pt x="17734" y="6464"/>
                  </a:lnTo>
                  <a:lnTo>
                    <a:pt x="9550" y="758"/>
                  </a:lnTo>
                  <a:close/>
                </a:path>
                <a:path w="2146300" h="1524000">
                  <a:moveTo>
                    <a:pt x="1883436" y="1257880"/>
                  </a:moveTo>
                  <a:lnTo>
                    <a:pt x="1162065" y="1258455"/>
                  </a:lnTo>
                  <a:lnTo>
                    <a:pt x="1215209" y="1259829"/>
                  </a:lnTo>
                  <a:lnTo>
                    <a:pt x="1267678" y="1262070"/>
                  </a:lnTo>
                  <a:lnTo>
                    <a:pt x="1319483" y="1265228"/>
                  </a:lnTo>
                  <a:lnTo>
                    <a:pt x="1370636" y="1269354"/>
                  </a:lnTo>
                  <a:lnTo>
                    <a:pt x="1421147" y="1274499"/>
                  </a:lnTo>
                  <a:lnTo>
                    <a:pt x="1471028" y="1280713"/>
                  </a:lnTo>
                  <a:lnTo>
                    <a:pt x="1520290" y="1288046"/>
                  </a:lnTo>
                  <a:lnTo>
                    <a:pt x="1568945" y="1296549"/>
                  </a:lnTo>
                  <a:lnTo>
                    <a:pt x="1617003" y="1306272"/>
                  </a:lnTo>
                  <a:lnTo>
                    <a:pt x="1664476" y="1317266"/>
                  </a:lnTo>
                  <a:lnTo>
                    <a:pt x="1711375" y="1329582"/>
                  </a:lnTo>
                  <a:lnTo>
                    <a:pt x="1757711" y="1343268"/>
                  </a:lnTo>
                  <a:lnTo>
                    <a:pt x="1803496" y="1358377"/>
                  </a:lnTo>
                  <a:lnTo>
                    <a:pt x="1848741" y="1374959"/>
                  </a:lnTo>
                  <a:lnTo>
                    <a:pt x="1893456" y="1393063"/>
                  </a:lnTo>
                  <a:lnTo>
                    <a:pt x="1937654" y="1412742"/>
                  </a:lnTo>
                  <a:lnTo>
                    <a:pt x="1981345" y="1434044"/>
                  </a:lnTo>
                  <a:lnTo>
                    <a:pt x="2024541" y="1457020"/>
                  </a:lnTo>
                  <a:lnTo>
                    <a:pt x="2067252" y="1481721"/>
                  </a:lnTo>
                  <a:lnTo>
                    <a:pt x="2031533" y="1447856"/>
                  </a:lnTo>
                  <a:lnTo>
                    <a:pt x="1997594" y="1412268"/>
                  </a:lnTo>
                  <a:lnTo>
                    <a:pt x="1965452" y="1374959"/>
                  </a:lnTo>
                  <a:lnTo>
                    <a:pt x="1935343" y="1336207"/>
                  </a:lnTo>
                  <a:lnTo>
                    <a:pt x="1907176" y="1295877"/>
                  </a:lnTo>
                  <a:lnTo>
                    <a:pt x="1883436" y="1257880"/>
                  </a:lnTo>
                  <a:close/>
                </a:path>
                <a:path w="2146300" h="1524000">
                  <a:moveTo>
                    <a:pt x="1883436" y="1257880"/>
                  </a:moveTo>
                  <a:lnTo>
                    <a:pt x="1096416" y="1257880"/>
                  </a:lnTo>
                  <a:lnTo>
                    <a:pt x="1126686" y="1258145"/>
                  </a:lnTo>
                  <a:lnTo>
                    <a:pt x="1883436" y="1257880"/>
                  </a:lnTo>
                  <a:close/>
                </a:path>
                <a:path w="2146300" h="1524000">
                  <a:moveTo>
                    <a:pt x="2088616" y="45466"/>
                  </a:moveTo>
                  <a:lnTo>
                    <a:pt x="2047226" y="70851"/>
                  </a:lnTo>
                  <a:lnTo>
                    <a:pt x="2005216" y="95312"/>
                  </a:lnTo>
                  <a:lnTo>
                    <a:pt x="1962596" y="118815"/>
                  </a:lnTo>
                  <a:lnTo>
                    <a:pt x="1919375" y="141330"/>
                  </a:lnTo>
                  <a:lnTo>
                    <a:pt x="1875565" y="162824"/>
                  </a:lnTo>
                  <a:lnTo>
                    <a:pt x="1831177" y="183264"/>
                  </a:lnTo>
                  <a:lnTo>
                    <a:pt x="1786219" y="202619"/>
                  </a:lnTo>
                  <a:lnTo>
                    <a:pt x="1740704" y="220855"/>
                  </a:lnTo>
                  <a:lnTo>
                    <a:pt x="1694640" y="237942"/>
                  </a:lnTo>
                  <a:lnTo>
                    <a:pt x="1648040" y="253847"/>
                  </a:lnTo>
                  <a:lnTo>
                    <a:pt x="1600912" y="268538"/>
                  </a:lnTo>
                  <a:lnTo>
                    <a:pt x="1553268" y="281982"/>
                  </a:lnTo>
                  <a:lnTo>
                    <a:pt x="1505118" y="294148"/>
                  </a:lnTo>
                  <a:lnTo>
                    <a:pt x="1456472" y="305002"/>
                  </a:lnTo>
                  <a:lnTo>
                    <a:pt x="1407340" y="314514"/>
                  </a:lnTo>
                  <a:lnTo>
                    <a:pt x="1357734" y="322651"/>
                  </a:lnTo>
                  <a:lnTo>
                    <a:pt x="1307664" y="329381"/>
                  </a:lnTo>
                  <a:lnTo>
                    <a:pt x="1257140" y="334671"/>
                  </a:lnTo>
                  <a:lnTo>
                    <a:pt x="1206171" y="338489"/>
                  </a:lnTo>
                  <a:lnTo>
                    <a:pt x="1154770" y="340804"/>
                  </a:lnTo>
                  <a:lnTo>
                    <a:pt x="1102946" y="341583"/>
                  </a:lnTo>
                  <a:lnTo>
                    <a:pt x="1853759" y="341583"/>
                  </a:lnTo>
                  <a:lnTo>
                    <a:pt x="1874901" y="302391"/>
                  </a:lnTo>
                  <a:lnTo>
                    <a:pt x="1899808" y="261309"/>
                  </a:lnTo>
                  <a:lnTo>
                    <a:pt x="1926702" y="221577"/>
                  </a:lnTo>
                  <a:lnTo>
                    <a:pt x="1955515" y="183260"/>
                  </a:lnTo>
                  <a:lnTo>
                    <a:pt x="1986180" y="146425"/>
                  </a:lnTo>
                  <a:lnTo>
                    <a:pt x="2018630" y="111136"/>
                  </a:lnTo>
                  <a:lnTo>
                    <a:pt x="2052798" y="77461"/>
                  </a:lnTo>
                  <a:lnTo>
                    <a:pt x="2088616" y="45466"/>
                  </a:lnTo>
                  <a:close/>
                </a:path>
                <a:path w="2146300" h="1524000">
                  <a:moveTo>
                    <a:pt x="2146274" y="0"/>
                  </a:moveTo>
                  <a:lnTo>
                    <a:pt x="8516" y="34"/>
                  </a:lnTo>
                  <a:lnTo>
                    <a:pt x="9550" y="758"/>
                  </a:lnTo>
                  <a:lnTo>
                    <a:pt x="2145283" y="723"/>
                  </a:lnTo>
                  <a:lnTo>
                    <a:pt x="2146274" y="0"/>
                  </a:lnTo>
                  <a:close/>
                </a:path>
              </a:pathLst>
            </a:custGeom>
            <a:solidFill>
              <a:srgbClr val="D8F4E8"/>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15" name="object 15"/>
            <p:cNvPicPr/>
            <p:nvPr/>
          </p:nvPicPr>
          <p:blipFill>
            <a:blip r:embed="rId4" cstate="print"/>
            <a:stretch>
              <a:fillRect/>
            </a:stretch>
          </p:blipFill>
          <p:spPr>
            <a:xfrm>
              <a:off x="7759700" y="9842500"/>
              <a:ext cx="1079500" cy="736600"/>
            </a:xfrm>
            <a:prstGeom prst="rect">
              <a:avLst/>
            </a:prstGeom>
          </p:spPr>
        </p:pic>
        <p:sp>
          <p:nvSpPr>
            <p:cNvPr id="16" name="object 16"/>
            <p:cNvSpPr/>
            <p:nvPr/>
          </p:nvSpPr>
          <p:spPr>
            <a:xfrm>
              <a:off x="8813800" y="9512300"/>
              <a:ext cx="1397000" cy="1397000"/>
            </a:xfrm>
            <a:custGeom>
              <a:avLst/>
              <a:gdLst/>
              <a:ahLst/>
              <a:cxnLst/>
              <a:rect l="l" t="t" r="r" b="b"/>
              <a:pathLst>
                <a:path w="1397000" h="1397000">
                  <a:moveTo>
                    <a:pt x="698500" y="0"/>
                  </a:moveTo>
                  <a:lnTo>
                    <a:pt x="650676" y="1611"/>
                  </a:lnTo>
                  <a:lnTo>
                    <a:pt x="603717" y="6376"/>
                  </a:lnTo>
                  <a:lnTo>
                    <a:pt x="557727" y="14191"/>
                  </a:lnTo>
                  <a:lnTo>
                    <a:pt x="512810" y="24951"/>
                  </a:lnTo>
                  <a:lnTo>
                    <a:pt x="469070" y="38552"/>
                  </a:lnTo>
                  <a:lnTo>
                    <a:pt x="426612" y="54891"/>
                  </a:lnTo>
                  <a:lnTo>
                    <a:pt x="385538" y="73863"/>
                  </a:lnTo>
                  <a:lnTo>
                    <a:pt x="345953" y="95365"/>
                  </a:lnTo>
                  <a:lnTo>
                    <a:pt x="307961" y="119292"/>
                  </a:lnTo>
                  <a:lnTo>
                    <a:pt x="271667" y="145541"/>
                  </a:lnTo>
                  <a:lnTo>
                    <a:pt x="237173" y="174006"/>
                  </a:lnTo>
                  <a:lnTo>
                    <a:pt x="204585" y="204585"/>
                  </a:lnTo>
                  <a:lnTo>
                    <a:pt x="174006" y="237173"/>
                  </a:lnTo>
                  <a:lnTo>
                    <a:pt x="145541" y="271667"/>
                  </a:lnTo>
                  <a:lnTo>
                    <a:pt x="119292" y="307961"/>
                  </a:lnTo>
                  <a:lnTo>
                    <a:pt x="95365" y="345953"/>
                  </a:lnTo>
                  <a:lnTo>
                    <a:pt x="73863" y="385538"/>
                  </a:lnTo>
                  <a:lnTo>
                    <a:pt x="54891" y="426612"/>
                  </a:lnTo>
                  <a:lnTo>
                    <a:pt x="38552" y="469070"/>
                  </a:lnTo>
                  <a:lnTo>
                    <a:pt x="24951" y="512810"/>
                  </a:lnTo>
                  <a:lnTo>
                    <a:pt x="14191" y="557727"/>
                  </a:lnTo>
                  <a:lnTo>
                    <a:pt x="6376" y="603717"/>
                  </a:lnTo>
                  <a:lnTo>
                    <a:pt x="1611" y="650676"/>
                  </a:lnTo>
                  <a:lnTo>
                    <a:pt x="0" y="698500"/>
                  </a:lnTo>
                  <a:lnTo>
                    <a:pt x="1611" y="746323"/>
                  </a:lnTo>
                  <a:lnTo>
                    <a:pt x="6376" y="793282"/>
                  </a:lnTo>
                  <a:lnTo>
                    <a:pt x="14191" y="839272"/>
                  </a:lnTo>
                  <a:lnTo>
                    <a:pt x="24951" y="884189"/>
                  </a:lnTo>
                  <a:lnTo>
                    <a:pt x="38552" y="927929"/>
                  </a:lnTo>
                  <a:lnTo>
                    <a:pt x="54891" y="970387"/>
                  </a:lnTo>
                  <a:lnTo>
                    <a:pt x="73863" y="1011461"/>
                  </a:lnTo>
                  <a:lnTo>
                    <a:pt x="95365" y="1051046"/>
                  </a:lnTo>
                  <a:lnTo>
                    <a:pt x="119292" y="1089038"/>
                  </a:lnTo>
                  <a:lnTo>
                    <a:pt x="145541" y="1125332"/>
                  </a:lnTo>
                  <a:lnTo>
                    <a:pt x="174006" y="1159826"/>
                  </a:lnTo>
                  <a:lnTo>
                    <a:pt x="204585" y="1192414"/>
                  </a:lnTo>
                  <a:lnTo>
                    <a:pt x="237173" y="1222993"/>
                  </a:lnTo>
                  <a:lnTo>
                    <a:pt x="271667" y="1251458"/>
                  </a:lnTo>
                  <a:lnTo>
                    <a:pt x="307961" y="1277707"/>
                  </a:lnTo>
                  <a:lnTo>
                    <a:pt x="345953" y="1301634"/>
                  </a:lnTo>
                  <a:lnTo>
                    <a:pt x="385538" y="1323136"/>
                  </a:lnTo>
                  <a:lnTo>
                    <a:pt x="426612" y="1342108"/>
                  </a:lnTo>
                  <a:lnTo>
                    <a:pt x="469070" y="1358447"/>
                  </a:lnTo>
                  <a:lnTo>
                    <a:pt x="512810" y="1372048"/>
                  </a:lnTo>
                  <a:lnTo>
                    <a:pt x="557727" y="1382808"/>
                  </a:lnTo>
                  <a:lnTo>
                    <a:pt x="603717" y="1390623"/>
                  </a:lnTo>
                  <a:lnTo>
                    <a:pt x="650676" y="1395388"/>
                  </a:lnTo>
                  <a:lnTo>
                    <a:pt x="698500" y="1397000"/>
                  </a:lnTo>
                  <a:lnTo>
                    <a:pt x="746323" y="1395388"/>
                  </a:lnTo>
                  <a:lnTo>
                    <a:pt x="793282" y="1390623"/>
                  </a:lnTo>
                  <a:lnTo>
                    <a:pt x="839272" y="1382808"/>
                  </a:lnTo>
                  <a:lnTo>
                    <a:pt x="884189" y="1372048"/>
                  </a:lnTo>
                  <a:lnTo>
                    <a:pt x="927929" y="1358447"/>
                  </a:lnTo>
                  <a:lnTo>
                    <a:pt x="970387" y="1342108"/>
                  </a:lnTo>
                  <a:lnTo>
                    <a:pt x="1011461" y="1323136"/>
                  </a:lnTo>
                  <a:lnTo>
                    <a:pt x="1051046" y="1301634"/>
                  </a:lnTo>
                  <a:lnTo>
                    <a:pt x="1089038" y="1277707"/>
                  </a:lnTo>
                  <a:lnTo>
                    <a:pt x="1125332" y="1251458"/>
                  </a:lnTo>
                  <a:lnTo>
                    <a:pt x="1159826" y="1222993"/>
                  </a:lnTo>
                  <a:lnTo>
                    <a:pt x="1192414" y="1192414"/>
                  </a:lnTo>
                  <a:lnTo>
                    <a:pt x="1222993" y="1159826"/>
                  </a:lnTo>
                  <a:lnTo>
                    <a:pt x="1251458" y="1125332"/>
                  </a:lnTo>
                  <a:lnTo>
                    <a:pt x="1277707" y="1089038"/>
                  </a:lnTo>
                  <a:lnTo>
                    <a:pt x="1301634" y="1051046"/>
                  </a:lnTo>
                  <a:lnTo>
                    <a:pt x="1323136" y="1011461"/>
                  </a:lnTo>
                  <a:lnTo>
                    <a:pt x="1342108" y="970387"/>
                  </a:lnTo>
                  <a:lnTo>
                    <a:pt x="1358447" y="927929"/>
                  </a:lnTo>
                  <a:lnTo>
                    <a:pt x="1372048" y="884189"/>
                  </a:lnTo>
                  <a:lnTo>
                    <a:pt x="1382808" y="839272"/>
                  </a:lnTo>
                  <a:lnTo>
                    <a:pt x="1390623" y="793282"/>
                  </a:lnTo>
                  <a:lnTo>
                    <a:pt x="1395388" y="746323"/>
                  </a:lnTo>
                  <a:lnTo>
                    <a:pt x="1397000" y="698500"/>
                  </a:lnTo>
                  <a:lnTo>
                    <a:pt x="1395388" y="650676"/>
                  </a:lnTo>
                  <a:lnTo>
                    <a:pt x="1390623" y="603717"/>
                  </a:lnTo>
                  <a:lnTo>
                    <a:pt x="1382808" y="557727"/>
                  </a:lnTo>
                  <a:lnTo>
                    <a:pt x="1372048" y="512810"/>
                  </a:lnTo>
                  <a:lnTo>
                    <a:pt x="1358447" y="469070"/>
                  </a:lnTo>
                  <a:lnTo>
                    <a:pt x="1342108" y="426612"/>
                  </a:lnTo>
                  <a:lnTo>
                    <a:pt x="1323136" y="385538"/>
                  </a:lnTo>
                  <a:lnTo>
                    <a:pt x="1301634" y="345953"/>
                  </a:lnTo>
                  <a:lnTo>
                    <a:pt x="1277707" y="307961"/>
                  </a:lnTo>
                  <a:lnTo>
                    <a:pt x="1251458" y="271667"/>
                  </a:lnTo>
                  <a:lnTo>
                    <a:pt x="1222993" y="237173"/>
                  </a:lnTo>
                  <a:lnTo>
                    <a:pt x="1192414" y="204585"/>
                  </a:lnTo>
                  <a:lnTo>
                    <a:pt x="1159826" y="174006"/>
                  </a:lnTo>
                  <a:lnTo>
                    <a:pt x="1125332" y="145541"/>
                  </a:lnTo>
                  <a:lnTo>
                    <a:pt x="1089038" y="119292"/>
                  </a:lnTo>
                  <a:lnTo>
                    <a:pt x="1051046" y="95365"/>
                  </a:lnTo>
                  <a:lnTo>
                    <a:pt x="1011461" y="73863"/>
                  </a:lnTo>
                  <a:lnTo>
                    <a:pt x="970387" y="54891"/>
                  </a:lnTo>
                  <a:lnTo>
                    <a:pt x="927929" y="38552"/>
                  </a:lnTo>
                  <a:lnTo>
                    <a:pt x="884189" y="24951"/>
                  </a:lnTo>
                  <a:lnTo>
                    <a:pt x="839272" y="14191"/>
                  </a:lnTo>
                  <a:lnTo>
                    <a:pt x="793282" y="6376"/>
                  </a:lnTo>
                  <a:lnTo>
                    <a:pt x="746323" y="1611"/>
                  </a:lnTo>
                  <a:lnTo>
                    <a:pt x="6985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17" name="object 17"/>
            <p:cNvPicPr/>
            <p:nvPr/>
          </p:nvPicPr>
          <p:blipFill>
            <a:blip r:embed="rId5" cstate="print"/>
            <a:stretch>
              <a:fillRect/>
            </a:stretch>
          </p:blipFill>
          <p:spPr>
            <a:xfrm>
              <a:off x="5172400" y="11091331"/>
              <a:ext cx="705128" cy="703755"/>
            </a:xfrm>
            <a:prstGeom prst="rect">
              <a:avLst/>
            </a:prstGeom>
          </p:spPr>
        </p:pic>
        <p:pic>
          <p:nvPicPr>
            <p:cNvPr id="18" name="object 18"/>
            <p:cNvPicPr/>
            <p:nvPr/>
          </p:nvPicPr>
          <p:blipFill>
            <a:blip r:embed="rId6" cstate="print"/>
            <a:stretch>
              <a:fillRect/>
            </a:stretch>
          </p:blipFill>
          <p:spPr>
            <a:xfrm>
              <a:off x="7438890" y="11091331"/>
              <a:ext cx="705129" cy="703755"/>
            </a:xfrm>
            <a:prstGeom prst="rect">
              <a:avLst/>
            </a:prstGeom>
          </p:spPr>
        </p:pic>
        <p:sp>
          <p:nvSpPr>
            <p:cNvPr id="19" name="object 19"/>
            <p:cNvSpPr/>
            <p:nvPr/>
          </p:nvSpPr>
          <p:spPr>
            <a:xfrm>
              <a:off x="5664200" y="9207500"/>
              <a:ext cx="2019300" cy="2019300"/>
            </a:xfrm>
            <a:custGeom>
              <a:avLst/>
              <a:gdLst/>
              <a:ahLst/>
              <a:cxnLst/>
              <a:rect l="l" t="t" r="r" b="b"/>
              <a:pathLst>
                <a:path w="2019300" h="2019300">
                  <a:moveTo>
                    <a:pt x="1009650" y="0"/>
                  </a:moveTo>
                  <a:lnTo>
                    <a:pt x="962121" y="1098"/>
                  </a:lnTo>
                  <a:lnTo>
                    <a:pt x="915157" y="4363"/>
                  </a:lnTo>
                  <a:lnTo>
                    <a:pt x="868808" y="9745"/>
                  </a:lnTo>
                  <a:lnTo>
                    <a:pt x="823122" y="17195"/>
                  </a:lnTo>
                  <a:lnTo>
                    <a:pt x="778146" y="26665"/>
                  </a:lnTo>
                  <a:lnTo>
                    <a:pt x="733930" y="38107"/>
                  </a:lnTo>
                  <a:lnTo>
                    <a:pt x="690522" y="51472"/>
                  </a:lnTo>
                  <a:lnTo>
                    <a:pt x="647971" y="66712"/>
                  </a:lnTo>
                  <a:lnTo>
                    <a:pt x="606324" y="83778"/>
                  </a:lnTo>
                  <a:lnTo>
                    <a:pt x="565631" y="102622"/>
                  </a:lnTo>
                  <a:lnTo>
                    <a:pt x="525940" y="123194"/>
                  </a:lnTo>
                  <a:lnTo>
                    <a:pt x="487300" y="145448"/>
                  </a:lnTo>
                  <a:lnTo>
                    <a:pt x="449758" y="169334"/>
                  </a:lnTo>
                  <a:lnTo>
                    <a:pt x="413364" y="194804"/>
                  </a:lnTo>
                  <a:lnTo>
                    <a:pt x="378165" y="221808"/>
                  </a:lnTo>
                  <a:lnTo>
                    <a:pt x="344211" y="250300"/>
                  </a:lnTo>
                  <a:lnTo>
                    <a:pt x="311550" y="280230"/>
                  </a:lnTo>
                  <a:lnTo>
                    <a:pt x="280230" y="311550"/>
                  </a:lnTo>
                  <a:lnTo>
                    <a:pt x="250300" y="344211"/>
                  </a:lnTo>
                  <a:lnTo>
                    <a:pt x="221808" y="378165"/>
                  </a:lnTo>
                  <a:lnTo>
                    <a:pt x="194804" y="413364"/>
                  </a:lnTo>
                  <a:lnTo>
                    <a:pt x="169334" y="449758"/>
                  </a:lnTo>
                  <a:lnTo>
                    <a:pt x="145448" y="487300"/>
                  </a:lnTo>
                  <a:lnTo>
                    <a:pt x="123194" y="525940"/>
                  </a:lnTo>
                  <a:lnTo>
                    <a:pt x="102622" y="565631"/>
                  </a:lnTo>
                  <a:lnTo>
                    <a:pt x="83778" y="606324"/>
                  </a:lnTo>
                  <a:lnTo>
                    <a:pt x="66712" y="647971"/>
                  </a:lnTo>
                  <a:lnTo>
                    <a:pt x="51472" y="690522"/>
                  </a:lnTo>
                  <a:lnTo>
                    <a:pt x="38107" y="733930"/>
                  </a:lnTo>
                  <a:lnTo>
                    <a:pt x="26665" y="778146"/>
                  </a:lnTo>
                  <a:lnTo>
                    <a:pt x="17195" y="823122"/>
                  </a:lnTo>
                  <a:lnTo>
                    <a:pt x="9745" y="868808"/>
                  </a:lnTo>
                  <a:lnTo>
                    <a:pt x="4363" y="915157"/>
                  </a:lnTo>
                  <a:lnTo>
                    <a:pt x="1098" y="962121"/>
                  </a:lnTo>
                  <a:lnTo>
                    <a:pt x="0" y="1009650"/>
                  </a:lnTo>
                  <a:lnTo>
                    <a:pt x="1098" y="1057178"/>
                  </a:lnTo>
                  <a:lnTo>
                    <a:pt x="4363" y="1104142"/>
                  </a:lnTo>
                  <a:lnTo>
                    <a:pt x="9745" y="1150491"/>
                  </a:lnTo>
                  <a:lnTo>
                    <a:pt x="17195" y="1196177"/>
                  </a:lnTo>
                  <a:lnTo>
                    <a:pt x="26665" y="1241153"/>
                  </a:lnTo>
                  <a:lnTo>
                    <a:pt x="38107" y="1285369"/>
                  </a:lnTo>
                  <a:lnTo>
                    <a:pt x="51472" y="1328777"/>
                  </a:lnTo>
                  <a:lnTo>
                    <a:pt x="66712" y="1371328"/>
                  </a:lnTo>
                  <a:lnTo>
                    <a:pt x="83778" y="1412975"/>
                  </a:lnTo>
                  <a:lnTo>
                    <a:pt x="102622" y="1453668"/>
                  </a:lnTo>
                  <a:lnTo>
                    <a:pt x="123194" y="1493359"/>
                  </a:lnTo>
                  <a:lnTo>
                    <a:pt x="145448" y="1531999"/>
                  </a:lnTo>
                  <a:lnTo>
                    <a:pt x="169334" y="1569541"/>
                  </a:lnTo>
                  <a:lnTo>
                    <a:pt x="194804" y="1605935"/>
                  </a:lnTo>
                  <a:lnTo>
                    <a:pt x="221808" y="1641134"/>
                  </a:lnTo>
                  <a:lnTo>
                    <a:pt x="250300" y="1675088"/>
                  </a:lnTo>
                  <a:lnTo>
                    <a:pt x="280230" y="1707749"/>
                  </a:lnTo>
                  <a:lnTo>
                    <a:pt x="311550" y="1739069"/>
                  </a:lnTo>
                  <a:lnTo>
                    <a:pt x="344211" y="1768999"/>
                  </a:lnTo>
                  <a:lnTo>
                    <a:pt x="378165" y="1797491"/>
                  </a:lnTo>
                  <a:lnTo>
                    <a:pt x="413364" y="1824495"/>
                  </a:lnTo>
                  <a:lnTo>
                    <a:pt x="449758" y="1849965"/>
                  </a:lnTo>
                  <a:lnTo>
                    <a:pt x="487300" y="1873851"/>
                  </a:lnTo>
                  <a:lnTo>
                    <a:pt x="525940" y="1896105"/>
                  </a:lnTo>
                  <a:lnTo>
                    <a:pt x="565631" y="1916677"/>
                  </a:lnTo>
                  <a:lnTo>
                    <a:pt x="606324" y="1935521"/>
                  </a:lnTo>
                  <a:lnTo>
                    <a:pt x="647971" y="1952587"/>
                  </a:lnTo>
                  <a:lnTo>
                    <a:pt x="690522" y="1967827"/>
                  </a:lnTo>
                  <a:lnTo>
                    <a:pt x="733930" y="1981192"/>
                  </a:lnTo>
                  <a:lnTo>
                    <a:pt x="778146" y="1992634"/>
                  </a:lnTo>
                  <a:lnTo>
                    <a:pt x="823122" y="2002104"/>
                  </a:lnTo>
                  <a:lnTo>
                    <a:pt x="868808" y="2009554"/>
                  </a:lnTo>
                  <a:lnTo>
                    <a:pt x="915157" y="2014936"/>
                  </a:lnTo>
                  <a:lnTo>
                    <a:pt x="962121" y="2018201"/>
                  </a:lnTo>
                  <a:lnTo>
                    <a:pt x="1009650" y="2019300"/>
                  </a:lnTo>
                  <a:lnTo>
                    <a:pt x="1057178" y="2018201"/>
                  </a:lnTo>
                  <a:lnTo>
                    <a:pt x="1104142" y="2014936"/>
                  </a:lnTo>
                  <a:lnTo>
                    <a:pt x="1150491" y="2009554"/>
                  </a:lnTo>
                  <a:lnTo>
                    <a:pt x="1196177" y="2002104"/>
                  </a:lnTo>
                  <a:lnTo>
                    <a:pt x="1241153" y="1992634"/>
                  </a:lnTo>
                  <a:lnTo>
                    <a:pt x="1285369" y="1981192"/>
                  </a:lnTo>
                  <a:lnTo>
                    <a:pt x="1328777" y="1967827"/>
                  </a:lnTo>
                  <a:lnTo>
                    <a:pt x="1371328" y="1952587"/>
                  </a:lnTo>
                  <a:lnTo>
                    <a:pt x="1412975" y="1935521"/>
                  </a:lnTo>
                  <a:lnTo>
                    <a:pt x="1453668" y="1916677"/>
                  </a:lnTo>
                  <a:lnTo>
                    <a:pt x="1493359" y="1896105"/>
                  </a:lnTo>
                  <a:lnTo>
                    <a:pt x="1531999" y="1873851"/>
                  </a:lnTo>
                  <a:lnTo>
                    <a:pt x="1569541" y="1849965"/>
                  </a:lnTo>
                  <a:lnTo>
                    <a:pt x="1605935" y="1824495"/>
                  </a:lnTo>
                  <a:lnTo>
                    <a:pt x="1641134" y="1797491"/>
                  </a:lnTo>
                  <a:lnTo>
                    <a:pt x="1675088" y="1768999"/>
                  </a:lnTo>
                  <a:lnTo>
                    <a:pt x="1707749" y="1739069"/>
                  </a:lnTo>
                  <a:lnTo>
                    <a:pt x="1739069" y="1707749"/>
                  </a:lnTo>
                  <a:lnTo>
                    <a:pt x="1768999" y="1675088"/>
                  </a:lnTo>
                  <a:lnTo>
                    <a:pt x="1797491" y="1641134"/>
                  </a:lnTo>
                  <a:lnTo>
                    <a:pt x="1824495" y="1605935"/>
                  </a:lnTo>
                  <a:lnTo>
                    <a:pt x="1849965" y="1569541"/>
                  </a:lnTo>
                  <a:lnTo>
                    <a:pt x="1873851" y="1531999"/>
                  </a:lnTo>
                  <a:lnTo>
                    <a:pt x="1896105" y="1493359"/>
                  </a:lnTo>
                  <a:lnTo>
                    <a:pt x="1916677" y="1453668"/>
                  </a:lnTo>
                  <a:lnTo>
                    <a:pt x="1935521" y="1412975"/>
                  </a:lnTo>
                  <a:lnTo>
                    <a:pt x="1952587" y="1371328"/>
                  </a:lnTo>
                  <a:lnTo>
                    <a:pt x="1967827" y="1328777"/>
                  </a:lnTo>
                  <a:lnTo>
                    <a:pt x="1981192" y="1285369"/>
                  </a:lnTo>
                  <a:lnTo>
                    <a:pt x="1992634" y="1241153"/>
                  </a:lnTo>
                  <a:lnTo>
                    <a:pt x="2002104" y="1196177"/>
                  </a:lnTo>
                  <a:lnTo>
                    <a:pt x="2009554" y="1150491"/>
                  </a:lnTo>
                  <a:lnTo>
                    <a:pt x="2014936" y="1104142"/>
                  </a:lnTo>
                  <a:lnTo>
                    <a:pt x="2018201" y="1057178"/>
                  </a:lnTo>
                  <a:lnTo>
                    <a:pt x="2019300" y="1009650"/>
                  </a:lnTo>
                  <a:lnTo>
                    <a:pt x="2018201" y="962121"/>
                  </a:lnTo>
                  <a:lnTo>
                    <a:pt x="2014936" y="915157"/>
                  </a:lnTo>
                  <a:lnTo>
                    <a:pt x="2009554" y="868808"/>
                  </a:lnTo>
                  <a:lnTo>
                    <a:pt x="2002104" y="823122"/>
                  </a:lnTo>
                  <a:lnTo>
                    <a:pt x="1992634" y="778146"/>
                  </a:lnTo>
                  <a:lnTo>
                    <a:pt x="1981192" y="733930"/>
                  </a:lnTo>
                  <a:lnTo>
                    <a:pt x="1967827" y="690522"/>
                  </a:lnTo>
                  <a:lnTo>
                    <a:pt x="1952587" y="647971"/>
                  </a:lnTo>
                  <a:lnTo>
                    <a:pt x="1935521" y="606324"/>
                  </a:lnTo>
                  <a:lnTo>
                    <a:pt x="1916677" y="565631"/>
                  </a:lnTo>
                  <a:lnTo>
                    <a:pt x="1896105" y="525940"/>
                  </a:lnTo>
                  <a:lnTo>
                    <a:pt x="1873851" y="487300"/>
                  </a:lnTo>
                  <a:lnTo>
                    <a:pt x="1849965" y="449758"/>
                  </a:lnTo>
                  <a:lnTo>
                    <a:pt x="1824495" y="413364"/>
                  </a:lnTo>
                  <a:lnTo>
                    <a:pt x="1797491" y="378165"/>
                  </a:lnTo>
                  <a:lnTo>
                    <a:pt x="1768999" y="344211"/>
                  </a:lnTo>
                  <a:lnTo>
                    <a:pt x="1739069" y="311550"/>
                  </a:lnTo>
                  <a:lnTo>
                    <a:pt x="1707749" y="280230"/>
                  </a:lnTo>
                  <a:lnTo>
                    <a:pt x="1675088" y="250300"/>
                  </a:lnTo>
                  <a:lnTo>
                    <a:pt x="1641134" y="221808"/>
                  </a:lnTo>
                  <a:lnTo>
                    <a:pt x="1605935" y="194804"/>
                  </a:lnTo>
                  <a:lnTo>
                    <a:pt x="1569541" y="169334"/>
                  </a:lnTo>
                  <a:lnTo>
                    <a:pt x="1531999" y="145448"/>
                  </a:lnTo>
                  <a:lnTo>
                    <a:pt x="1493359" y="123194"/>
                  </a:lnTo>
                  <a:lnTo>
                    <a:pt x="1453668" y="102622"/>
                  </a:lnTo>
                  <a:lnTo>
                    <a:pt x="1412975" y="83778"/>
                  </a:lnTo>
                  <a:lnTo>
                    <a:pt x="1371328" y="66712"/>
                  </a:lnTo>
                  <a:lnTo>
                    <a:pt x="1328777" y="51472"/>
                  </a:lnTo>
                  <a:lnTo>
                    <a:pt x="1285369" y="38107"/>
                  </a:lnTo>
                  <a:lnTo>
                    <a:pt x="1241153" y="26665"/>
                  </a:lnTo>
                  <a:lnTo>
                    <a:pt x="1196177" y="17195"/>
                  </a:lnTo>
                  <a:lnTo>
                    <a:pt x="1150491" y="9745"/>
                  </a:lnTo>
                  <a:lnTo>
                    <a:pt x="1104142" y="4363"/>
                  </a:lnTo>
                  <a:lnTo>
                    <a:pt x="1057178" y="1098"/>
                  </a:lnTo>
                  <a:lnTo>
                    <a:pt x="1009650" y="0"/>
                  </a:lnTo>
                  <a:close/>
                </a:path>
              </a:pathLst>
            </a:custGeom>
            <a:solidFill>
              <a:srgbClr val="E9F9F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0" name="object 20"/>
            <p:cNvSpPr/>
            <p:nvPr/>
          </p:nvSpPr>
          <p:spPr>
            <a:xfrm>
              <a:off x="5664200" y="9207500"/>
              <a:ext cx="2019300" cy="2019300"/>
            </a:xfrm>
            <a:custGeom>
              <a:avLst/>
              <a:gdLst/>
              <a:ahLst/>
              <a:cxnLst/>
              <a:rect l="l" t="t" r="r" b="b"/>
              <a:pathLst>
                <a:path w="2019300" h="2019300">
                  <a:moveTo>
                    <a:pt x="1009650" y="2019300"/>
                  </a:moveTo>
                  <a:lnTo>
                    <a:pt x="1057178" y="2018201"/>
                  </a:lnTo>
                  <a:lnTo>
                    <a:pt x="1104142" y="2014936"/>
                  </a:lnTo>
                  <a:lnTo>
                    <a:pt x="1150491" y="2009554"/>
                  </a:lnTo>
                  <a:lnTo>
                    <a:pt x="1196177" y="2002104"/>
                  </a:lnTo>
                  <a:lnTo>
                    <a:pt x="1241153" y="1992634"/>
                  </a:lnTo>
                  <a:lnTo>
                    <a:pt x="1285369" y="1981192"/>
                  </a:lnTo>
                  <a:lnTo>
                    <a:pt x="1328777" y="1967827"/>
                  </a:lnTo>
                  <a:lnTo>
                    <a:pt x="1371328" y="1952587"/>
                  </a:lnTo>
                  <a:lnTo>
                    <a:pt x="1412975" y="1935521"/>
                  </a:lnTo>
                  <a:lnTo>
                    <a:pt x="1453668" y="1916677"/>
                  </a:lnTo>
                  <a:lnTo>
                    <a:pt x="1493359" y="1896105"/>
                  </a:lnTo>
                  <a:lnTo>
                    <a:pt x="1531999" y="1873851"/>
                  </a:lnTo>
                  <a:lnTo>
                    <a:pt x="1569541" y="1849965"/>
                  </a:lnTo>
                  <a:lnTo>
                    <a:pt x="1605935" y="1824495"/>
                  </a:lnTo>
                  <a:lnTo>
                    <a:pt x="1641134" y="1797491"/>
                  </a:lnTo>
                  <a:lnTo>
                    <a:pt x="1675088" y="1768999"/>
                  </a:lnTo>
                  <a:lnTo>
                    <a:pt x="1707749" y="1739069"/>
                  </a:lnTo>
                  <a:lnTo>
                    <a:pt x="1739069" y="1707749"/>
                  </a:lnTo>
                  <a:lnTo>
                    <a:pt x="1768999" y="1675088"/>
                  </a:lnTo>
                  <a:lnTo>
                    <a:pt x="1797491" y="1641134"/>
                  </a:lnTo>
                  <a:lnTo>
                    <a:pt x="1824495" y="1605935"/>
                  </a:lnTo>
                  <a:lnTo>
                    <a:pt x="1849965" y="1569541"/>
                  </a:lnTo>
                  <a:lnTo>
                    <a:pt x="1873851" y="1531999"/>
                  </a:lnTo>
                  <a:lnTo>
                    <a:pt x="1896105" y="1493359"/>
                  </a:lnTo>
                  <a:lnTo>
                    <a:pt x="1916677" y="1453668"/>
                  </a:lnTo>
                  <a:lnTo>
                    <a:pt x="1935521" y="1412975"/>
                  </a:lnTo>
                  <a:lnTo>
                    <a:pt x="1952587" y="1371328"/>
                  </a:lnTo>
                  <a:lnTo>
                    <a:pt x="1967827" y="1328777"/>
                  </a:lnTo>
                  <a:lnTo>
                    <a:pt x="1981192" y="1285369"/>
                  </a:lnTo>
                  <a:lnTo>
                    <a:pt x="1992634" y="1241153"/>
                  </a:lnTo>
                  <a:lnTo>
                    <a:pt x="2002104" y="1196177"/>
                  </a:lnTo>
                  <a:lnTo>
                    <a:pt x="2009554" y="1150491"/>
                  </a:lnTo>
                  <a:lnTo>
                    <a:pt x="2014936" y="1104142"/>
                  </a:lnTo>
                  <a:lnTo>
                    <a:pt x="2018201" y="1057178"/>
                  </a:lnTo>
                  <a:lnTo>
                    <a:pt x="2019300" y="1009650"/>
                  </a:lnTo>
                  <a:lnTo>
                    <a:pt x="2018201" y="962121"/>
                  </a:lnTo>
                  <a:lnTo>
                    <a:pt x="2014936" y="915157"/>
                  </a:lnTo>
                  <a:lnTo>
                    <a:pt x="2009554" y="868808"/>
                  </a:lnTo>
                  <a:lnTo>
                    <a:pt x="2002104" y="823122"/>
                  </a:lnTo>
                  <a:lnTo>
                    <a:pt x="1992634" y="778146"/>
                  </a:lnTo>
                  <a:lnTo>
                    <a:pt x="1981192" y="733930"/>
                  </a:lnTo>
                  <a:lnTo>
                    <a:pt x="1967827" y="690522"/>
                  </a:lnTo>
                  <a:lnTo>
                    <a:pt x="1952587" y="647971"/>
                  </a:lnTo>
                  <a:lnTo>
                    <a:pt x="1935521" y="606324"/>
                  </a:lnTo>
                  <a:lnTo>
                    <a:pt x="1916677" y="565631"/>
                  </a:lnTo>
                  <a:lnTo>
                    <a:pt x="1896105" y="525940"/>
                  </a:lnTo>
                  <a:lnTo>
                    <a:pt x="1873851" y="487299"/>
                  </a:lnTo>
                  <a:lnTo>
                    <a:pt x="1849965" y="449758"/>
                  </a:lnTo>
                  <a:lnTo>
                    <a:pt x="1824495" y="413363"/>
                  </a:lnTo>
                  <a:lnTo>
                    <a:pt x="1797491" y="378165"/>
                  </a:lnTo>
                  <a:lnTo>
                    <a:pt x="1768999" y="344211"/>
                  </a:lnTo>
                  <a:lnTo>
                    <a:pt x="1739069" y="311550"/>
                  </a:lnTo>
                  <a:lnTo>
                    <a:pt x="1707749" y="280230"/>
                  </a:lnTo>
                  <a:lnTo>
                    <a:pt x="1675088" y="250300"/>
                  </a:lnTo>
                  <a:lnTo>
                    <a:pt x="1641134" y="221808"/>
                  </a:lnTo>
                  <a:lnTo>
                    <a:pt x="1605935" y="194803"/>
                  </a:lnTo>
                  <a:lnTo>
                    <a:pt x="1569541" y="169334"/>
                  </a:lnTo>
                  <a:lnTo>
                    <a:pt x="1531999" y="145448"/>
                  </a:lnTo>
                  <a:lnTo>
                    <a:pt x="1493359" y="123194"/>
                  </a:lnTo>
                  <a:lnTo>
                    <a:pt x="1453668" y="102621"/>
                  </a:lnTo>
                  <a:lnTo>
                    <a:pt x="1412975" y="83778"/>
                  </a:lnTo>
                  <a:lnTo>
                    <a:pt x="1371328" y="66712"/>
                  </a:lnTo>
                  <a:lnTo>
                    <a:pt x="1328777" y="51472"/>
                  </a:lnTo>
                  <a:lnTo>
                    <a:pt x="1285369" y="38107"/>
                  </a:lnTo>
                  <a:lnTo>
                    <a:pt x="1241153" y="26665"/>
                  </a:lnTo>
                  <a:lnTo>
                    <a:pt x="1196177" y="17195"/>
                  </a:lnTo>
                  <a:lnTo>
                    <a:pt x="1150491" y="9745"/>
                  </a:lnTo>
                  <a:lnTo>
                    <a:pt x="1104142" y="4363"/>
                  </a:lnTo>
                  <a:lnTo>
                    <a:pt x="1057178" y="1098"/>
                  </a:lnTo>
                  <a:lnTo>
                    <a:pt x="1009650" y="0"/>
                  </a:lnTo>
                  <a:lnTo>
                    <a:pt x="962121" y="1098"/>
                  </a:lnTo>
                  <a:lnTo>
                    <a:pt x="915157" y="4363"/>
                  </a:lnTo>
                  <a:lnTo>
                    <a:pt x="868808" y="9745"/>
                  </a:lnTo>
                  <a:lnTo>
                    <a:pt x="823122" y="17195"/>
                  </a:lnTo>
                  <a:lnTo>
                    <a:pt x="778146" y="26665"/>
                  </a:lnTo>
                  <a:lnTo>
                    <a:pt x="733930" y="38107"/>
                  </a:lnTo>
                  <a:lnTo>
                    <a:pt x="690522" y="51472"/>
                  </a:lnTo>
                  <a:lnTo>
                    <a:pt x="647971" y="66712"/>
                  </a:lnTo>
                  <a:lnTo>
                    <a:pt x="606324" y="83778"/>
                  </a:lnTo>
                  <a:lnTo>
                    <a:pt x="565631" y="102621"/>
                  </a:lnTo>
                  <a:lnTo>
                    <a:pt x="525940" y="123194"/>
                  </a:lnTo>
                  <a:lnTo>
                    <a:pt x="487299" y="145448"/>
                  </a:lnTo>
                  <a:lnTo>
                    <a:pt x="449758" y="169334"/>
                  </a:lnTo>
                  <a:lnTo>
                    <a:pt x="413363" y="194803"/>
                  </a:lnTo>
                  <a:lnTo>
                    <a:pt x="378165" y="221808"/>
                  </a:lnTo>
                  <a:lnTo>
                    <a:pt x="344211" y="250300"/>
                  </a:lnTo>
                  <a:lnTo>
                    <a:pt x="311550" y="280230"/>
                  </a:lnTo>
                  <a:lnTo>
                    <a:pt x="280230" y="311550"/>
                  </a:lnTo>
                  <a:lnTo>
                    <a:pt x="250300" y="344211"/>
                  </a:lnTo>
                  <a:lnTo>
                    <a:pt x="221808" y="378165"/>
                  </a:lnTo>
                  <a:lnTo>
                    <a:pt x="194803" y="413363"/>
                  </a:lnTo>
                  <a:lnTo>
                    <a:pt x="169334" y="449758"/>
                  </a:lnTo>
                  <a:lnTo>
                    <a:pt x="145448" y="487299"/>
                  </a:lnTo>
                  <a:lnTo>
                    <a:pt x="123194" y="525940"/>
                  </a:lnTo>
                  <a:lnTo>
                    <a:pt x="102621" y="565631"/>
                  </a:lnTo>
                  <a:lnTo>
                    <a:pt x="83778" y="606324"/>
                  </a:lnTo>
                  <a:lnTo>
                    <a:pt x="66712" y="647971"/>
                  </a:lnTo>
                  <a:lnTo>
                    <a:pt x="51472" y="690522"/>
                  </a:lnTo>
                  <a:lnTo>
                    <a:pt x="38107" y="733930"/>
                  </a:lnTo>
                  <a:lnTo>
                    <a:pt x="26665" y="778146"/>
                  </a:lnTo>
                  <a:lnTo>
                    <a:pt x="17195" y="823122"/>
                  </a:lnTo>
                  <a:lnTo>
                    <a:pt x="9745" y="868808"/>
                  </a:lnTo>
                  <a:lnTo>
                    <a:pt x="4363" y="915157"/>
                  </a:lnTo>
                  <a:lnTo>
                    <a:pt x="1098" y="962121"/>
                  </a:lnTo>
                  <a:lnTo>
                    <a:pt x="0" y="1009650"/>
                  </a:lnTo>
                  <a:lnTo>
                    <a:pt x="1098" y="1057178"/>
                  </a:lnTo>
                  <a:lnTo>
                    <a:pt x="4363" y="1104142"/>
                  </a:lnTo>
                  <a:lnTo>
                    <a:pt x="9745" y="1150491"/>
                  </a:lnTo>
                  <a:lnTo>
                    <a:pt x="17195" y="1196177"/>
                  </a:lnTo>
                  <a:lnTo>
                    <a:pt x="26665" y="1241153"/>
                  </a:lnTo>
                  <a:lnTo>
                    <a:pt x="38107" y="1285369"/>
                  </a:lnTo>
                  <a:lnTo>
                    <a:pt x="51472" y="1328777"/>
                  </a:lnTo>
                  <a:lnTo>
                    <a:pt x="66712" y="1371328"/>
                  </a:lnTo>
                  <a:lnTo>
                    <a:pt x="83778" y="1412975"/>
                  </a:lnTo>
                  <a:lnTo>
                    <a:pt x="102621" y="1453668"/>
                  </a:lnTo>
                  <a:lnTo>
                    <a:pt x="123194" y="1493359"/>
                  </a:lnTo>
                  <a:lnTo>
                    <a:pt x="145448" y="1531999"/>
                  </a:lnTo>
                  <a:lnTo>
                    <a:pt x="169334" y="1569541"/>
                  </a:lnTo>
                  <a:lnTo>
                    <a:pt x="194803" y="1605935"/>
                  </a:lnTo>
                  <a:lnTo>
                    <a:pt x="221808" y="1641134"/>
                  </a:lnTo>
                  <a:lnTo>
                    <a:pt x="250300" y="1675088"/>
                  </a:lnTo>
                  <a:lnTo>
                    <a:pt x="280230" y="1707749"/>
                  </a:lnTo>
                  <a:lnTo>
                    <a:pt x="311550" y="1739069"/>
                  </a:lnTo>
                  <a:lnTo>
                    <a:pt x="344211" y="1768999"/>
                  </a:lnTo>
                  <a:lnTo>
                    <a:pt x="378165" y="1797491"/>
                  </a:lnTo>
                  <a:lnTo>
                    <a:pt x="413363" y="1824495"/>
                  </a:lnTo>
                  <a:lnTo>
                    <a:pt x="449758" y="1849965"/>
                  </a:lnTo>
                  <a:lnTo>
                    <a:pt x="487299" y="1873851"/>
                  </a:lnTo>
                  <a:lnTo>
                    <a:pt x="525940" y="1896105"/>
                  </a:lnTo>
                  <a:lnTo>
                    <a:pt x="565631" y="1916677"/>
                  </a:lnTo>
                  <a:lnTo>
                    <a:pt x="606324" y="1935521"/>
                  </a:lnTo>
                  <a:lnTo>
                    <a:pt x="647971" y="1952587"/>
                  </a:lnTo>
                  <a:lnTo>
                    <a:pt x="690522" y="1967827"/>
                  </a:lnTo>
                  <a:lnTo>
                    <a:pt x="733930" y="1981192"/>
                  </a:lnTo>
                  <a:lnTo>
                    <a:pt x="778146" y="1992634"/>
                  </a:lnTo>
                  <a:lnTo>
                    <a:pt x="823122" y="2002104"/>
                  </a:lnTo>
                  <a:lnTo>
                    <a:pt x="868808" y="2009554"/>
                  </a:lnTo>
                  <a:lnTo>
                    <a:pt x="915157" y="2014936"/>
                  </a:lnTo>
                  <a:lnTo>
                    <a:pt x="962121" y="2018201"/>
                  </a:lnTo>
                  <a:lnTo>
                    <a:pt x="1009650" y="2019300"/>
                  </a:lnTo>
                  <a:close/>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 name="object 21"/>
            <p:cNvSpPr/>
            <p:nvPr/>
          </p:nvSpPr>
          <p:spPr>
            <a:xfrm>
              <a:off x="3530600" y="9550399"/>
              <a:ext cx="8775700" cy="1333500"/>
            </a:xfrm>
            <a:custGeom>
              <a:avLst/>
              <a:gdLst/>
              <a:ahLst/>
              <a:cxnLst/>
              <a:rect l="l" t="t" r="r" b="b"/>
              <a:pathLst>
                <a:path w="8775700" h="1333500">
                  <a:moveTo>
                    <a:pt x="1333500" y="666750"/>
                  </a:moveTo>
                  <a:lnTo>
                    <a:pt x="1331823" y="619137"/>
                  </a:lnTo>
                  <a:lnTo>
                    <a:pt x="1326870" y="572427"/>
                  </a:lnTo>
                  <a:lnTo>
                    <a:pt x="1318768" y="526732"/>
                  </a:lnTo>
                  <a:lnTo>
                    <a:pt x="1307604" y="482168"/>
                  </a:lnTo>
                  <a:lnTo>
                    <a:pt x="1293520" y="438835"/>
                  </a:lnTo>
                  <a:lnTo>
                    <a:pt x="1276616" y="396862"/>
                  </a:lnTo>
                  <a:lnTo>
                    <a:pt x="1256995" y="356362"/>
                  </a:lnTo>
                  <a:lnTo>
                    <a:pt x="1234770" y="317449"/>
                  </a:lnTo>
                  <a:lnTo>
                    <a:pt x="1210081" y="280212"/>
                  </a:lnTo>
                  <a:lnTo>
                    <a:pt x="1183005" y="244792"/>
                  </a:lnTo>
                  <a:lnTo>
                    <a:pt x="1153680" y="211289"/>
                  </a:lnTo>
                  <a:lnTo>
                    <a:pt x="1122210" y="179819"/>
                  </a:lnTo>
                  <a:lnTo>
                    <a:pt x="1088707" y="150495"/>
                  </a:lnTo>
                  <a:lnTo>
                    <a:pt x="1053287" y="123418"/>
                  </a:lnTo>
                  <a:lnTo>
                    <a:pt x="1016050" y="98729"/>
                  </a:lnTo>
                  <a:lnTo>
                    <a:pt x="977138" y="76504"/>
                  </a:lnTo>
                  <a:lnTo>
                    <a:pt x="936637" y="56883"/>
                  </a:lnTo>
                  <a:lnTo>
                    <a:pt x="894664" y="39979"/>
                  </a:lnTo>
                  <a:lnTo>
                    <a:pt x="851331" y="25895"/>
                  </a:lnTo>
                  <a:lnTo>
                    <a:pt x="806767" y="14732"/>
                  </a:lnTo>
                  <a:lnTo>
                    <a:pt x="761072" y="6629"/>
                  </a:lnTo>
                  <a:lnTo>
                    <a:pt x="714362" y="1676"/>
                  </a:lnTo>
                  <a:lnTo>
                    <a:pt x="666750" y="0"/>
                  </a:lnTo>
                  <a:lnTo>
                    <a:pt x="619125" y="1676"/>
                  </a:lnTo>
                  <a:lnTo>
                    <a:pt x="572414" y="6629"/>
                  </a:lnTo>
                  <a:lnTo>
                    <a:pt x="526719" y="14732"/>
                  </a:lnTo>
                  <a:lnTo>
                    <a:pt x="482155" y="25895"/>
                  </a:lnTo>
                  <a:lnTo>
                    <a:pt x="438823" y="39979"/>
                  </a:lnTo>
                  <a:lnTo>
                    <a:pt x="396849" y="56883"/>
                  </a:lnTo>
                  <a:lnTo>
                    <a:pt x="356349" y="76504"/>
                  </a:lnTo>
                  <a:lnTo>
                    <a:pt x="317436" y="98729"/>
                  </a:lnTo>
                  <a:lnTo>
                    <a:pt x="280200" y="123418"/>
                  </a:lnTo>
                  <a:lnTo>
                    <a:pt x="244779" y="150495"/>
                  </a:lnTo>
                  <a:lnTo>
                    <a:pt x="211277" y="179819"/>
                  </a:lnTo>
                  <a:lnTo>
                    <a:pt x="179806" y="211289"/>
                  </a:lnTo>
                  <a:lnTo>
                    <a:pt x="150482" y="244792"/>
                  </a:lnTo>
                  <a:lnTo>
                    <a:pt x="123405" y="280212"/>
                  </a:lnTo>
                  <a:lnTo>
                    <a:pt x="98717" y="317449"/>
                  </a:lnTo>
                  <a:lnTo>
                    <a:pt x="76492" y="356362"/>
                  </a:lnTo>
                  <a:lnTo>
                    <a:pt x="56870" y="396862"/>
                  </a:lnTo>
                  <a:lnTo>
                    <a:pt x="39966" y="438835"/>
                  </a:lnTo>
                  <a:lnTo>
                    <a:pt x="25882" y="482168"/>
                  </a:lnTo>
                  <a:lnTo>
                    <a:pt x="14719" y="526732"/>
                  </a:lnTo>
                  <a:lnTo>
                    <a:pt x="6616" y="572427"/>
                  </a:lnTo>
                  <a:lnTo>
                    <a:pt x="1663" y="619137"/>
                  </a:lnTo>
                  <a:lnTo>
                    <a:pt x="0" y="666750"/>
                  </a:lnTo>
                  <a:lnTo>
                    <a:pt x="1663" y="714375"/>
                  </a:lnTo>
                  <a:lnTo>
                    <a:pt x="6616" y="761085"/>
                  </a:lnTo>
                  <a:lnTo>
                    <a:pt x="14719" y="806780"/>
                  </a:lnTo>
                  <a:lnTo>
                    <a:pt x="25882" y="851344"/>
                  </a:lnTo>
                  <a:lnTo>
                    <a:pt x="39966" y="894676"/>
                  </a:lnTo>
                  <a:lnTo>
                    <a:pt x="56870" y="936650"/>
                  </a:lnTo>
                  <a:lnTo>
                    <a:pt x="76492" y="977150"/>
                  </a:lnTo>
                  <a:lnTo>
                    <a:pt x="98717" y="1016063"/>
                  </a:lnTo>
                  <a:lnTo>
                    <a:pt x="123405" y="1053299"/>
                  </a:lnTo>
                  <a:lnTo>
                    <a:pt x="150482" y="1088720"/>
                  </a:lnTo>
                  <a:lnTo>
                    <a:pt x="179806" y="1122222"/>
                  </a:lnTo>
                  <a:lnTo>
                    <a:pt x="211277" y="1153693"/>
                  </a:lnTo>
                  <a:lnTo>
                    <a:pt x="244779" y="1183017"/>
                  </a:lnTo>
                  <a:lnTo>
                    <a:pt x="280200" y="1210094"/>
                  </a:lnTo>
                  <a:lnTo>
                    <a:pt x="317436" y="1234782"/>
                  </a:lnTo>
                  <a:lnTo>
                    <a:pt x="356349" y="1257007"/>
                  </a:lnTo>
                  <a:lnTo>
                    <a:pt x="396849" y="1276629"/>
                  </a:lnTo>
                  <a:lnTo>
                    <a:pt x="438823" y="1293533"/>
                  </a:lnTo>
                  <a:lnTo>
                    <a:pt x="482155" y="1307617"/>
                  </a:lnTo>
                  <a:lnTo>
                    <a:pt x="526719" y="1318780"/>
                  </a:lnTo>
                  <a:lnTo>
                    <a:pt x="572414" y="1326883"/>
                  </a:lnTo>
                  <a:lnTo>
                    <a:pt x="619125" y="1331836"/>
                  </a:lnTo>
                  <a:lnTo>
                    <a:pt x="666750" y="1333500"/>
                  </a:lnTo>
                  <a:lnTo>
                    <a:pt x="714362" y="1331836"/>
                  </a:lnTo>
                  <a:lnTo>
                    <a:pt x="761072" y="1326883"/>
                  </a:lnTo>
                  <a:lnTo>
                    <a:pt x="806767" y="1318780"/>
                  </a:lnTo>
                  <a:lnTo>
                    <a:pt x="851331" y="1307617"/>
                  </a:lnTo>
                  <a:lnTo>
                    <a:pt x="894664" y="1293533"/>
                  </a:lnTo>
                  <a:lnTo>
                    <a:pt x="936637" y="1276629"/>
                  </a:lnTo>
                  <a:lnTo>
                    <a:pt x="977138" y="1257007"/>
                  </a:lnTo>
                  <a:lnTo>
                    <a:pt x="1016050" y="1234782"/>
                  </a:lnTo>
                  <a:lnTo>
                    <a:pt x="1053287" y="1210094"/>
                  </a:lnTo>
                  <a:lnTo>
                    <a:pt x="1088707" y="1183017"/>
                  </a:lnTo>
                  <a:lnTo>
                    <a:pt x="1122210" y="1153693"/>
                  </a:lnTo>
                  <a:lnTo>
                    <a:pt x="1153680" y="1122222"/>
                  </a:lnTo>
                  <a:lnTo>
                    <a:pt x="1183005" y="1088720"/>
                  </a:lnTo>
                  <a:lnTo>
                    <a:pt x="1210081" y="1053299"/>
                  </a:lnTo>
                  <a:lnTo>
                    <a:pt x="1234770" y="1016063"/>
                  </a:lnTo>
                  <a:lnTo>
                    <a:pt x="1256995" y="977150"/>
                  </a:lnTo>
                  <a:lnTo>
                    <a:pt x="1276616" y="936650"/>
                  </a:lnTo>
                  <a:lnTo>
                    <a:pt x="1293520" y="894676"/>
                  </a:lnTo>
                  <a:lnTo>
                    <a:pt x="1307604" y="851344"/>
                  </a:lnTo>
                  <a:lnTo>
                    <a:pt x="1318768" y="806780"/>
                  </a:lnTo>
                  <a:lnTo>
                    <a:pt x="1326870" y="761085"/>
                  </a:lnTo>
                  <a:lnTo>
                    <a:pt x="1331823" y="714375"/>
                  </a:lnTo>
                  <a:lnTo>
                    <a:pt x="1333500" y="666750"/>
                  </a:lnTo>
                  <a:close/>
                </a:path>
                <a:path w="8775700" h="1333500">
                  <a:moveTo>
                    <a:pt x="3810000" y="666750"/>
                  </a:moveTo>
                  <a:lnTo>
                    <a:pt x="3808323" y="619137"/>
                  </a:lnTo>
                  <a:lnTo>
                    <a:pt x="3803370" y="572427"/>
                  </a:lnTo>
                  <a:lnTo>
                    <a:pt x="3795268" y="526732"/>
                  </a:lnTo>
                  <a:lnTo>
                    <a:pt x="3784104" y="482168"/>
                  </a:lnTo>
                  <a:lnTo>
                    <a:pt x="3770020" y="438835"/>
                  </a:lnTo>
                  <a:lnTo>
                    <a:pt x="3753116" y="396862"/>
                  </a:lnTo>
                  <a:lnTo>
                    <a:pt x="3733495" y="356362"/>
                  </a:lnTo>
                  <a:lnTo>
                    <a:pt x="3711270" y="317449"/>
                  </a:lnTo>
                  <a:lnTo>
                    <a:pt x="3686581" y="280212"/>
                  </a:lnTo>
                  <a:lnTo>
                    <a:pt x="3659505" y="244792"/>
                  </a:lnTo>
                  <a:lnTo>
                    <a:pt x="3630180" y="211289"/>
                  </a:lnTo>
                  <a:lnTo>
                    <a:pt x="3598710" y="179819"/>
                  </a:lnTo>
                  <a:lnTo>
                    <a:pt x="3565207" y="150495"/>
                  </a:lnTo>
                  <a:lnTo>
                    <a:pt x="3529787" y="123418"/>
                  </a:lnTo>
                  <a:lnTo>
                    <a:pt x="3492550" y="98729"/>
                  </a:lnTo>
                  <a:lnTo>
                    <a:pt x="3453638" y="76504"/>
                  </a:lnTo>
                  <a:lnTo>
                    <a:pt x="3413137" y="56883"/>
                  </a:lnTo>
                  <a:lnTo>
                    <a:pt x="3371164" y="39979"/>
                  </a:lnTo>
                  <a:lnTo>
                    <a:pt x="3327831" y="25895"/>
                  </a:lnTo>
                  <a:lnTo>
                    <a:pt x="3283267" y="14732"/>
                  </a:lnTo>
                  <a:lnTo>
                    <a:pt x="3237573" y="6629"/>
                  </a:lnTo>
                  <a:lnTo>
                    <a:pt x="3190862" y="1676"/>
                  </a:lnTo>
                  <a:lnTo>
                    <a:pt x="3143250" y="0"/>
                  </a:lnTo>
                  <a:lnTo>
                    <a:pt x="3095625" y="1676"/>
                  </a:lnTo>
                  <a:lnTo>
                    <a:pt x="3048914" y="6629"/>
                  </a:lnTo>
                  <a:lnTo>
                    <a:pt x="3003219" y="14732"/>
                  </a:lnTo>
                  <a:lnTo>
                    <a:pt x="2958655" y="25895"/>
                  </a:lnTo>
                  <a:lnTo>
                    <a:pt x="2915323" y="39979"/>
                  </a:lnTo>
                  <a:lnTo>
                    <a:pt x="2873349" y="56883"/>
                  </a:lnTo>
                  <a:lnTo>
                    <a:pt x="2832849" y="76504"/>
                  </a:lnTo>
                  <a:lnTo>
                    <a:pt x="2793936" y="98729"/>
                  </a:lnTo>
                  <a:lnTo>
                    <a:pt x="2756700" y="123418"/>
                  </a:lnTo>
                  <a:lnTo>
                    <a:pt x="2721279" y="150495"/>
                  </a:lnTo>
                  <a:lnTo>
                    <a:pt x="2687777" y="179819"/>
                  </a:lnTo>
                  <a:lnTo>
                    <a:pt x="2656306" y="211289"/>
                  </a:lnTo>
                  <a:lnTo>
                    <a:pt x="2626982" y="244792"/>
                  </a:lnTo>
                  <a:lnTo>
                    <a:pt x="2599906" y="280212"/>
                  </a:lnTo>
                  <a:lnTo>
                    <a:pt x="2575217" y="317449"/>
                  </a:lnTo>
                  <a:lnTo>
                    <a:pt x="2552992" y="356362"/>
                  </a:lnTo>
                  <a:lnTo>
                    <a:pt x="2533370" y="396862"/>
                  </a:lnTo>
                  <a:lnTo>
                    <a:pt x="2516467" y="438835"/>
                  </a:lnTo>
                  <a:lnTo>
                    <a:pt x="2502382" y="482168"/>
                  </a:lnTo>
                  <a:lnTo>
                    <a:pt x="2491219" y="526732"/>
                  </a:lnTo>
                  <a:lnTo>
                    <a:pt x="2483116" y="572427"/>
                  </a:lnTo>
                  <a:lnTo>
                    <a:pt x="2478163" y="619137"/>
                  </a:lnTo>
                  <a:lnTo>
                    <a:pt x="2476500" y="666750"/>
                  </a:lnTo>
                  <a:lnTo>
                    <a:pt x="2478163" y="714375"/>
                  </a:lnTo>
                  <a:lnTo>
                    <a:pt x="2483116" y="761085"/>
                  </a:lnTo>
                  <a:lnTo>
                    <a:pt x="2491219" y="806780"/>
                  </a:lnTo>
                  <a:lnTo>
                    <a:pt x="2502382" y="851344"/>
                  </a:lnTo>
                  <a:lnTo>
                    <a:pt x="2516467" y="894676"/>
                  </a:lnTo>
                  <a:lnTo>
                    <a:pt x="2533370" y="936650"/>
                  </a:lnTo>
                  <a:lnTo>
                    <a:pt x="2552992" y="977150"/>
                  </a:lnTo>
                  <a:lnTo>
                    <a:pt x="2575217" y="1016063"/>
                  </a:lnTo>
                  <a:lnTo>
                    <a:pt x="2599906" y="1053299"/>
                  </a:lnTo>
                  <a:lnTo>
                    <a:pt x="2626982" y="1088720"/>
                  </a:lnTo>
                  <a:lnTo>
                    <a:pt x="2656306" y="1122222"/>
                  </a:lnTo>
                  <a:lnTo>
                    <a:pt x="2687777" y="1153693"/>
                  </a:lnTo>
                  <a:lnTo>
                    <a:pt x="2721279" y="1183017"/>
                  </a:lnTo>
                  <a:lnTo>
                    <a:pt x="2756700" y="1210094"/>
                  </a:lnTo>
                  <a:lnTo>
                    <a:pt x="2793936" y="1234782"/>
                  </a:lnTo>
                  <a:lnTo>
                    <a:pt x="2832849" y="1257007"/>
                  </a:lnTo>
                  <a:lnTo>
                    <a:pt x="2873349" y="1276629"/>
                  </a:lnTo>
                  <a:lnTo>
                    <a:pt x="2915323" y="1293533"/>
                  </a:lnTo>
                  <a:lnTo>
                    <a:pt x="2958655" y="1307617"/>
                  </a:lnTo>
                  <a:lnTo>
                    <a:pt x="3003219" y="1318780"/>
                  </a:lnTo>
                  <a:lnTo>
                    <a:pt x="3048914" y="1326883"/>
                  </a:lnTo>
                  <a:lnTo>
                    <a:pt x="3095625" y="1331836"/>
                  </a:lnTo>
                  <a:lnTo>
                    <a:pt x="3143250" y="1333500"/>
                  </a:lnTo>
                  <a:lnTo>
                    <a:pt x="3190862" y="1331836"/>
                  </a:lnTo>
                  <a:lnTo>
                    <a:pt x="3237573" y="1326883"/>
                  </a:lnTo>
                  <a:lnTo>
                    <a:pt x="3283267" y="1318780"/>
                  </a:lnTo>
                  <a:lnTo>
                    <a:pt x="3327831" y="1307617"/>
                  </a:lnTo>
                  <a:lnTo>
                    <a:pt x="3371164" y="1293533"/>
                  </a:lnTo>
                  <a:lnTo>
                    <a:pt x="3413137" y="1276629"/>
                  </a:lnTo>
                  <a:lnTo>
                    <a:pt x="3453638" y="1257007"/>
                  </a:lnTo>
                  <a:lnTo>
                    <a:pt x="3492550" y="1234782"/>
                  </a:lnTo>
                  <a:lnTo>
                    <a:pt x="3529787" y="1210094"/>
                  </a:lnTo>
                  <a:lnTo>
                    <a:pt x="3565207" y="1183017"/>
                  </a:lnTo>
                  <a:lnTo>
                    <a:pt x="3598710" y="1153693"/>
                  </a:lnTo>
                  <a:lnTo>
                    <a:pt x="3630180" y="1122222"/>
                  </a:lnTo>
                  <a:lnTo>
                    <a:pt x="3659505" y="1088720"/>
                  </a:lnTo>
                  <a:lnTo>
                    <a:pt x="3686581" y="1053299"/>
                  </a:lnTo>
                  <a:lnTo>
                    <a:pt x="3711270" y="1016063"/>
                  </a:lnTo>
                  <a:lnTo>
                    <a:pt x="3733495" y="977150"/>
                  </a:lnTo>
                  <a:lnTo>
                    <a:pt x="3753116" y="936650"/>
                  </a:lnTo>
                  <a:lnTo>
                    <a:pt x="3770020" y="894676"/>
                  </a:lnTo>
                  <a:lnTo>
                    <a:pt x="3784104" y="851344"/>
                  </a:lnTo>
                  <a:lnTo>
                    <a:pt x="3795268" y="806780"/>
                  </a:lnTo>
                  <a:lnTo>
                    <a:pt x="3803370" y="761085"/>
                  </a:lnTo>
                  <a:lnTo>
                    <a:pt x="3808323" y="714375"/>
                  </a:lnTo>
                  <a:lnTo>
                    <a:pt x="3810000" y="666750"/>
                  </a:lnTo>
                  <a:close/>
                </a:path>
                <a:path w="8775700" h="1333500">
                  <a:moveTo>
                    <a:pt x="8775700" y="666750"/>
                  </a:moveTo>
                  <a:lnTo>
                    <a:pt x="8774024" y="619137"/>
                  </a:lnTo>
                  <a:lnTo>
                    <a:pt x="8769071" y="572427"/>
                  </a:lnTo>
                  <a:lnTo>
                    <a:pt x="8760968" y="526732"/>
                  </a:lnTo>
                  <a:lnTo>
                    <a:pt x="8749805" y="482168"/>
                  </a:lnTo>
                  <a:lnTo>
                    <a:pt x="8735720" y="438835"/>
                  </a:lnTo>
                  <a:lnTo>
                    <a:pt x="8718817" y="396862"/>
                  </a:lnTo>
                  <a:lnTo>
                    <a:pt x="8699195" y="356362"/>
                  </a:lnTo>
                  <a:lnTo>
                    <a:pt x="8676970" y="317449"/>
                  </a:lnTo>
                  <a:lnTo>
                    <a:pt x="8652281" y="280212"/>
                  </a:lnTo>
                  <a:lnTo>
                    <a:pt x="8625205" y="244792"/>
                  </a:lnTo>
                  <a:lnTo>
                    <a:pt x="8595881" y="211289"/>
                  </a:lnTo>
                  <a:lnTo>
                    <a:pt x="8564410" y="179819"/>
                  </a:lnTo>
                  <a:lnTo>
                    <a:pt x="8530907" y="150495"/>
                  </a:lnTo>
                  <a:lnTo>
                    <a:pt x="8495487" y="123418"/>
                  </a:lnTo>
                  <a:lnTo>
                    <a:pt x="8458251" y="98729"/>
                  </a:lnTo>
                  <a:lnTo>
                    <a:pt x="8419338" y="76504"/>
                  </a:lnTo>
                  <a:lnTo>
                    <a:pt x="8378838" y="56883"/>
                  </a:lnTo>
                  <a:lnTo>
                    <a:pt x="8336864" y="39979"/>
                  </a:lnTo>
                  <a:lnTo>
                    <a:pt x="8293532" y="25895"/>
                  </a:lnTo>
                  <a:lnTo>
                    <a:pt x="8248967" y="14732"/>
                  </a:lnTo>
                  <a:lnTo>
                    <a:pt x="8203273" y="6629"/>
                  </a:lnTo>
                  <a:lnTo>
                    <a:pt x="8156562" y="1676"/>
                  </a:lnTo>
                  <a:lnTo>
                    <a:pt x="8108950" y="0"/>
                  </a:lnTo>
                  <a:lnTo>
                    <a:pt x="8061325" y="1676"/>
                  </a:lnTo>
                  <a:lnTo>
                    <a:pt x="8014614" y="6629"/>
                  </a:lnTo>
                  <a:lnTo>
                    <a:pt x="7968920" y="14732"/>
                  </a:lnTo>
                  <a:lnTo>
                    <a:pt x="7924355" y="25895"/>
                  </a:lnTo>
                  <a:lnTo>
                    <a:pt x="7881023" y="39979"/>
                  </a:lnTo>
                  <a:lnTo>
                    <a:pt x="7839049" y="56883"/>
                  </a:lnTo>
                  <a:lnTo>
                    <a:pt x="7798549" y="76504"/>
                  </a:lnTo>
                  <a:lnTo>
                    <a:pt x="7759636" y="98729"/>
                  </a:lnTo>
                  <a:lnTo>
                    <a:pt x="7722400" y="123418"/>
                  </a:lnTo>
                  <a:lnTo>
                    <a:pt x="7686980" y="150495"/>
                  </a:lnTo>
                  <a:lnTo>
                    <a:pt x="7653477" y="179819"/>
                  </a:lnTo>
                  <a:lnTo>
                    <a:pt x="7622006" y="211289"/>
                  </a:lnTo>
                  <a:lnTo>
                    <a:pt x="7592682" y="244792"/>
                  </a:lnTo>
                  <a:lnTo>
                    <a:pt x="7565606" y="280212"/>
                  </a:lnTo>
                  <a:lnTo>
                    <a:pt x="7540917" y="317449"/>
                  </a:lnTo>
                  <a:lnTo>
                    <a:pt x="7518692" y="356362"/>
                  </a:lnTo>
                  <a:lnTo>
                    <a:pt x="7499070" y="396862"/>
                  </a:lnTo>
                  <a:lnTo>
                    <a:pt x="7482167" y="438835"/>
                  </a:lnTo>
                  <a:lnTo>
                    <a:pt x="7468082" y="482168"/>
                  </a:lnTo>
                  <a:lnTo>
                    <a:pt x="7456919" y="526732"/>
                  </a:lnTo>
                  <a:lnTo>
                    <a:pt x="7448817" y="572427"/>
                  </a:lnTo>
                  <a:lnTo>
                    <a:pt x="7443864" y="619137"/>
                  </a:lnTo>
                  <a:lnTo>
                    <a:pt x="7442200" y="666750"/>
                  </a:lnTo>
                  <a:lnTo>
                    <a:pt x="7443864" y="714375"/>
                  </a:lnTo>
                  <a:lnTo>
                    <a:pt x="7448817" y="761085"/>
                  </a:lnTo>
                  <a:lnTo>
                    <a:pt x="7456919" y="806780"/>
                  </a:lnTo>
                  <a:lnTo>
                    <a:pt x="7468082" y="851344"/>
                  </a:lnTo>
                  <a:lnTo>
                    <a:pt x="7482167" y="894676"/>
                  </a:lnTo>
                  <a:lnTo>
                    <a:pt x="7499070" y="936650"/>
                  </a:lnTo>
                  <a:lnTo>
                    <a:pt x="7518692" y="977150"/>
                  </a:lnTo>
                  <a:lnTo>
                    <a:pt x="7540917" y="1016063"/>
                  </a:lnTo>
                  <a:lnTo>
                    <a:pt x="7565606" y="1053299"/>
                  </a:lnTo>
                  <a:lnTo>
                    <a:pt x="7592682" y="1088720"/>
                  </a:lnTo>
                  <a:lnTo>
                    <a:pt x="7622006" y="1122222"/>
                  </a:lnTo>
                  <a:lnTo>
                    <a:pt x="7653477" y="1153693"/>
                  </a:lnTo>
                  <a:lnTo>
                    <a:pt x="7686980" y="1183017"/>
                  </a:lnTo>
                  <a:lnTo>
                    <a:pt x="7722400" y="1210094"/>
                  </a:lnTo>
                  <a:lnTo>
                    <a:pt x="7759636" y="1234782"/>
                  </a:lnTo>
                  <a:lnTo>
                    <a:pt x="7798549" y="1257007"/>
                  </a:lnTo>
                  <a:lnTo>
                    <a:pt x="7839049" y="1276629"/>
                  </a:lnTo>
                  <a:lnTo>
                    <a:pt x="7881023" y="1293533"/>
                  </a:lnTo>
                  <a:lnTo>
                    <a:pt x="7924355" y="1307617"/>
                  </a:lnTo>
                  <a:lnTo>
                    <a:pt x="7968920" y="1318780"/>
                  </a:lnTo>
                  <a:lnTo>
                    <a:pt x="8014614" y="1326883"/>
                  </a:lnTo>
                  <a:lnTo>
                    <a:pt x="8061325" y="1331836"/>
                  </a:lnTo>
                  <a:lnTo>
                    <a:pt x="8108950" y="1333500"/>
                  </a:lnTo>
                  <a:lnTo>
                    <a:pt x="8156562" y="1331836"/>
                  </a:lnTo>
                  <a:lnTo>
                    <a:pt x="8203273" y="1326883"/>
                  </a:lnTo>
                  <a:lnTo>
                    <a:pt x="8248967" y="1318780"/>
                  </a:lnTo>
                  <a:lnTo>
                    <a:pt x="8293532" y="1307617"/>
                  </a:lnTo>
                  <a:lnTo>
                    <a:pt x="8336864" y="1293533"/>
                  </a:lnTo>
                  <a:lnTo>
                    <a:pt x="8378838" y="1276629"/>
                  </a:lnTo>
                  <a:lnTo>
                    <a:pt x="8419338" y="1257007"/>
                  </a:lnTo>
                  <a:lnTo>
                    <a:pt x="8458251" y="1234782"/>
                  </a:lnTo>
                  <a:lnTo>
                    <a:pt x="8495487" y="1210094"/>
                  </a:lnTo>
                  <a:lnTo>
                    <a:pt x="8530907" y="1183017"/>
                  </a:lnTo>
                  <a:lnTo>
                    <a:pt x="8564410" y="1153693"/>
                  </a:lnTo>
                  <a:lnTo>
                    <a:pt x="8595881" y="1122222"/>
                  </a:lnTo>
                  <a:lnTo>
                    <a:pt x="8625205" y="1088720"/>
                  </a:lnTo>
                  <a:lnTo>
                    <a:pt x="8652281" y="1053299"/>
                  </a:lnTo>
                  <a:lnTo>
                    <a:pt x="8676970" y="1016063"/>
                  </a:lnTo>
                  <a:lnTo>
                    <a:pt x="8699195" y="977150"/>
                  </a:lnTo>
                  <a:lnTo>
                    <a:pt x="8718817" y="936650"/>
                  </a:lnTo>
                  <a:lnTo>
                    <a:pt x="8735720" y="894676"/>
                  </a:lnTo>
                  <a:lnTo>
                    <a:pt x="8749805" y="851344"/>
                  </a:lnTo>
                  <a:lnTo>
                    <a:pt x="8760968" y="806780"/>
                  </a:lnTo>
                  <a:lnTo>
                    <a:pt x="8769071" y="761085"/>
                  </a:lnTo>
                  <a:lnTo>
                    <a:pt x="8774024" y="714375"/>
                  </a:lnTo>
                  <a:lnTo>
                    <a:pt x="8775700" y="66675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2" name="object 22"/>
          <p:cNvSpPr txBox="1"/>
          <p:nvPr/>
        </p:nvSpPr>
        <p:spPr>
          <a:xfrm>
            <a:off x="3092970" y="3651250"/>
            <a:ext cx="583248" cy="236855"/>
          </a:xfrm>
          <a:prstGeom prst="rect">
            <a:avLst/>
          </a:prstGeom>
        </p:spPr>
        <p:txBody>
          <a:bodyPr vert="horz" wrap="square" lIns="0" tIns="6350" rIns="0" bIns="0" rtlCol="0">
            <a:spAutoFit/>
          </a:bodyPr>
          <a:lstStyle/>
          <a:p>
            <a:pPr marL="6350">
              <a:spcBef>
                <a:spcPts val="50"/>
              </a:spcBef>
            </a:pPr>
            <a:r>
              <a:rPr sz="1500" spc="-13" dirty="0">
                <a:solidFill>
                  <a:srgbClr val="212121"/>
                </a:solidFill>
                <a:latin typeface="江城圆体 400W" panose="020B0800000000000000" pitchFamily="34" charset="-128"/>
                <a:ea typeface="江城圆体 400W" panose="020B0800000000000000" pitchFamily="34" charset="-128"/>
                <a:cs typeface="Microsoft JhengHei"/>
              </a:rPr>
              <a:t>关注圈</a:t>
            </a:r>
            <a:endParaRPr sz="1500">
              <a:latin typeface="江城圆体 400W" panose="020B0800000000000000" pitchFamily="34" charset="-128"/>
              <a:ea typeface="江城圆体 400W" panose="020B0800000000000000" pitchFamily="34" charset="-128"/>
              <a:cs typeface="Microsoft JhengHei"/>
            </a:endParaRPr>
          </a:p>
        </p:txBody>
      </p:sp>
      <p:sp>
        <p:nvSpPr>
          <p:cNvPr id="23" name="object 23"/>
          <p:cNvSpPr txBox="1"/>
          <p:nvPr/>
        </p:nvSpPr>
        <p:spPr>
          <a:xfrm>
            <a:off x="4807989" y="1752600"/>
            <a:ext cx="1153795" cy="236855"/>
          </a:xfrm>
          <a:prstGeom prst="rect">
            <a:avLst/>
          </a:prstGeom>
        </p:spPr>
        <p:txBody>
          <a:bodyPr vert="horz" wrap="square" lIns="0" tIns="6350" rIns="0" bIns="0" rtlCol="0">
            <a:spAutoFit/>
          </a:bodyPr>
          <a:lstStyle/>
          <a:p>
            <a:pPr marL="6350">
              <a:spcBef>
                <a:spcPts val="50"/>
              </a:spcBef>
            </a:pPr>
            <a:r>
              <a:rPr sz="1500" spc="-10" dirty="0">
                <a:solidFill>
                  <a:srgbClr val="212121"/>
                </a:solidFill>
                <a:latin typeface="江城圆体 400W" panose="020B0800000000000000" pitchFamily="34" charset="-128"/>
                <a:ea typeface="江城圆体 400W" panose="020B0800000000000000" pitchFamily="34" charset="-128"/>
                <a:cs typeface="Microsoft JhengHei"/>
              </a:rPr>
              <a:t>你无法控制的</a:t>
            </a:r>
            <a:endParaRPr sz="1500" dirty="0">
              <a:latin typeface="江城圆体 400W" panose="020B0800000000000000" pitchFamily="34" charset="-128"/>
              <a:ea typeface="江城圆体 400W" panose="020B0800000000000000" pitchFamily="34" charset="-128"/>
              <a:cs typeface="Microsoft JhengHei"/>
            </a:endParaRPr>
          </a:p>
        </p:txBody>
      </p:sp>
      <p:sp>
        <p:nvSpPr>
          <p:cNvPr id="24" name="object 24"/>
          <p:cNvSpPr txBox="1"/>
          <p:nvPr/>
        </p:nvSpPr>
        <p:spPr>
          <a:xfrm>
            <a:off x="839239" y="1784350"/>
            <a:ext cx="1153795" cy="1588770"/>
          </a:xfrm>
          <a:prstGeom prst="rect">
            <a:avLst/>
          </a:prstGeom>
        </p:spPr>
        <p:txBody>
          <a:bodyPr vert="horz" wrap="square" lIns="0" tIns="6350" rIns="0" bIns="0" rtlCol="0">
            <a:spAutoFit/>
          </a:bodyPr>
          <a:lstStyle/>
          <a:p>
            <a:pPr algn="ctr">
              <a:spcBef>
                <a:spcPts val="50"/>
              </a:spcBef>
            </a:pPr>
            <a:r>
              <a:rPr sz="1500" spc="-10" dirty="0">
                <a:solidFill>
                  <a:srgbClr val="212121"/>
                </a:solidFill>
                <a:latin typeface="江城圆体 400W" panose="020B0800000000000000" pitchFamily="34" charset="-128"/>
                <a:ea typeface="江城圆体 400W" panose="020B0800000000000000" pitchFamily="34" charset="-128"/>
                <a:cs typeface="Microsoft JhengHei"/>
              </a:rPr>
              <a:t>你可以影响的</a:t>
            </a:r>
            <a:endParaRPr sz="1500" dirty="0">
              <a:latin typeface="江城圆体 400W" panose="020B0800000000000000" pitchFamily="34" charset="-128"/>
              <a:ea typeface="江城圆体 400W" panose="020B0800000000000000" pitchFamily="34" charset="-128"/>
              <a:cs typeface="Microsoft JhengHei"/>
            </a:endParaRPr>
          </a:p>
          <a:p>
            <a:pPr algn="ctr">
              <a:spcBef>
                <a:spcPts val="850"/>
              </a:spcBef>
            </a:pPr>
            <a:r>
              <a:rPr sz="1200" spc="3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1200" spc="17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心情</a:t>
            </a:r>
            <a:endParaRPr sz="12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210"/>
              </a:spcBef>
            </a:pPr>
            <a:r>
              <a:rPr sz="1200" spc="3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1200" spc="17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健康</a:t>
            </a:r>
            <a:endParaRPr sz="12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210"/>
              </a:spcBef>
            </a:pPr>
            <a:r>
              <a:rPr sz="1200" spc="3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1200" spc="17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习惯</a:t>
            </a:r>
            <a:endParaRPr sz="12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210"/>
              </a:spcBef>
            </a:pPr>
            <a:r>
              <a:rPr sz="1200" spc="3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1200" spc="17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态度</a:t>
            </a:r>
            <a:endParaRPr sz="12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210"/>
              </a:spcBef>
            </a:pPr>
            <a:r>
              <a:rPr sz="12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1200" spc="8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工作方式</a:t>
            </a:r>
            <a:endParaRPr sz="12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210"/>
              </a:spcBef>
            </a:pPr>
            <a:r>
              <a:rPr sz="12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1200" spc="8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生活方式</a:t>
            </a:r>
            <a:endParaRPr sz="12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5" name="object 25"/>
          <p:cNvSpPr txBox="1"/>
          <p:nvPr/>
        </p:nvSpPr>
        <p:spPr>
          <a:xfrm>
            <a:off x="4914900" y="2094230"/>
            <a:ext cx="930190" cy="1275080"/>
          </a:xfrm>
          <a:prstGeom prst="rect">
            <a:avLst/>
          </a:prstGeom>
        </p:spPr>
        <p:txBody>
          <a:bodyPr vert="horz" wrap="square" lIns="0" tIns="33020" rIns="0" bIns="0" rtlCol="0">
            <a:spAutoFit/>
          </a:bodyPr>
          <a:lstStyle/>
          <a:p>
            <a:pPr algn="ctr">
              <a:spcBef>
                <a:spcPts val="260"/>
              </a:spcBef>
            </a:pPr>
            <a:r>
              <a:rPr sz="1200" spc="3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1200" spc="17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天气</a:t>
            </a:r>
            <a:endParaRPr sz="12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210"/>
              </a:spcBef>
            </a:pPr>
            <a:r>
              <a:rPr sz="1200" spc="3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1200" spc="17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政策</a:t>
            </a:r>
            <a:endParaRPr sz="12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210"/>
              </a:spcBef>
            </a:pPr>
            <a:r>
              <a:rPr sz="1200" spc="3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1200" spc="17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经济</a:t>
            </a:r>
            <a:endParaRPr sz="12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210"/>
              </a:spcBef>
            </a:pPr>
            <a:r>
              <a:rPr sz="12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1200" spc="8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公共环境</a:t>
            </a:r>
            <a:endParaRPr sz="12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210"/>
              </a:spcBef>
            </a:pPr>
            <a:r>
              <a:rPr sz="12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1200" spc="8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他人缺点</a:t>
            </a:r>
            <a:endParaRPr sz="12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210"/>
              </a:spcBef>
            </a:pPr>
            <a:r>
              <a:rPr sz="12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1200" spc="8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不可抗力</a:t>
            </a:r>
            <a:endParaRPr sz="12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6" name="object 26"/>
          <p:cNvSpPr txBox="1"/>
          <p:nvPr/>
        </p:nvSpPr>
        <p:spPr>
          <a:xfrm>
            <a:off x="744162" y="3517900"/>
            <a:ext cx="1343978" cy="428625"/>
          </a:xfrm>
          <a:prstGeom prst="rect">
            <a:avLst/>
          </a:prstGeom>
        </p:spPr>
        <p:txBody>
          <a:bodyPr vert="horz" wrap="square" lIns="0" tIns="44450" rIns="0" bIns="0" rtlCol="0">
            <a:spAutoFit/>
          </a:bodyPr>
          <a:lstStyle/>
          <a:p>
            <a:pPr marL="386715" marR="2540" indent="-380365">
              <a:lnSpc>
                <a:spcPts val="1500"/>
              </a:lnSpc>
              <a:spcBef>
                <a:spcPts val="350"/>
              </a:spcBef>
            </a:pPr>
            <a:r>
              <a:rPr sz="1500" spc="-10" dirty="0">
                <a:solidFill>
                  <a:srgbClr val="212121"/>
                </a:solidFill>
                <a:latin typeface="江城圆体 400W" panose="020B0800000000000000" pitchFamily="34" charset="-128"/>
                <a:ea typeface="江城圆体 400W" panose="020B0800000000000000" pitchFamily="34" charset="-128"/>
                <a:cs typeface="Microsoft JhengHei"/>
              </a:rPr>
              <a:t>聚焦和扩展你的</a:t>
            </a:r>
            <a:r>
              <a:rPr sz="1500" spc="-13" dirty="0">
                <a:solidFill>
                  <a:srgbClr val="212121"/>
                </a:solidFill>
                <a:latin typeface="江城圆体 400W" panose="020B0800000000000000" pitchFamily="34" charset="-128"/>
                <a:ea typeface="江城圆体 400W" panose="020B0800000000000000" pitchFamily="34" charset="-128"/>
                <a:cs typeface="Microsoft JhengHei"/>
              </a:rPr>
              <a:t>影响圈</a:t>
            </a:r>
            <a:endParaRPr sz="1500" dirty="0">
              <a:latin typeface="江城圆体 400W" panose="020B0800000000000000" pitchFamily="34" charset="-128"/>
              <a:ea typeface="江城圆体 400W" panose="020B0800000000000000" pitchFamily="34" charset="-128"/>
              <a:cs typeface="Microsoft JhengHei"/>
            </a:endParaRPr>
          </a:p>
        </p:txBody>
      </p:sp>
      <p:sp>
        <p:nvSpPr>
          <p:cNvPr id="27" name="object 27"/>
          <p:cNvSpPr txBox="1"/>
          <p:nvPr/>
        </p:nvSpPr>
        <p:spPr>
          <a:xfrm>
            <a:off x="1419745" y="4191000"/>
            <a:ext cx="583248" cy="236855"/>
          </a:xfrm>
          <a:prstGeom prst="rect">
            <a:avLst/>
          </a:prstGeom>
        </p:spPr>
        <p:txBody>
          <a:bodyPr vert="horz" wrap="square" lIns="0" tIns="6350" rIns="0" bIns="0" rtlCol="0">
            <a:spAutoFit/>
          </a:bodyPr>
          <a:lstStyle/>
          <a:p>
            <a:pPr marL="6350">
              <a:spcBef>
                <a:spcPts val="50"/>
              </a:spcBef>
            </a:pPr>
            <a:r>
              <a:rPr sz="1500" spc="-13" dirty="0">
                <a:solidFill>
                  <a:srgbClr val="212121"/>
                </a:solidFill>
                <a:latin typeface="江城圆体 400W" panose="020B0800000000000000" pitchFamily="34" charset="-128"/>
                <a:ea typeface="江城圆体 400W" panose="020B0800000000000000" pitchFamily="34" charset="-128"/>
                <a:cs typeface="Microsoft JhengHei"/>
              </a:rPr>
              <a:t>关注圈</a:t>
            </a:r>
            <a:endParaRPr sz="1500">
              <a:latin typeface="江城圆体 400W" panose="020B0800000000000000" pitchFamily="34" charset="-128"/>
              <a:ea typeface="江城圆体 400W" panose="020B0800000000000000" pitchFamily="34" charset="-128"/>
              <a:cs typeface="Microsoft JhengHei"/>
            </a:endParaRPr>
          </a:p>
        </p:txBody>
      </p:sp>
      <p:sp>
        <p:nvSpPr>
          <p:cNvPr id="28" name="object 28"/>
          <p:cNvSpPr txBox="1"/>
          <p:nvPr/>
        </p:nvSpPr>
        <p:spPr>
          <a:xfrm>
            <a:off x="5429770" y="4191000"/>
            <a:ext cx="583248" cy="236855"/>
          </a:xfrm>
          <a:prstGeom prst="rect">
            <a:avLst/>
          </a:prstGeom>
        </p:spPr>
        <p:txBody>
          <a:bodyPr vert="horz" wrap="square" lIns="0" tIns="6350" rIns="0" bIns="0" rtlCol="0">
            <a:spAutoFit/>
          </a:bodyPr>
          <a:lstStyle/>
          <a:p>
            <a:pPr marL="6350">
              <a:spcBef>
                <a:spcPts val="50"/>
              </a:spcBef>
            </a:pPr>
            <a:r>
              <a:rPr sz="1500" spc="-13" dirty="0">
                <a:solidFill>
                  <a:srgbClr val="212121"/>
                </a:solidFill>
                <a:latin typeface="江城圆体 400W" panose="020B0800000000000000" pitchFamily="34" charset="-128"/>
                <a:ea typeface="江城圆体 400W" panose="020B0800000000000000" pitchFamily="34" charset="-128"/>
                <a:cs typeface="Microsoft JhengHei"/>
              </a:rPr>
              <a:t>关注圈</a:t>
            </a:r>
            <a:endParaRPr sz="1500">
              <a:latin typeface="江城圆体 400W" panose="020B0800000000000000" pitchFamily="34" charset="-128"/>
              <a:ea typeface="江城圆体 400W" panose="020B0800000000000000" pitchFamily="34" charset="-128"/>
              <a:cs typeface="Microsoft JhengHei"/>
            </a:endParaRPr>
          </a:p>
        </p:txBody>
      </p:sp>
      <p:sp>
        <p:nvSpPr>
          <p:cNvPr id="29" name="object 29"/>
          <p:cNvSpPr txBox="1"/>
          <p:nvPr/>
        </p:nvSpPr>
        <p:spPr>
          <a:xfrm>
            <a:off x="5426595" y="5746750"/>
            <a:ext cx="583248" cy="236855"/>
          </a:xfrm>
          <a:prstGeom prst="rect">
            <a:avLst/>
          </a:prstGeom>
        </p:spPr>
        <p:txBody>
          <a:bodyPr vert="horz" wrap="square" lIns="0" tIns="6350" rIns="0" bIns="0" rtlCol="0">
            <a:spAutoFit/>
          </a:bodyPr>
          <a:lstStyle/>
          <a:p>
            <a:pPr marL="6350">
              <a:spcBef>
                <a:spcPts val="50"/>
              </a:spcBef>
            </a:pPr>
            <a:r>
              <a:rPr sz="1500" spc="-13" dirty="0">
                <a:solidFill>
                  <a:srgbClr val="212121"/>
                </a:solidFill>
                <a:latin typeface="江城圆体 400W" panose="020B0800000000000000" pitchFamily="34" charset="-128"/>
                <a:ea typeface="江城圆体 400W" panose="020B0800000000000000" pitchFamily="34" charset="-128"/>
                <a:cs typeface="Microsoft JhengHei"/>
              </a:rPr>
              <a:t>影响圈</a:t>
            </a:r>
            <a:endParaRPr sz="1500">
              <a:latin typeface="江城圆体 400W" panose="020B0800000000000000" pitchFamily="34" charset="-128"/>
              <a:ea typeface="江城圆体 400W" panose="020B0800000000000000" pitchFamily="34" charset="-128"/>
              <a:cs typeface="Microsoft JhengHei"/>
            </a:endParaRPr>
          </a:p>
        </p:txBody>
      </p:sp>
      <p:sp>
        <p:nvSpPr>
          <p:cNvPr id="30" name="object 30"/>
          <p:cNvSpPr txBox="1"/>
          <p:nvPr/>
        </p:nvSpPr>
        <p:spPr>
          <a:xfrm>
            <a:off x="3645420" y="4191000"/>
            <a:ext cx="583248" cy="236855"/>
          </a:xfrm>
          <a:prstGeom prst="rect">
            <a:avLst/>
          </a:prstGeom>
        </p:spPr>
        <p:txBody>
          <a:bodyPr vert="horz" wrap="square" lIns="0" tIns="6350" rIns="0" bIns="0" rtlCol="0">
            <a:spAutoFit/>
          </a:bodyPr>
          <a:lstStyle/>
          <a:p>
            <a:pPr marL="6350">
              <a:spcBef>
                <a:spcPts val="50"/>
              </a:spcBef>
            </a:pPr>
            <a:r>
              <a:rPr sz="1500" spc="-13" dirty="0">
                <a:solidFill>
                  <a:srgbClr val="212121"/>
                </a:solidFill>
                <a:latin typeface="江城圆体 400W" panose="020B0800000000000000" pitchFamily="34" charset="-128"/>
                <a:ea typeface="江城圆体 400W" panose="020B0800000000000000" pitchFamily="34" charset="-128"/>
                <a:cs typeface="Microsoft JhengHei"/>
              </a:rPr>
              <a:t>影响圈</a:t>
            </a:r>
            <a:endParaRPr sz="1500">
              <a:latin typeface="江城圆体 400W" panose="020B0800000000000000" pitchFamily="34" charset="-128"/>
              <a:ea typeface="江城圆体 400W" panose="020B0800000000000000" pitchFamily="34" charset="-128"/>
              <a:cs typeface="Microsoft JhengHei"/>
            </a:endParaRPr>
          </a:p>
        </p:txBody>
      </p:sp>
      <p:sp>
        <p:nvSpPr>
          <p:cNvPr id="31" name="object 31"/>
          <p:cNvSpPr txBox="1"/>
          <p:nvPr/>
        </p:nvSpPr>
        <p:spPr>
          <a:xfrm>
            <a:off x="3041823" y="4908550"/>
            <a:ext cx="584200" cy="428625"/>
          </a:xfrm>
          <a:prstGeom prst="rect">
            <a:avLst/>
          </a:prstGeom>
        </p:spPr>
        <p:txBody>
          <a:bodyPr vert="horz" wrap="square" lIns="0" tIns="44450" rIns="0" bIns="0" rtlCol="0">
            <a:spAutoFit/>
          </a:bodyPr>
          <a:lstStyle/>
          <a:p>
            <a:pPr marL="101600" marR="2540" indent="-95250">
              <a:lnSpc>
                <a:spcPts val="1500"/>
              </a:lnSpc>
              <a:spcBef>
                <a:spcPts val="350"/>
              </a:spcBef>
            </a:pPr>
            <a:r>
              <a:rPr sz="1500" spc="-10" dirty="0">
                <a:solidFill>
                  <a:srgbClr val="FFFFFF"/>
                </a:solidFill>
                <a:latin typeface="江城圆体 400W" panose="020B0800000000000000" pitchFamily="34" charset="-128"/>
                <a:ea typeface="江城圆体 400W" panose="020B0800000000000000" pitchFamily="34" charset="-128"/>
                <a:cs typeface="Microsoft JhengHei"/>
              </a:rPr>
              <a:t>选择的</a:t>
            </a:r>
            <a:r>
              <a:rPr sz="1500" spc="-13" dirty="0">
                <a:solidFill>
                  <a:srgbClr val="FFFFFF"/>
                </a:solidFill>
                <a:latin typeface="江城圆体 400W" panose="020B0800000000000000" pitchFamily="34" charset="-128"/>
                <a:ea typeface="江城圆体 400W" panose="020B0800000000000000" pitchFamily="34" charset="-128"/>
                <a:cs typeface="Microsoft JhengHei"/>
              </a:rPr>
              <a:t>自由</a:t>
            </a:r>
            <a:endParaRPr sz="1500" dirty="0">
              <a:latin typeface="江城圆体 400W" panose="020B0800000000000000" pitchFamily="34" charset="-128"/>
              <a:ea typeface="江城圆体 400W" panose="020B0800000000000000" pitchFamily="34" charset="-128"/>
              <a:cs typeface="Microsoft JhengHei"/>
            </a:endParaRPr>
          </a:p>
        </p:txBody>
      </p:sp>
      <p:sp>
        <p:nvSpPr>
          <p:cNvPr id="32" name="object 32"/>
          <p:cNvSpPr txBox="1"/>
          <p:nvPr/>
        </p:nvSpPr>
        <p:spPr>
          <a:xfrm>
            <a:off x="733979" y="4654550"/>
            <a:ext cx="621348" cy="190500"/>
          </a:xfrm>
          <a:prstGeom prst="rect">
            <a:avLst/>
          </a:prstGeom>
        </p:spPr>
        <p:txBody>
          <a:bodyPr vert="horz" wrap="square" lIns="0" tIns="6350" rIns="0" bIns="0" rtlCol="0">
            <a:spAutoFit/>
          </a:bodyPr>
          <a:lstStyle/>
          <a:p>
            <a:pPr marL="6350">
              <a:spcBef>
                <a:spcPts val="50"/>
              </a:spcBef>
            </a:pPr>
            <a:r>
              <a:rPr sz="120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生理因素</a:t>
            </a:r>
            <a:endParaRPr sz="1200">
              <a:latin typeface="江城圆体 400W" panose="020B0800000000000000" pitchFamily="34" charset="-128"/>
              <a:ea typeface="江城圆体 400W" panose="020B0800000000000000" pitchFamily="34" charset="-128"/>
              <a:cs typeface="PMingLiU" panose="02020500000000000000" charset="-120"/>
            </a:endParaRPr>
          </a:p>
        </p:txBody>
      </p:sp>
      <p:sp>
        <p:nvSpPr>
          <p:cNvPr id="33" name="object 33"/>
          <p:cNvSpPr txBox="1"/>
          <p:nvPr/>
        </p:nvSpPr>
        <p:spPr>
          <a:xfrm>
            <a:off x="739775" y="5321300"/>
            <a:ext cx="622300" cy="190500"/>
          </a:xfrm>
          <a:prstGeom prst="rect">
            <a:avLst/>
          </a:prstGeom>
        </p:spPr>
        <p:txBody>
          <a:bodyPr vert="horz" wrap="square" lIns="0" tIns="6350" rIns="0" bIns="0" rtlCol="0">
            <a:spAutoFit/>
          </a:bodyPr>
          <a:lstStyle/>
          <a:p>
            <a:pPr marL="6350">
              <a:spcBef>
                <a:spcPts val="50"/>
              </a:spcBef>
            </a:pPr>
            <a:r>
              <a:rPr sz="1200" spc="-8"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心理因素</a:t>
            </a:r>
            <a:endParaRPr sz="1200">
              <a:latin typeface="江城圆体 400W" panose="020B0800000000000000" pitchFamily="34" charset="-128"/>
              <a:ea typeface="江城圆体 400W" panose="020B0800000000000000" pitchFamily="34" charset="-128"/>
              <a:cs typeface="PMingLiU" panose="02020500000000000000" charset="-120"/>
            </a:endParaRPr>
          </a:p>
        </p:txBody>
      </p:sp>
      <p:sp>
        <p:nvSpPr>
          <p:cNvPr id="34" name="object 34"/>
          <p:cNvSpPr txBox="1"/>
          <p:nvPr/>
        </p:nvSpPr>
        <p:spPr>
          <a:xfrm>
            <a:off x="740329" y="4991100"/>
            <a:ext cx="621348" cy="190500"/>
          </a:xfrm>
          <a:prstGeom prst="rect">
            <a:avLst/>
          </a:prstGeom>
        </p:spPr>
        <p:txBody>
          <a:bodyPr vert="horz" wrap="square" lIns="0" tIns="6350" rIns="0" bIns="0" rtlCol="0">
            <a:spAutoFit/>
          </a:bodyPr>
          <a:lstStyle/>
          <a:p>
            <a:pPr marL="6350">
              <a:spcBef>
                <a:spcPts val="50"/>
              </a:spcBef>
            </a:pPr>
            <a:r>
              <a:rPr sz="120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社会因素</a:t>
            </a:r>
            <a:endParaRPr sz="1200">
              <a:latin typeface="江城圆体 400W" panose="020B0800000000000000" pitchFamily="34" charset="-128"/>
              <a:ea typeface="江城圆体 400W" panose="020B0800000000000000" pitchFamily="34" charset="-128"/>
              <a:cs typeface="PMingLiU" panose="02020500000000000000" charset="-120"/>
            </a:endParaRPr>
          </a:p>
        </p:txBody>
      </p:sp>
      <p:sp>
        <p:nvSpPr>
          <p:cNvPr id="35" name="object 35"/>
          <p:cNvSpPr txBox="1"/>
          <p:nvPr/>
        </p:nvSpPr>
        <p:spPr>
          <a:xfrm>
            <a:off x="2054779" y="5727700"/>
            <a:ext cx="621348" cy="190500"/>
          </a:xfrm>
          <a:prstGeom prst="rect">
            <a:avLst/>
          </a:prstGeom>
        </p:spPr>
        <p:txBody>
          <a:bodyPr vert="horz" wrap="square" lIns="0" tIns="6350" rIns="0" bIns="0" rtlCol="0">
            <a:spAutoFit/>
          </a:bodyPr>
          <a:lstStyle/>
          <a:p>
            <a:pPr marL="6350">
              <a:spcBef>
                <a:spcPts val="50"/>
              </a:spcBef>
            </a:pPr>
            <a:r>
              <a:rPr sz="120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自我意识</a:t>
            </a:r>
            <a:endParaRPr sz="1200">
              <a:latin typeface="江城圆体 400W" panose="020B0800000000000000" pitchFamily="34" charset="-128"/>
              <a:ea typeface="江城圆体 400W" panose="020B0800000000000000" pitchFamily="34" charset="-128"/>
              <a:cs typeface="PMingLiU" panose="02020500000000000000" charset="-120"/>
            </a:endParaRPr>
          </a:p>
        </p:txBody>
      </p:sp>
      <p:sp>
        <p:nvSpPr>
          <p:cNvPr id="36" name="object 36"/>
          <p:cNvSpPr txBox="1"/>
          <p:nvPr/>
        </p:nvSpPr>
        <p:spPr>
          <a:xfrm>
            <a:off x="673100" y="5994400"/>
            <a:ext cx="5505133" cy="2077085"/>
          </a:xfrm>
          <a:prstGeom prst="rect">
            <a:avLst/>
          </a:prstGeom>
        </p:spPr>
        <p:txBody>
          <a:bodyPr vert="horz" wrap="square" lIns="0" tIns="6350" rIns="0" bIns="0" rtlCol="0">
            <a:spAutoFit/>
          </a:bodyPr>
          <a:lstStyle/>
          <a:p>
            <a:pPr marR="236855" algn="ctr">
              <a:spcBef>
                <a:spcPts val="50"/>
              </a:spcBef>
              <a:tabLst>
                <a:tab pos="678815" algn="l"/>
              </a:tabLst>
            </a:pPr>
            <a:r>
              <a:rPr sz="1200" dirty="0">
                <a:solidFill>
                  <a:srgbClr val="212121"/>
                </a:solidFill>
                <a:latin typeface="江城圆体 400W" panose="020B0800000000000000" pitchFamily="34" charset="-128"/>
                <a:ea typeface="江城圆体 400W" panose="020B0800000000000000" pitchFamily="34" charset="-128"/>
                <a:cs typeface="Alibaba PuHuiTi" panose="00020600040101010101" pitchFamily="18" charset="-122"/>
              </a:rPr>
              <a:t>想象力	良知</a:t>
            </a:r>
            <a:endParaRPr sz="1200" dirty="0">
              <a:latin typeface="江城圆体 400W" panose="020B0800000000000000" pitchFamily="34" charset="-128"/>
              <a:ea typeface="江城圆体 400W" panose="020B0800000000000000" pitchFamily="34" charset="-128"/>
              <a:cs typeface="Alibaba PuHuiTi" panose="00020600040101010101" pitchFamily="18" charset="-122"/>
            </a:endParaRPr>
          </a:p>
          <a:p>
            <a:pPr>
              <a:spcBef>
                <a:spcPts val="5"/>
              </a:spcBef>
            </a:pPr>
            <a:endParaRPr sz="147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15000"/>
              </a:lnSpc>
              <a:spcBef>
                <a:spcPts val="5"/>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人有选择的自由，在刺激与回应之间，自由选择就是我们最大的能力。人性的本质是主动而非被动，人类不仅能针对特定环境选择回应方式，更能主动创造有利的环境。积极主动告诉你 “你是创造者，你掌控自己的人生。”</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10"/>
              </a:spcBef>
            </a:pPr>
            <a:endParaRPr sz="112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8255" algn="just">
              <a:lnSpc>
                <a:spcPct val="115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Human beings have the freedom of choice, and between stimulus and response, the freedom of choice is our greatest ability. Human nature is proactive rather than reactive. Humans are not only able to choose how to respond to a given situation, but also to create a favorable environment. Being proactive tells you that "you are the creator, you are in control of your life."</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37" name="object 37"/>
          <p:cNvSpPr txBox="1"/>
          <p:nvPr/>
        </p:nvSpPr>
        <p:spPr>
          <a:xfrm>
            <a:off x="4023279" y="5715000"/>
            <a:ext cx="621348" cy="190500"/>
          </a:xfrm>
          <a:prstGeom prst="rect">
            <a:avLst/>
          </a:prstGeom>
        </p:spPr>
        <p:txBody>
          <a:bodyPr vert="horz" wrap="square" lIns="0" tIns="6350" rIns="0" bIns="0" rtlCol="0">
            <a:spAutoFit/>
          </a:bodyPr>
          <a:lstStyle/>
          <a:p>
            <a:pPr marL="6350">
              <a:spcBef>
                <a:spcPts val="50"/>
              </a:spcBef>
            </a:pPr>
            <a:r>
              <a:rPr sz="120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独立意志</a:t>
            </a:r>
            <a:endParaRPr sz="1200">
              <a:latin typeface="江城圆体 400W" panose="020B0800000000000000" pitchFamily="34" charset="-128"/>
              <a:ea typeface="江城圆体 400W" panose="020B0800000000000000" pitchFamily="34" charset="-128"/>
              <a:cs typeface="PMingLiU" panose="02020500000000000000" charset="-120"/>
            </a:endParaRPr>
          </a:p>
        </p:txBody>
      </p:sp>
      <p:sp>
        <p:nvSpPr>
          <p:cNvPr id="38" name="object 38"/>
          <p:cNvSpPr txBox="1"/>
          <p:nvPr/>
        </p:nvSpPr>
        <p:spPr>
          <a:xfrm>
            <a:off x="1902171" y="5003800"/>
            <a:ext cx="393065" cy="236855"/>
          </a:xfrm>
          <a:prstGeom prst="rect">
            <a:avLst/>
          </a:prstGeom>
        </p:spPr>
        <p:txBody>
          <a:bodyPr vert="horz" wrap="square" lIns="0" tIns="6350" rIns="0" bIns="0" rtlCol="0">
            <a:spAutoFit/>
          </a:bodyPr>
          <a:lstStyle/>
          <a:p>
            <a:pPr marL="6350">
              <a:spcBef>
                <a:spcPts val="50"/>
              </a:spcBef>
            </a:pPr>
            <a:r>
              <a:rPr sz="1500" spc="-15" dirty="0">
                <a:solidFill>
                  <a:srgbClr val="FFFFFF"/>
                </a:solidFill>
                <a:latin typeface="江城圆体 400W" panose="020B0800000000000000" pitchFamily="34" charset="-128"/>
                <a:ea typeface="江城圆体 400W" panose="020B0800000000000000" pitchFamily="34" charset="-128"/>
                <a:cs typeface="Microsoft JhengHei"/>
              </a:rPr>
              <a:t>刺激</a:t>
            </a:r>
            <a:endParaRPr sz="1500">
              <a:latin typeface="江城圆体 400W" panose="020B0800000000000000" pitchFamily="34" charset="-128"/>
              <a:ea typeface="江城圆体 400W" panose="020B0800000000000000" pitchFamily="34" charset="-128"/>
              <a:cs typeface="Microsoft JhengHei"/>
            </a:endParaRPr>
          </a:p>
        </p:txBody>
      </p:sp>
      <p:sp>
        <p:nvSpPr>
          <p:cNvPr id="39" name="object 39"/>
          <p:cNvSpPr txBox="1"/>
          <p:nvPr/>
        </p:nvSpPr>
        <p:spPr>
          <a:xfrm>
            <a:off x="4572346" y="5003800"/>
            <a:ext cx="393065" cy="236855"/>
          </a:xfrm>
          <a:prstGeom prst="rect">
            <a:avLst/>
          </a:prstGeom>
        </p:spPr>
        <p:txBody>
          <a:bodyPr vert="horz" wrap="square" lIns="0" tIns="6350" rIns="0" bIns="0" rtlCol="0">
            <a:spAutoFit/>
          </a:bodyPr>
          <a:lstStyle/>
          <a:p>
            <a:pPr marL="6350">
              <a:spcBef>
                <a:spcPts val="50"/>
              </a:spcBef>
            </a:pPr>
            <a:r>
              <a:rPr sz="1500" spc="-15" dirty="0">
                <a:solidFill>
                  <a:srgbClr val="FFFFFF"/>
                </a:solidFill>
                <a:latin typeface="江城圆体 400W" panose="020B0800000000000000" pitchFamily="34" charset="-128"/>
                <a:ea typeface="江城圆体 400W" panose="020B0800000000000000" pitchFamily="34" charset="-128"/>
                <a:cs typeface="Microsoft JhengHei"/>
              </a:rPr>
              <a:t>回应</a:t>
            </a:r>
            <a:endParaRPr sz="1500">
              <a:latin typeface="江城圆体 400W" panose="020B0800000000000000" pitchFamily="34" charset="-128"/>
              <a:ea typeface="江城圆体 400W" panose="020B0800000000000000" pitchFamily="34" charset="-128"/>
              <a:cs typeface="Microsoft JhengHei"/>
            </a:endParaRPr>
          </a:p>
        </p:txBody>
      </p:sp>
      <p:sp>
        <p:nvSpPr>
          <p:cNvPr id="40" name="object 40"/>
          <p:cNvSpPr txBox="1"/>
          <p:nvPr/>
        </p:nvSpPr>
        <p:spPr>
          <a:xfrm>
            <a:off x="5632796" y="5003800"/>
            <a:ext cx="393065" cy="236855"/>
          </a:xfrm>
          <a:prstGeom prst="rect">
            <a:avLst/>
          </a:prstGeom>
        </p:spPr>
        <p:txBody>
          <a:bodyPr vert="horz" wrap="square" lIns="0" tIns="6350" rIns="0" bIns="0" rtlCol="0">
            <a:spAutoFit/>
          </a:bodyPr>
          <a:lstStyle/>
          <a:p>
            <a:pPr marL="6350">
              <a:spcBef>
                <a:spcPts val="50"/>
              </a:spcBef>
            </a:pPr>
            <a:r>
              <a:rPr sz="1500" spc="-15" dirty="0">
                <a:solidFill>
                  <a:srgbClr val="FFFFFF"/>
                </a:solidFill>
                <a:latin typeface="江城圆体 400W" panose="020B0800000000000000" pitchFamily="34" charset="-128"/>
                <a:ea typeface="江城圆体 400W" panose="020B0800000000000000" pitchFamily="34" charset="-128"/>
                <a:cs typeface="Microsoft JhengHei"/>
              </a:rPr>
              <a:t>后果</a:t>
            </a:r>
            <a:endParaRPr sz="1500">
              <a:latin typeface="江城圆体 400W" panose="020B0800000000000000" pitchFamily="34" charset="-128"/>
              <a:ea typeface="江城圆体 400W" panose="020B0800000000000000" pitchFamily="34" charset="-128"/>
              <a:cs typeface="Microsoft JhengHei"/>
            </a:endParaRPr>
          </a:p>
        </p:txBody>
      </p:sp>
      <p:sp>
        <p:nvSpPr>
          <p:cNvPr id="41" name="object 41"/>
          <p:cNvSpPr txBox="1"/>
          <p:nvPr/>
        </p:nvSpPr>
        <p:spPr>
          <a:xfrm>
            <a:off x="4807989" y="3543300"/>
            <a:ext cx="1153795" cy="428625"/>
          </a:xfrm>
          <a:prstGeom prst="rect">
            <a:avLst/>
          </a:prstGeom>
        </p:spPr>
        <p:txBody>
          <a:bodyPr vert="horz" wrap="square" lIns="0" tIns="44450" rIns="0" bIns="0" rtlCol="0">
            <a:spAutoFit/>
          </a:bodyPr>
          <a:lstStyle/>
          <a:p>
            <a:pPr marL="291465" marR="2540" indent="-285750">
              <a:lnSpc>
                <a:spcPts val="1500"/>
              </a:lnSpc>
              <a:spcBef>
                <a:spcPts val="350"/>
              </a:spcBef>
            </a:pPr>
            <a:r>
              <a:rPr sz="1500" spc="-10" dirty="0">
                <a:solidFill>
                  <a:srgbClr val="212121"/>
                </a:solidFill>
                <a:latin typeface="江城圆体 400W" panose="020B0800000000000000" pitchFamily="34" charset="-128"/>
                <a:ea typeface="江城圆体 400W" panose="020B0800000000000000" pitchFamily="34" charset="-128"/>
                <a:cs typeface="Microsoft JhengHei"/>
              </a:rPr>
              <a:t>接受并学会和</a:t>
            </a:r>
            <a:r>
              <a:rPr sz="1500" spc="-13" dirty="0">
                <a:solidFill>
                  <a:srgbClr val="212121"/>
                </a:solidFill>
                <a:latin typeface="江城圆体 400W" panose="020B0800000000000000" pitchFamily="34" charset="-128"/>
                <a:ea typeface="江城圆体 400W" panose="020B0800000000000000" pitchFamily="34" charset="-128"/>
                <a:cs typeface="Microsoft JhengHei"/>
              </a:rPr>
              <a:t>它相处</a:t>
            </a:r>
            <a:endParaRPr sz="1500">
              <a:latin typeface="江城圆体 400W" panose="020B0800000000000000" pitchFamily="34" charset="-128"/>
              <a:ea typeface="江城圆体 400W" panose="020B0800000000000000" pitchFamily="34" charset="-128"/>
              <a:cs typeface="Microsoft JhengHei"/>
            </a:endParaRPr>
          </a:p>
        </p:txBody>
      </p:sp>
      <p:sp>
        <p:nvSpPr>
          <p:cNvPr id="42" name="object 42"/>
          <p:cNvSpPr/>
          <p:nvPr/>
        </p:nvSpPr>
        <p:spPr>
          <a:xfrm>
            <a:off x="679450" y="4438650"/>
            <a:ext cx="1943100" cy="120650"/>
          </a:xfrm>
          <a:custGeom>
            <a:avLst/>
            <a:gdLst/>
            <a:ahLst/>
            <a:cxnLst/>
            <a:rect l="l" t="t" r="r" b="b"/>
            <a:pathLst>
              <a:path w="3886200" h="241300">
                <a:moveTo>
                  <a:pt x="3867150" y="0"/>
                </a:moveTo>
                <a:lnTo>
                  <a:pt x="3859735" y="1497"/>
                </a:lnTo>
                <a:lnTo>
                  <a:pt x="3853679" y="5579"/>
                </a:lnTo>
                <a:lnTo>
                  <a:pt x="3849597" y="11635"/>
                </a:lnTo>
                <a:lnTo>
                  <a:pt x="3848100" y="19050"/>
                </a:lnTo>
                <a:lnTo>
                  <a:pt x="3848100" y="101600"/>
                </a:lnTo>
                <a:lnTo>
                  <a:pt x="38087" y="101600"/>
                </a:lnTo>
                <a:lnTo>
                  <a:pt x="38100" y="19050"/>
                </a:lnTo>
                <a:lnTo>
                  <a:pt x="36602" y="11635"/>
                </a:lnTo>
                <a:lnTo>
                  <a:pt x="32520" y="5579"/>
                </a:lnTo>
                <a:lnTo>
                  <a:pt x="26464" y="1497"/>
                </a:lnTo>
                <a:lnTo>
                  <a:pt x="19050" y="0"/>
                </a:lnTo>
                <a:lnTo>
                  <a:pt x="11635" y="1497"/>
                </a:lnTo>
                <a:lnTo>
                  <a:pt x="5579" y="5579"/>
                </a:lnTo>
                <a:lnTo>
                  <a:pt x="1497" y="11635"/>
                </a:lnTo>
                <a:lnTo>
                  <a:pt x="0" y="19050"/>
                </a:lnTo>
                <a:lnTo>
                  <a:pt x="0" y="222250"/>
                </a:lnTo>
                <a:lnTo>
                  <a:pt x="1497" y="229664"/>
                </a:lnTo>
                <a:lnTo>
                  <a:pt x="5579" y="235720"/>
                </a:lnTo>
                <a:lnTo>
                  <a:pt x="11635" y="239802"/>
                </a:lnTo>
                <a:lnTo>
                  <a:pt x="19050" y="241300"/>
                </a:lnTo>
                <a:lnTo>
                  <a:pt x="26464" y="239802"/>
                </a:lnTo>
                <a:lnTo>
                  <a:pt x="32520" y="235720"/>
                </a:lnTo>
                <a:lnTo>
                  <a:pt x="36602" y="229664"/>
                </a:lnTo>
                <a:lnTo>
                  <a:pt x="38100" y="222250"/>
                </a:lnTo>
                <a:lnTo>
                  <a:pt x="38100" y="139700"/>
                </a:lnTo>
                <a:lnTo>
                  <a:pt x="3848100" y="139700"/>
                </a:lnTo>
                <a:lnTo>
                  <a:pt x="3848100" y="222250"/>
                </a:lnTo>
                <a:lnTo>
                  <a:pt x="3849597" y="229664"/>
                </a:lnTo>
                <a:lnTo>
                  <a:pt x="3853679" y="235720"/>
                </a:lnTo>
                <a:lnTo>
                  <a:pt x="3859735" y="239802"/>
                </a:lnTo>
                <a:lnTo>
                  <a:pt x="3867150" y="241300"/>
                </a:lnTo>
                <a:lnTo>
                  <a:pt x="3874564" y="239802"/>
                </a:lnTo>
                <a:lnTo>
                  <a:pt x="3880620" y="235720"/>
                </a:lnTo>
                <a:lnTo>
                  <a:pt x="3884702" y="229664"/>
                </a:lnTo>
                <a:lnTo>
                  <a:pt x="3886200" y="222250"/>
                </a:lnTo>
                <a:lnTo>
                  <a:pt x="3886200" y="19050"/>
                </a:lnTo>
                <a:lnTo>
                  <a:pt x="3884702" y="11635"/>
                </a:lnTo>
                <a:lnTo>
                  <a:pt x="3880620" y="5579"/>
                </a:lnTo>
                <a:lnTo>
                  <a:pt x="3874564" y="1497"/>
                </a:lnTo>
                <a:lnTo>
                  <a:pt x="386715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3" name="object 43"/>
          <p:cNvSpPr/>
          <p:nvPr/>
        </p:nvSpPr>
        <p:spPr>
          <a:xfrm>
            <a:off x="685800" y="3498850"/>
            <a:ext cx="1409700" cy="0"/>
          </a:xfrm>
          <a:custGeom>
            <a:avLst/>
            <a:gdLst/>
            <a:ahLst/>
            <a:cxnLst/>
            <a:rect l="l" t="t" r="r" b="b"/>
            <a:pathLst>
              <a:path w="2819400">
                <a:moveTo>
                  <a:pt x="2819400" y="0"/>
                </a:moveTo>
                <a:lnTo>
                  <a:pt x="0" y="0"/>
                </a:lnTo>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4" name="object 44"/>
          <p:cNvSpPr/>
          <p:nvPr/>
        </p:nvSpPr>
        <p:spPr>
          <a:xfrm>
            <a:off x="4591050" y="3498850"/>
            <a:ext cx="1409700" cy="0"/>
          </a:xfrm>
          <a:custGeom>
            <a:avLst/>
            <a:gdLst/>
            <a:ahLst/>
            <a:cxnLst/>
            <a:rect l="l" t="t" r="r" b="b"/>
            <a:pathLst>
              <a:path w="2819400">
                <a:moveTo>
                  <a:pt x="2819400" y="0"/>
                </a:moveTo>
                <a:lnTo>
                  <a:pt x="0" y="0"/>
                </a:lnTo>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5" name="object 45"/>
          <p:cNvSpPr/>
          <p:nvPr/>
        </p:nvSpPr>
        <p:spPr>
          <a:xfrm>
            <a:off x="2667000" y="4438650"/>
            <a:ext cx="2489200" cy="120650"/>
          </a:xfrm>
          <a:custGeom>
            <a:avLst/>
            <a:gdLst/>
            <a:ahLst/>
            <a:cxnLst/>
            <a:rect l="l" t="t" r="r" b="b"/>
            <a:pathLst>
              <a:path w="4978400" h="241300">
                <a:moveTo>
                  <a:pt x="4959350" y="0"/>
                </a:moveTo>
                <a:lnTo>
                  <a:pt x="4951935" y="1497"/>
                </a:lnTo>
                <a:lnTo>
                  <a:pt x="4945879" y="5579"/>
                </a:lnTo>
                <a:lnTo>
                  <a:pt x="4941797" y="11635"/>
                </a:lnTo>
                <a:lnTo>
                  <a:pt x="4940300" y="19050"/>
                </a:lnTo>
                <a:lnTo>
                  <a:pt x="4940300" y="101600"/>
                </a:lnTo>
                <a:lnTo>
                  <a:pt x="38087" y="101600"/>
                </a:lnTo>
                <a:lnTo>
                  <a:pt x="38100" y="19050"/>
                </a:lnTo>
                <a:lnTo>
                  <a:pt x="36602" y="11635"/>
                </a:lnTo>
                <a:lnTo>
                  <a:pt x="32520" y="5579"/>
                </a:lnTo>
                <a:lnTo>
                  <a:pt x="26464" y="1497"/>
                </a:lnTo>
                <a:lnTo>
                  <a:pt x="19050" y="0"/>
                </a:lnTo>
                <a:lnTo>
                  <a:pt x="11635" y="1497"/>
                </a:lnTo>
                <a:lnTo>
                  <a:pt x="5579" y="5579"/>
                </a:lnTo>
                <a:lnTo>
                  <a:pt x="1497" y="11635"/>
                </a:lnTo>
                <a:lnTo>
                  <a:pt x="0" y="19050"/>
                </a:lnTo>
                <a:lnTo>
                  <a:pt x="0" y="222250"/>
                </a:lnTo>
                <a:lnTo>
                  <a:pt x="1497" y="229664"/>
                </a:lnTo>
                <a:lnTo>
                  <a:pt x="5579" y="235720"/>
                </a:lnTo>
                <a:lnTo>
                  <a:pt x="11635" y="239802"/>
                </a:lnTo>
                <a:lnTo>
                  <a:pt x="19050" y="241300"/>
                </a:lnTo>
                <a:lnTo>
                  <a:pt x="26464" y="239802"/>
                </a:lnTo>
                <a:lnTo>
                  <a:pt x="32520" y="235720"/>
                </a:lnTo>
                <a:lnTo>
                  <a:pt x="36602" y="229664"/>
                </a:lnTo>
                <a:lnTo>
                  <a:pt x="38100" y="222250"/>
                </a:lnTo>
                <a:lnTo>
                  <a:pt x="38100" y="139700"/>
                </a:lnTo>
                <a:lnTo>
                  <a:pt x="4940300" y="139700"/>
                </a:lnTo>
                <a:lnTo>
                  <a:pt x="4940300" y="222250"/>
                </a:lnTo>
                <a:lnTo>
                  <a:pt x="4941797" y="229664"/>
                </a:lnTo>
                <a:lnTo>
                  <a:pt x="4945879" y="235720"/>
                </a:lnTo>
                <a:lnTo>
                  <a:pt x="4951935" y="239802"/>
                </a:lnTo>
                <a:lnTo>
                  <a:pt x="4959350" y="241300"/>
                </a:lnTo>
                <a:lnTo>
                  <a:pt x="4966764" y="239802"/>
                </a:lnTo>
                <a:lnTo>
                  <a:pt x="4972820" y="235720"/>
                </a:lnTo>
                <a:lnTo>
                  <a:pt x="4976902" y="229664"/>
                </a:lnTo>
                <a:lnTo>
                  <a:pt x="4978400" y="222250"/>
                </a:lnTo>
                <a:lnTo>
                  <a:pt x="4978400" y="19050"/>
                </a:lnTo>
                <a:lnTo>
                  <a:pt x="4976902" y="11635"/>
                </a:lnTo>
                <a:lnTo>
                  <a:pt x="4972820" y="5579"/>
                </a:lnTo>
                <a:lnTo>
                  <a:pt x="4966764" y="1497"/>
                </a:lnTo>
                <a:lnTo>
                  <a:pt x="495935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6" name="object 46"/>
          <p:cNvSpPr/>
          <p:nvPr/>
        </p:nvSpPr>
        <p:spPr>
          <a:xfrm>
            <a:off x="5213350" y="4438650"/>
            <a:ext cx="971550" cy="120650"/>
          </a:xfrm>
          <a:custGeom>
            <a:avLst/>
            <a:gdLst/>
            <a:ahLst/>
            <a:cxnLst/>
            <a:rect l="l" t="t" r="r" b="b"/>
            <a:pathLst>
              <a:path w="1943100" h="241300">
                <a:moveTo>
                  <a:pt x="1924050" y="0"/>
                </a:moveTo>
                <a:lnTo>
                  <a:pt x="1916635" y="1497"/>
                </a:lnTo>
                <a:lnTo>
                  <a:pt x="1910579" y="5579"/>
                </a:lnTo>
                <a:lnTo>
                  <a:pt x="1906497" y="11635"/>
                </a:lnTo>
                <a:lnTo>
                  <a:pt x="1905000" y="19050"/>
                </a:lnTo>
                <a:lnTo>
                  <a:pt x="1905000" y="101600"/>
                </a:lnTo>
                <a:lnTo>
                  <a:pt x="38087" y="101600"/>
                </a:lnTo>
                <a:lnTo>
                  <a:pt x="38100" y="19050"/>
                </a:lnTo>
                <a:lnTo>
                  <a:pt x="36602" y="11635"/>
                </a:lnTo>
                <a:lnTo>
                  <a:pt x="32520" y="5579"/>
                </a:lnTo>
                <a:lnTo>
                  <a:pt x="26464" y="1497"/>
                </a:lnTo>
                <a:lnTo>
                  <a:pt x="19050" y="0"/>
                </a:lnTo>
                <a:lnTo>
                  <a:pt x="11635" y="1497"/>
                </a:lnTo>
                <a:lnTo>
                  <a:pt x="5579" y="5579"/>
                </a:lnTo>
                <a:lnTo>
                  <a:pt x="1497" y="11635"/>
                </a:lnTo>
                <a:lnTo>
                  <a:pt x="0" y="19050"/>
                </a:lnTo>
                <a:lnTo>
                  <a:pt x="0" y="222250"/>
                </a:lnTo>
                <a:lnTo>
                  <a:pt x="1497" y="229664"/>
                </a:lnTo>
                <a:lnTo>
                  <a:pt x="5579" y="235720"/>
                </a:lnTo>
                <a:lnTo>
                  <a:pt x="11635" y="239802"/>
                </a:lnTo>
                <a:lnTo>
                  <a:pt x="19050" y="241300"/>
                </a:lnTo>
                <a:lnTo>
                  <a:pt x="26464" y="239802"/>
                </a:lnTo>
                <a:lnTo>
                  <a:pt x="32520" y="235720"/>
                </a:lnTo>
                <a:lnTo>
                  <a:pt x="36602" y="229664"/>
                </a:lnTo>
                <a:lnTo>
                  <a:pt x="38100" y="222250"/>
                </a:lnTo>
                <a:lnTo>
                  <a:pt x="38100" y="139700"/>
                </a:lnTo>
                <a:lnTo>
                  <a:pt x="1905000" y="139700"/>
                </a:lnTo>
                <a:lnTo>
                  <a:pt x="1905000" y="222250"/>
                </a:lnTo>
                <a:lnTo>
                  <a:pt x="1906497" y="229664"/>
                </a:lnTo>
                <a:lnTo>
                  <a:pt x="1910579" y="235720"/>
                </a:lnTo>
                <a:lnTo>
                  <a:pt x="1916635" y="239802"/>
                </a:lnTo>
                <a:lnTo>
                  <a:pt x="1924050" y="241300"/>
                </a:lnTo>
                <a:lnTo>
                  <a:pt x="1931464" y="239802"/>
                </a:lnTo>
                <a:lnTo>
                  <a:pt x="1937520" y="235720"/>
                </a:lnTo>
                <a:lnTo>
                  <a:pt x="1941602" y="229664"/>
                </a:lnTo>
                <a:lnTo>
                  <a:pt x="1943100" y="222250"/>
                </a:lnTo>
                <a:lnTo>
                  <a:pt x="1943100" y="19050"/>
                </a:lnTo>
                <a:lnTo>
                  <a:pt x="1941602" y="11635"/>
                </a:lnTo>
                <a:lnTo>
                  <a:pt x="1937520" y="5579"/>
                </a:lnTo>
                <a:lnTo>
                  <a:pt x="1931464" y="1497"/>
                </a:lnTo>
                <a:lnTo>
                  <a:pt x="192405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7" name="object 47"/>
          <p:cNvSpPr/>
          <p:nvPr/>
        </p:nvSpPr>
        <p:spPr>
          <a:xfrm>
            <a:off x="5216525" y="5622925"/>
            <a:ext cx="965200" cy="120650"/>
          </a:xfrm>
          <a:custGeom>
            <a:avLst/>
            <a:gdLst/>
            <a:ahLst/>
            <a:cxnLst/>
            <a:rect l="l" t="t" r="r" b="b"/>
            <a:pathLst>
              <a:path w="1930400" h="241300">
                <a:moveTo>
                  <a:pt x="1911350" y="0"/>
                </a:moveTo>
                <a:lnTo>
                  <a:pt x="1903935" y="1497"/>
                </a:lnTo>
                <a:lnTo>
                  <a:pt x="1897879" y="5579"/>
                </a:lnTo>
                <a:lnTo>
                  <a:pt x="1893797" y="11635"/>
                </a:lnTo>
                <a:lnTo>
                  <a:pt x="1892300" y="19050"/>
                </a:lnTo>
                <a:lnTo>
                  <a:pt x="1892300" y="101600"/>
                </a:lnTo>
                <a:lnTo>
                  <a:pt x="38087" y="101600"/>
                </a:lnTo>
                <a:lnTo>
                  <a:pt x="38100" y="19050"/>
                </a:lnTo>
                <a:lnTo>
                  <a:pt x="36602" y="11635"/>
                </a:lnTo>
                <a:lnTo>
                  <a:pt x="32520" y="5579"/>
                </a:lnTo>
                <a:lnTo>
                  <a:pt x="26464" y="1497"/>
                </a:lnTo>
                <a:lnTo>
                  <a:pt x="19050" y="0"/>
                </a:lnTo>
                <a:lnTo>
                  <a:pt x="11635" y="1497"/>
                </a:lnTo>
                <a:lnTo>
                  <a:pt x="5579" y="5579"/>
                </a:lnTo>
                <a:lnTo>
                  <a:pt x="1497" y="11635"/>
                </a:lnTo>
                <a:lnTo>
                  <a:pt x="0" y="19050"/>
                </a:lnTo>
                <a:lnTo>
                  <a:pt x="0" y="222250"/>
                </a:lnTo>
                <a:lnTo>
                  <a:pt x="1497" y="229664"/>
                </a:lnTo>
                <a:lnTo>
                  <a:pt x="5579" y="235720"/>
                </a:lnTo>
                <a:lnTo>
                  <a:pt x="11635" y="239802"/>
                </a:lnTo>
                <a:lnTo>
                  <a:pt x="19050" y="241300"/>
                </a:lnTo>
                <a:lnTo>
                  <a:pt x="26464" y="239802"/>
                </a:lnTo>
                <a:lnTo>
                  <a:pt x="32520" y="235720"/>
                </a:lnTo>
                <a:lnTo>
                  <a:pt x="36602" y="229664"/>
                </a:lnTo>
                <a:lnTo>
                  <a:pt x="38100" y="222250"/>
                </a:lnTo>
                <a:lnTo>
                  <a:pt x="38100" y="139700"/>
                </a:lnTo>
                <a:lnTo>
                  <a:pt x="1892300" y="139700"/>
                </a:lnTo>
                <a:lnTo>
                  <a:pt x="1892300" y="222250"/>
                </a:lnTo>
                <a:lnTo>
                  <a:pt x="1893797" y="229664"/>
                </a:lnTo>
                <a:lnTo>
                  <a:pt x="1897879" y="235720"/>
                </a:lnTo>
                <a:lnTo>
                  <a:pt x="1903935" y="239802"/>
                </a:lnTo>
                <a:lnTo>
                  <a:pt x="1911350" y="241300"/>
                </a:lnTo>
                <a:lnTo>
                  <a:pt x="1918764" y="239802"/>
                </a:lnTo>
                <a:lnTo>
                  <a:pt x="1924820" y="235720"/>
                </a:lnTo>
                <a:lnTo>
                  <a:pt x="1928902" y="229664"/>
                </a:lnTo>
                <a:lnTo>
                  <a:pt x="1930400" y="222250"/>
                </a:lnTo>
                <a:lnTo>
                  <a:pt x="1930400" y="19050"/>
                </a:lnTo>
                <a:lnTo>
                  <a:pt x="1928902" y="11635"/>
                </a:lnTo>
                <a:lnTo>
                  <a:pt x="1924820" y="5579"/>
                </a:lnTo>
                <a:lnTo>
                  <a:pt x="1918764" y="1497"/>
                </a:lnTo>
                <a:lnTo>
                  <a:pt x="191135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48" name="object 48"/>
          <p:cNvGrpSpPr/>
          <p:nvPr/>
        </p:nvGrpSpPr>
        <p:grpSpPr>
          <a:xfrm>
            <a:off x="1355725" y="4787900"/>
            <a:ext cx="4121150" cy="650875"/>
            <a:chOff x="2711450" y="9575800"/>
            <a:chExt cx="8242300" cy="1301750"/>
          </a:xfrm>
        </p:grpSpPr>
        <p:sp>
          <p:nvSpPr>
            <p:cNvPr id="49" name="object 49"/>
            <p:cNvSpPr/>
            <p:nvPr/>
          </p:nvSpPr>
          <p:spPr>
            <a:xfrm>
              <a:off x="2730500" y="9575799"/>
              <a:ext cx="2901950" cy="787400"/>
            </a:xfrm>
            <a:custGeom>
              <a:avLst/>
              <a:gdLst/>
              <a:ahLst/>
              <a:cxnLst/>
              <a:rect l="l" t="t" r="r" b="b"/>
              <a:pathLst>
                <a:path w="2901950" h="787400">
                  <a:moveTo>
                    <a:pt x="787400" y="654050"/>
                  </a:moveTo>
                  <a:lnTo>
                    <a:pt x="784961" y="644690"/>
                  </a:lnTo>
                  <a:lnTo>
                    <a:pt x="777684" y="637451"/>
                  </a:lnTo>
                  <a:lnTo>
                    <a:pt x="574484" y="523151"/>
                  </a:lnTo>
                  <a:lnTo>
                    <a:pt x="567283" y="520827"/>
                  </a:lnTo>
                  <a:lnTo>
                    <a:pt x="560006" y="521411"/>
                  </a:lnTo>
                  <a:lnTo>
                    <a:pt x="553478" y="524687"/>
                  </a:lnTo>
                  <a:lnTo>
                    <a:pt x="548538" y="530415"/>
                  </a:lnTo>
                  <a:lnTo>
                    <a:pt x="547712" y="532053"/>
                  </a:lnTo>
                  <a:lnTo>
                    <a:pt x="546112" y="538911"/>
                  </a:lnTo>
                  <a:lnTo>
                    <a:pt x="547052" y="545719"/>
                  </a:lnTo>
                  <a:lnTo>
                    <a:pt x="550341" y="551764"/>
                  </a:lnTo>
                  <a:lnTo>
                    <a:pt x="555802" y="556361"/>
                  </a:lnTo>
                  <a:lnTo>
                    <a:pt x="695629" y="635000"/>
                  </a:lnTo>
                  <a:lnTo>
                    <a:pt x="341020" y="635000"/>
                  </a:lnTo>
                  <a:lnTo>
                    <a:pt x="341007" y="19050"/>
                  </a:lnTo>
                  <a:lnTo>
                    <a:pt x="321957" y="0"/>
                  </a:lnTo>
                  <a:lnTo>
                    <a:pt x="19050" y="0"/>
                  </a:lnTo>
                  <a:lnTo>
                    <a:pt x="11633" y="1498"/>
                  </a:lnTo>
                  <a:lnTo>
                    <a:pt x="5575" y="5588"/>
                  </a:lnTo>
                  <a:lnTo>
                    <a:pt x="1485" y="11645"/>
                  </a:lnTo>
                  <a:lnTo>
                    <a:pt x="0" y="19050"/>
                  </a:lnTo>
                  <a:lnTo>
                    <a:pt x="76" y="20891"/>
                  </a:lnTo>
                  <a:lnTo>
                    <a:pt x="302920" y="38100"/>
                  </a:lnTo>
                  <a:lnTo>
                    <a:pt x="302907" y="654050"/>
                  </a:lnTo>
                  <a:lnTo>
                    <a:pt x="304406" y="661466"/>
                  </a:lnTo>
                  <a:lnTo>
                    <a:pt x="308483" y="667524"/>
                  </a:lnTo>
                  <a:lnTo>
                    <a:pt x="314540" y="671614"/>
                  </a:lnTo>
                  <a:lnTo>
                    <a:pt x="321957" y="673100"/>
                  </a:lnTo>
                  <a:lnTo>
                    <a:pt x="695617" y="673100"/>
                  </a:lnTo>
                  <a:lnTo>
                    <a:pt x="555802" y="751751"/>
                  </a:lnTo>
                  <a:lnTo>
                    <a:pt x="550075" y="756691"/>
                  </a:lnTo>
                  <a:lnTo>
                    <a:pt x="546798" y="763219"/>
                  </a:lnTo>
                  <a:lnTo>
                    <a:pt x="546214" y="770496"/>
                  </a:lnTo>
                  <a:lnTo>
                    <a:pt x="548538" y="777697"/>
                  </a:lnTo>
                  <a:lnTo>
                    <a:pt x="553478" y="783424"/>
                  </a:lnTo>
                  <a:lnTo>
                    <a:pt x="560006" y="786701"/>
                  </a:lnTo>
                  <a:lnTo>
                    <a:pt x="567283" y="787285"/>
                  </a:lnTo>
                  <a:lnTo>
                    <a:pt x="574484" y="784961"/>
                  </a:lnTo>
                  <a:lnTo>
                    <a:pt x="777684" y="670661"/>
                  </a:lnTo>
                  <a:lnTo>
                    <a:pt x="784961" y="663422"/>
                  </a:lnTo>
                  <a:lnTo>
                    <a:pt x="787400" y="654050"/>
                  </a:lnTo>
                  <a:close/>
                </a:path>
                <a:path w="2901950" h="787400">
                  <a:moveTo>
                    <a:pt x="2901950" y="641350"/>
                  </a:moveTo>
                  <a:lnTo>
                    <a:pt x="2899511" y="631990"/>
                  </a:lnTo>
                  <a:lnTo>
                    <a:pt x="2892234" y="624751"/>
                  </a:lnTo>
                  <a:lnTo>
                    <a:pt x="2689034" y="510451"/>
                  </a:lnTo>
                  <a:lnTo>
                    <a:pt x="2681833" y="508127"/>
                  </a:lnTo>
                  <a:lnTo>
                    <a:pt x="2674556" y="508711"/>
                  </a:lnTo>
                  <a:lnTo>
                    <a:pt x="2668028" y="511987"/>
                  </a:lnTo>
                  <a:lnTo>
                    <a:pt x="2663088" y="517715"/>
                  </a:lnTo>
                  <a:lnTo>
                    <a:pt x="2662263" y="519353"/>
                  </a:lnTo>
                  <a:lnTo>
                    <a:pt x="2660662" y="526211"/>
                  </a:lnTo>
                  <a:lnTo>
                    <a:pt x="2661602" y="533019"/>
                  </a:lnTo>
                  <a:lnTo>
                    <a:pt x="2664891" y="539064"/>
                  </a:lnTo>
                  <a:lnTo>
                    <a:pt x="2670352" y="543661"/>
                  </a:lnTo>
                  <a:lnTo>
                    <a:pt x="2810167" y="622300"/>
                  </a:lnTo>
                  <a:lnTo>
                    <a:pt x="2171700" y="622300"/>
                  </a:lnTo>
                  <a:lnTo>
                    <a:pt x="2164283" y="623798"/>
                  </a:lnTo>
                  <a:lnTo>
                    <a:pt x="2158225" y="627888"/>
                  </a:lnTo>
                  <a:lnTo>
                    <a:pt x="2154136" y="633945"/>
                  </a:lnTo>
                  <a:lnTo>
                    <a:pt x="2152650" y="641350"/>
                  </a:lnTo>
                  <a:lnTo>
                    <a:pt x="2154136" y="648766"/>
                  </a:lnTo>
                  <a:lnTo>
                    <a:pt x="2158225" y="654824"/>
                  </a:lnTo>
                  <a:lnTo>
                    <a:pt x="2164283" y="658914"/>
                  </a:lnTo>
                  <a:lnTo>
                    <a:pt x="2171700" y="660400"/>
                  </a:lnTo>
                  <a:lnTo>
                    <a:pt x="2810167" y="660400"/>
                  </a:lnTo>
                  <a:lnTo>
                    <a:pt x="2670352" y="739051"/>
                  </a:lnTo>
                  <a:lnTo>
                    <a:pt x="2664625" y="743991"/>
                  </a:lnTo>
                  <a:lnTo>
                    <a:pt x="2661348" y="750519"/>
                  </a:lnTo>
                  <a:lnTo>
                    <a:pt x="2660764" y="757796"/>
                  </a:lnTo>
                  <a:lnTo>
                    <a:pt x="2663088" y="764997"/>
                  </a:lnTo>
                  <a:lnTo>
                    <a:pt x="2668028" y="770724"/>
                  </a:lnTo>
                  <a:lnTo>
                    <a:pt x="2674556" y="774001"/>
                  </a:lnTo>
                  <a:lnTo>
                    <a:pt x="2681833" y="774585"/>
                  </a:lnTo>
                  <a:lnTo>
                    <a:pt x="2689034" y="772261"/>
                  </a:lnTo>
                  <a:lnTo>
                    <a:pt x="2892234" y="657961"/>
                  </a:lnTo>
                  <a:lnTo>
                    <a:pt x="2899511" y="650722"/>
                  </a:lnTo>
                  <a:lnTo>
                    <a:pt x="2901950" y="64135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0" name="object 50"/>
            <p:cNvSpPr/>
            <p:nvPr/>
          </p:nvSpPr>
          <p:spPr>
            <a:xfrm>
              <a:off x="2730500" y="10223500"/>
              <a:ext cx="323850" cy="635000"/>
            </a:xfrm>
            <a:custGeom>
              <a:avLst/>
              <a:gdLst/>
              <a:ahLst/>
              <a:cxnLst/>
              <a:rect l="l" t="t" r="r" b="b"/>
              <a:pathLst>
                <a:path w="323850" h="635000">
                  <a:moveTo>
                    <a:pt x="323850" y="6350"/>
                  </a:moveTo>
                  <a:lnTo>
                    <a:pt x="6350" y="6350"/>
                  </a:lnTo>
                </a:path>
                <a:path w="323850" h="635000">
                  <a:moveTo>
                    <a:pt x="317500" y="0"/>
                  </a:moveTo>
                  <a:lnTo>
                    <a:pt x="317500" y="39687"/>
                  </a:lnTo>
                  <a:lnTo>
                    <a:pt x="317500" y="158750"/>
                  </a:lnTo>
                  <a:lnTo>
                    <a:pt x="317500" y="357187"/>
                  </a:lnTo>
                  <a:lnTo>
                    <a:pt x="317500" y="635000"/>
                  </a:lnTo>
                  <a:lnTo>
                    <a:pt x="178593" y="635000"/>
                  </a:lnTo>
                  <a:lnTo>
                    <a:pt x="79374" y="635000"/>
                  </a:lnTo>
                  <a:lnTo>
                    <a:pt x="19843" y="635000"/>
                  </a:lnTo>
                  <a:lnTo>
                    <a:pt x="0" y="635000"/>
                  </a:lnTo>
                </a:path>
              </a:pathLst>
            </a:custGeom>
            <a:ln w="19050">
              <a:solidFill>
                <a:srgbClr val="212121"/>
              </a:solidFill>
            </a:ln>
          </p:spPr>
          <p:txBody>
            <a:bodyPr wrap="square" lIns="0" tIns="0" rIns="0" bIns="0" rtlCol="0"/>
            <a:lstStyle/>
            <a:p>
              <a:endParaRPr sz="900" dirty="0">
                <a:latin typeface="江城圆体 400W" panose="020B0800000000000000" pitchFamily="34" charset="-128"/>
                <a:ea typeface="江城圆体 400W" panose="020B0800000000000000" pitchFamily="34" charset="-128"/>
              </a:endParaRPr>
            </a:p>
          </p:txBody>
        </p:sp>
        <p:sp>
          <p:nvSpPr>
            <p:cNvPr id="51" name="object 51"/>
            <p:cNvSpPr/>
            <p:nvPr/>
          </p:nvSpPr>
          <p:spPr>
            <a:xfrm>
              <a:off x="10204450" y="10083915"/>
              <a:ext cx="749300" cy="266700"/>
            </a:xfrm>
            <a:custGeom>
              <a:avLst/>
              <a:gdLst/>
              <a:ahLst/>
              <a:cxnLst/>
              <a:rect l="l" t="t" r="r" b="b"/>
              <a:pathLst>
                <a:path w="749300" h="266700">
                  <a:moveTo>
                    <a:pt x="529193" y="0"/>
                  </a:moveTo>
                  <a:lnTo>
                    <a:pt x="508014" y="18094"/>
                  </a:lnTo>
                  <a:lnTo>
                    <a:pt x="508955" y="24893"/>
                  </a:lnTo>
                  <a:lnTo>
                    <a:pt x="512252" y="30940"/>
                  </a:lnTo>
                  <a:lnTo>
                    <a:pt x="517710" y="35538"/>
                  </a:lnTo>
                  <a:lnTo>
                    <a:pt x="657517" y="114184"/>
                  </a:lnTo>
                  <a:lnTo>
                    <a:pt x="19050" y="114184"/>
                  </a:lnTo>
                  <a:lnTo>
                    <a:pt x="11635" y="115681"/>
                  </a:lnTo>
                  <a:lnTo>
                    <a:pt x="5579" y="119763"/>
                  </a:lnTo>
                  <a:lnTo>
                    <a:pt x="1497" y="125819"/>
                  </a:lnTo>
                  <a:lnTo>
                    <a:pt x="0" y="133234"/>
                  </a:lnTo>
                  <a:lnTo>
                    <a:pt x="1497" y="140649"/>
                  </a:lnTo>
                  <a:lnTo>
                    <a:pt x="5579" y="146704"/>
                  </a:lnTo>
                  <a:lnTo>
                    <a:pt x="11635" y="150787"/>
                  </a:lnTo>
                  <a:lnTo>
                    <a:pt x="19050" y="152284"/>
                  </a:lnTo>
                  <a:lnTo>
                    <a:pt x="657517" y="152284"/>
                  </a:lnTo>
                  <a:lnTo>
                    <a:pt x="517710" y="230930"/>
                  </a:lnTo>
                  <a:lnTo>
                    <a:pt x="511981" y="235870"/>
                  </a:lnTo>
                  <a:lnTo>
                    <a:pt x="508705" y="242397"/>
                  </a:lnTo>
                  <a:lnTo>
                    <a:pt x="508115" y="249677"/>
                  </a:lnTo>
                  <a:lnTo>
                    <a:pt x="510446" y="256873"/>
                  </a:lnTo>
                  <a:lnTo>
                    <a:pt x="515386" y="262602"/>
                  </a:lnTo>
                  <a:lnTo>
                    <a:pt x="521913" y="265878"/>
                  </a:lnTo>
                  <a:lnTo>
                    <a:pt x="529193" y="266468"/>
                  </a:lnTo>
                  <a:lnTo>
                    <a:pt x="536389" y="264138"/>
                  </a:lnTo>
                  <a:lnTo>
                    <a:pt x="739589" y="149838"/>
                  </a:lnTo>
                  <a:lnTo>
                    <a:pt x="746872" y="142600"/>
                  </a:lnTo>
                  <a:lnTo>
                    <a:pt x="749300" y="133234"/>
                  </a:lnTo>
                  <a:lnTo>
                    <a:pt x="746872" y="123867"/>
                  </a:lnTo>
                  <a:lnTo>
                    <a:pt x="739589" y="116630"/>
                  </a:lnTo>
                  <a:lnTo>
                    <a:pt x="536389" y="2330"/>
                  </a:lnTo>
                  <a:lnTo>
                    <a:pt x="529193"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52" name="object 52"/>
          <p:cNvGrpSpPr/>
          <p:nvPr/>
        </p:nvGrpSpPr>
        <p:grpSpPr>
          <a:xfrm>
            <a:off x="669925" y="2035175"/>
            <a:ext cx="5480050" cy="1356043"/>
            <a:chOff x="1339850" y="4070350"/>
            <a:chExt cx="10960100" cy="2712085"/>
          </a:xfrm>
        </p:grpSpPr>
        <p:sp>
          <p:nvSpPr>
            <p:cNvPr id="53" name="object 53"/>
            <p:cNvSpPr/>
            <p:nvPr/>
          </p:nvSpPr>
          <p:spPr>
            <a:xfrm>
              <a:off x="7210042" y="4870534"/>
              <a:ext cx="539115" cy="539115"/>
            </a:xfrm>
            <a:custGeom>
              <a:avLst/>
              <a:gdLst/>
              <a:ahLst/>
              <a:cxnLst/>
              <a:rect l="l" t="t" r="r" b="b"/>
              <a:pathLst>
                <a:path w="539115" h="539114">
                  <a:moveTo>
                    <a:pt x="525354" y="0"/>
                  </a:moveTo>
                  <a:lnTo>
                    <a:pt x="290580" y="62894"/>
                  </a:lnTo>
                  <a:lnTo>
                    <a:pt x="276815" y="78830"/>
                  </a:lnTo>
                  <a:lnTo>
                    <a:pt x="277372" y="86376"/>
                  </a:lnTo>
                  <a:lnTo>
                    <a:pt x="277951" y="88116"/>
                  </a:lnTo>
                  <a:lnTo>
                    <a:pt x="281663" y="94103"/>
                  </a:lnTo>
                  <a:lnTo>
                    <a:pt x="287136" y="98246"/>
                  </a:lnTo>
                  <a:lnTo>
                    <a:pt x="293743" y="100191"/>
                  </a:lnTo>
                  <a:lnTo>
                    <a:pt x="300853" y="99584"/>
                  </a:lnTo>
                  <a:lnTo>
                    <a:pt x="455323" y="56328"/>
                  </a:lnTo>
                  <a:lnTo>
                    <a:pt x="5579" y="506073"/>
                  </a:lnTo>
                  <a:lnTo>
                    <a:pt x="1394" y="512377"/>
                  </a:lnTo>
                  <a:lnTo>
                    <a:pt x="0" y="519548"/>
                  </a:lnTo>
                  <a:lnTo>
                    <a:pt x="1394" y="526719"/>
                  </a:lnTo>
                  <a:lnTo>
                    <a:pt x="5579" y="533023"/>
                  </a:lnTo>
                  <a:lnTo>
                    <a:pt x="11881" y="537202"/>
                  </a:lnTo>
                  <a:lnTo>
                    <a:pt x="19050" y="538595"/>
                  </a:lnTo>
                  <a:lnTo>
                    <a:pt x="26218" y="537202"/>
                  </a:lnTo>
                  <a:lnTo>
                    <a:pt x="32520" y="533023"/>
                  </a:lnTo>
                  <a:lnTo>
                    <a:pt x="482264" y="83278"/>
                  </a:lnTo>
                  <a:lnTo>
                    <a:pt x="439018" y="237748"/>
                  </a:lnTo>
                  <a:lnTo>
                    <a:pt x="459769" y="261784"/>
                  </a:lnTo>
                  <a:lnTo>
                    <a:pt x="466701" y="259484"/>
                  </a:lnTo>
                  <a:lnTo>
                    <a:pt x="472265" y="254754"/>
                  </a:lnTo>
                  <a:lnTo>
                    <a:pt x="475705" y="248022"/>
                  </a:lnTo>
                  <a:lnTo>
                    <a:pt x="538568" y="23511"/>
                  </a:lnTo>
                  <a:lnTo>
                    <a:pt x="538600" y="13247"/>
                  </a:lnTo>
                  <a:lnTo>
                    <a:pt x="533694" y="4907"/>
                  </a:lnTo>
                  <a:lnTo>
                    <a:pt x="525354"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4" name="object 54"/>
            <p:cNvSpPr/>
            <p:nvPr/>
          </p:nvSpPr>
          <p:spPr>
            <a:xfrm>
              <a:off x="1339850" y="4095749"/>
              <a:ext cx="6434455" cy="2686685"/>
            </a:xfrm>
            <a:custGeom>
              <a:avLst/>
              <a:gdLst/>
              <a:ahLst/>
              <a:cxnLst/>
              <a:rect l="l" t="t" r="r" b="b"/>
              <a:pathLst>
                <a:path w="6434455" h="2686684">
                  <a:moveTo>
                    <a:pt x="4584700" y="1352550"/>
                  </a:moveTo>
                  <a:lnTo>
                    <a:pt x="4575213" y="1305598"/>
                  </a:lnTo>
                  <a:lnTo>
                    <a:pt x="4549356" y="1267244"/>
                  </a:lnTo>
                  <a:lnTo>
                    <a:pt x="4511002" y="1241386"/>
                  </a:lnTo>
                  <a:lnTo>
                    <a:pt x="4464050" y="1231900"/>
                  </a:lnTo>
                  <a:lnTo>
                    <a:pt x="4421340" y="1239685"/>
                  </a:lnTo>
                  <a:lnTo>
                    <a:pt x="4385335" y="1261110"/>
                  </a:lnTo>
                  <a:lnTo>
                    <a:pt x="4358906" y="1293342"/>
                  </a:lnTo>
                  <a:lnTo>
                    <a:pt x="4344886" y="1333500"/>
                  </a:lnTo>
                  <a:lnTo>
                    <a:pt x="2945650" y="1333500"/>
                  </a:lnTo>
                  <a:lnTo>
                    <a:pt x="2948698" y="19088"/>
                  </a:lnTo>
                  <a:lnTo>
                    <a:pt x="2947212" y="11671"/>
                  </a:lnTo>
                  <a:lnTo>
                    <a:pt x="2943136" y="5600"/>
                  </a:lnTo>
                  <a:lnTo>
                    <a:pt x="2937078" y="1511"/>
                  </a:lnTo>
                  <a:lnTo>
                    <a:pt x="2929648" y="0"/>
                  </a:lnTo>
                  <a:lnTo>
                    <a:pt x="19050" y="0"/>
                  </a:lnTo>
                  <a:lnTo>
                    <a:pt x="11633" y="1498"/>
                  </a:lnTo>
                  <a:lnTo>
                    <a:pt x="5575" y="5588"/>
                  </a:lnTo>
                  <a:lnTo>
                    <a:pt x="1485" y="11645"/>
                  </a:lnTo>
                  <a:lnTo>
                    <a:pt x="0" y="19050"/>
                  </a:lnTo>
                  <a:lnTo>
                    <a:pt x="76" y="20878"/>
                  </a:lnTo>
                  <a:lnTo>
                    <a:pt x="2910560" y="38100"/>
                  </a:lnTo>
                  <a:lnTo>
                    <a:pt x="2907512" y="1352511"/>
                  </a:lnTo>
                  <a:lnTo>
                    <a:pt x="4344886" y="1371612"/>
                  </a:lnTo>
                  <a:lnTo>
                    <a:pt x="4358906" y="1411782"/>
                  </a:lnTo>
                  <a:lnTo>
                    <a:pt x="4385335" y="1444002"/>
                  </a:lnTo>
                  <a:lnTo>
                    <a:pt x="4421340" y="1465427"/>
                  </a:lnTo>
                  <a:lnTo>
                    <a:pt x="4464050" y="1473200"/>
                  </a:lnTo>
                  <a:lnTo>
                    <a:pt x="4511002" y="1463725"/>
                  </a:lnTo>
                  <a:lnTo>
                    <a:pt x="4549356" y="1437868"/>
                  </a:lnTo>
                  <a:lnTo>
                    <a:pt x="4575213" y="1399514"/>
                  </a:lnTo>
                  <a:lnTo>
                    <a:pt x="4584700" y="1352550"/>
                  </a:lnTo>
                  <a:close/>
                </a:path>
                <a:path w="6434455" h="2686684">
                  <a:moveTo>
                    <a:pt x="4924374" y="2166912"/>
                  </a:moveTo>
                  <a:lnTo>
                    <a:pt x="4922990" y="2159736"/>
                  </a:lnTo>
                  <a:lnTo>
                    <a:pt x="4918799" y="2153437"/>
                  </a:lnTo>
                  <a:lnTo>
                    <a:pt x="4912499" y="2149259"/>
                  </a:lnTo>
                  <a:lnTo>
                    <a:pt x="4905324" y="2147862"/>
                  </a:lnTo>
                  <a:lnTo>
                    <a:pt x="4898161" y="2149259"/>
                  </a:lnTo>
                  <a:lnTo>
                    <a:pt x="4891862" y="2153437"/>
                  </a:lnTo>
                  <a:lnTo>
                    <a:pt x="4442117" y="2603182"/>
                  </a:lnTo>
                  <a:lnTo>
                    <a:pt x="4485360" y="2448712"/>
                  </a:lnTo>
                  <a:lnTo>
                    <a:pt x="4464609" y="2424671"/>
                  </a:lnTo>
                  <a:lnTo>
                    <a:pt x="4457674" y="2426970"/>
                  </a:lnTo>
                  <a:lnTo>
                    <a:pt x="4452112" y="2431707"/>
                  </a:lnTo>
                  <a:lnTo>
                    <a:pt x="4448670" y="2438438"/>
                  </a:lnTo>
                  <a:lnTo>
                    <a:pt x="4385818" y="2662948"/>
                  </a:lnTo>
                  <a:lnTo>
                    <a:pt x="4385780" y="2673210"/>
                  </a:lnTo>
                  <a:lnTo>
                    <a:pt x="4390682" y="2681554"/>
                  </a:lnTo>
                  <a:lnTo>
                    <a:pt x="4399026" y="2686456"/>
                  </a:lnTo>
                  <a:lnTo>
                    <a:pt x="4409287" y="2686431"/>
                  </a:lnTo>
                  <a:lnTo>
                    <a:pt x="4633798" y="2623566"/>
                  </a:lnTo>
                  <a:lnTo>
                    <a:pt x="4640542" y="2620124"/>
                  </a:lnTo>
                  <a:lnTo>
                    <a:pt x="4645266" y="2614561"/>
                  </a:lnTo>
                  <a:lnTo>
                    <a:pt x="4647565" y="2607627"/>
                  </a:lnTo>
                  <a:lnTo>
                    <a:pt x="4647006" y="2600083"/>
                  </a:lnTo>
                  <a:lnTo>
                    <a:pt x="4469054" y="2630119"/>
                  </a:lnTo>
                  <a:lnTo>
                    <a:pt x="4918799" y="2180374"/>
                  </a:lnTo>
                  <a:lnTo>
                    <a:pt x="4922990" y="2174075"/>
                  </a:lnTo>
                  <a:lnTo>
                    <a:pt x="4924374" y="2166912"/>
                  </a:lnTo>
                  <a:close/>
                </a:path>
                <a:path w="6434455" h="2686684">
                  <a:moveTo>
                    <a:pt x="4970462" y="1307033"/>
                  </a:moveTo>
                  <a:lnTo>
                    <a:pt x="4969078" y="1299870"/>
                  </a:lnTo>
                  <a:lnTo>
                    <a:pt x="4964887" y="1293558"/>
                  </a:lnTo>
                  <a:lnTo>
                    <a:pt x="4515142" y="843813"/>
                  </a:lnTo>
                  <a:lnTo>
                    <a:pt x="4669612" y="887069"/>
                  </a:lnTo>
                  <a:lnTo>
                    <a:pt x="4693653" y="866317"/>
                  </a:lnTo>
                  <a:lnTo>
                    <a:pt x="4691354" y="859383"/>
                  </a:lnTo>
                  <a:lnTo>
                    <a:pt x="4686630" y="853821"/>
                  </a:lnTo>
                  <a:lnTo>
                    <a:pt x="4679886" y="850379"/>
                  </a:lnTo>
                  <a:lnTo>
                    <a:pt x="4455376" y="787514"/>
                  </a:lnTo>
                  <a:lnTo>
                    <a:pt x="4445114" y="787488"/>
                  </a:lnTo>
                  <a:lnTo>
                    <a:pt x="4436770" y="792403"/>
                  </a:lnTo>
                  <a:lnTo>
                    <a:pt x="4431868" y="800735"/>
                  </a:lnTo>
                  <a:lnTo>
                    <a:pt x="4431906" y="810996"/>
                  </a:lnTo>
                  <a:lnTo>
                    <a:pt x="4494758" y="1035507"/>
                  </a:lnTo>
                  <a:lnTo>
                    <a:pt x="4498200" y="1042250"/>
                  </a:lnTo>
                  <a:lnTo>
                    <a:pt x="4503763" y="1046975"/>
                  </a:lnTo>
                  <a:lnTo>
                    <a:pt x="4510697" y="1049274"/>
                  </a:lnTo>
                  <a:lnTo>
                    <a:pt x="4518241" y="1048715"/>
                  </a:lnTo>
                  <a:lnTo>
                    <a:pt x="4488205" y="870762"/>
                  </a:lnTo>
                  <a:lnTo>
                    <a:pt x="4937950" y="1320507"/>
                  </a:lnTo>
                  <a:lnTo>
                    <a:pt x="4944249" y="1324698"/>
                  </a:lnTo>
                  <a:lnTo>
                    <a:pt x="4951412" y="1326083"/>
                  </a:lnTo>
                  <a:lnTo>
                    <a:pt x="4958588" y="1324698"/>
                  </a:lnTo>
                  <a:lnTo>
                    <a:pt x="4964887" y="1320507"/>
                  </a:lnTo>
                  <a:lnTo>
                    <a:pt x="4969078" y="1314208"/>
                  </a:lnTo>
                  <a:lnTo>
                    <a:pt x="4970462" y="1307033"/>
                  </a:lnTo>
                  <a:close/>
                </a:path>
                <a:path w="6434455" h="2686684">
                  <a:moveTo>
                    <a:pt x="6434188" y="2668727"/>
                  </a:moveTo>
                  <a:lnTo>
                    <a:pt x="6371298" y="2433942"/>
                  </a:lnTo>
                  <a:lnTo>
                    <a:pt x="6355359" y="2420188"/>
                  </a:lnTo>
                  <a:lnTo>
                    <a:pt x="6347815" y="2420734"/>
                  </a:lnTo>
                  <a:lnTo>
                    <a:pt x="6341072" y="2424176"/>
                  </a:lnTo>
                  <a:lnTo>
                    <a:pt x="6336347" y="2429751"/>
                  </a:lnTo>
                  <a:lnTo>
                    <a:pt x="6334049" y="2436672"/>
                  </a:lnTo>
                  <a:lnTo>
                    <a:pt x="6334607" y="2444216"/>
                  </a:lnTo>
                  <a:lnTo>
                    <a:pt x="6377851" y="2598686"/>
                  </a:lnTo>
                  <a:lnTo>
                    <a:pt x="5928106" y="2148941"/>
                  </a:lnTo>
                  <a:lnTo>
                    <a:pt x="5921807" y="2144763"/>
                  </a:lnTo>
                  <a:lnTo>
                    <a:pt x="5914631" y="2143366"/>
                  </a:lnTo>
                  <a:lnTo>
                    <a:pt x="5907468" y="2144763"/>
                  </a:lnTo>
                  <a:lnTo>
                    <a:pt x="5901169" y="2148941"/>
                  </a:lnTo>
                  <a:lnTo>
                    <a:pt x="5896978" y="2155253"/>
                  </a:lnTo>
                  <a:lnTo>
                    <a:pt x="5895581" y="2162416"/>
                  </a:lnTo>
                  <a:lnTo>
                    <a:pt x="5896978" y="2169591"/>
                  </a:lnTo>
                  <a:lnTo>
                    <a:pt x="5901169" y="2175891"/>
                  </a:lnTo>
                  <a:lnTo>
                    <a:pt x="6350914" y="2625636"/>
                  </a:lnTo>
                  <a:lnTo>
                    <a:pt x="6196444" y="2582380"/>
                  </a:lnTo>
                  <a:lnTo>
                    <a:pt x="6172403" y="2603131"/>
                  </a:lnTo>
                  <a:lnTo>
                    <a:pt x="6174702" y="2610066"/>
                  </a:lnTo>
                  <a:lnTo>
                    <a:pt x="6179426" y="2615628"/>
                  </a:lnTo>
                  <a:lnTo>
                    <a:pt x="6186170" y="2619070"/>
                  </a:lnTo>
                  <a:lnTo>
                    <a:pt x="6410668" y="2681935"/>
                  </a:lnTo>
                  <a:lnTo>
                    <a:pt x="6420942" y="2681973"/>
                  </a:lnTo>
                  <a:lnTo>
                    <a:pt x="6429286" y="2677058"/>
                  </a:lnTo>
                  <a:lnTo>
                    <a:pt x="6434188" y="2668727"/>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5" name="object 55"/>
            <p:cNvSpPr/>
            <p:nvPr/>
          </p:nvSpPr>
          <p:spPr>
            <a:xfrm>
              <a:off x="5956300" y="5041900"/>
              <a:ext cx="1612900" cy="1612900"/>
            </a:xfrm>
            <a:custGeom>
              <a:avLst/>
              <a:gdLst/>
              <a:ahLst/>
              <a:cxnLst/>
              <a:rect l="l" t="t" r="r" b="b"/>
              <a:pathLst>
                <a:path w="1612900" h="1612900">
                  <a:moveTo>
                    <a:pt x="806450" y="0"/>
                  </a:moveTo>
                  <a:lnTo>
                    <a:pt x="759064" y="1369"/>
                  </a:lnTo>
                  <a:lnTo>
                    <a:pt x="712400" y="5425"/>
                  </a:lnTo>
                  <a:lnTo>
                    <a:pt x="666533" y="12094"/>
                  </a:lnTo>
                  <a:lnTo>
                    <a:pt x="621538" y="21298"/>
                  </a:lnTo>
                  <a:lnTo>
                    <a:pt x="577491" y="32964"/>
                  </a:lnTo>
                  <a:lnTo>
                    <a:pt x="534467" y="47015"/>
                  </a:lnTo>
                  <a:lnTo>
                    <a:pt x="492543" y="63374"/>
                  </a:lnTo>
                  <a:lnTo>
                    <a:pt x="451793" y="81968"/>
                  </a:lnTo>
                  <a:lnTo>
                    <a:pt x="412294" y="102720"/>
                  </a:lnTo>
                  <a:lnTo>
                    <a:pt x="374121" y="125554"/>
                  </a:lnTo>
                  <a:lnTo>
                    <a:pt x="337350" y="150395"/>
                  </a:lnTo>
                  <a:lnTo>
                    <a:pt x="302056" y="177168"/>
                  </a:lnTo>
                  <a:lnTo>
                    <a:pt x="268315" y="205796"/>
                  </a:lnTo>
                  <a:lnTo>
                    <a:pt x="236203" y="236204"/>
                  </a:lnTo>
                  <a:lnTo>
                    <a:pt x="205795" y="268316"/>
                  </a:lnTo>
                  <a:lnTo>
                    <a:pt x="177167" y="302057"/>
                  </a:lnTo>
                  <a:lnTo>
                    <a:pt x="150395" y="337350"/>
                  </a:lnTo>
                  <a:lnTo>
                    <a:pt x="125554" y="374122"/>
                  </a:lnTo>
                  <a:lnTo>
                    <a:pt x="102720" y="412295"/>
                  </a:lnTo>
                  <a:lnTo>
                    <a:pt x="81968" y="451794"/>
                  </a:lnTo>
                  <a:lnTo>
                    <a:pt x="63374" y="492543"/>
                  </a:lnTo>
                  <a:lnTo>
                    <a:pt x="47014" y="534468"/>
                  </a:lnTo>
                  <a:lnTo>
                    <a:pt x="32964" y="577491"/>
                  </a:lnTo>
                  <a:lnTo>
                    <a:pt x="21298" y="621538"/>
                  </a:lnTo>
                  <a:lnTo>
                    <a:pt x="12094" y="666533"/>
                  </a:lnTo>
                  <a:lnTo>
                    <a:pt x="5425" y="712401"/>
                  </a:lnTo>
                  <a:lnTo>
                    <a:pt x="1369" y="759065"/>
                  </a:lnTo>
                  <a:lnTo>
                    <a:pt x="0" y="806450"/>
                  </a:lnTo>
                  <a:lnTo>
                    <a:pt x="1369" y="853835"/>
                  </a:lnTo>
                  <a:lnTo>
                    <a:pt x="5425" y="900499"/>
                  </a:lnTo>
                  <a:lnTo>
                    <a:pt x="12094" y="946366"/>
                  </a:lnTo>
                  <a:lnTo>
                    <a:pt x="21298" y="991361"/>
                  </a:lnTo>
                  <a:lnTo>
                    <a:pt x="32964" y="1035408"/>
                  </a:lnTo>
                  <a:lnTo>
                    <a:pt x="47014" y="1078432"/>
                  </a:lnTo>
                  <a:lnTo>
                    <a:pt x="63374" y="1120356"/>
                  </a:lnTo>
                  <a:lnTo>
                    <a:pt x="81968" y="1161106"/>
                  </a:lnTo>
                  <a:lnTo>
                    <a:pt x="102720" y="1200605"/>
                  </a:lnTo>
                  <a:lnTo>
                    <a:pt x="125554" y="1238778"/>
                  </a:lnTo>
                  <a:lnTo>
                    <a:pt x="150395" y="1275549"/>
                  </a:lnTo>
                  <a:lnTo>
                    <a:pt x="177167" y="1310843"/>
                  </a:lnTo>
                  <a:lnTo>
                    <a:pt x="205795" y="1344584"/>
                  </a:lnTo>
                  <a:lnTo>
                    <a:pt x="236203" y="1376696"/>
                  </a:lnTo>
                  <a:lnTo>
                    <a:pt x="268315" y="1407104"/>
                  </a:lnTo>
                  <a:lnTo>
                    <a:pt x="302056" y="1435732"/>
                  </a:lnTo>
                  <a:lnTo>
                    <a:pt x="337350" y="1462504"/>
                  </a:lnTo>
                  <a:lnTo>
                    <a:pt x="374121" y="1487345"/>
                  </a:lnTo>
                  <a:lnTo>
                    <a:pt x="412294" y="1510179"/>
                  </a:lnTo>
                  <a:lnTo>
                    <a:pt x="451793" y="1530931"/>
                  </a:lnTo>
                  <a:lnTo>
                    <a:pt x="492543" y="1549525"/>
                  </a:lnTo>
                  <a:lnTo>
                    <a:pt x="534467" y="1565885"/>
                  </a:lnTo>
                  <a:lnTo>
                    <a:pt x="577491" y="1579935"/>
                  </a:lnTo>
                  <a:lnTo>
                    <a:pt x="621538" y="1591601"/>
                  </a:lnTo>
                  <a:lnTo>
                    <a:pt x="666533" y="1600805"/>
                  </a:lnTo>
                  <a:lnTo>
                    <a:pt x="712400" y="1607474"/>
                  </a:lnTo>
                  <a:lnTo>
                    <a:pt x="759064" y="1611530"/>
                  </a:lnTo>
                  <a:lnTo>
                    <a:pt x="806450" y="1612900"/>
                  </a:lnTo>
                  <a:lnTo>
                    <a:pt x="853835" y="1611530"/>
                  </a:lnTo>
                  <a:lnTo>
                    <a:pt x="900499" y="1607474"/>
                  </a:lnTo>
                  <a:lnTo>
                    <a:pt x="946366" y="1600805"/>
                  </a:lnTo>
                  <a:lnTo>
                    <a:pt x="991361" y="1591601"/>
                  </a:lnTo>
                  <a:lnTo>
                    <a:pt x="1035408" y="1579935"/>
                  </a:lnTo>
                  <a:lnTo>
                    <a:pt x="1078432" y="1565885"/>
                  </a:lnTo>
                  <a:lnTo>
                    <a:pt x="1120356" y="1549525"/>
                  </a:lnTo>
                  <a:lnTo>
                    <a:pt x="1161106" y="1530931"/>
                  </a:lnTo>
                  <a:lnTo>
                    <a:pt x="1200605" y="1510179"/>
                  </a:lnTo>
                  <a:lnTo>
                    <a:pt x="1238778" y="1487345"/>
                  </a:lnTo>
                  <a:lnTo>
                    <a:pt x="1275549" y="1462504"/>
                  </a:lnTo>
                  <a:lnTo>
                    <a:pt x="1310843" y="1435732"/>
                  </a:lnTo>
                  <a:lnTo>
                    <a:pt x="1344584" y="1407104"/>
                  </a:lnTo>
                  <a:lnTo>
                    <a:pt x="1376696" y="1376696"/>
                  </a:lnTo>
                  <a:lnTo>
                    <a:pt x="1407104" y="1344584"/>
                  </a:lnTo>
                  <a:lnTo>
                    <a:pt x="1435732" y="1310843"/>
                  </a:lnTo>
                  <a:lnTo>
                    <a:pt x="1462504" y="1275549"/>
                  </a:lnTo>
                  <a:lnTo>
                    <a:pt x="1487345" y="1238778"/>
                  </a:lnTo>
                  <a:lnTo>
                    <a:pt x="1510179" y="1200605"/>
                  </a:lnTo>
                  <a:lnTo>
                    <a:pt x="1530931" y="1161106"/>
                  </a:lnTo>
                  <a:lnTo>
                    <a:pt x="1549525" y="1120356"/>
                  </a:lnTo>
                  <a:lnTo>
                    <a:pt x="1565885" y="1078432"/>
                  </a:lnTo>
                  <a:lnTo>
                    <a:pt x="1579935" y="1035408"/>
                  </a:lnTo>
                  <a:lnTo>
                    <a:pt x="1591601" y="991361"/>
                  </a:lnTo>
                  <a:lnTo>
                    <a:pt x="1600805" y="946366"/>
                  </a:lnTo>
                  <a:lnTo>
                    <a:pt x="1607474" y="900499"/>
                  </a:lnTo>
                  <a:lnTo>
                    <a:pt x="1611530" y="853835"/>
                  </a:lnTo>
                  <a:lnTo>
                    <a:pt x="1612900" y="806450"/>
                  </a:lnTo>
                  <a:lnTo>
                    <a:pt x="1611530" y="759065"/>
                  </a:lnTo>
                  <a:lnTo>
                    <a:pt x="1607474" y="712401"/>
                  </a:lnTo>
                  <a:lnTo>
                    <a:pt x="1600805" y="666533"/>
                  </a:lnTo>
                  <a:lnTo>
                    <a:pt x="1591601" y="621538"/>
                  </a:lnTo>
                  <a:lnTo>
                    <a:pt x="1579935" y="577491"/>
                  </a:lnTo>
                  <a:lnTo>
                    <a:pt x="1565885" y="534468"/>
                  </a:lnTo>
                  <a:lnTo>
                    <a:pt x="1549525" y="492543"/>
                  </a:lnTo>
                  <a:lnTo>
                    <a:pt x="1530931" y="451794"/>
                  </a:lnTo>
                  <a:lnTo>
                    <a:pt x="1510179" y="412295"/>
                  </a:lnTo>
                  <a:lnTo>
                    <a:pt x="1487345" y="374122"/>
                  </a:lnTo>
                  <a:lnTo>
                    <a:pt x="1462504" y="337350"/>
                  </a:lnTo>
                  <a:lnTo>
                    <a:pt x="1435732" y="302057"/>
                  </a:lnTo>
                  <a:lnTo>
                    <a:pt x="1407104" y="268316"/>
                  </a:lnTo>
                  <a:lnTo>
                    <a:pt x="1376696" y="236204"/>
                  </a:lnTo>
                  <a:lnTo>
                    <a:pt x="1344584" y="205796"/>
                  </a:lnTo>
                  <a:lnTo>
                    <a:pt x="1310843" y="177168"/>
                  </a:lnTo>
                  <a:lnTo>
                    <a:pt x="1275549" y="150395"/>
                  </a:lnTo>
                  <a:lnTo>
                    <a:pt x="1238778" y="125554"/>
                  </a:lnTo>
                  <a:lnTo>
                    <a:pt x="1200605" y="102720"/>
                  </a:lnTo>
                  <a:lnTo>
                    <a:pt x="1161106" y="81968"/>
                  </a:lnTo>
                  <a:lnTo>
                    <a:pt x="1120356" y="63374"/>
                  </a:lnTo>
                  <a:lnTo>
                    <a:pt x="1078432" y="47015"/>
                  </a:lnTo>
                  <a:lnTo>
                    <a:pt x="1035408" y="32964"/>
                  </a:lnTo>
                  <a:lnTo>
                    <a:pt x="991361" y="21298"/>
                  </a:lnTo>
                  <a:lnTo>
                    <a:pt x="946366" y="12094"/>
                  </a:lnTo>
                  <a:lnTo>
                    <a:pt x="900499" y="5425"/>
                  </a:lnTo>
                  <a:lnTo>
                    <a:pt x="853835" y="1369"/>
                  </a:lnTo>
                  <a:lnTo>
                    <a:pt x="80645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6" name="object 56"/>
            <p:cNvSpPr/>
            <p:nvPr/>
          </p:nvSpPr>
          <p:spPr>
            <a:xfrm>
              <a:off x="8388350" y="4070350"/>
              <a:ext cx="3911600" cy="2184400"/>
            </a:xfrm>
            <a:custGeom>
              <a:avLst/>
              <a:gdLst/>
              <a:ahLst/>
              <a:cxnLst/>
              <a:rect l="l" t="t" r="r" b="b"/>
              <a:pathLst>
                <a:path w="3911600" h="2184400">
                  <a:moveTo>
                    <a:pt x="3892550" y="0"/>
                  </a:moveTo>
                  <a:lnTo>
                    <a:pt x="978846" y="0"/>
                  </a:lnTo>
                  <a:lnTo>
                    <a:pt x="971395" y="1512"/>
                  </a:lnTo>
                  <a:lnTo>
                    <a:pt x="965324" y="5634"/>
                  </a:lnTo>
                  <a:lnTo>
                    <a:pt x="961251" y="11738"/>
                  </a:lnTo>
                  <a:lnTo>
                    <a:pt x="959797" y="19202"/>
                  </a:lnTo>
                  <a:lnTo>
                    <a:pt x="975486" y="2044700"/>
                  </a:lnTo>
                  <a:lnTo>
                    <a:pt x="239803" y="2044700"/>
                  </a:lnTo>
                  <a:lnTo>
                    <a:pt x="225792" y="2004532"/>
                  </a:lnTo>
                  <a:lnTo>
                    <a:pt x="199358" y="1972306"/>
                  </a:lnTo>
                  <a:lnTo>
                    <a:pt x="163359" y="1950877"/>
                  </a:lnTo>
                  <a:lnTo>
                    <a:pt x="120650" y="1943100"/>
                  </a:lnTo>
                  <a:lnTo>
                    <a:pt x="73687" y="1952581"/>
                  </a:lnTo>
                  <a:lnTo>
                    <a:pt x="35337" y="1978437"/>
                  </a:lnTo>
                  <a:lnTo>
                    <a:pt x="9481" y="2016787"/>
                  </a:lnTo>
                  <a:lnTo>
                    <a:pt x="0" y="2063750"/>
                  </a:lnTo>
                  <a:lnTo>
                    <a:pt x="9481" y="2110712"/>
                  </a:lnTo>
                  <a:lnTo>
                    <a:pt x="35337" y="2149062"/>
                  </a:lnTo>
                  <a:lnTo>
                    <a:pt x="73687" y="2174918"/>
                  </a:lnTo>
                  <a:lnTo>
                    <a:pt x="120650" y="2184400"/>
                  </a:lnTo>
                  <a:lnTo>
                    <a:pt x="163357" y="2176623"/>
                  </a:lnTo>
                  <a:lnTo>
                    <a:pt x="199354" y="2155197"/>
                  </a:lnTo>
                  <a:lnTo>
                    <a:pt x="225787" y="2122975"/>
                  </a:lnTo>
                  <a:lnTo>
                    <a:pt x="239802" y="2082812"/>
                  </a:lnTo>
                  <a:lnTo>
                    <a:pt x="994681" y="2082800"/>
                  </a:lnTo>
                  <a:lnTo>
                    <a:pt x="1002132" y="2081287"/>
                  </a:lnTo>
                  <a:lnTo>
                    <a:pt x="1008204" y="2077168"/>
                  </a:lnTo>
                  <a:lnTo>
                    <a:pt x="1012277" y="2071064"/>
                  </a:lnTo>
                  <a:lnTo>
                    <a:pt x="1013731" y="2063602"/>
                  </a:lnTo>
                  <a:lnTo>
                    <a:pt x="998054" y="38100"/>
                  </a:lnTo>
                  <a:lnTo>
                    <a:pt x="3892550" y="38100"/>
                  </a:lnTo>
                  <a:lnTo>
                    <a:pt x="3911600" y="19050"/>
                  </a:lnTo>
                  <a:lnTo>
                    <a:pt x="3910102" y="11637"/>
                  </a:lnTo>
                  <a:lnTo>
                    <a:pt x="3906020" y="5581"/>
                  </a:lnTo>
                  <a:lnTo>
                    <a:pt x="3899964" y="1497"/>
                  </a:lnTo>
                  <a:lnTo>
                    <a:pt x="38925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57" name="object 57"/>
          <p:cNvSpPr txBox="1"/>
          <p:nvPr/>
        </p:nvSpPr>
        <p:spPr>
          <a:xfrm>
            <a:off x="3092970" y="2787650"/>
            <a:ext cx="583248" cy="236855"/>
          </a:xfrm>
          <a:prstGeom prst="rect">
            <a:avLst/>
          </a:prstGeom>
        </p:spPr>
        <p:txBody>
          <a:bodyPr vert="horz" wrap="square" lIns="0" tIns="6350" rIns="0" bIns="0" rtlCol="0">
            <a:spAutoFit/>
          </a:bodyPr>
          <a:lstStyle/>
          <a:p>
            <a:pPr marL="6350">
              <a:spcBef>
                <a:spcPts val="50"/>
              </a:spcBef>
            </a:pPr>
            <a:r>
              <a:rPr sz="1500" spc="-13" dirty="0">
                <a:solidFill>
                  <a:srgbClr val="FFFFFF"/>
                </a:solidFill>
                <a:latin typeface="江城圆体 400W" panose="020B0800000000000000" pitchFamily="34" charset="-128"/>
                <a:ea typeface="江城圆体 400W" panose="020B0800000000000000" pitchFamily="34" charset="-128"/>
                <a:cs typeface="Microsoft JhengHei"/>
              </a:rPr>
              <a:t>影响圈</a:t>
            </a:r>
            <a:endParaRPr sz="1500" dirty="0">
              <a:latin typeface="江城圆体 400W" panose="020B0800000000000000" pitchFamily="34" charset="-128"/>
              <a:ea typeface="江城圆体 400W" panose="020B0800000000000000" pitchFamily="34" charset="-128"/>
              <a:cs typeface="Microsoft JhengHei"/>
            </a:endParaRPr>
          </a:p>
        </p:txBody>
      </p:sp>
      <p:pic>
        <p:nvPicPr>
          <p:cNvPr id="58" name="object 58"/>
          <p:cNvPicPr/>
          <p:nvPr/>
        </p:nvPicPr>
        <p:blipFill>
          <a:blip r:embed="rId7" cstate="print"/>
          <a:stretch>
            <a:fillRect/>
          </a:stretch>
        </p:blipFill>
        <p:spPr>
          <a:xfrm>
            <a:off x="3189837" y="8851900"/>
            <a:ext cx="486698" cy="292100"/>
          </a:xfrm>
          <a:prstGeom prst="rect">
            <a:avLst/>
          </a:prstGeom>
        </p:spPr>
      </p:pic>
      <p:sp>
        <p:nvSpPr>
          <p:cNvPr id="60" name="文本框 59"/>
          <p:cNvSpPr txBox="1"/>
          <p:nvPr/>
        </p:nvSpPr>
        <p:spPr>
          <a:xfrm>
            <a:off x="1887224" y="1217682"/>
            <a:ext cx="3429000" cy="368300"/>
          </a:xfrm>
          <a:prstGeom prst="rect">
            <a:avLst/>
          </a:prstGeom>
          <a:noFill/>
        </p:spPr>
        <p:txBody>
          <a:bodyPr wrap="square">
            <a:spAutoFit/>
          </a:bodyPr>
          <a:lstStyle/>
          <a:p>
            <a:r>
              <a:rPr lang="zh-CN" altLang="en-US" b="1" dirty="0">
                <a:solidFill>
                  <a:srgbClr val="212121"/>
                </a:solidFill>
                <a:latin typeface="江城圆体 600W" panose="020B0800000000000000" pitchFamily="34" charset="-128"/>
                <a:ea typeface="江城圆体 600W" panose="020B0800000000000000" pitchFamily="34" charset="-128"/>
                <a:cs typeface="Microsoft JhengHei"/>
              </a:rPr>
              <a:t>「个人愿景」的原则 </a:t>
            </a:r>
            <a:r>
              <a:rPr lang="en-US" altLang="zh-CN" b="1" dirty="0">
                <a:solidFill>
                  <a:srgbClr val="212121"/>
                </a:solidFill>
                <a:latin typeface="江城圆体 600W" panose="020B0800000000000000" pitchFamily="34" charset="-128"/>
                <a:ea typeface="江城圆体 600W" panose="020B0800000000000000" pitchFamily="34" charset="-128"/>
                <a:cs typeface="Microsoft JhengHei"/>
              </a:rPr>
              <a:t>--- </a:t>
            </a:r>
            <a:r>
              <a:rPr lang="zh-CN" altLang="en-US" b="1" dirty="0">
                <a:solidFill>
                  <a:srgbClr val="212121"/>
                </a:solidFill>
                <a:latin typeface="江城圆体 600W" panose="020B0800000000000000" pitchFamily="34" charset="-128"/>
                <a:ea typeface="江城圆体 600W" panose="020B0800000000000000" pitchFamily="34" charset="-128"/>
                <a:cs typeface="Microsoft JhengHei"/>
              </a:rPr>
              <a:t>积极主动</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grpSp>
        <p:nvGrpSpPr>
          <p:cNvPr id="3" name="object 3"/>
          <p:cNvGrpSpPr/>
          <p:nvPr/>
        </p:nvGrpSpPr>
        <p:grpSpPr>
          <a:xfrm>
            <a:off x="1622425" y="1241425"/>
            <a:ext cx="259398" cy="259080"/>
            <a:chOff x="3244850" y="2482850"/>
            <a:chExt cx="518795" cy="518159"/>
          </a:xfrm>
        </p:grpSpPr>
        <p:sp>
          <p:nvSpPr>
            <p:cNvPr id="4" name="object 4"/>
            <p:cNvSpPr/>
            <p:nvPr/>
          </p:nvSpPr>
          <p:spPr>
            <a:xfrm>
              <a:off x="3251200" y="2489200"/>
              <a:ext cx="506095" cy="505459"/>
            </a:xfrm>
            <a:custGeom>
              <a:avLst/>
              <a:gdLst/>
              <a:ahLst/>
              <a:cxnLst/>
              <a:rect l="l" t="t" r="r" b="b"/>
              <a:pathLst>
                <a:path w="506095" h="505460">
                  <a:moveTo>
                    <a:pt x="252529" y="0"/>
                  </a:moveTo>
                  <a:lnTo>
                    <a:pt x="207137" y="4068"/>
                  </a:lnTo>
                  <a:lnTo>
                    <a:pt x="164413" y="15798"/>
                  </a:lnTo>
                  <a:lnTo>
                    <a:pt x="125073" y="34476"/>
                  </a:lnTo>
                  <a:lnTo>
                    <a:pt x="89828" y="59389"/>
                  </a:lnTo>
                  <a:lnTo>
                    <a:pt x="59391" y="89825"/>
                  </a:lnTo>
                  <a:lnTo>
                    <a:pt x="34477" y="125069"/>
                  </a:lnTo>
                  <a:lnTo>
                    <a:pt x="15798" y="164410"/>
                  </a:lnTo>
                  <a:lnTo>
                    <a:pt x="4068" y="207133"/>
                  </a:lnTo>
                  <a:lnTo>
                    <a:pt x="0" y="252526"/>
                  </a:lnTo>
                  <a:lnTo>
                    <a:pt x="4068" y="297920"/>
                  </a:lnTo>
                  <a:lnTo>
                    <a:pt x="15798" y="340643"/>
                  </a:lnTo>
                  <a:lnTo>
                    <a:pt x="34477" y="379984"/>
                  </a:lnTo>
                  <a:lnTo>
                    <a:pt x="59391" y="415228"/>
                  </a:lnTo>
                  <a:lnTo>
                    <a:pt x="89828" y="445664"/>
                  </a:lnTo>
                  <a:lnTo>
                    <a:pt x="125073" y="470577"/>
                  </a:lnTo>
                  <a:lnTo>
                    <a:pt x="164413" y="489255"/>
                  </a:lnTo>
                  <a:lnTo>
                    <a:pt x="207137" y="500985"/>
                  </a:lnTo>
                  <a:lnTo>
                    <a:pt x="252529" y="505053"/>
                  </a:lnTo>
                  <a:lnTo>
                    <a:pt x="287809" y="502610"/>
                  </a:lnTo>
                  <a:lnTo>
                    <a:pt x="321592" y="495498"/>
                  </a:lnTo>
                  <a:lnTo>
                    <a:pt x="353550" y="484045"/>
                  </a:lnTo>
                  <a:lnTo>
                    <a:pt x="383353" y="468579"/>
                  </a:lnTo>
                  <a:lnTo>
                    <a:pt x="502900" y="468579"/>
                  </a:lnTo>
                  <a:lnTo>
                    <a:pt x="493532" y="437051"/>
                  </a:lnTo>
                  <a:lnTo>
                    <a:pt x="480073" y="394304"/>
                  </a:lnTo>
                  <a:lnTo>
                    <a:pt x="478115" y="366153"/>
                  </a:lnTo>
                  <a:lnTo>
                    <a:pt x="489596" y="339734"/>
                  </a:lnTo>
                  <a:lnTo>
                    <a:pt x="498050" y="311854"/>
                  </a:lnTo>
                  <a:lnTo>
                    <a:pt x="503272" y="282718"/>
                  </a:lnTo>
                  <a:lnTo>
                    <a:pt x="505058" y="252526"/>
                  </a:lnTo>
                  <a:lnTo>
                    <a:pt x="500990" y="207133"/>
                  </a:lnTo>
                  <a:lnTo>
                    <a:pt x="489259" y="164410"/>
                  </a:lnTo>
                  <a:lnTo>
                    <a:pt x="470580" y="125069"/>
                  </a:lnTo>
                  <a:lnTo>
                    <a:pt x="445666" y="89825"/>
                  </a:lnTo>
                  <a:lnTo>
                    <a:pt x="415230" y="59389"/>
                  </a:lnTo>
                  <a:lnTo>
                    <a:pt x="379985" y="34476"/>
                  </a:lnTo>
                  <a:lnTo>
                    <a:pt x="340644" y="15798"/>
                  </a:lnTo>
                  <a:lnTo>
                    <a:pt x="297921" y="4068"/>
                  </a:lnTo>
                  <a:lnTo>
                    <a:pt x="252529" y="0"/>
                  </a:lnTo>
                  <a:close/>
                </a:path>
                <a:path w="506095" h="505460">
                  <a:moveTo>
                    <a:pt x="502900" y="468579"/>
                  </a:moveTo>
                  <a:lnTo>
                    <a:pt x="383353" y="468579"/>
                  </a:lnTo>
                  <a:lnTo>
                    <a:pt x="408707" y="471511"/>
                  </a:lnTo>
                  <a:lnTo>
                    <a:pt x="445823" y="488716"/>
                  </a:lnTo>
                  <a:lnTo>
                    <a:pt x="482130" y="504971"/>
                  </a:lnTo>
                  <a:lnTo>
                    <a:pt x="505058" y="505053"/>
                  </a:lnTo>
                  <a:lnTo>
                    <a:pt x="506018" y="479074"/>
                  </a:lnTo>
                  <a:lnTo>
                    <a:pt x="502900" y="468579"/>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 name="object 5"/>
            <p:cNvSpPr/>
            <p:nvPr/>
          </p:nvSpPr>
          <p:spPr>
            <a:xfrm>
              <a:off x="3251200" y="2489200"/>
              <a:ext cx="506095" cy="505459"/>
            </a:xfrm>
            <a:custGeom>
              <a:avLst/>
              <a:gdLst/>
              <a:ahLst/>
              <a:cxnLst/>
              <a:rect l="l" t="t" r="r" b="b"/>
              <a:pathLst>
                <a:path w="506095" h="505460">
                  <a:moveTo>
                    <a:pt x="252529" y="505058"/>
                  </a:moveTo>
                  <a:lnTo>
                    <a:pt x="287809" y="502613"/>
                  </a:lnTo>
                  <a:lnTo>
                    <a:pt x="321592" y="495498"/>
                  </a:lnTo>
                  <a:lnTo>
                    <a:pt x="353550" y="484042"/>
                  </a:lnTo>
                  <a:lnTo>
                    <a:pt x="383353" y="468572"/>
                  </a:lnTo>
                  <a:lnTo>
                    <a:pt x="408707" y="471508"/>
                  </a:lnTo>
                  <a:lnTo>
                    <a:pt x="445822" y="488716"/>
                  </a:lnTo>
                  <a:lnTo>
                    <a:pt x="482130" y="504973"/>
                  </a:lnTo>
                  <a:lnTo>
                    <a:pt x="505058" y="505058"/>
                  </a:lnTo>
                  <a:lnTo>
                    <a:pt x="506018" y="479079"/>
                  </a:lnTo>
                  <a:lnTo>
                    <a:pt x="493532" y="437055"/>
                  </a:lnTo>
                  <a:lnTo>
                    <a:pt x="480074" y="394304"/>
                  </a:lnTo>
                  <a:lnTo>
                    <a:pt x="478116" y="366147"/>
                  </a:lnTo>
                  <a:lnTo>
                    <a:pt x="489596" y="339734"/>
                  </a:lnTo>
                  <a:lnTo>
                    <a:pt x="498050" y="311856"/>
                  </a:lnTo>
                  <a:lnTo>
                    <a:pt x="503272" y="282720"/>
                  </a:lnTo>
                  <a:lnTo>
                    <a:pt x="505058" y="252529"/>
                  </a:lnTo>
                  <a:lnTo>
                    <a:pt x="500990" y="207136"/>
                  </a:lnTo>
                  <a:lnTo>
                    <a:pt x="489259" y="164413"/>
                  </a:lnTo>
                  <a:lnTo>
                    <a:pt x="470581" y="125072"/>
                  </a:lnTo>
                  <a:lnTo>
                    <a:pt x="445666" y="89827"/>
                  </a:lnTo>
                  <a:lnTo>
                    <a:pt x="415230" y="59391"/>
                  </a:lnTo>
                  <a:lnTo>
                    <a:pt x="379985" y="34477"/>
                  </a:lnTo>
                  <a:lnTo>
                    <a:pt x="340645" y="15798"/>
                  </a:lnTo>
                  <a:lnTo>
                    <a:pt x="297921" y="4068"/>
                  </a:lnTo>
                  <a:lnTo>
                    <a:pt x="252529" y="0"/>
                  </a:lnTo>
                  <a:lnTo>
                    <a:pt x="207136" y="4068"/>
                  </a:lnTo>
                  <a:lnTo>
                    <a:pt x="164413" y="15798"/>
                  </a:lnTo>
                  <a:lnTo>
                    <a:pt x="125072" y="34477"/>
                  </a:lnTo>
                  <a:lnTo>
                    <a:pt x="89827" y="59391"/>
                  </a:lnTo>
                  <a:lnTo>
                    <a:pt x="59391" y="89827"/>
                  </a:lnTo>
                  <a:lnTo>
                    <a:pt x="34477" y="125072"/>
                  </a:lnTo>
                  <a:lnTo>
                    <a:pt x="15798" y="164413"/>
                  </a:lnTo>
                  <a:lnTo>
                    <a:pt x="4068" y="207136"/>
                  </a:lnTo>
                  <a:lnTo>
                    <a:pt x="0" y="252529"/>
                  </a:lnTo>
                  <a:lnTo>
                    <a:pt x="4068" y="297921"/>
                  </a:lnTo>
                  <a:lnTo>
                    <a:pt x="15798" y="340645"/>
                  </a:lnTo>
                  <a:lnTo>
                    <a:pt x="34477" y="379985"/>
                  </a:lnTo>
                  <a:lnTo>
                    <a:pt x="59391" y="415230"/>
                  </a:lnTo>
                  <a:lnTo>
                    <a:pt x="89827" y="445666"/>
                  </a:lnTo>
                  <a:lnTo>
                    <a:pt x="125072" y="470581"/>
                  </a:lnTo>
                  <a:lnTo>
                    <a:pt x="164413" y="489259"/>
                  </a:lnTo>
                  <a:lnTo>
                    <a:pt x="207136" y="500990"/>
                  </a:lnTo>
                  <a:lnTo>
                    <a:pt x="252529" y="505058"/>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6" name="object 6"/>
          <p:cNvSpPr txBox="1"/>
          <p:nvPr/>
        </p:nvSpPr>
        <p:spPr>
          <a:xfrm>
            <a:off x="1022350" y="5665470"/>
            <a:ext cx="4815840" cy="2760980"/>
          </a:xfrm>
          <a:prstGeom prst="rect">
            <a:avLst/>
          </a:prstGeom>
        </p:spPr>
        <p:txBody>
          <a:bodyPr vert="horz" wrap="square" lIns="0" tIns="6350" rIns="0" bIns="0" rtlCol="0">
            <a:spAutoFit/>
          </a:bodyPr>
          <a:lstStyle/>
          <a:p>
            <a:pPr marL="6350" marR="2540" algn="just">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为了确保走在正确的人生道路上，你需要对自己的理想和生活方式有清晰的认识。无论发生在何时，都必须遵循这一原则，即由个人最重视的期许或价值观来决定一切。"个人使命宣言" 有助于你确定什么是重要的，以及你是否真正采取了必要的措施。对于个人来说，只要心中秉持着对自己的本性、人生目标以及价值观的不变信念，就能成为我们以不变应万变的力量源泉。</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15"/>
              </a:spcBef>
            </a:pPr>
            <a:endParaRPr sz="102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5080" algn="just">
              <a:lnSpc>
                <a:spcPct val="115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In order to ensure that you are on the right path in life, you need to have a clear vision of what you want and how you want to live. Whenever this happens, it is important to follow the principle that the expectations or values that are most important to the individual determine everything." A personal mission statement" helps you determine what is important and whether you are actually taking the necessary steps. For individuals, by holding in our hearts an unchanging belief in our nature, our purpose in life, and our values, it can be a source of strength that allows us to respond to change without change.</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7" name="object 7"/>
          <p:cNvSpPr txBox="1"/>
          <p:nvPr/>
        </p:nvSpPr>
        <p:spPr>
          <a:xfrm>
            <a:off x="1652582" y="1238250"/>
            <a:ext cx="3261995" cy="163830"/>
          </a:xfrm>
          <a:prstGeom prst="rect">
            <a:avLst/>
          </a:prstGeom>
        </p:spPr>
        <p:txBody>
          <a:bodyPr vert="horz" wrap="square" lIns="0" tIns="6350" rIns="0" bIns="0" rtlCol="0">
            <a:spAutoFit/>
          </a:bodyPr>
          <a:lstStyle/>
          <a:p>
            <a:pPr marL="19050">
              <a:spcBef>
                <a:spcPts val="50"/>
              </a:spcBef>
              <a:tabLst>
                <a:tab pos="252095" algn="l"/>
              </a:tabLst>
            </a:pPr>
            <a:r>
              <a:rPr sz="1575" baseline="210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endParaRPr dirty="0">
              <a:latin typeface="江城圆体 400W" panose="020B0800000000000000" pitchFamily="34" charset="-128"/>
              <a:ea typeface="江城圆体 400W" panose="020B0800000000000000" pitchFamily="34" charset="-128"/>
              <a:cs typeface="Microsoft JhengHei"/>
            </a:endParaRPr>
          </a:p>
        </p:txBody>
      </p:sp>
      <p:sp>
        <p:nvSpPr>
          <p:cNvPr id="8" name="object 8"/>
          <p:cNvSpPr txBox="1"/>
          <p:nvPr/>
        </p:nvSpPr>
        <p:spPr>
          <a:xfrm>
            <a:off x="1654784" y="3131043"/>
            <a:ext cx="1162050" cy="190500"/>
          </a:xfrm>
          <a:prstGeom prst="rect">
            <a:avLst/>
          </a:prstGeom>
        </p:spPr>
        <p:txBody>
          <a:bodyPr vert="horz" wrap="square" lIns="0" tIns="6350" rIns="0" bIns="0" rtlCol="0">
            <a:spAutoFit/>
          </a:bodyPr>
          <a:lstStyle/>
          <a:p>
            <a:pPr marL="6350">
              <a:spcBef>
                <a:spcPts val="50"/>
              </a:spcBef>
            </a:pPr>
            <a:r>
              <a:rPr sz="12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第1</a:t>
            </a:r>
            <a:r>
              <a:rPr sz="1200" spc="-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次头脑中创造</a:t>
            </a:r>
            <a:endParaRPr sz="1200">
              <a:latin typeface="江城圆体 400W" panose="020B0800000000000000" pitchFamily="34" charset="-128"/>
              <a:ea typeface="江城圆体 400W" panose="020B0800000000000000" pitchFamily="34" charset="-128"/>
              <a:cs typeface="PMingLiU" panose="02020500000000000000" charset="-120"/>
            </a:endParaRPr>
          </a:p>
        </p:txBody>
      </p:sp>
      <p:sp>
        <p:nvSpPr>
          <p:cNvPr id="9" name="object 9"/>
          <p:cNvSpPr txBox="1"/>
          <p:nvPr/>
        </p:nvSpPr>
        <p:spPr>
          <a:xfrm>
            <a:off x="2966085" y="3131043"/>
            <a:ext cx="1162050" cy="190500"/>
          </a:xfrm>
          <a:prstGeom prst="rect">
            <a:avLst/>
          </a:prstGeom>
        </p:spPr>
        <p:txBody>
          <a:bodyPr vert="horz" wrap="square" lIns="0" tIns="6350" rIns="0" bIns="0" rtlCol="0">
            <a:spAutoFit/>
          </a:bodyPr>
          <a:lstStyle/>
          <a:p>
            <a:pPr marL="6350">
              <a:spcBef>
                <a:spcPts val="50"/>
              </a:spcBef>
            </a:pPr>
            <a:r>
              <a:rPr sz="12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第2</a:t>
            </a:r>
            <a:r>
              <a:rPr sz="1200" spc="-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次行动中创造</a:t>
            </a:r>
            <a:endParaRPr sz="12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0" name="object 10"/>
          <p:cNvSpPr/>
          <p:nvPr/>
        </p:nvSpPr>
        <p:spPr>
          <a:xfrm>
            <a:off x="4438702" y="2508834"/>
            <a:ext cx="603250" cy="601980"/>
          </a:xfrm>
          <a:custGeom>
            <a:avLst/>
            <a:gdLst/>
            <a:ahLst/>
            <a:cxnLst/>
            <a:rect l="l" t="t" r="r" b="b"/>
            <a:pathLst>
              <a:path w="1206500" h="1203960">
                <a:moveTo>
                  <a:pt x="603199" y="0"/>
                </a:moveTo>
                <a:lnTo>
                  <a:pt x="556059" y="1810"/>
                </a:lnTo>
                <a:lnTo>
                  <a:pt x="509912" y="7154"/>
                </a:lnTo>
                <a:lnTo>
                  <a:pt x="464891" y="15896"/>
                </a:lnTo>
                <a:lnTo>
                  <a:pt x="421130" y="27903"/>
                </a:lnTo>
                <a:lnTo>
                  <a:pt x="378764" y="43042"/>
                </a:lnTo>
                <a:lnTo>
                  <a:pt x="337927" y="61178"/>
                </a:lnTo>
                <a:lnTo>
                  <a:pt x="298753" y="82177"/>
                </a:lnTo>
                <a:lnTo>
                  <a:pt x="261375" y="105906"/>
                </a:lnTo>
                <a:lnTo>
                  <a:pt x="225928" y="132231"/>
                </a:lnTo>
                <a:lnTo>
                  <a:pt x="192547" y="161018"/>
                </a:lnTo>
                <a:lnTo>
                  <a:pt x="161365" y="192133"/>
                </a:lnTo>
                <a:lnTo>
                  <a:pt x="132516" y="225443"/>
                </a:lnTo>
                <a:lnTo>
                  <a:pt x="106134" y="260814"/>
                </a:lnTo>
                <a:lnTo>
                  <a:pt x="82354" y="298111"/>
                </a:lnTo>
                <a:lnTo>
                  <a:pt x="61309" y="337201"/>
                </a:lnTo>
                <a:lnTo>
                  <a:pt x="43135" y="377951"/>
                </a:lnTo>
                <a:lnTo>
                  <a:pt x="27964" y="420226"/>
                </a:lnTo>
                <a:lnTo>
                  <a:pt x="15930" y="463892"/>
                </a:lnTo>
                <a:lnTo>
                  <a:pt x="7169" y="508817"/>
                </a:lnTo>
                <a:lnTo>
                  <a:pt x="1814" y="554865"/>
                </a:lnTo>
                <a:lnTo>
                  <a:pt x="0" y="601903"/>
                </a:lnTo>
                <a:lnTo>
                  <a:pt x="1814" y="648942"/>
                </a:lnTo>
                <a:lnTo>
                  <a:pt x="7169" y="694991"/>
                </a:lnTo>
                <a:lnTo>
                  <a:pt x="15930" y="739915"/>
                </a:lnTo>
                <a:lnTo>
                  <a:pt x="27964" y="783582"/>
                </a:lnTo>
                <a:lnTo>
                  <a:pt x="43135" y="825858"/>
                </a:lnTo>
                <a:lnTo>
                  <a:pt x="61309" y="866608"/>
                </a:lnTo>
                <a:lnTo>
                  <a:pt x="82354" y="905698"/>
                </a:lnTo>
                <a:lnTo>
                  <a:pt x="106134" y="942996"/>
                </a:lnTo>
                <a:lnTo>
                  <a:pt x="132516" y="978367"/>
                </a:lnTo>
                <a:lnTo>
                  <a:pt x="161365" y="1011677"/>
                </a:lnTo>
                <a:lnTo>
                  <a:pt x="192547" y="1042792"/>
                </a:lnTo>
                <a:lnTo>
                  <a:pt x="225928" y="1071580"/>
                </a:lnTo>
                <a:lnTo>
                  <a:pt x="261375" y="1097905"/>
                </a:lnTo>
                <a:lnTo>
                  <a:pt x="298753" y="1121634"/>
                </a:lnTo>
                <a:lnTo>
                  <a:pt x="337927" y="1142633"/>
                </a:lnTo>
                <a:lnTo>
                  <a:pt x="378764" y="1160769"/>
                </a:lnTo>
                <a:lnTo>
                  <a:pt x="421130" y="1175908"/>
                </a:lnTo>
                <a:lnTo>
                  <a:pt x="464891" y="1187915"/>
                </a:lnTo>
                <a:lnTo>
                  <a:pt x="509912" y="1196658"/>
                </a:lnTo>
                <a:lnTo>
                  <a:pt x="556059" y="1202001"/>
                </a:lnTo>
                <a:lnTo>
                  <a:pt x="603199" y="1203812"/>
                </a:lnTo>
                <a:lnTo>
                  <a:pt x="650338" y="1202001"/>
                </a:lnTo>
                <a:lnTo>
                  <a:pt x="696485" y="1196658"/>
                </a:lnTo>
                <a:lnTo>
                  <a:pt x="741506" y="1187915"/>
                </a:lnTo>
                <a:lnTo>
                  <a:pt x="785267" y="1175908"/>
                </a:lnTo>
                <a:lnTo>
                  <a:pt x="827632" y="1160769"/>
                </a:lnTo>
                <a:lnTo>
                  <a:pt x="868470" y="1142633"/>
                </a:lnTo>
                <a:lnTo>
                  <a:pt x="907644" y="1121634"/>
                </a:lnTo>
                <a:lnTo>
                  <a:pt x="945021" y="1097905"/>
                </a:lnTo>
                <a:lnTo>
                  <a:pt x="980468" y="1071580"/>
                </a:lnTo>
                <a:lnTo>
                  <a:pt x="1013849" y="1042792"/>
                </a:lnTo>
                <a:lnTo>
                  <a:pt x="1045032" y="1011677"/>
                </a:lnTo>
                <a:lnTo>
                  <a:pt x="1073881" y="978367"/>
                </a:lnTo>
                <a:lnTo>
                  <a:pt x="1100262" y="942996"/>
                </a:lnTo>
                <a:lnTo>
                  <a:pt x="1124042" y="905698"/>
                </a:lnTo>
                <a:lnTo>
                  <a:pt x="1145087" y="866608"/>
                </a:lnTo>
                <a:lnTo>
                  <a:pt x="1163262" y="825858"/>
                </a:lnTo>
                <a:lnTo>
                  <a:pt x="1178433" y="783582"/>
                </a:lnTo>
                <a:lnTo>
                  <a:pt x="1190466" y="739915"/>
                </a:lnTo>
                <a:lnTo>
                  <a:pt x="1199227" y="694991"/>
                </a:lnTo>
                <a:lnTo>
                  <a:pt x="1204582" y="648942"/>
                </a:lnTo>
                <a:lnTo>
                  <a:pt x="1206397" y="601903"/>
                </a:lnTo>
                <a:lnTo>
                  <a:pt x="1204582" y="554865"/>
                </a:lnTo>
                <a:lnTo>
                  <a:pt x="1199227" y="508817"/>
                </a:lnTo>
                <a:lnTo>
                  <a:pt x="1190466" y="463892"/>
                </a:lnTo>
                <a:lnTo>
                  <a:pt x="1178433" y="420226"/>
                </a:lnTo>
                <a:lnTo>
                  <a:pt x="1163262" y="377951"/>
                </a:lnTo>
                <a:lnTo>
                  <a:pt x="1145087" y="337201"/>
                </a:lnTo>
                <a:lnTo>
                  <a:pt x="1124042" y="298111"/>
                </a:lnTo>
                <a:lnTo>
                  <a:pt x="1100262" y="260814"/>
                </a:lnTo>
                <a:lnTo>
                  <a:pt x="1073881" y="225443"/>
                </a:lnTo>
                <a:lnTo>
                  <a:pt x="1045032" y="192133"/>
                </a:lnTo>
                <a:lnTo>
                  <a:pt x="1013849" y="161018"/>
                </a:lnTo>
                <a:lnTo>
                  <a:pt x="980468" y="132231"/>
                </a:lnTo>
                <a:lnTo>
                  <a:pt x="945021" y="105906"/>
                </a:lnTo>
                <a:lnTo>
                  <a:pt x="907644" y="82177"/>
                </a:lnTo>
                <a:lnTo>
                  <a:pt x="868470" y="61178"/>
                </a:lnTo>
                <a:lnTo>
                  <a:pt x="827632" y="43042"/>
                </a:lnTo>
                <a:lnTo>
                  <a:pt x="785267" y="27903"/>
                </a:lnTo>
                <a:lnTo>
                  <a:pt x="741506" y="15896"/>
                </a:lnTo>
                <a:lnTo>
                  <a:pt x="696485" y="7154"/>
                </a:lnTo>
                <a:lnTo>
                  <a:pt x="650338" y="1810"/>
                </a:lnTo>
                <a:lnTo>
                  <a:pt x="603199"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 name="object 11"/>
          <p:cNvSpPr txBox="1"/>
          <p:nvPr/>
        </p:nvSpPr>
        <p:spPr>
          <a:xfrm>
            <a:off x="4543797" y="2688749"/>
            <a:ext cx="393065" cy="236855"/>
          </a:xfrm>
          <a:prstGeom prst="rect">
            <a:avLst/>
          </a:prstGeom>
        </p:spPr>
        <p:txBody>
          <a:bodyPr vert="horz" wrap="square" lIns="0" tIns="6350" rIns="0" bIns="0" rtlCol="0">
            <a:spAutoFit/>
          </a:bodyPr>
          <a:lstStyle/>
          <a:p>
            <a:pPr marL="6350">
              <a:spcBef>
                <a:spcPts val="50"/>
              </a:spcBef>
            </a:pPr>
            <a:r>
              <a:rPr sz="1500" spc="-15" dirty="0">
                <a:solidFill>
                  <a:srgbClr val="FFFFFF"/>
                </a:solidFill>
                <a:latin typeface="江城圆体 400W" panose="020B0800000000000000" pitchFamily="34" charset="-128"/>
                <a:ea typeface="江城圆体 400W" panose="020B0800000000000000" pitchFamily="34" charset="-128"/>
                <a:cs typeface="Microsoft JhengHei"/>
              </a:rPr>
              <a:t>目标</a:t>
            </a:r>
            <a:endParaRPr sz="1500">
              <a:latin typeface="江城圆体 400W" panose="020B0800000000000000" pitchFamily="34" charset="-128"/>
              <a:ea typeface="江城圆体 400W" panose="020B0800000000000000" pitchFamily="34" charset="-128"/>
              <a:cs typeface="Microsoft JhengHei"/>
            </a:endParaRPr>
          </a:p>
        </p:txBody>
      </p:sp>
      <p:sp>
        <p:nvSpPr>
          <p:cNvPr id="12" name="object 12"/>
          <p:cNvSpPr/>
          <p:nvPr/>
        </p:nvSpPr>
        <p:spPr>
          <a:xfrm>
            <a:off x="3832225" y="2742330"/>
            <a:ext cx="542290" cy="121920"/>
          </a:xfrm>
          <a:custGeom>
            <a:avLst/>
            <a:gdLst/>
            <a:ahLst/>
            <a:cxnLst/>
            <a:rect l="l" t="t" r="r" b="b"/>
            <a:pathLst>
              <a:path w="1084579" h="243839">
                <a:moveTo>
                  <a:pt x="858112" y="12"/>
                </a:moveTo>
                <a:lnTo>
                  <a:pt x="855878" y="0"/>
                </a:lnTo>
                <a:lnTo>
                  <a:pt x="847093" y="812"/>
                </a:lnTo>
                <a:lnTo>
                  <a:pt x="841446" y="6896"/>
                </a:lnTo>
                <a:lnTo>
                  <a:pt x="840922" y="101536"/>
                </a:lnTo>
                <a:lnTo>
                  <a:pt x="19155" y="96989"/>
                </a:lnTo>
                <a:lnTo>
                  <a:pt x="11732" y="98443"/>
                </a:lnTo>
                <a:lnTo>
                  <a:pt x="5654" y="102493"/>
                </a:lnTo>
                <a:lnTo>
                  <a:pt x="1538" y="108527"/>
                </a:lnTo>
                <a:lnTo>
                  <a:pt x="0" y="115934"/>
                </a:lnTo>
                <a:lnTo>
                  <a:pt x="1456" y="123357"/>
                </a:lnTo>
                <a:lnTo>
                  <a:pt x="5505" y="129435"/>
                </a:lnTo>
                <a:lnTo>
                  <a:pt x="11538" y="133551"/>
                </a:lnTo>
                <a:lnTo>
                  <a:pt x="18944" y="135089"/>
                </a:lnTo>
                <a:lnTo>
                  <a:pt x="840719" y="139619"/>
                </a:lnTo>
                <a:lnTo>
                  <a:pt x="840220" y="229055"/>
                </a:lnTo>
                <a:lnTo>
                  <a:pt x="840728" y="231263"/>
                </a:lnTo>
                <a:lnTo>
                  <a:pt x="845233" y="240397"/>
                </a:lnTo>
                <a:lnTo>
                  <a:pt x="853862" y="243326"/>
                </a:lnTo>
                <a:lnTo>
                  <a:pt x="1076877" y="133351"/>
                </a:lnTo>
                <a:lnTo>
                  <a:pt x="1079149" y="131105"/>
                </a:lnTo>
                <a:lnTo>
                  <a:pt x="1084152" y="121236"/>
                </a:lnTo>
                <a:lnTo>
                  <a:pt x="1081317" y="112575"/>
                </a:lnTo>
                <a:lnTo>
                  <a:pt x="1074226" y="108981"/>
                </a:lnTo>
                <a:lnTo>
                  <a:pt x="860313" y="546"/>
                </a:lnTo>
                <a:lnTo>
                  <a:pt x="858112" y="12"/>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13" name="object 13"/>
          <p:cNvGrpSpPr/>
          <p:nvPr/>
        </p:nvGrpSpPr>
        <p:grpSpPr>
          <a:xfrm>
            <a:off x="1816130" y="2051050"/>
            <a:ext cx="2553335" cy="1059815"/>
            <a:chOff x="3632260" y="4102100"/>
            <a:chExt cx="5106670" cy="2119630"/>
          </a:xfrm>
        </p:grpSpPr>
        <p:sp>
          <p:nvSpPr>
            <p:cNvPr id="14" name="object 14"/>
            <p:cNvSpPr/>
            <p:nvPr/>
          </p:nvSpPr>
          <p:spPr>
            <a:xfrm>
              <a:off x="3632250" y="4443932"/>
              <a:ext cx="3750310" cy="1778000"/>
            </a:xfrm>
            <a:custGeom>
              <a:avLst/>
              <a:gdLst/>
              <a:ahLst/>
              <a:cxnLst/>
              <a:rect l="l" t="t" r="r" b="b"/>
              <a:pathLst>
                <a:path w="3750309" h="1778000">
                  <a:moveTo>
                    <a:pt x="550392" y="1424927"/>
                  </a:moveTo>
                  <a:lnTo>
                    <a:pt x="546773" y="1372616"/>
                  </a:lnTo>
                  <a:lnTo>
                    <a:pt x="539457" y="1323898"/>
                  </a:lnTo>
                  <a:lnTo>
                    <a:pt x="529005" y="1278191"/>
                  </a:lnTo>
                  <a:lnTo>
                    <a:pt x="515950" y="1234922"/>
                  </a:lnTo>
                  <a:lnTo>
                    <a:pt x="500824" y="1193533"/>
                  </a:lnTo>
                  <a:lnTo>
                    <a:pt x="484187" y="1153452"/>
                  </a:lnTo>
                  <a:lnTo>
                    <a:pt x="466585" y="1114107"/>
                  </a:lnTo>
                  <a:lnTo>
                    <a:pt x="441426" y="1100747"/>
                  </a:lnTo>
                  <a:lnTo>
                    <a:pt x="431482" y="1097127"/>
                  </a:lnTo>
                  <a:lnTo>
                    <a:pt x="427494" y="1108202"/>
                  </a:lnTo>
                  <a:lnTo>
                    <a:pt x="423151" y="1119251"/>
                  </a:lnTo>
                  <a:lnTo>
                    <a:pt x="420077" y="1130033"/>
                  </a:lnTo>
                  <a:lnTo>
                    <a:pt x="420014" y="1140066"/>
                  </a:lnTo>
                  <a:lnTo>
                    <a:pt x="424840" y="1157033"/>
                  </a:lnTo>
                  <a:lnTo>
                    <a:pt x="431431" y="1173568"/>
                  </a:lnTo>
                  <a:lnTo>
                    <a:pt x="446722" y="1205941"/>
                  </a:lnTo>
                  <a:lnTo>
                    <a:pt x="465772" y="1252740"/>
                  </a:lnTo>
                  <a:lnTo>
                    <a:pt x="479552" y="1299959"/>
                  </a:lnTo>
                  <a:lnTo>
                    <a:pt x="488645" y="1347520"/>
                  </a:lnTo>
                  <a:lnTo>
                    <a:pt x="493598" y="1395412"/>
                  </a:lnTo>
                  <a:lnTo>
                    <a:pt x="494957" y="1443570"/>
                  </a:lnTo>
                  <a:lnTo>
                    <a:pt x="493280" y="1491970"/>
                  </a:lnTo>
                  <a:lnTo>
                    <a:pt x="489127" y="1540560"/>
                  </a:lnTo>
                  <a:lnTo>
                    <a:pt x="483057" y="1589290"/>
                  </a:lnTo>
                  <a:lnTo>
                    <a:pt x="475615" y="1638134"/>
                  </a:lnTo>
                  <a:lnTo>
                    <a:pt x="472287" y="1651088"/>
                  </a:lnTo>
                  <a:lnTo>
                    <a:pt x="471157" y="1657299"/>
                  </a:lnTo>
                  <a:lnTo>
                    <a:pt x="471716" y="1662849"/>
                  </a:lnTo>
                  <a:lnTo>
                    <a:pt x="475703" y="1672272"/>
                  </a:lnTo>
                  <a:lnTo>
                    <a:pt x="480656" y="1681302"/>
                  </a:lnTo>
                  <a:lnTo>
                    <a:pt x="491363" y="1699044"/>
                  </a:lnTo>
                  <a:lnTo>
                    <a:pt x="500875" y="1692757"/>
                  </a:lnTo>
                  <a:lnTo>
                    <a:pt x="511022" y="1686572"/>
                  </a:lnTo>
                  <a:lnTo>
                    <a:pt x="532104" y="1616824"/>
                  </a:lnTo>
                  <a:lnTo>
                    <a:pt x="539305" y="1564017"/>
                  </a:lnTo>
                  <a:lnTo>
                    <a:pt x="549783" y="1481366"/>
                  </a:lnTo>
                  <a:lnTo>
                    <a:pt x="550392" y="1424927"/>
                  </a:lnTo>
                  <a:close/>
                </a:path>
                <a:path w="3750309" h="1778000">
                  <a:moveTo>
                    <a:pt x="654634" y="472046"/>
                  </a:moveTo>
                  <a:lnTo>
                    <a:pt x="652741" y="452907"/>
                  </a:lnTo>
                  <a:lnTo>
                    <a:pt x="648677" y="434149"/>
                  </a:lnTo>
                  <a:lnTo>
                    <a:pt x="638390" y="420649"/>
                  </a:lnTo>
                  <a:lnTo>
                    <a:pt x="617816" y="417245"/>
                  </a:lnTo>
                  <a:lnTo>
                    <a:pt x="608444" y="423240"/>
                  </a:lnTo>
                  <a:lnTo>
                    <a:pt x="599922" y="436143"/>
                  </a:lnTo>
                  <a:lnTo>
                    <a:pt x="591756" y="452018"/>
                  </a:lnTo>
                  <a:lnTo>
                    <a:pt x="583476" y="466890"/>
                  </a:lnTo>
                  <a:lnTo>
                    <a:pt x="583031" y="517232"/>
                  </a:lnTo>
                  <a:lnTo>
                    <a:pt x="564476" y="556564"/>
                  </a:lnTo>
                  <a:lnTo>
                    <a:pt x="531520" y="582422"/>
                  </a:lnTo>
                  <a:lnTo>
                    <a:pt x="487870" y="592353"/>
                  </a:lnTo>
                  <a:lnTo>
                    <a:pt x="443014" y="584466"/>
                  </a:lnTo>
                  <a:lnTo>
                    <a:pt x="406920" y="560781"/>
                  </a:lnTo>
                  <a:lnTo>
                    <a:pt x="383082" y="524789"/>
                  </a:lnTo>
                  <a:lnTo>
                    <a:pt x="374992" y="479971"/>
                  </a:lnTo>
                  <a:lnTo>
                    <a:pt x="384619" y="436041"/>
                  </a:lnTo>
                  <a:lnTo>
                    <a:pt x="409587" y="401815"/>
                  </a:lnTo>
                  <a:lnTo>
                    <a:pt x="446824" y="380098"/>
                  </a:lnTo>
                  <a:lnTo>
                    <a:pt x="493217" y="373659"/>
                  </a:lnTo>
                  <a:lnTo>
                    <a:pt x="498894" y="373900"/>
                  </a:lnTo>
                  <a:lnTo>
                    <a:pt x="505752" y="377164"/>
                  </a:lnTo>
                  <a:lnTo>
                    <a:pt x="509968" y="374992"/>
                  </a:lnTo>
                  <a:lnTo>
                    <a:pt x="512368" y="373659"/>
                  </a:lnTo>
                  <a:lnTo>
                    <a:pt x="519798" y="369544"/>
                  </a:lnTo>
                  <a:lnTo>
                    <a:pt x="529386" y="363613"/>
                  </a:lnTo>
                  <a:lnTo>
                    <a:pt x="548347" y="351332"/>
                  </a:lnTo>
                  <a:lnTo>
                    <a:pt x="541362" y="341833"/>
                  </a:lnTo>
                  <a:lnTo>
                    <a:pt x="534543" y="331812"/>
                  </a:lnTo>
                  <a:lnTo>
                    <a:pt x="527278" y="323227"/>
                  </a:lnTo>
                  <a:lnTo>
                    <a:pt x="518947" y="318033"/>
                  </a:lnTo>
                  <a:lnTo>
                    <a:pt x="471576" y="312254"/>
                  </a:lnTo>
                  <a:lnTo>
                    <a:pt x="424726" y="322605"/>
                  </a:lnTo>
                  <a:lnTo>
                    <a:pt x="382028" y="346862"/>
                  </a:lnTo>
                  <a:lnTo>
                    <a:pt x="347103" y="382790"/>
                  </a:lnTo>
                  <a:lnTo>
                    <a:pt x="323583" y="428180"/>
                  </a:lnTo>
                  <a:lnTo>
                    <a:pt x="314718" y="477939"/>
                  </a:lnTo>
                  <a:lnTo>
                    <a:pt x="320484" y="527088"/>
                  </a:lnTo>
                  <a:lnTo>
                    <a:pt x="340004" y="572427"/>
                  </a:lnTo>
                  <a:lnTo>
                    <a:pt x="372427" y="610717"/>
                  </a:lnTo>
                  <a:lnTo>
                    <a:pt x="415594" y="637895"/>
                  </a:lnTo>
                  <a:lnTo>
                    <a:pt x="464540" y="651027"/>
                  </a:lnTo>
                  <a:lnTo>
                    <a:pt x="515277" y="649655"/>
                  </a:lnTo>
                  <a:lnTo>
                    <a:pt x="563816" y="633310"/>
                  </a:lnTo>
                  <a:lnTo>
                    <a:pt x="604062" y="603961"/>
                  </a:lnTo>
                  <a:lnTo>
                    <a:pt x="613003" y="592353"/>
                  </a:lnTo>
                  <a:lnTo>
                    <a:pt x="634314" y="564692"/>
                  </a:lnTo>
                  <a:lnTo>
                    <a:pt x="652018" y="519430"/>
                  </a:lnTo>
                  <a:lnTo>
                    <a:pt x="654634" y="472046"/>
                  </a:lnTo>
                  <a:close/>
                </a:path>
                <a:path w="3750309" h="1778000">
                  <a:moveTo>
                    <a:pt x="1022604" y="510540"/>
                  </a:moveTo>
                  <a:lnTo>
                    <a:pt x="1021029" y="459740"/>
                  </a:lnTo>
                  <a:lnTo>
                    <a:pt x="1010577" y="427990"/>
                  </a:lnTo>
                  <a:lnTo>
                    <a:pt x="982345" y="412750"/>
                  </a:lnTo>
                  <a:lnTo>
                    <a:pt x="927328" y="400050"/>
                  </a:lnTo>
                  <a:lnTo>
                    <a:pt x="891044" y="384810"/>
                  </a:lnTo>
                  <a:lnTo>
                    <a:pt x="871054" y="359410"/>
                  </a:lnTo>
                  <a:lnTo>
                    <a:pt x="868527" y="327660"/>
                  </a:lnTo>
                  <a:lnTo>
                    <a:pt x="884656" y="292100"/>
                  </a:lnTo>
                  <a:lnTo>
                    <a:pt x="914031" y="251460"/>
                  </a:lnTo>
                  <a:lnTo>
                    <a:pt x="928484" y="226060"/>
                  </a:lnTo>
                  <a:lnTo>
                    <a:pt x="926985" y="207010"/>
                  </a:lnTo>
                  <a:lnTo>
                    <a:pt x="908519" y="184150"/>
                  </a:lnTo>
                  <a:lnTo>
                    <a:pt x="886396" y="162560"/>
                  </a:lnTo>
                  <a:lnTo>
                    <a:pt x="877290" y="154940"/>
                  </a:lnTo>
                  <a:lnTo>
                    <a:pt x="872083" y="148590"/>
                  </a:lnTo>
                  <a:lnTo>
                    <a:pt x="830148" y="107950"/>
                  </a:lnTo>
                  <a:lnTo>
                    <a:pt x="804938" y="91440"/>
                  </a:lnTo>
                  <a:lnTo>
                    <a:pt x="778217" y="104140"/>
                  </a:lnTo>
                  <a:lnTo>
                    <a:pt x="712965" y="148590"/>
                  </a:lnTo>
                  <a:lnTo>
                    <a:pt x="694588" y="154940"/>
                  </a:lnTo>
                  <a:lnTo>
                    <a:pt x="675576" y="154940"/>
                  </a:lnTo>
                  <a:lnTo>
                    <a:pt x="654850" y="146050"/>
                  </a:lnTo>
                  <a:lnTo>
                    <a:pt x="643521" y="139700"/>
                  </a:lnTo>
                  <a:lnTo>
                    <a:pt x="631240" y="135890"/>
                  </a:lnTo>
                  <a:lnTo>
                    <a:pt x="618566" y="133350"/>
                  </a:lnTo>
                  <a:lnTo>
                    <a:pt x="606069" y="133350"/>
                  </a:lnTo>
                  <a:lnTo>
                    <a:pt x="597027" y="135890"/>
                  </a:lnTo>
                  <a:lnTo>
                    <a:pt x="587565" y="139700"/>
                  </a:lnTo>
                  <a:lnTo>
                    <a:pt x="579793" y="146050"/>
                  </a:lnTo>
                  <a:lnTo>
                    <a:pt x="575805" y="152400"/>
                  </a:lnTo>
                  <a:lnTo>
                    <a:pt x="576224" y="161290"/>
                  </a:lnTo>
                  <a:lnTo>
                    <a:pt x="614540" y="196850"/>
                  </a:lnTo>
                  <a:lnTo>
                    <a:pt x="659917" y="215900"/>
                  </a:lnTo>
                  <a:lnTo>
                    <a:pt x="693483" y="224790"/>
                  </a:lnTo>
                  <a:lnTo>
                    <a:pt x="704761" y="222250"/>
                  </a:lnTo>
                  <a:lnTo>
                    <a:pt x="716026" y="218440"/>
                  </a:lnTo>
                  <a:lnTo>
                    <a:pt x="726236" y="212090"/>
                  </a:lnTo>
                  <a:lnTo>
                    <a:pt x="744296" y="200660"/>
                  </a:lnTo>
                  <a:lnTo>
                    <a:pt x="762050" y="190500"/>
                  </a:lnTo>
                  <a:lnTo>
                    <a:pt x="780046" y="175260"/>
                  </a:lnTo>
                  <a:lnTo>
                    <a:pt x="798753" y="162560"/>
                  </a:lnTo>
                  <a:lnTo>
                    <a:pt x="858926" y="224790"/>
                  </a:lnTo>
                  <a:lnTo>
                    <a:pt x="846836" y="241300"/>
                  </a:lnTo>
                  <a:lnTo>
                    <a:pt x="834313" y="256540"/>
                  </a:lnTo>
                  <a:lnTo>
                    <a:pt x="822553" y="275590"/>
                  </a:lnTo>
                  <a:lnTo>
                    <a:pt x="812749" y="292100"/>
                  </a:lnTo>
                  <a:lnTo>
                    <a:pt x="808532" y="307340"/>
                  </a:lnTo>
                  <a:lnTo>
                    <a:pt x="806983" y="323850"/>
                  </a:lnTo>
                  <a:lnTo>
                    <a:pt x="806615" y="339090"/>
                  </a:lnTo>
                  <a:lnTo>
                    <a:pt x="805942" y="355600"/>
                  </a:lnTo>
                  <a:lnTo>
                    <a:pt x="807351" y="358140"/>
                  </a:lnTo>
                  <a:lnTo>
                    <a:pt x="807631" y="358140"/>
                  </a:lnTo>
                  <a:lnTo>
                    <a:pt x="823887" y="403860"/>
                  </a:lnTo>
                  <a:lnTo>
                    <a:pt x="850595" y="438150"/>
                  </a:lnTo>
                  <a:lnTo>
                    <a:pt x="888326" y="457200"/>
                  </a:lnTo>
                  <a:lnTo>
                    <a:pt x="937641" y="463550"/>
                  </a:lnTo>
                  <a:lnTo>
                    <a:pt x="953947" y="466090"/>
                  </a:lnTo>
                  <a:lnTo>
                    <a:pt x="961059" y="476250"/>
                  </a:lnTo>
                  <a:lnTo>
                    <a:pt x="962367" y="488950"/>
                  </a:lnTo>
                  <a:lnTo>
                    <a:pt x="961301" y="504190"/>
                  </a:lnTo>
                  <a:lnTo>
                    <a:pt x="962050" y="520700"/>
                  </a:lnTo>
                  <a:lnTo>
                    <a:pt x="962723" y="535940"/>
                  </a:lnTo>
                  <a:lnTo>
                    <a:pt x="957021" y="548640"/>
                  </a:lnTo>
                  <a:lnTo>
                    <a:pt x="938669" y="558800"/>
                  </a:lnTo>
                  <a:lnTo>
                    <a:pt x="934453" y="558800"/>
                  </a:lnTo>
                  <a:lnTo>
                    <a:pt x="879690" y="565150"/>
                  </a:lnTo>
                  <a:lnTo>
                    <a:pt x="843280" y="590550"/>
                  </a:lnTo>
                  <a:lnTo>
                    <a:pt x="819213" y="631190"/>
                  </a:lnTo>
                  <a:lnTo>
                    <a:pt x="801458" y="676910"/>
                  </a:lnTo>
                  <a:lnTo>
                    <a:pt x="799528" y="688340"/>
                  </a:lnTo>
                  <a:lnTo>
                    <a:pt x="800430" y="701040"/>
                  </a:lnTo>
                  <a:lnTo>
                    <a:pt x="803567" y="713740"/>
                  </a:lnTo>
                  <a:lnTo>
                    <a:pt x="808367" y="723900"/>
                  </a:lnTo>
                  <a:lnTo>
                    <a:pt x="819429" y="742950"/>
                  </a:lnTo>
                  <a:lnTo>
                    <a:pt x="832091" y="759460"/>
                  </a:lnTo>
                  <a:lnTo>
                    <a:pt x="860945" y="800100"/>
                  </a:lnTo>
                  <a:lnTo>
                    <a:pt x="791870" y="850900"/>
                  </a:lnTo>
                  <a:lnTo>
                    <a:pt x="795261" y="852170"/>
                  </a:lnTo>
                  <a:lnTo>
                    <a:pt x="790282" y="852170"/>
                  </a:lnTo>
                  <a:lnTo>
                    <a:pt x="787590" y="850900"/>
                  </a:lnTo>
                  <a:lnTo>
                    <a:pt x="747115" y="816610"/>
                  </a:lnTo>
                  <a:lnTo>
                    <a:pt x="704507" y="802640"/>
                  </a:lnTo>
                  <a:lnTo>
                    <a:pt x="659091" y="806450"/>
                  </a:lnTo>
                  <a:lnTo>
                    <a:pt x="610184" y="825500"/>
                  </a:lnTo>
                  <a:lnTo>
                    <a:pt x="572668" y="859790"/>
                  </a:lnTo>
                  <a:lnTo>
                    <a:pt x="565772" y="895350"/>
                  </a:lnTo>
                  <a:lnTo>
                    <a:pt x="564540" y="902970"/>
                  </a:lnTo>
                  <a:lnTo>
                    <a:pt x="563079" y="910590"/>
                  </a:lnTo>
                  <a:lnTo>
                    <a:pt x="553631" y="941070"/>
                  </a:lnTo>
                  <a:lnTo>
                    <a:pt x="538200" y="958850"/>
                  </a:lnTo>
                  <a:lnTo>
                    <a:pt x="515366" y="965200"/>
                  </a:lnTo>
                  <a:lnTo>
                    <a:pt x="483692" y="960120"/>
                  </a:lnTo>
                  <a:lnTo>
                    <a:pt x="476732" y="958850"/>
                  </a:lnTo>
                  <a:lnTo>
                    <a:pt x="469696" y="952500"/>
                  </a:lnTo>
                  <a:lnTo>
                    <a:pt x="462089" y="939800"/>
                  </a:lnTo>
                  <a:lnTo>
                    <a:pt x="462622" y="932180"/>
                  </a:lnTo>
                  <a:lnTo>
                    <a:pt x="461441" y="925830"/>
                  </a:lnTo>
                  <a:lnTo>
                    <a:pt x="447167" y="872490"/>
                  </a:lnTo>
                  <a:lnTo>
                    <a:pt x="443115" y="866140"/>
                  </a:lnTo>
                  <a:lnTo>
                    <a:pt x="437464" y="857250"/>
                  </a:lnTo>
                  <a:lnTo>
                    <a:pt x="422897" y="834390"/>
                  </a:lnTo>
                  <a:lnTo>
                    <a:pt x="385775" y="810260"/>
                  </a:lnTo>
                  <a:lnTo>
                    <a:pt x="332943" y="796290"/>
                  </a:lnTo>
                  <a:lnTo>
                    <a:pt x="315302" y="796290"/>
                  </a:lnTo>
                  <a:lnTo>
                    <a:pt x="306349" y="800100"/>
                  </a:lnTo>
                  <a:lnTo>
                    <a:pt x="298196" y="806450"/>
                  </a:lnTo>
                  <a:lnTo>
                    <a:pt x="242316" y="844550"/>
                  </a:lnTo>
                  <a:lnTo>
                    <a:pt x="223012" y="857250"/>
                  </a:lnTo>
                  <a:lnTo>
                    <a:pt x="168402" y="793750"/>
                  </a:lnTo>
                  <a:lnTo>
                    <a:pt x="166916" y="793750"/>
                  </a:lnTo>
                  <a:lnTo>
                    <a:pt x="168592" y="787400"/>
                  </a:lnTo>
                  <a:lnTo>
                    <a:pt x="171653" y="783590"/>
                  </a:lnTo>
                  <a:lnTo>
                    <a:pt x="206476" y="730250"/>
                  </a:lnTo>
                  <a:lnTo>
                    <a:pt x="219798" y="692150"/>
                  </a:lnTo>
                  <a:lnTo>
                    <a:pt x="212852" y="654050"/>
                  </a:lnTo>
                  <a:lnTo>
                    <a:pt x="186893" y="596900"/>
                  </a:lnTo>
                  <a:lnTo>
                    <a:pt x="152527" y="568960"/>
                  </a:lnTo>
                  <a:lnTo>
                    <a:pt x="106514" y="561340"/>
                  </a:lnTo>
                  <a:lnTo>
                    <a:pt x="79108" y="549910"/>
                  </a:lnTo>
                  <a:lnTo>
                    <a:pt x="61125" y="529590"/>
                  </a:lnTo>
                  <a:lnTo>
                    <a:pt x="54571" y="504190"/>
                  </a:lnTo>
                  <a:lnTo>
                    <a:pt x="61493" y="476250"/>
                  </a:lnTo>
                  <a:lnTo>
                    <a:pt x="64655" y="469900"/>
                  </a:lnTo>
                  <a:lnTo>
                    <a:pt x="74002" y="466090"/>
                  </a:lnTo>
                  <a:lnTo>
                    <a:pt x="140296" y="454660"/>
                  </a:lnTo>
                  <a:lnTo>
                    <a:pt x="157772" y="450850"/>
                  </a:lnTo>
                  <a:lnTo>
                    <a:pt x="193294" y="412750"/>
                  </a:lnTo>
                  <a:lnTo>
                    <a:pt x="213868" y="364490"/>
                  </a:lnTo>
                  <a:lnTo>
                    <a:pt x="217639" y="320040"/>
                  </a:lnTo>
                  <a:lnTo>
                    <a:pt x="203657" y="276860"/>
                  </a:lnTo>
                  <a:lnTo>
                    <a:pt x="170980" y="237490"/>
                  </a:lnTo>
                  <a:lnTo>
                    <a:pt x="168122" y="232410"/>
                  </a:lnTo>
                  <a:lnTo>
                    <a:pt x="167284" y="228600"/>
                  </a:lnTo>
                  <a:lnTo>
                    <a:pt x="164287" y="222250"/>
                  </a:lnTo>
                  <a:lnTo>
                    <a:pt x="227012" y="165100"/>
                  </a:lnTo>
                  <a:lnTo>
                    <a:pt x="241007" y="175260"/>
                  </a:lnTo>
                  <a:lnTo>
                    <a:pt x="256324" y="186690"/>
                  </a:lnTo>
                  <a:lnTo>
                    <a:pt x="272275" y="196850"/>
                  </a:lnTo>
                  <a:lnTo>
                    <a:pt x="288137" y="209550"/>
                  </a:lnTo>
                  <a:lnTo>
                    <a:pt x="305168" y="218440"/>
                  </a:lnTo>
                  <a:lnTo>
                    <a:pt x="322300" y="224790"/>
                  </a:lnTo>
                  <a:lnTo>
                    <a:pt x="339915" y="224790"/>
                  </a:lnTo>
                  <a:lnTo>
                    <a:pt x="358317" y="215900"/>
                  </a:lnTo>
                  <a:lnTo>
                    <a:pt x="363004" y="212090"/>
                  </a:lnTo>
                  <a:lnTo>
                    <a:pt x="368249" y="209550"/>
                  </a:lnTo>
                  <a:lnTo>
                    <a:pt x="373621" y="207010"/>
                  </a:lnTo>
                  <a:lnTo>
                    <a:pt x="414959" y="193040"/>
                  </a:lnTo>
                  <a:lnTo>
                    <a:pt x="442099" y="168910"/>
                  </a:lnTo>
                  <a:lnTo>
                    <a:pt x="443814" y="165100"/>
                  </a:lnTo>
                  <a:lnTo>
                    <a:pt x="448995" y="154940"/>
                  </a:lnTo>
                  <a:lnTo>
                    <a:pt x="457034" y="135890"/>
                  </a:lnTo>
                  <a:lnTo>
                    <a:pt x="461784" y="95250"/>
                  </a:lnTo>
                  <a:lnTo>
                    <a:pt x="482561" y="60960"/>
                  </a:lnTo>
                  <a:lnTo>
                    <a:pt x="499249" y="59690"/>
                  </a:lnTo>
                  <a:lnTo>
                    <a:pt x="533679" y="63500"/>
                  </a:lnTo>
                  <a:lnTo>
                    <a:pt x="550773" y="63500"/>
                  </a:lnTo>
                  <a:lnTo>
                    <a:pt x="588035" y="48260"/>
                  </a:lnTo>
                  <a:lnTo>
                    <a:pt x="607568" y="31750"/>
                  </a:lnTo>
                  <a:lnTo>
                    <a:pt x="598347" y="22860"/>
                  </a:lnTo>
                  <a:lnTo>
                    <a:pt x="589178" y="12700"/>
                  </a:lnTo>
                  <a:lnTo>
                    <a:pt x="579843" y="6350"/>
                  </a:lnTo>
                  <a:lnTo>
                    <a:pt x="570103" y="2540"/>
                  </a:lnTo>
                  <a:lnTo>
                    <a:pt x="510311" y="0"/>
                  </a:lnTo>
                  <a:lnTo>
                    <a:pt x="480352" y="0"/>
                  </a:lnTo>
                  <a:lnTo>
                    <a:pt x="439839" y="6350"/>
                  </a:lnTo>
                  <a:lnTo>
                    <a:pt x="412597" y="38100"/>
                  </a:lnTo>
                  <a:lnTo>
                    <a:pt x="404583" y="73660"/>
                  </a:lnTo>
                  <a:lnTo>
                    <a:pt x="403085" y="86360"/>
                  </a:lnTo>
                  <a:lnTo>
                    <a:pt x="388734" y="129540"/>
                  </a:lnTo>
                  <a:lnTo>
                    <a:pt x="363397" y="152400"/>
                  </a:lnTo>
                  <a:lnTo>
                    <a:pt x="329514" y="154940"/>
                  </a:lnTo>
                  <a:lnTo>
                    <a:pt x="289560" y="135890"/>
                  </a:lnTo>
                  <a:lnTo>
                    <a:pt x="242798" y="104140"/>
                  </a:lnTo>
                  <a:lnTo>
                    <a:pt x="216242" y="92710"/>
                  </a:lnTo>
                  <a:lnTo>
                    <a:pt x="152171" y="146050"/>
                  </a:lnTo>
                  <a:lnTo>
                    <a:pt x="115354" y="184150"/>
                  </a:lnTo>
                  <a:lnTo>
                    <a:pt x="94411" y="226060"/>
                  </a:lnTo>
                  <a:lnTo>
                    <a:pt x="108623" y="254000"/>
                  </a:lnTo>
                  <a:lnTo>
                    <a:pt x="138188" y="294640"/>
                  </a:lnTo>
                  <a:lnTo>
                    <a:pt x="153847" y="330200"/>
                  </a:lnTo>
                  <a:lnTo>
                    <a:pt x="150583" y="361950"/>
                  </a:lnTo>
                  <a:lnTo>
                    <a:pt x="129806" y="384810"/>
                  </a:lnTo>
                  <a:lnTo>
                    <a:pt x="92925" y="400050"/>
                  </a:lnTo>
                  <a:lnTo>
                    <a:pt x="43688" y="408940"/>
                  </a:lnTo>
                  <a:lnTo>
                    <a:pt x="15748" y="415290"/>
                  </a:lnTo>
                  <a:lnTo>
                    <a:pt x="3187" y="429260"/>
                  </a:lnTo>
                  <a:lnTo>
                    <a:pt x="203" y="457200"/>
                  </a:lnTo>
                  <a:lnTo>
                    <a:pt x="215" y="476250"/>
                  </a:lnTo>
                  <a:lnTo>
                    <a:pt x="342" y="529590"/>
                  </a:lnTo>
                  <a:lnTo>
                    <a:pt x="0" y="568960"/>
                  </a:lnTo>
                  <a:lnTo>
                    <a:pt x="6438" y="596900"/>
                  </a:lnTo>
                  <a:lnTo>
                    <a:pt x="32359" y="609600"/>
                  </a:lnTo>
                  <a:lnTo>
                    <a:pt x="90347" y="618490"/>
                  </a:lnTo>
                  <a:lnTo>
                    <a:pt x="130073" y="632460"/>
                  </a:lnTo>
                  <a:lnTo>
                    <a:pt x="151561" y="657860"/>
                  </a:lnTo>
                  <a:lnTo>
                    <a:pt x="153695" y="692150"/>
                  </a:lnTo>
                  <a:lnTo>
                    <a:pt x="135382" y="730250"/>
                  </a:lnTo>
                  <a:lnTo>
                    <a:pt x="102666" y="777240"/>
                  </a:lnTo>
                  <a:lnTo>
                    <a:pt x="93345" y="806450"/>
                  </a:lnTo>
                  <a:lnTo>
                    <a:pt x="146532" y="869950"/>
                  </a:lnTo>
                  <a:lnTo>
                    <a:pt x="182092" y="904240"/>
                  </a:lnTo>
                  <a:lnTo>
                    <a:pt x="225310" y="927100"/>
                  </a:lnTo>
                  <a:lnTo>
                    <a:pt x="251879" y="910590"/>
                  </a:lnTo>
                  <a:lnTo>
                    <a:pt x="294373" y="882650"/>
                  </a:lnTo>
                  <a:lnTo>
                    <a:pt x="328891" y="866140"/>
                  </a:lnTo>
                  <a:lnTo>
                    <a:pt x="360641" y="869950"/>
                  </a:lnTo>
                  <a:lnTo>
                    <a:pt x="385826" y="889000"/>
                  </a:lnTo>
                  <a:lnTo>
                    <a:pt x="400621" y="922020"/>
                  </a:lnTo>
                  <a:lnTo>
                    <a:pt x="413461" y="977900"/>
                  </a:lnTo>
                  <a:lnTo>
                    <a:pt x="430199" y="1008380"/>
                  </a:lnTo>
                  <a:lnTo>
                    <a:pt x="462051" y="1017270"/>
                  </a:lnTo>
                  <a:lnTo>
                    <a:pt x="520230" y="1018540"/>
                  </a:lnTo>
                  <a:lnTo>
                    <a:pt x="571042" y="1018540"/>
                  </a:lnTo>
                  <a:lnTo>
                    <a:pt x="597154" y="1014730"/>
                  </a:lnTo>
                  <a:lnTo>
                    <a:pt x="609498" y="990600"/>
                  </a:lnTo>
                  <a:lnTo>
                    <a:pt x="614108" y="965200"/>
                  </a:lnTo>
                  <a:lnTo>
                    <a:pt x="618959" y="938530"/>
                  </a:lnTo>
                  <a:lnTo>
                    <a:pt x="626922" y="900430"/>
                  </a:lnTo>
                  <a:lnTo>
                    <a:pt x="659828" y="871220"/>
                  </a:lnTo>
                  <a:lnTo>
                    <a:pt x="679373" y="866140"/>
                  </a:lnTo>
                  <a:lnTo>
                    <a:pt x="696582" y="866140"/>
                  </a:lnTo>
                  <a:lnTo>
                    <a:pt x="712812" y="871220"/>
                  </a:lnTo>
                  <a:lnTo>
                    <a:pt x="729373" y="882650"/>
                  </a:lnTo>
                  <a:lnTo>
                    <a:pt x="777773" y="916940"/>
                  </a:lnTo>
                  <a:lnTo>
                    <a:pt x="806462" y="927100"/>
                  </a:lnTo>
                  <a:lnTo>
                    <a:pt x="832624" y="910590"/>
                  </a:lnTo>
                  <a:lnTo>
                    <a:pt x="877354" y="866140"/>
                  </a:lnTo>
                  <a:lnTo>
                    <a:pt x="891489" y="852170"/>
                  </a:lnTo>
                  <a:lnTo>
                    <a:pt x="914628" y="829310"/>
                  </a:lnTo>
                  <a:lnTo>
                    <a:pt x="929805" y="803910"/>
                  </a:lnTo>
                  <a:lnTo>
                    <a:pt x="919873" y="777240"/>
                  </a:lnTo>
                  <a:lnTo>
                    <a:pt x="885710" y="730250"/>
                  </a:lnTo>
                  <a:lnTo>
                    <a:pt x="868083" y="692150"/>
                  </a:lnTo>
                  <a:lnTo>
                    <a:pt x="870991" y="657860"/>
                  </a:lnTo>
                  <a:lnTo>
                    <a:pt x="893089" y="632460"/>
                  </a:lnTo>
                  <a:lnTo>
                    <a:pt x="932980" y="618490"/>
                  </a:lnTo>
                  <a:lnTo>
                    <a:pt x="985939" y="609600"/>
                  </a:lnTo>
                  <a:lnTo>
                    <a:pt x="1012545" y="599440"/>
                  </a:lnTo>
                  <a:lnTo>
                    <a:pt x="1021791" y="574040"/>
                  </a:lnTo>
                  <a:lnTo>
                    <a:pt x="1022591" y="520700"/>
                  </a:lnTo>
                  <a:lnTo>
                    <a:pt x="1022604" y="510540"/>
                  </a:lnTo>
                  <a:close/>
                </a:path>
                <a:path w="3750309" h="1778000">
                  <a:moveTo>
                    <a:pt x="1650238" y="1052449"/>
                  </a:moveTo>
                  <a:lnTo>
                    <a:pt x="1630997" y="1014552"/>
                  </a:lnTo>
                  <a:lnTo>
                    <a:pt x="1584972" y="955763"/>
                  </a:lnTo>
                  <a:lnTo>
                    <a:pt x="1561185" y="927163"/>
                  </a:lnTo>
                  <a:lnTo>
                    <a:pt x="1535912" y="900176"/>
                  </a:lnTo>
                  <a:lnTo>
                    <a:pt x="1504899" y="859536"/>
                  </a:lnTo>
                  <a:lnTo>
                    <a:pt x="1488592" y="815530"/>
                  </a:lnTo>
                  <a:lnTo>
                    <a:pt x="1483702" y="768337"/>
                  </a:lnTo>
                  <a:lnTo>
                    <a:pt x="1486890" y="718096"/>
                  </a:lnTo>
                  <a:lnTo>
                    <a:pt x="1490853" y="668540"/>
                  </a:lnTo>
                  <a:lnTo>
                    <a:pt x="1490687" y="620356"/>
                  </a:lnTo>
                  <a:lnTo>
                    <a:pt x="1486128" y="573697"/>
                  </a:lnTo>
                  <a:lnTo>
                    <a:pt x="1476946" y="528739"/>
                  </a:lnTo>
                  <a:lnTo>
                    <a:pt x="1462862" y="485635"/>
                  </a:lnTo>
                  <a:lnTo>
                    <a:pt x="1443647" y="444550"/>
                  </a:lnTo>
                  <a:lnTo>
                    <a:pt x="1419034" y="405650"/>
                  </a:lnTo>
                  <a:lnTo>
                    <a:pt x="1388783" y="369100"/>
                  </a:lnTo>
                  <a:lnTo>
                    <a:pt x="1352638" y="335051"/>
                  </a:lnTo>
                  <a:lnTo>
                    <a:pt x="1309751" y="302755"/>
                  </a:lnTo>
                  <a:lnTo>
                    <a:pt x="1264488" y="275234"/>
                  </a:lnTo>
                  <a:lnTo>
                    <a:pt x="1217129" y="252209"/>
                  </a:lnTo>
                  <a:lnTo>
                    <a:pt x="1167917" y="233426"/>
                  </a:lnTo>
                  <a:lnTo>
                    <a:pt x="1117117" y="218630"/>
                  </a:lnTo>
                  <a:lnTo>
                    <a:pt x="1064996" y="207568"/>
                  </a:lnTo>
                  <a:lnTo>
                    <a:pt x="1055077" y="208851"/>
                  </a:lnTo>
                  <a:lnTo>
                    <a:pt x="1044460" y="214363"/>
                  </a:lnTo>
                  <a:lnTo>
                    <a:pt x="1033551" y="221665"/>
                  </a:lnTo>
                  <a:lnTo>
                    <a:pt x="1022756" y="228307"/>
                  </a:lnTo>
                  <a:lnTo>
                    <a:pt x="1030554" y="238404"/>
                  </a:lnTo>
                  <a:lnTo>
                    <a:pt x="1038161" y="248932"/>
                  </a:lnTo>
                  <a:lnTo>
                    <a:pt x="1046276" y="258203"/>
                  </a:lnTo>
                  <a:lnTo>
                    <a:pt x="1055547" y="264490"/>
                  </a:lnTo>
                  <a:lnTo>
                    <a:pt x="1106017" y="284048"/>
                  </a:lnTo>
                  <a:lnTo>
                    <a:pt x="1157008" y="302348"/>
                  </a:lnTo>
                  <a:lnTo>
                    <a:pt x="1207528" y="321576"/>
                  </a:lnTo>
                  <a:lnTo>
                    <a:pt x="1256563" y="343903"/>
                  </a:lnTo>
                  <a:lnTo>
                    <a:pt x="1296441" y="367995"/>
                  </a:lnTo>
                  <a:lnTo>
                    <a:pt x="1331544" y="396595"/>
                  </a:lnTo>
                  <a:lnTo>
                    <a:pt x="1361732" y="429285"/>
                  </a:lnTo>
                  <a:lnTo>
                    <a:pt x="1386878" y="465607"/>
                  </a:lnTo>
                  <a:lnTo>
                    <a:pt x="1406855" y="505129"/>
                  </a:lnTo>
                  <a:lnTo>
                    <a:pt x="1421498" y="547420"/>
                  </a:lnTo>
                  <a:lnTo>
                    <a:pt x="1430693" y="592048"/>
                  </a:lnTo>
                  <a:lnTo>
                    <a:pt x="1434287" y="638556"/>
                  </a:lnTo>
                  <a:lnTo>
                    <a:pt x="1432179" y="686511"/>
                  </a:lnTo>
                  <a:lnTo>
                    <a:pt x="1430261" y="707974"/>
                  </a:lnTo>
                  <a:lnTo>
                    <a:pt x="1428788" y="729475"/>
                  </a:lnTo>
                  <a:lnTo>
                    <a:pt x="1426260" y="772528"/>
                  </a:lnTo>
                  <a:lnTo>
                    <a:pt x="1427467" y="815174"/>
                  </a:lnTo>
                  <a:lnTo>
                    <a:pt x="1436700" y="854684"/>
                  </a:lnTo>
                  <a:lnTo>
                    <a:pt x="1454162" y="891324"/>
                  </a:lnTo>
                  <a:lnTo>
                    <a:pt x="1480007" y="925347"/>
                  </a:lnTo>
                  <a:lnTo>
                    <a:pt x="1509344" y="958824"/>
                  </a:lnTo>
                  <a:lnTo>
                    <a:pt x="1538147" y="993889"/>
                  </a:lnTo>
                  <a:lnTo>
                    <a:pt x="1567472" y="1030554"/>
                  </a:lnTo>
                  <a:lnTo>
                    <a:pt x="1598345" y="1068844"/>
                  </a:lnTo>
                  <a:lnTo>
                    <a:pt x="1579740" y="1074381"/>
                  </a:lnTo>
                  <a:lnTo>
                    <a:pt x="1562773" y="1079766"/>
                  </a:lnTo>
                  <a:lnTo>
                    <a:pt x="1546860" y="1083983"/>
                  </a:lnTo>
                  <a:lnTo>
                    <a:pt x="1531442" y="1085951"/>
                  </a:lnTo>
                  <a:lnTo>
                    <a:pt x="1497647" y="1092695"/>
                  </a:lnTo>
                  <a:lnTo>
                    <a:pt x="1473047" y="1109294"/>
                  </a:lnTo>
                  <a:lnTo>
                    <a:pt x="1455420" y="1134275"/>
                  </a:lnTo>
                  <a:lnTo>
                    <a:pt x="1442567" y="1166101"/>
                  </a:lnTo>
                  <a:lnTo>
                    <a:pt x="1428546" y="1205471"/>
                  </a:lnTo>
                  <a:lnTo>
                    <a:pt x="1413903" y="1225702"/>
                  </a:lnTo>
                  <a:lnTo>
                    <a:pt x="1390408" y="1233474"/>
                  </a:lnTo>
                  <a:lnTo>
                    <a:pt x="1349844" y="1235417"/>
                  </a:lnTo>
                  <a:lnTo>
                    <a:pt x="1342910" y="1235595"/>
                  </a:lnTo>
                  <a:lnTo>
                    <a:pt x="1334096" y="1233068"/>
                  </a:lnTo>
                  <a:lnTo>
                    <a:pt x="1329410" y="1236522"/>
                  </a:lnTo>
                  <a:lnTo>
                    <a:pt x="1321511" y="1243076"/>
                  </a:lnTo>
                  <a:lnTo>
                    <a:pt x="1314094" y="1250327"/>
                  </a:lnTo>
                  <a:lnTo>
                    <a:pt x="1306893" y="1257909"/>
                  </a:lnTo>
                  <a:lnTo>
                    <a:pt x="1299654" y="1265415"/>
                  </a:lnTo>
                  <a:lnTo>
                    <a:pt x="1306931" y="1273606"/>
                  </a:lnTo>
                  <a:lnTo>
                    <a:pt x="1314145" y="1282306"/>
                  </a:lnTo>
                  <a:lnTo>
                    <a:pt x="1321562" y="1289481"/>
                  </a:lnTo>
                  <a:lnTo>
                    <a:pt x="1329436" y="1293088"/>
                  </a:lnTo>
                  <a:lnTo>
                    <a:pt x="1350886" y="1294955"/>
                  </a:lnTo>
                  <a:lnTo>
                    <a:pt x="1372628" y="1295234"/>
                  </a:lnTo>
                  <a:lnTo>
                    <a:pt x="1416786" y="1294409"/>
                  </a:lnTo>
                  <a:lnTo>
                    <a:pt x="1422831" y="1331569"/>
                  </a:lnTo>
                  <a:lnTo>
                    <a:pt x="1428775" y="1367624"/>
                  </a:lnTo>
                  <a:lnTo>
                    <a:pt x="1434363" y="1402956"/>
                  </a:lnTo>
                  <a:lnTo>
                    <a:pt x="1439405" y="1437995"/>
                  </a:lnTo>
                  <a:lnTo>
                    <a:pt x="1439176" y="1462900"/>
                  </a:lnTo>
                  <a:lnTo>
                    <a:pt x="1431251" y="1482356"/>
                  </a:lnTo>
                  <a:lnTo>
                    <a:pt x="1415656" y="1494815"/>
                  </a:lnTo>
                  <a:lnTo>
                    <a:pt x="1392402" y="1498676"/>
                  </a:lnTo>
                  <a:lnTo>
                    <a:pt x="1341678" y="1496568"/>
                  </a:lnTo>
                  <a:lnTo>
                    <a:pt x="1290942" y="1493456"/>
                  </a:lnTo>
                  <a:lnTo>
                    <a:pt x="1240358" y="1488859"/>
                  </a:lnTo>
                  <a:lnTo>
                    <a:pt x="1190091" y="1482242"/>
                  </a:lnTo>
                  <a:lnTo>
                    <a:pt x="1143215" y="1476819"/>
                  </a:lnTo>
                  <a:lnTo>
                    <a:pt x="1096035" y="1505140"/>
                  </a:lnTo>
                  <a:lnTo>
                    <a:pt x="1080922" y="1550441"/>
                  </a:lnTo>
                  <a:lnTo>
                    <a:pt x="1069416" y="1602816"/>
                  </a:lnTo>
                  <a:lnTo>
                    <a:pt x="1060958" y="1655965"/>
                  </a:lnTo>
                  <a:lnTo>
                    <a:pt x="1059675" y="1671701"/>
                  </a:lnTo>
                  <a:lnTo>
                    <a:pt x="1061910" y="1686140"/>
                  </a:lnTo>
                  <a:lnTo>
                    <a:pt x="1069924" y="1696199"/>
                  </a:lnTo>
                  <a:lnTo>
                    <a:pt x="1085926" y="1698828"/>
                  </a:lnTo>
                  <a:lnTo>
                    <a:pt x="1095032" y="1694802"/>
                  </a:lnTo>
                  <a:lnTo>
                    <a:pt x="1124356" y="1632775"/>
                  </a:lnTo>
                  <a:lnTo>
                    <a:pt x="1136815" y="1571510"/>
                  </a:lnTo>
                  <a:lnTo>
                    <a:pt x="1142631" y="1541856"/>
                  </a:lnTo>
                  <a:lnTo>
                    <a:pt x="1254264" y="1553806"/>
                  </a:lnTo>
                  <a:lnTo>
                    <a:pt x="1307655" y="1558709"/>
                  </a:lnTo>
                  <a:lnTo>
                    <a:pt x="1360398" y="1561236"/>
                  </a:lnTo>
                  <a:lnTo>
                    <a:pt x="1411605" y="1557477"/>
                  </a:lnTo>
                  <a:lnTo>
                    <a:pt x="1450606" y="1544091"/>
                  </a:lnTo>
                  <a:lnTo>
                    <a:pt x="1453210" y="1541856"/>
                  </a:lnTo>
                  <a:lnTo>
                    <a:pt x="1477733" y="1520913"/>
                  </a:lnTo>
                  <a:lnTo>
                    <a:pt x="1488211" y="1498676"/>
                  </a:lnTo>
                  <a:lnTo>
                    <a:pt x="1493316" y="1487817"/>
                  </a:lnTo>
                  <a:lnTo>
                    <a:pt x="1497685" y="1444612"/>
                  </a:lnTo>
                  <a:lnTo>
                    <a:pt x="1491145" y="1391145"/>
                  </a:lnTo>
                  <a:lnTo>
                    <a:pt x="1482242" y="1338770"/>
                  </a:lnTo>
                  <a:lnTo>
                    <a:pt x="1479296" y="1294409"/>
                  </a:lnTo>
                  <a:lnTo>
                    <a:pt x="1478775" y="1286560"/>
                  </a:lnTo>
                  <a:lnTo>
                    <a:pt x="1483728" y="1235595"/>
                  </a:lnTo>
                  <a:lnTo>
                    <a:pt x="1483791" y="1234909"/>
                  </a:lnTo>
                  <a:lnTo>
                    <a:pt x="1500390" y="1184198"/>
                  </a:lnTo>
                  <a:lnTo>
                    <a:pt x="1530896" y="1154264"/>
                  </a:lnTo>
                  <a:lnTo>
                    <a:pt x="1567014" y="1140104"/>
                  </a:lnTo>
                  <a:lnTo>
                    <a:pt x="1579575" y="1138250"/>
                  </a:lnTo>
                  <a:lnTo>
                    <a:pt x="1591957" y="1135862"/>
                  </a:lnTo>
                  <a:lnTo>
                    <a:pt x="1629244" y="1117523"/>
                  </a:lnTo>
                  <a:lnTo>
                    <a:pt x="1649171" y="1088237"/>
                  </a:lnTo>
                  <a:lnTo>
                    <a:pt x="1650238" y="1052449"/>
                  </a:lnTo>
                  <a:close/>
                </a:path>
                <a:path w="3750309" h="1778000">
                  <a:moveTo>
                    <a:pt x="3749979" y="1282255"/>
                  </a:moveTo>
                  <a:lnTo>
                    <a:pt x="3745026" y="1244155"/>
                  </a:lnTo>
                  <a:lnTo>
                    <a:pt x="3720731" y="1206055"/>
                  </a:lnTo>
                  <a:lnTo>
                    <a:pt x="3709543" y="1193355"/>
                  </a:lnTo>
                  <a:lnTo>
                    <a:pt x="3698887" y="1180655"/>
                  </a:lnTo>
                  <a:lnTo>
                    <a:pt x="3677208" y="1155255"/>
                  </a:lnTo>
                  <a:lnTo>
                    <a:pt x="3663924" y="1142555"/>
                  </a:lnTo>
                  <a:lnTo>
                    <a:pt x="3656850" y="1142555"/>
                  </a:lnTo>
                  <a:lnTo>
                    <a:pt x="3660571" y="1129855"/>
                  </a:lnTo>
                  <a:lnTo>
                    <a:pt x="3664140" y="1129855"/>
                  </a:lnTo>
                  <a:lnTo>
                    <a:pt x="3694480" y="1104455"/>
                  </a:lnTo>
                  <a:lnTo>
                    <a:pt x="3708222" y="1091755"/>
                  </a:lnTo>
                  <a:lnTo>
                    <a:pt x="3721658" y="1079055"/>
                  </a:lnTo>
                  <a:lnTo>
                    <a:pt x="3739934" y="1040955"/>
                  </a:lnTo>
                  <a:lnTo>
                    <a:pt x="3748113" y="1015555"/>
                  </a:lnTo>
                  <a:lnTo>
                    <a:pt x="3745903" y="990155"/>
                  </a:lnTo>
                  <a:lnTo>
                    <a:pt x="3733000" y="952055"/>
                  </a:lnTo>
                  <a:lnTo>
                    <a:pt x="3719474" y="939355"/>
                  </a:lnTo>
                  <a:lnTo>
                    <a:pt x="3703599" y="913955"/>
                  </a:lnTo>
                  <a:lnTo>
                    <a:pt x="3690620" y="905040"/>
                  </a:lnTo>
                  <a:lnTo>
                    <a:pt x="3690620" y="1002855"/>
                  </a:lnTo>
                  <a:lnTo>
                    <a:pt x="3689896" y="1015555"/>
                  </a:lnTo>
                  <a:lnTo>
                    <a:pt x="3685705" y="1028255"/>
                  </a:lnTo>
                  <a:lnTo>
                    <a:pt x="3678174" y="1040955"/>
                  </a:lnTo>
                  <a:lnTo>
                    <a:pt x="3656736" y="1053655"/>
                  </a:lnTo>
                  <a:lnTo>
                    <a:pt x="3613594" y="1104455"/>
                  </a:lnTo>
                  <a:lnTo>
                    <a:pt x="3591979" y="1117155"/>
                  </a:lnTo>
                  <a:lnTo>
                    <a:pt x="3585464" y="1129855"/>
                  </a:lnTo>
                  <a:lnTo>
                    <a:pt x="3539096" y="1129855"/>
                  </a:lnTo>
                  <a:lnTo>
                    <a:pt x="3519703" y="1117155"/>
                  </a:lnTo>
                  <a:lnTo>
                    <a:pt x="3507511" y="1091755"/>
                  </a:lnTo>
                  <a:lnTo>
                    <a:pt x="3506114" y="1066355"/>
                  </a:lnTo>
                  <a:lnTo>
                    <a:pt x="3507803" y="1066355"/>
                  </a:lnTo>
                  <a:lnTo>
                    <a:pt x="3511778" y="1053655"/>
                  </a:lnTo>
                  <a:lnTo>
                    <a:pt x="3516909" y="1053655"/>
                  </a:lnTo>
                  <a:lnTo>
                    <a:pt x="3548989" y="1015555"/>
                  </a:lnTo>
                  <a:lnTo>
                    <a:pt x="3559746" y="1002855"/>
                  </a:lnTo>
                  <a:lnTo>
                    <a:pt x="3602913" y="964755"/>
                  </a:lnTo>
                  <a:lnTo>
                    <a:pt x="3612781" y="952055"/>
                  </a:lnTo>
                  <a:lnTo>
                    <a:pt x="3660267" y="952055"/>
                  </a:lnTo>
                  <a:lnTo>
                    <a:pt x="3671709" y="964755"/>
                  </a:lnTo>
                  <a:lnTo>
                    <a:pt x="3680930" y="977455"/>
                  </a:lnTo>
                  <a:lnTo>
                    <a:pt x="3687775" y="990155"/>
                  </a:lnTo>
                  <a:lnTo>
                    <a:pt x="3690620" y="1002855"/>
                  </a:lnTo>
                  <a:lnTo>
                    <a:pt x="3690620" y="905040"/>
                  </a:lnTo>
                  <a:lnTo>
                    <a:pt x="3685121" y="901255"/>
                  </a:lnTo>
                  <a:lnTo>
                    <a:pt x="3661702" y="901255"/>
                  </a:lnTo>
                  <a:lnTo>
                    <a:pt x="3659911" y="888555"/>
                  </a:lnTo>
                  <a:lnTo>
                    <a:pt x="3658755" y="888555"/>
                  </a:lnTo>
                  <a:lnTo>
                    <a:pt x="3661575" y="850455"/>
                  </a:lnTo>
                  <a:lnTo>
                    <a:pt x="3646093" y="812355"/>
                  </a:lnTo>
                  <a:lnTo>
                    <a:pt x="3615410" y="774255"/>
                  </a:lnTo>
                  <a:lnTo>
                    <a:pt x="3605885" y="771436"/>
                  </a:lnTo>
                  <a:lnTo>
                    <a:pt x="3605885" y="863155"/>
                  </a:lnTo>
                  <a:lnTo>
                    <a:pt x="3604730" y="863155"/>
                  </a:lnTo>
                  <a:lnTo>
                    <a:pt x="3600894" y="875855"/>
                  </a:lnTo>
                  <a:lnTo>
                    <a:pt x="3594277" y="888555"/>
                  </a:lnTo>
                  <a:lnTo>
                    <a:pt x="3564178" y="913955"/>
                  </a:lnTo>
                  <a:lnTo>
                    <a:pt x="3533965" y="952055"/>
                  </a:lnTo>
                  <a:lnTo>
                    <a:pt x="3488334" y="1002855"/>
                  </a:lnTo>
                  <a:lnTo>
                    <a:pt x="3473246" y="1002855"/>
                  </a:lnTo>
                  <a:lnTo>
                    <a:pt x="3465525" y="1015555"/>
                  </a:lnTo>
                  <a:lnTo>
                    <a:pt x="3420135" y="1015555"/>
                  </a:lnTo>
                  <a:lnTo>
                    <a:pt x="3404374" y="1002855"/>
                  </a:lnTo>
                  <a:lnTo>
                    <a:pt x="3393046" y="977455"/>
                  </a:lnTo>
                  <a:lnTo>
                    <a:pt x="3388664" y="964755"/>
                  </a:lnTo>
                  <a:lnTo>
                    <a:pt x="3389325" y="952055"/>
                  </a:lnTo>
                  <a:lnTo>
                    <a:pt x="3391522" y="939355"/>
                  </a:lnTo>
                  <a:lnTo>
                    <a:pt x="3395268" y="939355"/>
                  </a:lnTo>
                  <a:lnTo>
                    <a:pt x="3400641" y="926655"/>
                  </a:lnTo>
                  <a:lnTo>
                    <a:pt x="3443338" y="888555"/>
                  </a:lnTo>
                  <a:lnTo>
                    <a:pt x="3485883" y="850455"/>
                  </a:lnTo>
                  <a:lnTo>
                    <a:pt x="3513683" y="825055"/>
                  </a:lnTo>
                  <a:lnTo>
                    <a:pt x="3531412" y="812355"/>
                  </a:lnTo>
                  <a:lnTo>
                    <a:pt x="3569093" y="812355"/>
                  </a:lnTo>
                  <a:lnTo>
                    <a:pt x="3584664" y="825055"/>
                  </a:lnTo>
                  <a:lnTo>
                    <a:pt x="3590696" y="837755"/>
                  </a:lnTo>
                  <a:lnTo>
                    <a:pt x="3596436" y="837755"/>
                  </a:lnTo>
                  <a:lnTo>
                    <a:pt x="3601250" y="850455"/>
                  </a:lnTo>
                  <a:lnTo>
                    <a:pt x="3604463" y="850455"/>
                  </a:lnTo>
                  <a:lnTo>
                    <a:pt x="3605885" y="863155"/>
                  </a:lnTo>
                  <a:lnTo>
                    <a:pt x="3605885" y="771436"/>
                  </a:lnTo>
                  <a:lnTo>
                    <a:pt x="3572586" y="761555"/>
                  </a:lnTo>
                  <a:lnTo>
                    <a:pt x="3577234" y="723455"/>
                  </a:lnTo>
                  <a:lnTo>
                    <a:pt x="3568001" y="685355"/>
                  </a:lnTo>
                  <a:lnTo>
                    <a:pt x="3547630" y="647255"/>
                  </a:lnTo>
                  <a:lnTo>
                    <a:pt x="3518852" y="621855"/>
                  </a:lnTo>
                  <a:lnTo>
                    <a:pt x="3518192" y="621614"/>
                  </a:lnTo>
                  <a:lnTo>
                    <a:pt x="3518192" y="723455"/>
                  </a:lnTo>
                  <a:lnTo>
                    <a:pt x="3516922" y="736155"/>
                  </a:lnTo>
                  <a:lnTo>
                    <a:pt x="3514877" y="736155"/>
                  </a:lnTo>
                  <a:lnTo>
                    <a:pt x="3511918" y="748855"/>
                  </a:lnTo>
                  <a:lnTo>
                    <a:pt x="3507905" y="748855"/>
                  </a:lnTo>
                  <a:lnTo>
                    <a:pt x="3366097" y="888555"/>
                  </a:lnTo>
                  <a:lnTo>
                    <a:pt x="3291357" y="825055"/>
                  </a:lnTo>
                  <a:lnTo>
                    <a:pt x="3292652" y="825055"/>
                  </a:lnTo>
                  <a:lnTo>
                    <a:pt x="3294430" y="812355"/>
                  </a:lnTo>
                  <a:lnTo>
                    <a:pt x="3331997" y="774255"/>
                  </a:lnTo>
                  <a:lnTo>
                    <a:pt x="3394608" y="710755"/>
                  </a:lnTo>
                  <a:lnTo>
                    <a:pt x="3427374" y="685355"/>
                  </a:lnTo>
                  <a:lnTo>
                    <a:pt x="3444329" y="672655"/>
                  </a:lnTo>
                  <a:lnTo>
                    <a:pt x="3479355" y="672655"/>
                  </a:lnTo>
                  <a:lnTo>
                    <a:pt x="3496703" y="685355"/>
                  </a:lnTo>
                  <a:lnTo>
                    <a:pt x="3505593" y="698055"/>
                  </a:lnTo>
                  <a:lnTo>
                    <a:pt x="3512997" y="698055"/>
                  </a:lnTo>
                  <a:lnTo>
                    <a:pt x="3517620" y="710755"/>
                  </a:lnTo>
                  <a:lnTo>
                    <a:pt x="3518192" y="723455"/>
                  </a:lnTo>
                  <a:lnTo>
                    <a:pt x="3518192" y="621614"/>
                  </a:lnTo>
                  <a:lnTo>
                    <a:pt x="3484359" y="609155"/>
                  </a:lnTo>
                  <a:lnTo>
                    <a:pt x="3446907" y="609155"/>
                  </a:lnTo>
                  <a:lnTo>
                    <a:pt x="3409200" y="621855"/>
                  </a:lnTo>
                  <a:lnTo>
                    <a:pt x="3403092" y="609155"/>
                  </a:lnTo>
                  <a:lnTo>
                    <a:pt x="3394926" y="596455"/>
                  </a:lnTo>
                  <a:lnTo>
                    <a:pt x="3385172" y="583755"/>
                  </a:lnTo>
                  <a:lnTo>
                    <a:pt x="3374301" y="571055"/>
                  </a:lnTo>
                  <a:lnTo>
                    <a:pt x="3355873" y="558012"/>
                  </a:lnTo>
                  <a:lnTo>
                    <a:pt x="3355873" y="659955"/>
                  </a:lnTo>
                  <a:lnTo>
                    <a:pt x="3354667" y="659955"/>
                  </a:lnTo>
                  <a:lnTo>
                    <a:pt x="3352723" y="672655"/>
                  </a:lnTo>
                  <a:lnTo>
                    <a:pt x="3349968" y="672655"/>
                  </a:lnTo>
                  <a:lnTo>
                    <a:pt x="3346297" y="685355"/>
                  </a:lnTo>
                  <a:lnTo>
                    <a:pt x="3322256" y="710755"/>
                  </a:lnTo>
                  <a:lnTo>
                    <a:pt x="3297961" y="736155"/>
                  </a:lnTo>
                  <a:lnTo>
                    <a:pt x="3249091" y="774255"/>
                  </a:lnTo>
                  <a:lnTo>
                    <a:pt x="3172980" y="698055"/>
                  </a:lnTo>
                  <a:lnTo>
                    <a:pt x="3184106" y="698055"/>
                  </a:lnTo>
                  <a:lnTo>
                    <a:pt x="3189389" y="685355"/>
                  </a:lnTo>
                  <a:lnTo>
                    <a:pt x="3208439" y="672655"/>
                  </a:lnTo>
                  <a:lnTo>
                    <a:pt x="3227425" y="647255"/>
                  </a:lnTo>
                  <a:lnTo>
                    <a:pt x="3246386" y="634555"/>
                  </a:lnTo>
                  <a:lnTo>
                    <a:pt x="3265373" y="609155"/>
                  </a:lnTo>
                  <a:lnTo>
                    <a:pt x="3281883" y="596455"/>
                  </a:lnTo>
                  <a:lnTo>
                    <a:pt x="3316617" y="596455"/>
                  </a:lnTo>
                  <a:lnTo>
                    <a:pt x="3350564" y="634555"/>
                  </a:lnTo>
                  <a:lnTo>
                    <a:pt x="3355873" y="659955"/>
                  </a:lnTo>
                  <a:lnTo>
                    <a:pt x="3355873" y="558012"/>
                  </a:lnTo>
                  <a:lnTo>
                    <a:pt x="3338436" y="545655"/>
                  </a:lnTo>
                  <a:lnTo>
                    <a:pt x="3299269" y="532955"/>
                  </a:lnTo>
                  <a:lnTo>
                    <a:pt x="3260140" y="545655"/>
                  </a:lnTo>
                  <a:lnTo>
                    <a:pt x="3224428" y="571055"/>
                  </a:lnTo>
                  <a:lnTo>
                    <a:pt x="3208337" y="583755"/>
                  </a:lnTo>
                  <a:lnTo>
                    <a:pt x="3157740" y="634555"/>
                  </a:lnTo>
                  <a:lnTo>
                    <a:pt x="3155099" y="634555"/>
                  </a:lnTo>
                  <a:lnTo>
                    <a:pt x="3152521" y="647255"/>
                  </a:lnTo>
                  <a:lnTo>
                    <a:pt x="3150730" y="647255"/>
                  </a:lnTo>
                  <a:lnTo>
                    <a:pt x="3149663" y="634555"/>
                  </a:lnTo>
                  <a:lnTo>
                    <a:pt x="3096514" y="583755"/>
                  </a:lnTo>
                  <a:lnTo>
                    <a:pt x="3044647" y="532955"/>
                  </a:lnTo>
                  <a:lnTo>
                    <a:pt x="3039084" y="532955"/>
                  </a:lnTo>
                  <a:lnTo>
                    <a:pt x="3034068" y="520255"/>
                  </a:lnTo>
                  <a:lnTo>
                    <a:pt x="3029534" y="520255"/>
                  </a:lnTo>
                  <a:lnTo>
                    <a:pt x="3025470" y="507555"/>
                  </a:lnTo>
                  <a:lnTo>
                    <a:pt x="3017926" y="482155"/>
                  </a:lnTo>
                  <a:lnTo>
                    <a:pt x="3014141" y="469455"/>
                  </a:lnTo>
                  <a:lnTo>
                    <a:pt x="3013240" y="444055"/>
                  </a:lnTo>
                  <a:lnTo>
                    <a:pt x="3014370" y="431355"/>
                  </a:lnTo>
                  <a:lnTo>
                    <a:pt x="3015030" y="380555"/>
                  </a:lnTo>
                  <a:lnTo>
                    <a:pt x="3008325" y="329755"/>
                  </a:lnTo>
                  <a:lnTo>
                    <a:pt x="2994190" y="291655"/>
                  </a:lnTo>
                  <a:lnTo>
                    <a:pt x="2972562" y="253555"/>
                  </a:lnTo>
                  <a:lnTo>
                    <a:pt x="2943402" y="215455"/>
                  </a:lnTo>
                  <a:lnTo>
                    <a:pt x="2908592" y="177355"/>
                  </a:lnTo>
                  <a:lnTo>
                    <a:pt x="2869196" y="151955"/>
                  </a:lnTo>
                  <a:lnTo>
                    <a:pt x="2826321" y="139255"/>
                  </a:lnTo>
                  <a:lnTo>
                    <a:pt x="2781008" y="126555"/>
                  </a:lnTo>
                  <a:lnTo>
                    <a:pt x="2687459" y="126555"/>
                  </a:lnTo>
                  <a:lnTo>
                    <a:pt x="2641371" y="139255"/>
                  </a:lnTo>
                  <a:lnTo>
                    <a:pt x="2635046" y="139255"/>
                  </a:lnTo>
                  <a:lnTo>
                    <a:pt x="2629471" y="151955"/>
                  </a:lnTo>
                  <a:lnTo>
                    <a:pt x="2621559" y="151955"/>
                  </a:lnTo>
                  <a:lnTo>
                    <a:pt x="2619425" y="164655"/>
                  </a:lnTo>
                  <a:lnTo>
                    <a:pt x="2620391" y="177355"/>
                  </a:lnTo>
                  <a:lnTo>
                    <a:pt x="2624163" y="190055"/>
                  </a:lnTo>
                  <a:lnTo>
                    <a:pt x="2630487" y="190055"/>
                  </a:lnTo>
                  <a:lnTo>
                    <a:pt x="2662009" y="228155"/>
                  </a:lnTo>
                  <a:lnTo>
                    <a:pt x="2693479" y="253555"/>
                  </a:lnTo>
                  <a:lnTo>
                    <a:pt x="2724874" y="291655"/>
                  </a:lnTo>
                  <a:lnTo>
                    <a:pt x="2756154" y="317055"/>
                  </a:lnTo>
                  <a:lnTo>
                    <a:pt x="2771089" y="342455"/>
                  </a:lnTo>
                  <a:lnTo>
                    <a:pt x="2776245" y="367855"/>
                  </a:lnTo>
                  <a:lnTo>
                    <a:pt x="2771711" y="393255"/>
                  </a:lnTo>
                  <a:lnTo>
                    <a:pt x="2757525" y="418655"/>
                  </a:lnTo>
                  <a:lnTo>
                    <a:pt x="2735084" y="431355"/>
                  </a:lnTo>
                  <a:lnTo>
                    <a:pt x="2683497" y="431355"/>
                  </a:lnTo>
                  <a:lnTo>
                    <a:pt x="2659888" y="418655"/>
                  </a:lnTo>
                  <a:lnTo>
                    <a:pt x="2628747" y="380555"/>
                  </a:lnTo>
                  <a:lnTo>
                    <a:pt x="2603906" y="355155"/>
                  </a:lnTo>
                  <a:lnTo>
                    <a:pt x="2566632" y="317055"/>
                  </a:lnTo>
                  <a:lnTo>
                    <a:pt x="2535542" y="291655"/>
                  </a:lnTo>
                  <a:lnTo>
                    <a:pt x="2520873" y="278955"/>
                  </a:lnTo>
                  <a:lnTo>
                    <a:pt x="2493391" y="278955"/>
                  </a:lnTo>
                  <a:lnTo>
                    <a:pt x="2483929" y="304355"/>
                  </a:lnTo>
                  <a:lnTo>
                    <a:pt x="2472575" y="329755"/>
                  </a:lnTo>
                  <a:lnTo>
                    <a:pt x="2466378" y="367855"/>
                  </a:lnTo>
                  <a:lnTo>
                    <a:pt x="2465489" y="405955"/>
                  </a:lnTo>
                  <a:lnTo>
                    <a:pt x="2470061" y="444055"/>
                  </a:lnTo>
                  <a:lnTo>
                    <a:pt x="2483916" y="494855"/>
                  </a:lnTo>
                  <a:lnTo>
                    <a:pt x="2505379" y="545655"/>
                  </a:lnTo>
                  <a:lnTo>
                    <a:pt x="2533662" y="583755"/>
                  </a:lnTo>
                  <a:lnTo>
                    <a:pt x="2567965" y="609155"/>
                  </a:lnTo>
                  <a:lnTo>
                    <a:pt x="2607513" y="634555"/>
                  </a:lnTo>
                  <a:lnTo>
                    <a:pt x="2651506" y="659955"/>
                  </a:lnTo>
                  <a:lnTo>
                    <a:pt x="2699143" y="672655"/>
                  </a:lnTo>
                  <a:lnTo>
                    <a:pt x="2823718" y="672655"/>
                  </a:lnTo>
                  <a:lnTo>
                    <a:pt x="2847962" y="685355"/>
                  </a:lnTo>
                  <a:lnTo>
                    <a:pt x="2871609" y="634555"/>
                  </a:lnTo>
                  <a:lnTo>
                    <a:pt x="2868993" y="634555"/>
                  </a:lnTo>
                  <a:lnTo>
                    <a:pt x="2865742" y="621855"/>
                  </a:lnTo>
                  <a:lnTo>
                    <a:pt x="2837078" y="621855"/>
                  </a:lnTo>
                  <a:lnTo>
                    <a:pt x="2812885" y="609155"/>
                  </a:lnTo>
                  <a:lnTo>
                    <a:pt x="2763748" y="609155"/>
                  </a:lnTo>
                  <a:lnTo>
                    <a:pt x="2746362" y="621855"/>
                  </a:lnTo>
                  <a:lnTo>
                    <a:pt x="2729090" y="621855"/>
                  </a:lnTo>
                  <a:lnTo>
                    <a:pt x="2711932" y="609155"/>
                  </a:lnTo>
                  <a:lnTo>
                    <a:pt x="2694889" y="609155"/>
                  </a:lnTo>
                  <a:lnTo>
                    <a:pt x="2649651" y="596455"/>
                  </a:lnTo>
                  <a:lnTo>
                    <a:pt x="2610218" y="571055"/>
                  </a:lnTo>
                  <a:lnTo>
                    <a:pt x="2577249" y="545655"/>
                  </a:lnTo>
                  <a:lnTo>
                    <a:pt x="2551455" y="507555"/>
                  </a:lnTo>
                  <a:lnTo>
                    <a:pt x="2533510" y="469455"/>
                  </a:lnTo>
                  <a:lnTo>
                    <a:pt x="2524125" y="418655"/>
                  </a:lnTo>
                  <a:lnTo>
                    <a:pt x="2523464" y="405955"/>
                  </a:lnTo>
                  <a:lnTo>
                    <a:pt x="2523693" y="393255"/>
                  </a:lnTo>
                  <a:lnTo>
                    <a:pt x="2524302" y="380555"/>
                  </a:lnTo>
                  <a:lnTo>
                    <a:pt x="2524785" y="367855"/>
                  </a:lnTo>
                  <a:lnTo>
                    <a:pt x="2530183" y="355155"/>
                  </a:lnTo>
                  <a:lnTo>
                    <a:pt x="2532037" y="367855"/>
                  </a:lnTo>
                  <a:lnTo>
                    <a:pt x="2533383" y="367855"/>
                  </a:lnTo>
                  <a:lnTo>
                    <a:pt x="2556789" y="393255"/>
                  </a:lnTo>
                  <a:lnTo>
                    <a:pt x="2577782" y="405955"/>
                  </a:lnTo>
                  <a:lnTo>
                    <a:pt x="2620035" y="456755"/>
                  </a:lnTo>
                  <a:lnTo>
                    <a:pt x="2645257" y="469455"/>
                  </a:lnTo>
                  <a:lnTo>
                    <a:pt x="2672816" y="482155"/>
                  </a:lnTo>
                  <a:lnTo>
                    <a:pt x="2702610" y="494855"/>
                  </a:lnTo>
                  <a:lnTo>
                    <a:pt x="2734538" y="494855"/>
                  </a:lnTo>
                  <a:lnTo>
                    <a:pt x="2794279" y="456755"/>
                  </a:lnTo>
                  <a:lnTo>
                    <a:pt x="2828493" y="405955"/>
                  </a:lnTo>
                  <a:lnTo>
                    <a:pt x="2834170" y="367855"/>
                  </a:lnTo>
                  <a:lnTo>
                    <a:pt x="2830614" y="329755"/>
                  </a:lnTo>
                  <a:lnTo>
                    <a:pt x="2818079" y="304355"/>
                  </a:lnTo>
                  <a:lnTo>
                    <a:pt x="2796857" y="278955"/>
                  </a:lnTo>
                  <a:lnTo>
                    <a:pt x="2784576" y="266255"/>
                  </a:lnTo>
                  <a:lnTo>
                    <a:pt x="2759672" y="240855"/>
                  </a:lnTo>
                  <a:lnTo>
                    <a:pt x="2736634" y="215455"/>
                  </a:lnTo>
                  <a:lnTo>
                    <a:pt x="2703906" y="190055"/>
                  </a:lnTo>
                  <a:lnTo>
                    <a:pt x="2719527" y="177355"/>
                  </a:lnTo>
                  <a:lnTo>
                    <a:pt x="2776448" y="177355"/>
                  </a:lnTo>
                  <a:lnTo>
                    <a:pt x="2823286" y="190055"/>
                  </a:lnTo>
                  <a:lnTo>
                    <a:pt x="2864675" y="215455"/>
                  </a:lnTo>
                  <a:lnTo>
                    <a:pt x="2899689" y="253555"/>
                  </a:lnTo>
                  <a:lnTo>
                    <a:pt x="2927362" y="291655"/>
                  </a:lnTo>
                  <a:lnTo>
                    <a:pt x="2946755" y="329755"/>
                  </a:lnTo>
                  <a:lnTo>
                    <a:pt x="2956915" y="380555"/>
                  </a:lnTo>
                  <a:lnTo>
                    <a:pt x="2956903" y="418655"/>
                  </a:lnTo>
                  <a:lnTo>
                    <a:pt x="2956153" y="469455"/>
                  </a:lnTo>
                  <a:lnTo>
                    <a:pt x="2964510" y="507555"/>
                  </a:lnTo>
                  <a:lnTo>
                    <a:pt x="2982887" y="545655"/>
                  </a:lnTo>
                  <a:lnTo>
                    <a:pt x="3012160" y="583755"/>
                  </a:lnTo>
                  <a:lnTo>
                    <a:pt x="3019729" y="596455"/>
                  </a:lnTo>
                  <a:lnTo>
                    <a:pt x="3027159" y="596455"/>
                  </a:lnTo>
                  <a:lnTo>
                    <a:pt x="3043758" y="621855"/>
                  </a:lnTo>
                  <a:lnTo>
                    <a:pt x="3007398" y="621855"/>
                  </a:lnTo>
                  <a:lnTo>
                    <a:pt x="2997441" y="634555"/>
                  </a:lnTo>
                  <a:lnTo>
                    <a:pt x="2963151" y="659955"/>
                  </a:lnTo>
                  <a:lnTo>
                    <a:pt x="2931337" y="685355"/>
                  </a:lnTo>
                  <a:lnTo>
                    <a:pt x="2902077" y="710755"/>
                  </a:lnTo>
                  <a:lnTo>
                    <a:pt x="2875432" y="748855"/>
                  </a:lnTo>
                  <a:lnTo>
                    <a:pt x="2856827" y="774255"/>
                  </a:lnTo>
                  <a:lnTo>
                    <a:pt x="2826702" y="825055"/>
                  </a:lnTo>
                  <a:lnTo>
                    <a:pt x="2805480" y="901255"/>
                  </a:lnTo>
                  <a:lnTo>
                    <a:pt x="2796336" y="952055"/>
                  </a:lnTo>
                  <a:lnTo>
                    <a:pt x="2788716" y="1002855"/>
                  </a:lnTo>
                  <a:lnTo>
                    <a:pt x="2781884" y="1066355"/>
                  </a:lnTo>
                  <a:lnTo>
                    <a:pt x="2779318" y="1079055"/>
                  </a:lnTo>
                  <a:lnTo>
                    <a:pt x="2775635" y="1104455"/>
                  </a:lnTo>
                  <a:lnTo>
                    <a:pt x="2769920" y="1117155"/>
                  </a:lnTo>
                  <a:lnTo>
                    <a:pt x="2761208" y="1129855"/>
                  </a:lnTo>
                  <a:lnTo>
                    <a:pt x="2756433" y="1142555"/>
                  </a:lnTo>
                  <a:lnTo>
                    <a:pt x="2756293" y="1155255"/>
                  </a:lnTo>
                  <a:lnTo>
                    <a:pt x="2760522" y="1167955"/>
                  </a:lnTo>
                  <a:lnTo>
                    <a:pt x="2768866" y="1180655"/>
                  </a:lnTo>
                  <a:lnTo>
                    <a:pt x="2801455" y="1180655"/>
                  </a:lnTo>
                  <a:lnTo>
                    <a:pt x="2810116" y="1167955"/>
                  </a:lnTo>
                  <a:lnTo>
                    <a:pt x="2819514" y="1142555"/>
                  </a:lnTo>
                  <a:lnTo>
                    <a:pt x="2826893" y="1129855"/>
                  </a:lnTo>
                  <a:lnTo>
                    <a:pt x="2832341" y="1117155"/>
                  </a:lnTo>
                  <a:lnTo>
                    <a:pt x="2835973" y="1091755"/>
                  </a:lnTo>
                  <a:lnTo>
                    <a:pt x="2842323" y="1053655"/>
                  </a:lnTo>
                  <a:lnTo>
                    <a:pt x="2848572" y="1002855"/>
                  </a:lnTo>
                  <a:lnTo>
                    <a:pt x="2854972" y="964755"/>
                  </a:lnTo>
                  <a:lnTo>
                    <a:pt x="2861767" y="913955"/>
                  </a:lnTo>
                  <a:lnTo>
                    <a:pt x="2865577" y="888555"/>
                  </a:lnTo>
                  <a:lnTo>
                    <a:pt x="2870339" y="863155"/>
                  </a:lnTo>
                  <a:lnTo>
                    <a:pt x="2876931" y="850455"/>
                  </a:lnTo>
                  <a:lnTo>
                    <a:pt x="2886265" y="837755"/>
                  </a:lnTo>
                  <a:lnTo>
                    <a:pt x="2913735" y="786955"/>
                  </a:lnTo>
                  <a:lnTo>
                    <a:pt x="2946463" y="748855"/>
                  </a:lnTo>
                  <a:lnTo>
                    <a:pt x="2984385" y="710755"/>
                  </a:lnTo>
                  <a:lnTo>
                    <a:pt x="3027426" y="685355"/>
                  </a:lnTo>
                  <a:lnTo>
                    <a:pt x="3072333" y="685355"/>
                  </a:lnTo>
                  <a:lnTo>
                    <a:pt x="3084779" y="698055"/>
                  </a:lnTo>
                  <a:lnTo>
                    <a:pt x="3130943" y="748855"/>
                  </a:lnTo>
                  <a:lnTo>
                    <a:pt x="3165691" y="774255"/>
                  </a:lnTo>
                  <a:lnTo>
                    <a:pt x="3306940" y="913955"/>
                  </a:lnTo>
                  <a:lnTo>
                    <a:pt x="3304159" y="913955"/>
                  </a:lnTo>
                  <a:lnTo>
                    <a:pt x="3296666" y="926655"/>
                  </a:lnTo>
                  <a:lnTo>
                    <a:pt x="3281972" y="926655"/>
                  </a:lnTo>
                  <a:lnTo>
                    <a:pt x="3251733" y="939355"/>
                  </a:lnTo>
                  <a:lnTo>
                    <a:pt x="3224936" y="939355"/>
                  </a:lnTo>
                  <a:lnTo>
                    <a:pt x="3183674" y="918311"/>
                  </a:lnTo>
                  <a:lnTo>
                    <a:pt x="3183674" y="990155"/>
                  </a:lnTo>
                  <a:lnTo>
                    <a:pt x="3183674" y="1002855"/>
                  </a:lnTo>
                  <a:lnTo>
                    <a:pt x="3183382" y="990155"/>
                  </a:lnTo>
                  <a:lnTo>
                    <a:pt x="3183674" y="990155"/>
                  </a:lnTo>
                  <a:lnTo>
                    <a:pt x="3183674" y="918311"/>
                  </a:lnTo>
                  <a:lnTo>
                    <a:pt x="3175139" y="913955"/>
                  </a:lnTo>
                  <a:lnTo>
                    <a:pt x="3072092" y="825055"/>
                  </a:lnTo>
                  <a:lnTo>
                    <a:pt x="3066999" y="812355"/>
                  </a:lnTo>
                  <a:lnTo>
                    <a:pt x="3028353" y="812355"/>
                  </a:lnTo>
                  <a:lnTo>
                    <a:pt x="3022917" y="825055"/>
                  </a:lnTo>
                  <a:lnTo>
                    <a:pt x="3019945" y="837755"/>
                  </a:lnTo>
                  <a:lnTo>
                    <a:pt x="3019818" y="837755"/>
                  </a:lnTo>
                  <a:lnTo>
                    <a:pt x="3022574" y="850455"/>
                  </a:lnTo>
                  <a:lnTo>
                    <a:pt x="3028188" y="850455"/>
                  </a:lnTo>
                  <a:lnTo>
                    <a:pt x="3065703" y="888555"/>
                  </a:lnTo>
                  <a:lnTo>
                    <a:pt x="3102038" y="926655"/>
                  </a:lnTo>
                  <a:lnTo>
                    <a:pt x="3117951" y="964755"/>
                  </a:lnTo>
                  <a:lnTo>
                    <a:pt x="3125978" y="1002855"/>
                  </a:lnTo>
                  <a:lnTo>
                    <a:pt x="3126346" y="1040955"/>
                  </a:lnTo>
                  <a:lnTo>
                    <a:pt x="3123984" y="1053655"/>
                  </a:lnTo>
                  <a:lnTo>
                    <a:pt x="3120110" y="1079055"/>
                  </a:lnTo>
                  <a:lnTo>
                    <a:pt x="3114840" y="1091755"/>
                  </a:lnTo>
                  <a:lnTo>
                    <a:pt x="3108261" y="1117155"/>
                  </a:lnTo>
                  <a:lnTo>
                    <a:pt x="3106064" y="1129855"/>
                  </a:lnTo>
                  <a:lnTo>
                    <a:pt x="3110992" y="1142555"/>
                  </a:lnTo>
                  <a:lnTo>
                    <a:pt x="3121520" y="1155255"/>
                  </a:lnTo>
                  <a:lnTo>
                    <a:pt x="3152038" y="1155255"/>
                  </a:lnTo>
                  <a:lnTo>
                    <a:pt x="3157728" y="1142555"/>
                  </a:lnTo>
                  <a:lnTo>
                    <a:pt x="3161995" y="1129855"/>
                  </a:lnTo>
                  <a:lnTo>
                    <a:pt x="3173171" y="1104455"/>
                  </a:lnTo>
                  <a:lnTo>
                    <a:pt x="3180753" y="1066355"/>
                  </a:lnTo>
                  <a:lnTo>
                    <a:pt x="3184487" y="1040955"/>
                  </a:lnTo>
                  <a:lnTo>
                    <a:pt x="3184131" y="1002855"/>
                  </a:lnTo>
                  <a:lnTo>
                    <a:pt x="3259455" y="1002855"/>
                  </a:lnTo>
                  <a:lnTo>
                    <a:pt x="3295218" y="990155"/>
                  </a:lnTo>
                  <a:lnTo>
                    <a:pt x="3330016" y="977455"/>
                  </a:lnTo>
                  <a:lnTo>
                    <a:pt x="3331819" y="977455"/>
                  </a:lnTo>
                  <a:lnTo>
                    <a:pt x="3346323" y="1015555"/>
                  </a:lnTo>
                  <a:lnTo>
                    <a:pt x="3369132" y="1040955"/>
                  </a:lnTo>
                  <a:lnTo>
                    <a:pt x="3400526" y="1066355"/>
                  </a:lnTo>
                  <a:lnTo>
                    <a:pt x="3440773" y="1079055"/>
                  </a:lnTo>
                  <a:lnTo>
                    <a:pt x="3446996" y="1079055"/>
                  </a:lnTo>
                  <a:lnTo>
                    <a:pt x="3450755" y="1104455"/>
                  </a:lnTo>
                  <a:lnTo>
                    <a:pt x="3459137" y="1129855"/>
                  </a:lnTo>
                  <a:lnTo>
                    <a:pt x="3471430" y="1142555"/>
                  </a:lnTo>
                  <a:lnTo>
                    <a:pt x="3486912" y="1155255"/>
                  </a:lnTo>
                  <a:lnTo>
                    <a:pt x="3514814" y="1180655"/>
                  </a:lnTo>
                  <a:lnTo>
                    <a:pt x="3544963" y="1193355"/>
                  </a:lnTo>
                  <a:lnTo>
                    <a:pt x="3576790" y="1193355"/>
                  </a:lnTo>
                  <a:lnTo>
                    <a:pt x="3609759" y="1180655"/>
                  </a:lnTo>
                  <a:lnTo>
                    <a:pt x="3620668" y="1180655"/>
                  </a:lnTo>
                  <a:lnTo>
                    <a:pt x="3655326" y="1218755"/>
                  </a:lnTo>
                  <a:lnTo>
                    <a:pt x="3666528" y="1231455"/>
                  </a:lnTo>
                  <a:lnTo>
                    <a:pt x="3672522" y="1231455"/>
                  </a:lnTo>
                  <a:lnTo>
                    <a:pt x="3678123" y="1244155"/>
                  </a:lnTo>
                  <a:lnTo>
                    <a:pt x="3683089" y="1256855"/>
                  </a:lnTo>
                  <a:lnTo>
                    <a:pt x="3687254" y="1256855"/>
                  </a:lnTo>
                  <a:lnTo>
                    <a:pt x="3689667" y="1269555"/>
                  </a:lnTo>
                  <a:lnTo>
                    <a:pt x="3691178" y="1269555"/>
                  </a:lnTo>
                  <a:lnTo>
                    <a:pt x="3691534" y="1282255"/>
                  </a:lnTo>
                  <a:lnTo>
                    <a:pt x="3690518" y="1294955"/>
                  </a:lnTo>
                  <a:lnTo>
                    <a:pt x="3683304" y="1307655"/>
                  </a:lnTo>
                  <a:lnTo>
                    <a:pt x="3672497" y="1320355"/>
                  </a:lnTo>
                  <a:lnTo>
                    <a:pt x="3658438" y="1333055"/>
                  </a:lnTo>
                  <a:lnTo>
                    <a:pt x="3641433" y="1333055"/>
                  </a:lnTo>
                  <a:lnTo>
                    <a:pt x="3635692" y="1345755"/>
                  </a:lnTo>
                  <a:lnTo>
                    <a:pt x="3628479" y="1345755"/>
                  </a:lnTo>
                  <a:lnTo>
                    <a:pt x="3622370" y="1333055"/>
                  </a:lnTo>
                  <a:lnTo>
                    <a:pt x="3607866" y="1333055"/>
                  </a:lnTo>
                  <a:lnTo>
                    <a:pt x="3595090" y="1320355"/>
                  </a:lnTo>
                  <a:lnTo>
                    <a:pt x="3583495" y="1320355"/>
                  </a:lnTo>
                  <a:lnTo>
                    <a:pt x="3572586" y="1307655"/>
                  </a:lnTo>
                  <a:lnTo>
                    <a:pt x="3536658" y="1269555"/>
                  </a:lnTo>
                  <a:lnTo>
                    <a:pt x="3318510" y="1053655"/>
                  </a:lnTo>
                  <a:lnTo>
                    <a:pt x="3315741" y="1053655"/>
                  </a:lnTo>
                  <a:lnTo>
                    <a:pt x="3313112" y="1040955"/>
                  </a:lnTo>
                  <a:lnTo>
                    <a:pt x="3271964" y="1091755"/>
                  </a:lnTo>
                  <a:lnTo>
                    <a:pt x="3447262" y="1269555"/>
                  </a:lnTo>
                  <a:lnTo>
                    <a:pt x="3431451" y="1282255"/>
                  </a:lnTo>
                  <a:lnTo>
                    <a:pt x="3423653" y="1282255"/>
                  </a:lnTo>
                  <a:lnTo>
                    <a:pt x="3415842" y="1294955"/>
                  </a:lnTo>
                  <a:lnTo>
                    <a:pt x="3379368" y="1320355"/>
                  </a:lnTo>
                  <a:lnTo>
                    <a:pt x="3342132" y="1358455"/>
                  </a:lnTo>
                  <a:lnTo>
                    <a:pt x="3303638" y="1383855"/>
                  </a:lnTo>
                  <a:lnTo>
                    <a:pt x="3263404" y="1409255"/>
                  </a:lnTo>
                  <a:lnTo>
                    <a:pt x="3228175" y="1434655"/>
                  </a:lnTo>
                  <a:lnTo>
                    <a:pt x="3191573" y="1447355"/>
                  </a:lnTo>
                  <a:lnTo>
                    <a:pt x="3086468" y="1447355"/>
                  </a:lnTo>
                  <a:lnTo>
                    <a:pt x="3055899" y="1485455"/>
                  </a:lnTo>
                  <a:lnTo>
                    <a:pt x="3045828" y="1498155"/>
                  </a:lnTo>
                  <a:lnTo>
                    <a:pt x="3040037" y="1498155"/>
                  </a:lnTo>
                  <a:lnTo>
                    <a:pt x="3035185" y="1510855"/>
                  </a:lnTo>
                  <a:lnTo>
                    <a:pt x="3022587" y="1510855"/>
                  </a:lnTo>
                  <a:lnTo>
                    <a:pt x="2729039" y="1218755"/>
                  </a:lnTo>
                  <a:lnTo>
                    <a:pt x="2703512" y="1193355"/>
                  </a:lnTo>
                  <a:lnTo>
                    <a:pt x="2669641" y="1155255"/>
                  </a:lnTo>
                  <a:lnTo>
                    <a:pt x="2658859" y="1142555"/>
                  </a:lnTo>
                  <a:lnTo>
                    <a:pt x="2636494" y="1142555"/>
                  </a:lnTo>
                  <a:lnTo>
                    <a:pt x="2626347" y="1155255"/>
                  </a:lnTo>
                  <a:lnTo>
                    <a:pt x="2591193" y="1180655"/>
                  </a:lnTo>
                  <a:lnTo>
                    <a:pt x="2486101" y="1294955"/>
                  </a:lnTo>
                  <a:lnTo>
                    <a:pt x="2481732" y="1294955"/>
                  </a:lnTo>
                  <a:lnTo>
                    <a:pt x="2478862" y="1307655"/>
                  </a:lnTo>
                  <a:lnTo>
                    <a:pt x="2477579" y="1307655"/>
                  </a:lnTo>
                  <a:lnTo>
                    <a:pt x="2478024" y="1320355"/>
                  </a:lnTo>
                  <a:lnTo>
                    <a:pt x="2480449" y="1320355"/>
                  </a:lnTo>
                  <a:lnTo>
                    <a:pt x="2484615" y="1333055"/>
                  </a:lnTo>
                  <a:lnTo>
                    <a:pt x="2490495" y="1333055"/>
                  </a:lnTo>
                  <a:lnTo>
                    <a:pt x="2498090" y="1345755"/>
                  </a:lnTo>
                  <a:lnTo>
                    <a:pt x="2514346" y="1345755"/>
                  </a:lnTo>
                  <a:lnTo>
                    <a:pt x="2521623" y="1333055"/>
                  </a:lnTo>
                  <a:lnTo>
                    <a:pt x="2528354" y="1333055"/>
                  </a:lnTo>
                  <a:lnTo>
                    <a:pt x="2555951" y="1307655"/>
                  </a:lnTo>
                  <a:lnTo>
                    <a:pt x="2583573" y="1269555"/>
                  </a:lnTo>
                  <a:lnTo>
                    <a:pt x="2641320" y="1218755"/>
                  </a:lnTo>
                  <a:lnTo>
                    <a:pt x="2645283" y="1218755"/>
                  </a:lnTo>
                  <a:lnTo>
                    <a:pt x="3046971" y="1612455"/>
                  </a:lnTo>
                  <a:lnTo>
                    <a:pt x="3044812" y="1612455"/>
                  </a:lnTo>
                  <a:lnTo>
                    <a:pt x="3041307" y="1625155"/>
                  </a:lnTo>
                  <a:lnTo>
                    <a:pt x="3011474" y="1650555"/>
                  </a:lnTo>
                  <a:lnTo>
                    <a:pt x="2929585" y="1726755"/>
                  </a:lnTo>
                  <a:lnTo>
                    <a:pt x="2924352" y="1739455"/>
                  </a:lnTo>
                  <a:lnTo>
                    <a:pt x="2920657" y="1739455"/>
                  </a:lnTo>
                  <a:lnTo>
                    <a:pt x="2918879" y="1752155"/>
                  </a:lnTo>
                  <a:lnTo>
                    <a:pt x="2919387" y="1764855"/>
                  </a:lnTo>
                  <a:lnTo>
                    <a:pt x="2922016" y="1764855"/>
                  </a:lnTo>
                  <a:lnTo>
                    <a:pt x="2926346" y="1777555"/>
                  </a:lnTo>
                  <a:lnTo>
                    <a:pt x="2970149" y="1777555"/>
                  </a:lnTo>
                  <a:lnTo>
                    <a:pt x="3003626" y="1739455"/>
                  </a:lnTo>
                  <a:lnTo>
                    <a:pt x="3104121" y="1637855"/>
                  </a:lnTo>
                  <a:lnTo>
                    <a:pt x="3113748" y="1625155"/>
                  </a:lnTo>
                  <a:lnTo>
                    <a:pt x="3116935" y="1612455"/>
                  </a:lnTo>
                  <a:lnTo>
                    <a:pt x="3113646" y="1599755"/>
                  </a:lnTo>
                  <a:lnTo>
                    <a:pt x="3103918" y="1587055"/>
                  </a:lnTo>
                  <a:lnTo>
                    <a:pt x="3095129" y="1574355"/>
                  </a:lnTo>
                  <a:lnTo>
                    <a:pt x="3067989" y="1548955"/>
                  </a:lnTo>
                  <a:lnTo>
                    <a:pt x="3091484" y="1536255"/>
                  </a:lnTo>
                  <a:lnTo>
                    <a:pt x="3114383" y="1510855"/>
                  </a:lnTo>
                  <a:lnTo>
                    <a:pt x="3141053" y="1510855"/>
                  </a:lnTo>
                  <a:lnTo>
                    <a:pt x="3157156" y="1498155"/>
                  </a:lnTo>
                  <a:lnTo>
                    <a:pt x="3221647" y="1498155"/>
                  </a:lnTo>
                  <a:lnTo>
                    <a:pt x="3252406" y="1485455"/>
                  </a:lnTo>
                  <a:lnTo>
                    <a:pt x="3281743" y="1472755"/>
                  </a:lnTo>
                  <a:lnTo>
                    <a:pt x="3310026" y="1447355"/>
                  </a:lnTo>
                  <a:lnTo>
                    <a:pt x="3354895" y="1421955"/>
                  </a:lnTo>
                  <a:lnTo>
                    <a:pt x="3397974" y="1383855"/>
                  </a:lnTo>
                  <a:lnTo>
                    <a:pt x="3439769" y="1345755"/>
                  </a:lnTo>
                  <a:lnTo>
                    <a:pt x="3480790" y="1307655"/>
                  </a:lnTo>
                  <a:lnTo>
                    <a:pt x="3488994" y="1307655"/>
                  </a:lnTo>
                  <a:lnTo>
                    <a:pt x="3510597" y="1320355"/>
                  </a:lnTo>
                  <a:lnTo>
                    <a:pt x="3531857" y="1345755"/>
                  </a:lnTo>
                  <a:lnTo>
                    <a:pt x="3539325" y="1358455"/>
                  </a:lnTo>
                  <a:lnTo>
                    <a:pt x="3546945" y="1358455"/>
                  </a:lnTo>
                  <a:lnTo>
                    <a:pt x="3554768" y="1371155"/>
                  </a:lnTo>
                  <a:lnTo>
                    <a:pt x="3562870" y="1371155"/>
                  </a:lnTo>
                  <a:lnTo>
                    <a:pt x="3580130" y="1383855"/>
                  </a:lnTo>
                  <a:lnTo>
                    <a:pt x="3598405" y="1396555"/>
                  </a:lnTo>
                  <a:lnTo>
                    <a:pt x="3670795" y="1396555"/>
                  </a:lnTo>
                  <a:lnTo>
                    <a:pt x="3697808" y="1371155"/>
                  </a:lnTo>
                  <a:lnTo>
                    <a:pt x="3720109" y="1358455"/>
                  </a:lnTo>
                  <a:lnTo>
                    <a:pt x="3726218" y="1345755"/>
                  </a:lnTo>
                  <a:lnTo>
                    <a:pt x="3738422" y="1320355"/>
                  </a:lnTo>
                  <a:lnTo>
                    <a:pt x="3746347" y="1307655"/>
                  </a:lnTo>
                  <a:lnTo>
                    <a:pt x="3749979" y="1282255"/>
                  </a:lnTo>
                  <a:close/>
                </a:path>
              </a:pathLst>
            </a:custGeom>
            <a:solidFill>
              <a:srgbClr val="000000"/>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 name="object 15"/>
            <p:cNvSpPr/>
            <p:nvPr/>
          </p:nvSpPr>
          <p:spPr>
            <a:xfrm>
              <a:off x="5034387" y="4102100"/>
              <a:ext cx="3704590" cy="712470"/>
            </a:xfrm>
            <a:custGeom>
              <a:avLst/>
              <a:gdLst/>
              <a:ahLst/>
              <a:cxnLst/>
              <a:rect l="l" t="t" r="r" b="b"/>
              <a:pathLst>
                <a:path w="3704590" h="712470">
                  <a:moveTo>
                    <a:pt x="3521962" y="634860"/>
                  </a:moveTo>
                  <a:lnTo>
                    <a:pt x="3514867" y="638644"/>
                  </a:lnTo>
                  <a:lnTo>
                    <a:pt x="3510779" y="652068"/>
                  </a:lnTo>
                  <a:lnTo>
                    <a:pt x="3514562" y="659155"/>
                  </a:lnTo>
                  <a:lnTo>
                    <a:pt x="3688539" y="712152"/>
                  </a:lnTo>
                  <a:lnTo>
                    <a:pt x="3695381" y="712327"/>
                  </a:lnTo>
                  <a:lnTo>
                    <a:pt x="3701014" y="709183"/>
                  </a:lnTo>
                  <a:lnTo>
                    <a:pt x="3704410" y="703701"/>
                  </a:lnTo>
                  <a:lnTo>
                    <a:pt x="3704544" y="696861"/>
                  </a:lnTo>
                  <a:lnTo>
                    <a:pt x="3698627" y="673722"/>
                  </a:lnTo>
                  <a:lnTo>
                    <a:pt x="3649557" y="673722"/>
                  </a:lnTo>
                  <a:lnTo>
                    <a:pt x="3521962" y="634860"/>
                  </a:lnTo>
                  <a:close/>
                </a:path>
                <a:path w="3704590" h="712470">
                  <a:moveTo>
                    <a:pt x="3646858" y="642365"/>
                  </a:moveTo>
                  <a:lnTo>
                    <a:pt x="3636716" y="652056"/>
                  </a:lnTo>
                  <a:lnTo>
                    <a:pt x="3636534" y="660095"/>
                  </a:lnTo>
                  <a:lnTo>
                    <a:pt x="3649557" y="673722"/>
                  </a:lnTo>
                  <a:lnTo>
                    <a:pt x="3698627" y="673722"/>
                  </a:lnTo>
                  <a:lnTo>
                    <a:pt x="3694139" y="656170"/>
                  </a:lnTo>
                  <a:lnTo>
                    <a:pt x="3667921" y="656170"/>
                  </a:lnTo>
                  <a:lnTo>
                    <a:pt x="3654897" y="642543"/>
                  </a:lnTo>
                  <a:lnTo>
                    <a:pt x="3646858" y="642365"/>
                  </a:lnTo>
                  <a:close/>
                </a:path>
                <a:path w="3704590" h="712470">
                  <a:moveTo>
                    <a:pt x="3652572" y="516559"/>
                  </a:moveTo>
                  <a:lnTo>
                    <a:pt x="3645776" y="518299"/>
                  </a:lnTo>
                  <a:lnTo>
                    <a:pt x="3644362" y="518744"/>
                  </a:lnTo>
                  <a:lnTo>
                    <a:pt x="3638424" y="521017"/>
                  </a:lnTo>
                  <a:lnTo>
                    <a:pt x="3635004" y="527430"/>
                  </a:lnTo>
                  <a:lnTo>
                    <a:pt x="3667921" y="656170"/>
                  </a:lnTo>
                  <a:lnTo>
                    <a:pt x="3694139" y="656170"/>
                  </a:lnTo>
                  <a:lnTo>
                    <a:pt x="3659488" y="520661"/>
                  </a:lnTo>
                  <a:lnTo>
                    <a:pt x="3652572" y="516559"/>
                  </a:lnTo>
                  <a:close/>
                </a:path>
                <a:path w="3704590" h="712470">
                  <a:moveTo>
                    <a:pt x="3583437" y="569277"/>
                  </a:moveTo>
                  <a:lnTo>
                    <a:pt x="3575401" y="569582"/>
                  </a:lnTo>
                  <a:lnTo>
                    <a:pt x="3565880" y="579894"/>
                  </a:lnTo>
                  <a:lnTo>
                    <a:pt x="3566195" y="587921"/>
                  </a:lnTo>
                  <a:lnTo>
                    <a:pt x="3573753" y="594906"/>
                  </a:lnTo>
                  <a:lnTo>
                    <a:pt x="3578528" y="599376"/>
                  </a:lnTo>
                  <a:lnTo>
                    <a:pt x="3611128" y="633514"/>
                  </a:lnTo>
                  <a:lnTo>
                    <a:pt x="3619167" y="633691"/>
                  </a:lnTo>
                  <a:lnTo>
                    <a:pt x="3629309" y="624001"/>
                  </a:lnTo>
                  <a:lnTo>
                    <a:pt x="3629491" y="615962"/>
                  </a:lnTo>
                  <a:lnTo>
                    <a:pt x="3596397" y="581329"/>
                  </a:lnTo>
                  <a:lnTo>
                    <a:pt x="3593476" y="578573"/>
                  </a:lnTo>
                  <a:lnTo>
                    <a:pt x="3583437" y="569277"/>
                  </a:lnTo>
                  <a:close/>
                </a:path>
                <a:path w="3704590" h="712470">
                  <a:moveTo>
                    <a:pt x="3505475" y="502780"/>
                  </a:moveTo>
                  <a:lnTo>
                    <a:pt x="3497482" y="503656"/>
                  </a:lnTo>
                  <a:lnTo>
                    <a:pt x="3488695" y="514591"/>
                  </a:lnTo>
                  <a:lnTo>
                    <a:pt x="3489566" y="522579"/>
                  </a:lnTo>
                  <a:lnTo>
                    <a:pt x="3495628" y="527456"/>
                  </a:lnTo>
                  <a:lnTo>
                    <a:pt x="3504879" y="534958"/>
                  </a:lnTo>
                  <a:lnTo>
                    <a:pt x="3514615" y="542985"/>
                  </a:lnTo>
                  <a:lnTo>
                    <a:pt x="3524240" y="551055"/>
                  </a:lnTo>
                  <a:lnTo>
                    <a:pt x="3539070" y="563740"/>
                  </a:lnTo>
                  <a:lnTo>
                    <a:pt x="3547089" y="563143"/>
                  </a:lnTo>
                  <a:lnTo>
                    <a:pt x="3556238" y="552513"/>
                  </a:lnTo>
                  <a:lnTo>
                    <a:pt x="3555638" y="544487"/>
                  </a:lnTo>
                  <a:lnTo>
                    <a:pt x="3540644" y="531661"/>
                  </a:lnTo>
                  <a:lnTo>
                    <a:pt x="3530855" y="523454"/>
                  </a:lnTo>
                  <a:lnTo>
                    <a:pt x="3520955" y="515292"/>
                  </a:lnTo>
                  <a:lnTo>
                    <a:pt x="3505475" y="502780"/>
                  </a:lnTo>
                  <a:close/>
                </a:path>
                <a:path w="3704590" h="712470">
                  <a:moveTo>
                    <a:pt x="48487" y="644728"/>
                  </a:moveTo>
                  <a:lnTo>
                    <a:pt x="14668" y="675176"/>
                  </a:lnTo>
                  <a:lnTo>
                    <a:pt x="0" y="696633"/>
                  </a:lnTo>
                  <a:lnTo>
                    <a:pt x="9585" y="706869"/>
                  </a:lnTo>
                  <a:lnTo>
                    <a:pt x="17622" y="707136"/>
                  </a:lnTo>
                  <a:lnTo>
                    <a:pt x="31893" y="693847"/>
                  </a:lnTo>
                  <a:lnTo>
                    <a:pt x="41163" y="685355"/>
                  </a:lnTo>
                  <a:lnTo>
                    <a:pt x="50552" y="676873"/>
                  </a:lnTo>
                  <a:lnTo>
                    <a:pt x="65313" y="663765"/>
                  </a:lnTo>
                  <a:lnTo>
                    <a:pt x="65806" y="655739"/>
                  </a:lnTo>
                  <a:lnTo>
                    <a:pt x="56513" y="645223"/>
                  </a:lnTo>
                  <a:lnTo>
                    <a:pt x="48487" y="644728"/>
                  </a:lnTo>
                  <a:close/>
                </a:path>
                <a:path w="3704590" h="712470">
                  <a:moveTo>
                    <a:pt x="127161" y="579221"/>
                  </a:moveTo>
                  <a:lnTo>
                    <a:pt x="91838" y="607809"/>
                  </a:lnTo>
                  <a:lnTo>
                    <a:pt x="76012" y="628446"/>
                  </a:lnTo>
                  <a:lnTo>
                    <a:pt x="85023" y="639203"/>
                  </a:lnTo>
                  <a:lnTo>
                    <a:pt x="93033" y="639902"/>
                  </a:lnTo>
                  <a:lnTo>
                    <a:pt x="108034" y="627381"/>
                  </a:lnTo>
                  <a:lnTo>
                    <a:pt x="117758" y="619385"/>
                  </a:lnTo>
                  <a:lnTo>
                    <a:pt x="127582" y="611408"/>
                  </a:lnTo>
                  <a:lnTo>
                    <a:pt x="142989" y="599084"/>
                  </a:lnTo>
                  <a:lnTo>
                    <a:pt x="143893" y="591096"/>
                  </a:lnTo>
                  <a:lnTo>
                    <a:pt x="135150" y="580123"/>
                  </a:lnTo>
                  <a:lnTo>
                    <a:pt x="127161" y="579221"/>
                  </a:lnTo>
                  <a:close/>
                </a:path>
                <a:path w="3704590" h="712470">
                  <a:moveTo>
                    <a:pt x="208838" y="517613"/>
                  </a:moveTo>
                  <a:lnTo>
                    <a:pt x="192771" y="529288"/>
                  </a:lnTo>
                  <a:lnTo>
                    <a:pt x="172247" y="544499"/>
                  </a:lnTo>
                  <a:lnTo>
                    <a:pt x="156523" y="556386"/>
                  </a:lnTo>
                  <a:lnTo>
                    <a:pt x="155431" y="564349"/>
                  </a:lnTo>
                  <a:lnTo>
                    <a:pt x="163912" y="575525"/>
                  </a:lnTo>
                  <a:lnTo>
                    <a:pt x="171879" y="576618"/>
                  </a:lnTo>
                  <a:lnTo>
                    <a:pt x="187488" y="564816"/>
                  </a:lnTo>
                  <a:lnTo>
                    <a:pt x="207783" y="549771"/>
                  </a:lnTo>
                  <a:lnTo>
                    <a:pt x="223735" y="538187"/>
                  </a:lnTo>
                  <a:lnTo>
                    <a:pt x="225005" y="530237"/>
                  </a:lnTo>
                  <a:lnTo>
                    <a:pt x="216778" y="518883"/>
                  </a:lnTo>
                  <a:lnTo>
                    <a:pt x="208838" y="517613"/>
                  </a:lnTo>
                  <a:close/>
                </a:path>
                <a:path w="3704590" h="712470">
                  <a:moveTo>
                    <a:pt x="293069" y="459689"/>
                  </a:moveTo>
                  <a:lnTo>
                    <a:pt x="265928" y="477800"/>
                  </a:lnTo>
                  <a:lnTo>
                    <a:pt x="239152" y="496163"/>
                  </a:lnTo>
                  <a:lnTo>
                    <a:pt x="237710" y="504063"/>
                  </a:lnTo>
                  <a:lnTo>
                    <a:pt x="245691" y="515607"/>
                  </a:lnTo>
                  <a:lnTo>
                    <a:pt x="253602" y="517042"/>
                  </a:lnTo>
                  <a:lnTo>
                    <a:pt x="280160" y="498838"/>
                  </a:lnTo>
                  <a:lnTo>
                    <a:pt x="307080" y="480872"/>
                  </a:lnTo>
                  <a:lnTo>
                    <a:pt x="308687" y="472998"/>
                  </a:lnTo>
                  <a:lnTo>
                    <a:pt x="300948" y="461302"/>
                  </a:lnTo>
                  <a:lnTo>
                    <a:pt x="293069" y="459689"/>
                  </a:lnTo>
                  <a:close/>
                </a:path>
                <a:path w="3704590" h="712470">
                  <a:moveTo>
                    <a:pt x="3423325" y="441502"/>
                  </a:moveTo>
                  <a:lnTo>
                    <a:pt x="3415400" y="442861"/>
                  </a:lnTo>
                  <a:lnTo>
                    <a:pt x="3407312" y="454329"/>
                  </a:lnTo>
                  <a:lnTo>
                    <a:pt x="3408678" y="462254"/>
                  </a:lnTo>
                  <a:lnTo>
                    <a:pt x="3424743" y="473643"/>
                  </a:lnTo>
                  <a:lnTo>
                    <a:pt x="3434978" y="481042"/>
                  </a:lnTo>
                  <a:lnTo>
                    <a:pt x="3445115" y="488487"/>
                  </a:lnTo>
                  <a:lnTo>
                    <a:pt x="3460758" y="500189"/>
                  </a:lnTo>
                  <a:lnTo>
                    <a:pt x="3468720" y="499071"/>
                  </a:lnTo>
                  <a:lnTo>
                    <a:pt x="3477153" y="487857"/>
                  </a:lnTo>
                  <a:lnTo>
                    <a:pt x="3476026" y="479894"/>
                  </a:lnTo>
                  <a:lnTo>
                    <a:pt x="3460229" y="468072"/>
                  </a:lnTo>
                  <a:lnTo>
                    <a:pt x="3449937" y="460514"/>
                  </a:lnTo>
                  <a:lnTo>
                    <a:pt x="3439546" y="453004"/>
                  </a:lnTo>
                  <a:lnTo>
                    <a:pt x="3423325" y="441502"/>
                  </a:lnTo>
                  <a:close/>
                </a:path>
                <a:path w="3704590" h="712470">
                  <a:moveTo>
                    <a:pt x="379493" y="405320"/>
                  </a:moveTo>
                  <a:lnTo>
                    <a:pt x="351666" y="422319"/>
                  </a:lnTo>
                  <a:lnTo>
                    <a:pt x="324153" y="439585"/>
                  </a:lnTo>
                  <a:lnTo>
                    <a:pt x="322389" y="447433"/>
                  </a:lnTo>
                  <a:lnTo>
                    <a:pt x="329890" y="459282"/>
                  </a:lnTo>
                  <a:lnTo>
                    <a:pt x="337736" y="461048"/>
                  </a:lnTo>
                  <a:lnTo>
                    <a:pt x="365038" y="443920"/>
                  </a:lnTo>
                  <a:lnTo>
                    <a:pt x="392653" y="427050"/>
                  </a:lnTo>
                  <a:lnTo>
                    <a:pt x="394571" y="419239"/>
                  </a:lnTo>
                  <a:lnTo>
                    <a:pt x="387303" y="407238"/>
                  </a:lnTo>
                  <a:lnTo>
                    <a:pt x="379493" y="405320"/>
                  </a:lnTo>
                  <a:close/>
                </a:path>
                <a:path w="3704590" h="712470">
                  <a:moveTo>
                    <a:pt x="3337680" y="385127"/>
                  </a:moveTo>
                  <a:lnTo>
                    <a:pt x="3329846" y="386943"/>
                  </a:lnTo>
                  <a:lnTo>
                    <a:pt x="3322416" y="398843"/>
                  </a:lnTo>
                  <a:lnTo>
                    <a:pt x="3324228" y="406679"/>
                  </a:lnTo>
                  <a:lnTo>
                    <a:pt x="3340911" y="417143"/>
                  </a:lnTo>
                  <a:lnTo>
                    <a:pt x="3362114" y="430788"/>
                  </a:lnTo>
                  <a:lnTo>
                    <a:pt x="3378428" y="441553"/>
                  </a:lnTo>
                  <a:lnTo>
                    <a:pt x="3386310" y="439966"/>
                  </a:lnTo>
                  <a:lnTo>
                    <a:pt x="3394063" y="428269"/>
                  </a:lnTo>
                  <a:lnTo>
                    <a:pt x="3392468" y="420382"/>
                  </a:lnTo>
                  <a:lnTo>
                    <a:pt x="3376007" y="409522"/>
                  </a:lnTo>
                  <a:lnTo>
                    <a:pt x="3354510" y="395692"/>
                  </a:lnTo>
                  <a:lnTo>
                    <a:pt x="3337680" y="385127"/>
                  </a:lnTo>
                  <a:close/>
                </a:path>
                <a:path w="3704590" h="712470">
                  <a:moveTo>
                    <a:pt x="467555" y="354545"/>
                  </a:moveTo>
                  <a:lnTo>
                    <a:pt x="450252" y="364188"/>
                  </a:lnTo>
                  <a:lnTo>
                    <a:pt x="428065" y="376780"/>
                  </a:lnTo>
                  <a:lnTo>
                    <a:pt x="410980" y="386651"/>
                  </a:lnTo>
                  <a:lnTo>
                    <a:pt x="408915" y="394423"/>
                  </a:lnTo>
                  <a:lnTo>
                    <a:pt x="415955" y="406565"/>
                  </a:lnTo>
                  <a:lnTo>
                    <a:pt x="423726" y="408622"/>
                  </a:lnTo>
                  <a:lnTo>
                    <a:pt x="451671" y="392550"/>
                  </a:lnTo>
                  <a:lnTo>
                    <a:pt x="479887" y="376745"/>
                  </a:lnTo>
                  <a:lnTo>
                    <a:pt x="482097" y="369011"/>
                  </a:lnTo>
                  <a:lnTo>
                    <a:pt x="475287" y="356755"/>
                  </a:lnTo>
                  <a:lnTo>
                    <a:pt x="467555" y="354545"/>
                  </a:lnTo>
                  <a:close/>
                </a:path>
                <a:path w="3704590" h="712470">
                  <a:moveTo>
                    <a:pt x="3249504" y="333641"/>
                  </a:moveTo>
                  <a:lnTo>
                    <a:pt x="3241772" y="335851"/>
                  </a:lnTo>
                  <a:lnTo>
                    <a:pt x="3234965" y="348119"/>
                  </a:lnTo>
                  <a:lnTo>
                    <a:pt x="3237177" y="355853"/>
                  </a:lnTo>
                  <a:lnTo>
                    <a:pt x="3265395" y="371697"/>
                  </a:lnTo>
                  <a:lnTo>
                    <a:pt x="3293212" y="387883"/>
                  </a:lnTo>
                  <a:lnTo>
                    <a:pt x="3300996" y="385864"/>
                  </a:lnTo>
                  <a:lnTo>
                    <a:pt x="3308112" y="373773"/>
                  </a:lnTo>
                  <a:lnTo>
                    <a:pt x="3306095" y="365988"/>
                  </a:lnTo>
                  <a:lnTo>
                    <a:pt x="3278000" y="349643"/>
                  </a:lnTo>
                  <a:lnTo>
                    <a:pt x="3249504" y="333641"/>
                  </a:lnTo>
                  <a:close/>
                </a:path>
                <a:path w="3704590" h="712470">
                  <a:moveTo>
                    <a:pt x="557747" y="306895"/>
                  </a:moveTo>
                  <a:lnTo>
                    <a:pt x="540111" y="315892"/>
                  </a:lnTo>
                  <a:lnTo>
                    <a:pt x="500029" y="336892"/>
                  </a:lnTo>
                  <a:lnTo>
                    <a:pt x="497676" y="344589"/>
                  </a:lnTo>
                  <a:lnTo>
                    <a:pt x="504259" y="356971"/>
                  </a:lnTo>
                  <a:lnTo>
                    <a:pt x="511949" y="359321"/>
                  </a:lnTo>
                  <a:lnTo>
                    <a:pt x="540487" y="344287"/>
                  </a:lnTo>
                  <a:lnTo>
                    <a:pt x="569259" y="329526"/>
                  </a:lnTo>
                  <a:lnTo>
                    <a:pt x="571750" y="321881"/>
                  </a:lnTo>
                  <a:lnTo>
                    <a:pt x="565392" y="309384"/>
                  </a:lnTo>
                  <a:lnTo>
                    <a:pt x="557747" y="306895"/>
                  </a:lnTo>
                  <a:close/>
                </a:path>
                <a:path w="3704590" h="712470">
                  <a:moveTo>
                    <a:pt x="3158660" y="286423"/>
                  </a:moveTo>
                  <a:lnTo>
                    <a:pt x="3151043" y="289001"/>
                  </a:lnTo>
                  <a:lnTo>
                    <a:pt x="3144826" y="301574"/>
                  </a:lnTo>
                  <a:lnTo>
                    <a:pt x="3147402" y="309194"/>
                  </a:lnTo>
                  <a:lnTo>
                    <a:pt x="3176337" y="323657"/>
                  </a:lnTo>
                  <a:lnTo>
                    <a:pt x="3204918" y="338455"/>
                  </a:lnTo>
                  <a:lnTo>
                    <a:pt x="3212594" y="336054"/>
                  </a:lnTo>
                  <a:lnTo>
                    <a:pt x="3219102" y="323634"/>
                  </a:lnTo>
                  <a:lnTo>
                    <a:pt x="3216702" y="315963"/>
                  </a:lnTo>
                  <a:lnTo>
                    <a:pt x="3187858" y="301020"/>
                  </a:lnTo>
                  <a:lnTo>
                    <a:pt x="3158660" y="286423"/>
                  </a:lnTo>
                  <a:close/>
                </a:path>
                <a:path w="3704590" h="712470">
                  <a:moveTo>
                    <a:pt x="649813" y="262420"/>
                  </a:moveTo>
                  <a:lnTo>
                    <a:pt x="631873" y="270777"/>
                  </a:lnTo>
                  <a:lnTo>
                    <a:pt x="591054" y="290334"/>
                  </a:lnTo>
                  <a:lnTo>
                    <a:pt x="588426" y="297929"/>
                  </a:lnTo>
                  <a:lnTo>
                    <a:pt x="594558" y="310553"/>
                  </a:lnTo>
                  <a:lnTo>
                    <a:pt x="602157" y="313182"/>
                  </a:lnTo>
                  <a:lnTo>
                    <a:pt x="642670" y="293767"/>
                  </a:lnTo>
                  <a:lnTo>
                    <a:pt x="660509" y="285457"/>
                  </a:lnTo>
                  <a:lnTo>
                    <a:pt x="663271" y="277901"/>
                  </a:lnTo>
                  <a:lnTo>
                    <a:pt x="657364" y="265176"/>
                  </a:lnTo>
                  <a:lnTo>
                    <a:pt x="649813" y="262420"/>
                  </a:lnTo>
                  <a:close/>
                </a:path>
                <a:path w="3704590" h="712470">
                  <a:moveTo>
                    <a:pt x="3066036" y="243497"/>
                  </a:moveTo>
                  <a:lnTo>
                    <a:pt x="3058541" y="246418"/>
                  </a:lnTo>
                  <a:lnTo>
                    <a:pt x="3052881" y="259245"/>
                  </a:lnTo>
                  <a:lnTo>
                    <a:pt x="3055792" y="266750"/>
                  </a:lnTo>
                  <a:lnTo>
                    <a:pt x="3085328" y="279912"/>
                  </a:lnTo>
                  <a:lnTo>
                    <a:pt x="3114554" y="293408"/>
                  </a:lnTo>
                  <a:lnTo>
                    <a:pt x="3122112" y="290664"/>
                  </a:lnTo>
                  <a:lnTo>
                    <a:pt x="3128046" y="277952"/>
                  </a:lnTo>
                  <a:lnTo>
                    <a:pt x="3125299" y="270395"/>
                  </a:lnTo>
                  <a:lnTo>
                    <a:pt x="3095823" y="256781"/>
                  </a:lnTo>
                  <a:lnTo>
                    <a:pt x="3066036" y="243497"/>
                  </a:lnTo>
                  <a:close/>
                </a:path>
                <a:path w="3704590" h="712470">
                  <a:moveTo>
                    <a:pt x="743337" y="221259"/>
                  </a:moveTo>
                  <a:lnTo>
                    <a:pt x="725120" y="228978"/>
                  </a:lnTo>
                  <a:lnTo>
                    <a:pt x="683630" y="247078"/>
                  </a:lnTo>
                  <a:lnTo>
                    <a:pt x="680733" y="254584"/>
                  </a:lnTo>
                  <a:lnTo>
                    <a:pt x="686415" y="267411"/>
                  </a:lnTo>
                  <a:lnTo>
                    <a:pt x="693916" y="270306"/>
                  </a:lnTo>
                  <a:lnTo>
                    <a:pt x="735100" y="252331"/>
                  </a:lnTo>
                  <a:lnTo>
                    <a:pt x="753215" y="244665"/>
                  </a:lnTo>
                  <a:lnTo>
                    <a:pt x="756241" y="237210"/>
                  </a:lnTo>
                  <a:lnTo>
                    <a:pt x="750787" y="224282"/>
                  </a:lnTo>
                  <a:lnTo>
                    <a:pt x="743337" y="221259"/>
                  </a:lnTo>
                  <a:close/>
                </a:path>
                <a:path w="3704590" h="712470">
                  <a:moveTo>
                    <a:pt x="2971755" y="204584"/>
                  </a:moveTo>
                  <a:lnTo>
                    <a:pt x="2964384" y="207797"/>
                  </a:lnTo>
                  <a:lnTo>
                    <a:pt x="2959260" y="220853"/>
                  </a:lnTo>
                  <a:lnTo>
                    <a:pt x="2962475" y="228219"/>
                  </a:lnTo>
                  <a:lnTo>
                    <a:pt x="2992538" y="240157"/>
                  </a:lnTo>
                  <a:lnTo>
                    <a:pt x="3022328" y="252412"/>
                  </a:lnTo>
                  <a:lnTo>
                    <a:pt x="3029762" y="249351"/>
                  </a:lnTo>
                  <a:lnTo>
                    <a:pt x="3035151" y="236397"/>
                  </a:lnTo>
                  <a:lnTo>
                    <a:pt x="3032085" y="228968"/>
                  </a:lnTo>
                  <a:lnTo>
                    <a:pt x="3002057" y="216604"/>
                  </a:lnTo>
                  <a:lnTo>
                    <a:pt x="2971755" y="204584"/>
                  </a:lnTo>
                  <a:close/>
                </a:path>
                <a:path w="3704590" h="712470">
                  <a:moveTo>
                    <a:pt x="838278" y="183388"/>
                  </a:moveTo>
                  <a:lnTo>
                    <a:pt x="796017" y="199783"/>
                  </a:lnTo>
                  <a:lnTo>
                    <a:pt x="777728" y="207098"/>
                  </a:lnTo>
                  <a:lnTo>
                    <a:pt x="774570" y="214490"/>
                  </a:lnTo>
                  <a:lnTo>
                    <a:pt x="779799" y="227507"/>
                  </a:lnTo>
                  <a:lnTo>
                    <a:pt x="787194" y="230670"/>
                  </a:lnTo>
                  <a:lnTo>
                    <a:pt x="828970" y="214157"/>
                  </a:lnTo>
                  <a:lnTo>
                    <a:pt x="847332" y="207124"/>
                  </a:lnTo>
                  <a:lnTo>
                    <a:pt x="850618" y="199783"/>
                  </a:lnTo>
                  <a:lnTo>
                    <a:pt x="845618" y="186677"/>
                  </a:lnTo>
                  <a:lnTo>
                    <a:pt x="838278" y="183388"/>
                  </a:lnTo>
                  <a:close/>
                </a:path>
                <a:path w="3704590" h="712470">
                  <a:moveTo>
                    <a:pt x="2875770" y="169354"/>
                  </a:moveTo>
                  <a:lnTo>
                    <a:pt x="2868529" y="172859"/>
                  </a:lnTo>
                  <a:lnTo>
                    <a:pt x="2863917" y="186105"/>
                  </a:lnTo>
                  <a:lnTo>
                    <a:pt x="2867417" y="193344"/>
                  </a:lnTo>
                  <a:lnTo>
                    <a:pt x="2886015" y="199853"/>
                  </a:lnTo>
                  <a:lnTo>
                    <a:pt x="2928226" y="215176"/>
                  </a:lnTo>
                  <a:lnTo>
                    <a:pt x="2935531" y="211810"/>
                  </a:lnTo>
                  <a:lnTo>
                    <a:pt x="2940397" y="198653"/>
                  </a:lnTo>
                  <a:lnTo>
                    <a:pt x="2937037" y="191350"/>
                  </a:lnTo>
                  <a:lnTo>
                    <a:pt x="2894483" y="175909"/>
                  </a:lnTo>
                  <a:lnTo>
                    <a:pt x="2875770" y="169354"/>
                  </a:lnTo>
                  <a:close/>
                </a:path>
                <a:path w="3704590" h="712470">
                  <a:moveTo>
                    <a:pt x="934303" y="148920"/>
                  </a:moveTo>
                  <a:lnTo>
                    <a:pt x="915595" y="155353"/>
                  </a:lnTo>
                  <a:lnTo>
                    <a:pt x="872914" y="170522"/>
                  </a:lnTo>
                  <a:lnTo>
                    <a:pt x="869500" y="177800"/>
                  </a:lnTo>
                  <a:lnTo>
                    <a:pt x="874271" y="190995"/>
                  </a:lnTo>
                  <a:lnTo>
                    <a:pt x="881552" y="194411"/>
                  </a:lnTo>
                  <a:lnTo>
                    <a:pt x="923919" y="179343"/>
                  </a:lnTo>
                  <a:lnTo>
                    <a:pt x="942524" y="172961"/>
                  </a:lnTo>
                  <a:lnTo>
                    <a:pt x="946063" y="165734"/>
                  </a:lnTo>
                  <a:lnTo>
                    <a:pt x="941523" y="152463"/>
                  </a:lnTo>
                  <a:lnTo>
                    <a:pt x="934303" y="148920"/>
                  </a:lnTo>
                  <a:close/>
                </a:path>
                <a:path w="3704590" h="712470">
                  <a:moveTo>
                    <a:pt x="2778686" y="137833"/>
                  </a:moveTo>
                  <a:lnTo>
                    <a:pt x="2771580" y="141592"/>
                  </a:lnTo>
                  <a:lnTo>
                    <a:pt x="2767458" y="155003"/>
                  </a:lnTo>
                  <a:lnTo>
                    <a:pt x="2771222" y="162115"/>
                  </a:lnTo>
                  <a:lnTo>
                    <a:pt x="2790039" y="167928"/>
                  </a:lnTo>
                  <a:lnTo>
                    <a:pt x="2832785" y="181648"/>
                  </a:lnTo>
                  <a:lnTo>
                    <a:pt x="2839958" y="178015"/>
                  </a:lnTo>
                  <a:lnTo>
                    <a:pt x="2844323" y="164680"/>
                  </a:lnTo>
                  <a:lnTo>
                    <a:pt x="2840689" y="157505"/>
                  </a:lnTo>
                  <a:lnTo>
                    <a:pt x="2797613" y="143684"/>
                  </a:lnTo>
                  <a:lnTo>
                    <a:pt x="2778686" y="137833"/>
                  </a:lnTo>
                  <a:close/>
                </a:path>
                <a:path w="3704590" h="712470">
                  <a:moveTo>
                    <a:pt x="1031589" y="117805"/>
                  </a:moveTo>
                  <a:lnTo>
                    <a:pt x="1012685" y="123561"/>
                  </a:lnTo>
                  <a:lnTo>
                    <a:pt x="969543" y="137210"/>
                  </a:lnTo>
                  <a:lnTo>
                    <a:pt x="965876" y="144373"/>
                  </a:lnTo>
                  <a:lnTo>
                    <a:pt x="970183" y="157721"/>
                  </a:lnTo>
                  <a:lnTo>
                    <a:pt x="977339" y="161391"/>
                  </a:lnTo>
                  <a:lnTo>
                    <a:pt x="1020164" y="147838"/>
                  </a:lnTo>
                  <a:lnTo>
                    <a:pt x="1038961" y="142100"/>
                  </a:lnTo>
                  <a:lnTo>
                    <a:pt x="1042752" y="135013"/>
                  </a:lnTo>
                  <a:lnTo>
                    <a:pt x="1038680" y="121589"/>
                  </a:lnTo>
                  <a:lnTo>
                    <a:pt x="1031589" y="117805"/>
                  </a:lnTo>
                  <a:close/>
                </a:path>
                <a:path w="3704590" h="712470">
                  <a:moveTo>
                    <a:pt x="2680312" y="109753"/>
                  </a:moveTo>
                  <a:lnTo>
                    <a:pt x="2673343" y="113766"/>
                  </a:lnTo>
                  <a:lnTo>
                    <a:pt x="2669696" y="127304"/>
                  </a:lnTo>
                  <a:lnTo>
                    <a:pt x="2673708" y="134277"/>
                  </a:lnTo>
                  <a:lnTo>
                    <a:pt x="2692721" y="139420"/>
                  </a:lnTo>
                  <a:lnTo>
                    <a:pt x="2735953" y="151612"/>
                  </a:lnTo>
                  <a:lnTo>
                    <a:pt x="2742991" y="147726"/>
                  </a:lnTo>
                  <a:lnTo>
                    <a:pt x="2746874" y="134238"/>
                  </a:lnTo>
                  <a:lnTo>
                    <a:pt x="2742982" y="127203"/>
                  </a:lnTo>
                  <a:lnTo>
                    <a:pt x="2699431" y="114924"/>
                  </a:lnTo>
                  <a:lnTo>
                    <a:pt x="2680312" y="109753"/>
                  </a:lnTo>
                  <a:close/>
                </a:path>
                <a:path w="3704590" h="712470">
                  <a:moveTo>
                    <a:pt x="1129499" y="90233"/>
                  </a:moveTo>
                  <a:lnTo>
                    <a:pt x="1110394" y="95332"/>
                  </a:lnTo>
                  <a:lnTo>
                    <a:pt x="1066758" y="107467"/>
                  </a:lnTo>
                  <a:lnTo>
                    <a:pt x="1062843" y="114490"/>
                  </a:lnTo>
                  <a:lnTo>
                    <a:pt x="1066679" y="127990"/>
                  </a:lnTo>
                  <a:lnTo>
                    <a:pt x="1073702" y="131902"/>
                  </a:lnTo>
                  <a:lnTo>
                    <a:pt x="1117012" y="119852"/>
                  </a:lnTo>
                  <a:lnTo>
                    <a:pt x="1136009" y="114782"/>
                  </a:lnTo>
                  <a:lnTo>
                    <a:pt x="1140048" y="107835"/>
                  </a:lnTo>
                  <a:lnTo>
                    <a:pt x="1136453" y="94272"/>
                  </a:lnTo>
                  <a:lnTo>
                    <a:pt x="1129499" y="90233"/>
                  </a:lnTo>
                  <a:close/>
                </a:path>
                <a:path w="3704590" h="712470">
                  <a:moveTo>
                    <a:pt x="2581174" y="85090"/>
                  </a:moveTo>
                  <a:lnTo>
                    <a:pt x="2574344" y="89344"/>
                  </a:lnTo>
                  <a:lnTo>
                    <a:pt x="2571156" y="102996"/>
                  </a:lnTo>
                  <a:lnTo>
                    <a:pt x="2575401" y="109829"/>
                  </a:lnTo>
                  <a:lnTo>
                    <a:pt x="2594570" y="114332"/>
                  </a:lnTo>
                  <a:lnTo>
                    <a:pt x="2638188" y="125031"/>
                  </a:lnTo>
                  <a:lnTo>
                    <a:pt x="2645088" y="120903"/>
                  </a:lnTo>
                  <a:lnTo>
                    <a:pt x="2648503" y="107302"/>
                  </a:lnTo>
                  <a:lnTo>
                    <a:pt x="2644373" y="100406"/>
                  </a:lnTo>
                  <a:lnTo>
                    <a:pt x="2600446" y="89619"/>
                  </a:lnTo>
                  <a:lnTo>
                    <a:pt x="2581174" y="85090"/>
                  </a:lnTo>
                  <a:close/>
                </a:path>
                <a:path w="3704590" h="712470">
                  <a:moveTo>
                    <a:pt x="1228912" y="66027"/>
                  </a:moveTo>
                  <a:lnTo>
                    <a:pt x="1209639" y="70439"/>
                  </a:lnTo>
                  <a:lnTo>
                    <a:pt x="1165594" y="81013"/>
                  </a:lnTo>
                  <a:lnTo>
                    <a:pt x="1161431" y="87884"/>
                  </a:lnTo>
                  <a:lnTo>
                    <a:pt x="1164783" y="101511"/>
                  </a:lnTo>
                  <a:lnTo>
                    <a:pt x="1171663" y="105676"/>
                  </a:lnTo>
                  <a:lnTo>
                    <a:pt x="1215374" y="95183"/>
                  </a:lnTo>
                  <a:lnTo>
                    <a:pt x="1234536" y="90805"/>
                  </a:lnTo>
                  <a:lnTo>
                    <a:pt x="1238822" y="83997"/>
                  </a:lnTo>
                  <a:lnTo>
                    <a:pt x="1235717" y="70319"/>
                  </a:lnTo>
                  <a:lnTo>
                    <a:pt x="1228912" y="66027"/>
                  </a:lnTo>
                  <a:close/>
                </a:path>
                <a:path w="3704590" h="712470">
                  <a:moveTo>
                    <a:pt x="2481249" y="63728"/>
                  </a:moveTo>
                  <a:lnTo>
                    <a:pt x="2474561" y="68186"/>
                  </a:lnTo>
                  <a:lnTo>
                    <a:pt x="2471820" y="81953"/>
                  </a:lnTo>
                  <a:lnTo>
                    <a:pt x="2476284" y="88633"/>
                  </a:lnTo>
                  <a:lnTo>
                    <a:pt x="2539574" y="101777"/>
                  </a:lnTo>
                  <a:lnTo>
                    <a:pt x="2546333" y="97421"/>
                  </a:lnTo>
                  <a:lnTo>
                    <a:pt x="2549297" y="83718"/>
                  </a:lnTo>
                  <a:lnTo>
                    <a:pt x="2544940" y="76949"/>
                  </a:lnTo>
                  <a:lnTo>
                    <a:pt x="2481249" y="63728"/>
                  </a:lnTo>
                  <a:close/>
                </a:path>
                <a:path w="3704590" h="712470">
                  <a:moveTo>
                    <a:pt x="1328988" y="45478"/>
                  </a:moveTo>
                  <a:lnTo>
                    <a:pt x="1309577" y="49179"/>
                  </a:lnTo>
                  <a:lnTo>
                    <a:pt x="1265199" y="58140"/>
                  </a:lnTo>
                  <a:lnTo>
                    <a:pt x="1260791" y="64858"/>
                  </a:lnTo>
                  <a:lnTo>
                    <a:pt x="1263647" y="78600"/>
                  </a:lnTo>
                  <a:lnTo>
                    <a:pt x="1270372" y="83007"/>
                  </a:lnTo>
                  <a:lnTo>
                    <a:pt x="1314408" y="74114"/>
                  </a:lnTo>
                  <a:lnTo>
                    <a:pt x="1333705" y="70434"/>
                  </a:lnTo>
                  <a:lnTo>
                    <a:pt x="1338237" y="63792"/>
                  </a:lnTo>
                  <a:lnTo>
                    <a:pt x="1335632" y="50012"/>
                  </a:lnTo>
                  <a:lnTo>
                    <a:pt x="1328988" y="45478"/>
                  </a:lnTo>
                  <a:close/>
                </a:path>
                <a:path w="3704590" h="712470">
                  <a:moveTo>
                    <a:pt x="2386600" y="46634"/>
                  </a:moveTo>
                  <a:lnTo>
                    <a:pt x="2385147" y="46647"/>
                  </a:lnTo>
                  <a:lnTo>
                    <a:pt x="2379397" y="47015"/>
                  </a:lnTo>
                  <a:lnTo>
                    <a:pt x="2374446" y="51295"/>
                  </a:lnTo>
                  <a:lnTo>
                    <a:pt x="2372302" y="64147"/>
                  </a:lnTo>
                  <a:lnTo>
                    <a:pt x="2376975" y="70688"/>
                  </a:lnTo>
                  <a:lnTo>
                    <a:pt x="2440646" y="81826"/>
                  </a:lnTo>
                  <a:lnTo>
                    <a:pt x="2447263" y="77254"/>
                  </a:lnTo>
                  <a:lnTo>
                    <a:pt x="2449788" y="63461"/>
                  </a:lnTo>
                  <a:lnTo>
                    <a:pt x="2445217" y="56845"/>
                  </a:lnTo>
                  <a:lnTo>
                    <a:pt x="2388074" y="46786"/>
                  </a:lnTo>
                  <a:lnTo>
                    <a:pt x="2386600" y="46634"/>
                  </a:lnTo>
                  <a:close/>
                </a:path>
                <a:path w="3704590" h="712470">
                  <a:moveTo>
                    <a:pt x="2286100" y="31483"/>
                  </a:moveTo>
                  <a:lnTo>
                    <a:pt x="2284648" y="31546"/>
                  </a:lnTo>
                  <a:lnTo>
                    <a:pt x="2278912" y="32092"/>
                  </a:lnTo>
                  <a:lnTo>
                    <a:pt x="2274095" y="36525"/>
                  </a:lnTo>
                  <a:lnTo>
                    <a:pt x="2272344" y="49428"/>
                  </a:lnTo>
                  <a:lnTo>
                    <a:pt x="2277214" y="55829"/>
                  </a:lnTo>
                  <a:lnTo>
                    <a:pt x="2341181" y="64998"/>
                  </a:lnTo>
                  <a:lnTo>
                    <a:pt x="2347653" y="60223"/>
                  </a:lnTo>
                  <a:lnTo>
                    <a:pt x="2349750" y="46355"/>
                  </a:lnTo>
                  <a:lnTo>
                    <a:pt x="2344978" y="39890"/>
                  </a:lnTo>
                  <a:lnTo>
                    <a:pt x="2287579" y="31597"/>
                  </a:lnTo>
                  <a:lnTo>
                    <a:pt x="2286100" y="31483"/>
                  </a:lnTo>
                  <a:close/>
                </a:path>
                <a:path w="3704590" h="712470">
                  <a:moveTo>
                    <a:pt x="1429772" y="28625"/>
                  </a:moveTo>
                  <a:lnTo>
                    <a:pt x="1410219" y="31600"/>
                  </a:lnTo>
                  <a:lnTo>
                    <a:pt x="1365483" y="38925"/>
                  </a:lnTo>
                  <a:lnTo>
                    <a:pt x="1360830" y="45491"/>
                  </a:lnTo>
                  <a:lnTo>
                    <a:pt x="1363179" y="59321"/>
                  </a:lnTo>
                  <a:lnTo>
                    <a:pt x="1369738" y="63969"/>
                  </a:lnTo>
                  <a:lnTo>
                    <a:pt x="1414123" y="56702"/>
                  </a:lnTo>
                  <a:lnTo>
                    <a:pt x="1433559" y="53733"/>
                  </a:lnTo>
                  <a:lnTo>
                    <a:pt x="1438334" y="47269"/>
                  </a:lnTo>
                  <a:lnTo>
                    <a:pt x="1436242" y="33401"/>
                  </a:lnTo>
                  <a:lnTo>
                    <a:pt x="1429772" y="28625"/>
                  </a:lnTo>
                  <a:close/>
                </a:path>
                <a:path w="3704590" h="712470">
                  <a:moveTo>
                    <a:pt x="2184831" y="19329"/>
                  </a:moveTo>
                  <a:lnTo>
                    <a:pt x="2183382" y="19430"/>
                  </a:lnTo>
                  <a:lnTo>
                    <a:pt x="2177665" y="20154"/>
                  </a:lnTo>
                  <a:lnTo>
                    <a:pt x="2172982" y="24726"/>
                  </a:lnTo>
                  <a:lnTo>
                    <a:pt x="2171617" y="37680"/>
                  </a:lnTo>
                  <a:lnTo>
                    <a:pt x="2176677" y="43929"/>
                  </a:lnTo>
                  <a:lnTo>
                    <a:pt x="2240901" y="51180"/>
                  </a:lnTo>
                  <a:lnTo>
                    <a:pt x="2247225" y="46215"/>
                  </a:lnTo>
                  <a:lnTo>
                    <a:pt x="2248903" y="32283"/>
                  </a:lnTo>
                  <a:lnTo>
                    <a:pt x="2243937" y="25958"/>
                  </a:lnTo>
                  <a:lnTo>
                    <a:pt x="2186313" y="19405"/>
                  </a:lnTo>
                  <a:lnTo>
                    <a:pt x="2184831" y="19329"/>
                  </a:lnTo>
                  <a:close/>
                </a:path>
                <a:path w="3704590" h="712470">
                  <a:moveTo>
                    <a:pt x="1530935" y="15582"/>
                  </a:moveTo>
                  <a:lnTo>
                    <a:pt x="1511293" y="17815"/>
                  </a:lnTo>
                  <a:lnTo>
                    <a:pt x="1466340" y="23456"/>
                  </a:lnTo>
                  <a:lnTo>
                    <a:pt x="1461444" y="29832"/>
                  </a:lnTo>
                  <a:lnTo>
                    <a:pt x="1463274" y="43751"/>
                  </a:lnTo>
                  <a:lnTo>
                    <a:pt x="1469654" y="48640"/>
                  </a:lnTo>
                  <a:lnTo>
                    <a:pt x="1514248" y="43045"/>
                  </a:lnTo>
                  <a:lnTo>
                    <a:pt x="1533770" y="40817"/>
                  </a:lnTo>
                  <a:lnTo>
                    <a:pt x="1538785" y="34531"/>
                  </a:lnTo>
                  <a:lnTo>
                    <a:pt x="1537219" y="20599"/>
                  </a:lnTo>
                  <a:lnTo>
                    <a:pt x="1530935" y="15582"/>
                  </a:lnTo>
                  <a:close/>
                </a:path>
                <a:path w="3704590" h="712470">
                  <a:moveTo>
                    <a:pt x="2083131" y="10172"/>
                  </a:moveTo>
                  <a:lnTo>
                    <a:pt x="2081686" y="10312"/>
                  </a:lnTo>
                  <a:lnTo>
                    <a:pt x="2075991" y="11201"/>
                  </a:lnTo>
                  <a:lnTo>
                    <a:pt x="2071446" y="15913"/>
                  </a:lnTo>
                  <a:lnTo>
                    <a:pt x="2070460" y="28892"/>
                  </a:lnTo>
                  <a:lnTo>
                    <a:pt x="2075700" y="35001"/>
                  </a:lnTo>
                  <a:lnTo>
                    <a:pt x="2140130" y="40347"/>
                  </a:lnTo>
                  <a:lnTo>
                    <a:pt x="2146306" y="35204"/>
                  </a:lnTo>
                  <a:lnTo>
                    <a:pt x="2147570" y="21234"/>
                  </a:lnTo>
                  <a:lnTo>
                    <a:pt x="2142418" y="15049"/>
                  </a:lnTo>
                  <a:lnTo>
                    <a:pt x="2084614" y="10198"/>
                  </a:lnTo>
                  <a:lnTo>
                    <a:pt x="2083131" y="10172"/>
                  </a:lnTo>
                  <a:close/>
                </a:path>
                <a:path w="3704590" h="712470">
                  <a:moveTo>
                    <a:pt x="1632689" y="6400"/>
                  </a:moveTo>
                  <a:lnTo>
                    <a:pt x="1612962" y="7885"/>
                  </a:lnTo>
                  <a:lnTo>
                    <a:pt x="1567784" y="11798"/>
                  </a:lnTo>
                  <a:lnTo>
                    <a:pt x="1562649" y="17983"/>
                  </a:lnTo>
                  <a:lnTo>
                    <a:pt x="1563946" y="31953"/>
                  </a:lnTo>
                  <a:lnTo>
                    <a:pt x="1570134" y="37084"/>
                  </a:lnTo>
                  <a:lnTo>
                    <a:pt x="1614943" y="33200"/>
                  </a:lnTo>
                  <a:lnTo>
                    <a:pt x="1634547" y="31737"/>
                  </a:lnTo>
                  <a:lnTo>
                    <a:pt x="1639801" y="25653"/>
                  </a:lnTo>
                  <a:lnTo>
                    <a:pt x="1638774" y="11658"/>
                  </a:lnTo>
                  <a:lnTo>
                    <a:pt x="1632689" y="6400"/>
                  </a:lnTo>
                  <a:close/>
                </a:path>
                <a:path w="3704590" h="712470">
                  <a:moveTo>
                    <a:pt x="1975827" y="3632"/>
                  </a:moveTo>
                  <a:lnTo>
                    <a:pt x="1969881" y="9042"/>
                  </a:lnTo>
                  <a:lnTo>
                    <a:pt x="1969223" y="23050"/>
                  </a:lnTo>
                  <a:lnTo>
                    <a:pt x="1974636" y="29006"/>
                  </a:lnTo>
                  <a:lnTo>
                    <a:pt x="2039193" y="32499"/>
                  </a:lnTo>
                  <a:lnTo>
                    <a:pt x="2045216" y="27165"/>
                  </a:lnTo>
                  <a:lnTo>
                    <a:pt x="2046075" y="13169"/>
                  </a:lnTo>
                  <a:lnTo>
                    <a:pt x="2040747" y="7137"/>
                  </a:lnTo>
                  <a:lnTo>
                    <a:pt x="1975827" y="3632"/>
                  </a:lnTo>
                  <a:close/>
                </a:path>
                <a:path w="3704590" h="712470">
                  <a:moveTo>
                    <a:pt x="1734728" y="1219"/>
                  </a:moveTo>
                  <a:lnTo>
                    <a:pt x="1714965" y="1909"/>
                  </a:lnTo>
                  <a:lnTo>
                    <a:pt x="1669691" y="4051"/>
                  </a:lnTo>
                  <a:lnTo>
                    <a:pt x="1664318" y="10032"/>
                  </a:lnTo>
                  <a:lnTo>
                    <a:pt x="1665069" y="24041"/>
                  </a:lnTo>
                  <a:lnTo>
                    <a:pt x="1671052" y="29413"/>
                  </a:lnTo>
                  <a:lnTo>
                    <a:pt x="1715948" y="27294"/>
                  </a:lnTo>
                  <a:lnTo>
                    <a:pt x="1735584" y="26593"/>
                  </a:lnTo>
                  <a:lnTo>
                    <a:pt x="1741076" y="20726"/>
                  </a:lnTo>
                  <a:lnTo>
                    <a:pt x="1740602" y="6705"/>
                  </a:lnTo>
                  <a:lnTo>
                    <a:pt x="1734728" y="1219"/>
                  </a:lnTo>
                  <a:close/>
                </a:path>
                <a:path w="3704590" h="712470">
                  <a:moveTo>
                    <a:pt x="1873851" y="495"/>
                  </a:moveTo>
                  <a:lnTo>
                    <a:pt x="1868062" y="6070"/>
                  </a:lnTo>
                  <a:lnTo>
                    <a:pt x="1867801" y="20104"/>
                  </a:lnTo>
                  <a:lnTo>
                    <a:pt x="1873380" y="25895"/>
                  </a:lnTo>
                  <a:lnTo>
                    <a:pt x="1938004" y="27546"/>
                  </a:lnTo>
                  <a:lnTo>
                    <a:pt x="1943873" y="22047"/>
                  </a:lnTo>
                  <a:lnTo>
                    <a:pt x="1944331" y="8026"/>
                  </a:lnTo>
                  <a:lnTo>
                    <a:pt x="1938835" y="2159"/>
                  </a:lnTo>
                  <a:lnTo>
                    <a:pt x="1873851" y="495"/>
                  </a:lnTo>
                  <a:close/>
                </a:path>
                <a:path w="3704590" h="712470">
                  <a:moveTo>
                    <a:pt x="1813504" y="0"/>
                  </a:moveTo>
                  <a:lnTo>
                    <a:pt x="1771740" y="330"/>
                  </a:lnTo>
                  <a:lnTo>
                    <a:pt x="1766133" y="6096"/>
                  </a:lnTo>
                  <a:lnTo>
                    <a:pt x="1766324" y="20129"/>
                  </a:lnTo>
                  <a:lnTo>
                    <a:pt x="1772088" y="25730"/>
                  </a:lnTo>
                  <a:lnTo>
                    <a:pt x="1836795" y="25400"/>
                  </a:lnTo>
                  <a:lnTo>
                    <a:pt x="1842442" y="19811"/>
                  </a:lnTo>
                  <a:lnTo>
                    <a:pt x="1842505" y="5778"/>
                  </a:lnTo>
                  <a:lnTo>
                    <a:pt x="1836845" y="63"/>
                  </a:lnTo>
                  <a:lnTo>
                    <a:pt x="1813504" y="0"/>
                  </a:lnTo>
                  <a:close/>
                </a:path>
                <a:path w="3704590" h="712470">
                  <a:moveTo>
                    <a:pt x="1836795" y="25400"/>
                  </a:moveTo>
                  <a:lnTo>
                    <a:pt x="1818910" y="25400"/>
                  </a:lnTo>
                  <a:lnTo>
                    <a:pt x="1836731" y="25463"/>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6" name="object 16"/>
          <p:cNvGrpSpPr/>
          <p:nvPr/>
        </p:nvGrpSpPr>
        <p:grpSpPr>
          <a:xfrm>
            <a:off x="2244725" y="3502025"/>
            <a:ext cx="1603058" cy="1981200"/>
            <a:chOff x="4489450" y="7004050"/>
            <a:chExt cx="3206115" cy="3962400"/>
          </a:xfrm>
        </p:grpSpPr>
        <p:sp>
          <p:nvSpPr>
            <p:cNvPr id="17" name="object 17"/>
            <p:cNvSpPr/>
            <p:nvPr/>
          </p:nvSpPr>
          <p:spPr>
            <a:xfrm>
              <a:off x="4508500" y="7023100"/>
              <a:ext cx="3168015" cy="3924300"/>
            </a:xfrm>
            <a:custGeom>
              <a:avLst/>
              <a:gdLst/>
              <a:ahLst/>
              <a:cxnLst/>
              <a:rect l="l" t="t" r="r" b="b"/>
              <a:pathLst>
                <a:path w="3168015" h="3924300">
                  <a:moveTo>
                    <a:pt x="0" y="0"/>
                  </a:moveTo>
                  <a:lnTo>
                    <a:pt x="2605121" y="0"/>
                  </a:lnTo>
                  <a:lnTo>
                    <a:pt x="2605121" y="492654"/>
                  </a:lnTo>
                  <a:lnTo>
                    <a:pt x="3167976" y="492654"/>
                  </a:lnTo>
                  <a:lnTo>
                    <a:pt x="3167976" y="3924300"/>
                  </a:lnTo>
                  <a:lnTo>
                    <a:pt x="0" y="3924300"/>
                  </a:lnTo>
                  <a:lnTo>
                    <a:pt x="0" y="0"/>
                  </a:lnTo>
                  <a:close/>
                </a:path>
              </a:pathLst>
            </a:custGeom>
            <a:ln w="38099">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8" name="object 18"/>
            <p:cNvSpPr/>
            <p:nvPr/>
          </p:nvSpPr>
          <p:spPr>
            <a:xfrm>
              <a:off x="7126663" y="7023100"/>
              <a:ext cx="549910" cy="497205"/>
            </a:xfrm>
            <a:custGeom>
              <a:avLst/>
              <a:gdLst/>
              <a:ahLst/>
              <a:cxnLst/>
              <a:rect l="l" t="t" r="r" b="b"/>
              <a:pathLst>
                <a:path w="549909" h="497204">
                  <a:moveTo>
                    <a:pt x="0" y="0"/>
                  </a:moveTo>
                  <a:lnTo>
                    <a:pt x="549814" y="497078"/>
                  </a:lnTo>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9" name="object 19"/>
          <p:cNvSpPr txBox="1"/>
          <p:nvPr/>
        </p:nvSpPr>
        <p:spPr>
          <a:xfrm>
            <a:off x="2353353" y="4260596"/>
            <a:ext cx="1343978" cy="167640"/>
          </a:xfrm>
          <a:prstGeom prst="rect">
            <a:avLst/>
          </a:prstGeom>
        </p:spPr>
        <p:txBody>
          <a:bodyPr vert="horz" wrap="square" lIns="0" tIns="6350" rIns="0" bIns="0" rtlCol="0">
            <a:spAutoFit/>
          </a:bodyPr>
          <a:lstStyle/>
          <a:p>
            <a:pPr marL="6350">
              <a:spcBef>
                <a:spcPts val="50"/>
              </a:spcBef>
            </a:pPr>
            <a:r>
              <a:rPr sz="1050" spc="-8"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你想成为什么样的人？</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20" name="object 20"/>
          <p:cNvSpPr txBox="1"/>
          <p:nvPr/>
        </p:nvSpPr>
        <p:spPr>
          <a:xfrm>
            <a:off x="2352989" y="4654296"/>
            <a:ext cx="944563" cy="167640"/>
          </a:xfrm>
          <a:prstGeom prst="rect">
            <a:avLst/>
          </a:prstGeom>
        </p:spPr>
        <p:txBody>
          <a:bodyPr vert="horz" wrap="square" lIns="0" tIns="6350" rIns="0" bIns="0" rtlCol="0">
            <a:spAutoFit/>
          </a:bodyPr>
          <a:lstStyle/>
          <a:p>
            <a:pPr marL="6350">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你想要做什么？</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21" name="object 21"/>
          <p:cNvSpPr txBox="1"/>
          <p:nvPr/>
        </p:nvSpPr>
        <p:spPr>
          <a:xfrm>
            <a:off x="2353231" y="5035296"/>
            <a:ext cx="1210945" cy="167640"/>
          </a:xfrm>
          <a:prstGeom prst="rect">
            <a:avLst/>
          </a:prstGeom>
        </p:spPr>
        <p:txBody>
          <a:bodyPr vert="horz" wrap="square" lIns="0" tIns="6350" rIns="0" bIns="0" rtlCol="0">
            <a:spAutoFit/>
          </a:bodyPr>
          <a:lstStyle/>
          <a:p>
            <a:pPr marL="6350">
              <a:spcBef>
                <a:spcPts val="50"/>
              </a:spcBef>
            </a:pPr>
            <a:r>
              <a:rPr sz="1050" spc="-8"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你的价値观是什么？</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22" name="object 22"/>
          <p:cNvSpPr txBox="1"/>
          <p:nvPr/>
        </p:nvSpPr>
        <p:spPr>
          <a:xfrm>
            <a:off x="4219283" y="4228529"/>
            <a:ext cx="678815" cy="1008380"/>
          </a:xfrm>
          <a:prstGeom prst="rect">
            <a:avLst/>
          </a:prstGeom>
        </p:spPr>
        <p:txBody>
          <a:bodyPr vert="horz" wrap="square" lIns="0" tIns="51118" rIns="0" bIns="0" rtlCol="0">
            <a:spAutoFit/>
          </a:bodyPr>
          <a:lstStyle/>
          <a:p>
            <a:pPr marL="6350">
              <a:spcBef>
                <a:spcPts val="405"/>
              </a:spcBef>
            </a:pPr>
            <a:r>
              <a:rPr sz="1050" spc="-15" dirty="0">
                <a:solidFill>
                  <a:srgbClr val="212121"/>
                </a:solidFill>
                <a:latin typeface="江城圆体 400W" panose="020B0800000000000000" pitchFamily="34" charset="-128"/>
                <a:ea typeface="江城圆体 400W" panose="020B0800000000000000" pitchFamily="34" charset="-128"/>
                <a:cs typeface="Microsoft JhengHei"/>
              </a:rPr>
              <a:t>角色</a:t>
            </a:r>
            <a:endParaRPr sz="1050">
              <a:latin typeface="江城圆体 400W" panose="020B0800000000000000" pitchFamily="34" charset="-128"/>
              <a:ea typeface="江城圆体 400W" panose="020B0800000000000000" pitchFamily="34" charset="-128"/>
              <a:cs typeface="Microsoft JhengHei"/>
            </a:endParaRPr>
          </a:p>
          <a:p>
            <a:pPr marL="129540">
              <a:spcBef>
                <a:spcPts val="355"/>
              </a:spcBef>
            </a:pPr>
            <a:r>
              <a:rPr sz="1050" spc="-158" dirty="0">
                <a:solidFill>
                  <a:srgbClr val="212121"/>
                </a:solidFill>
                <a:latin typeface="江城圆体 400W" panose="020B0800000000000000" pitchFamily="34" charset="-128"/>
                <a:ea typeface="江城圆体 400W" panose="020B0800000000000000" pitchFamily="34" charset="-128"/>
                <a:cs typeface="Microsoft JhengHei"/>
              </a:rPr>
              <a:t>+</a:t>
            </a:r>
            <a:endParaRPr sz="1050">
              <a:latin typeface="江城圆体 400W" panose="020B0800000000000000" pitchFamily="34" charset="-128"/>
              <a:ea typeface="江城圆体 400W" panose="020B0800000000000000" pitchFamily="34" charset="-128"/>
              <a:cs typeface="Microsoft JhengHei"/>
            </a:endParaRPr>
          </a:p>
          <a:p>
            <a:pPr marL="6985">
              <a:spcBef>
                <a:spcPts val="330"/>
              </a:spcBef>
            </a:pPr>
            <a:r>
              <a:rPr sz="1050" spc="-10" dirty="0">
                <a:solidFill>
                  <a:srgbClr val="212121"/>
                </a:solidFill>
                <a:latin typeface="江城圆体 400W" panose="020B0800000000000000" pitchFamily="34" charset="-128"/>
                <a:ea typeface="江城圆体 400W" panose="020B0800000000000000" pitchFamily="34" charset="-128"/>
                <a:cs typeface="Microsoft JhengHei"/>
              </a:rPr>
              <a:t>贡献和成就</a:t>
            </a:r>
            <a:endParaRPr sz="1050">
              <a:latin typeface="江城圆体 400W" panose="020B0800000000000000" pitchFamily="34" charset="-128"/>
              <a:ea typeface="江城圆体 400W" panose="020B0800000000000000" pitchFamily="34" charset="-128"/>
              <a:cs typeface="Microsoft JhengHei"/>
            </a:endParaRPr>
          </a:p>
          <a:p>
            <a:pPr marL="129540">
              <a:spcBef>
                <a:spcPts val="295"/>
              </a:spcBef>
            </a:pPr>
            <a:r>
              <a:rPr sz="1050" spc="-158" dirty="0">
                <a:solidFill>
                  <a:srgbClr val="212121"/>
                </a:solidFill>
                <a:latin typeface="江城圆体 400W" panose="020B0800000000000000" pitchFamily="34" charset="-128"/>
                <a:ea typeface="江城圆体 400W" panose="020B0800000000000000" pitchFamily="34" charset="-128"/>
                <a:cs typeface="Microsoft JhengHei"/>
              </a:rPr>
              <a:t>+</a:t>
            </a:r>
            <a:endParaRPr sz="1050">
              <a:latin typeface="江城圆体 400W" panose="020B0800000000000000" pitchFamily="34" charset="-128"/>
              <a:ea typeface="江城圆体 400W" panose="020B0800000000000000" pitchFamily="34" charset="-128"/>
              <a:cs typeface="Microsoft JhengHei"/>
            </a:endParaRPr>
          </a:p>
          <a:p>
            <a:pPr marL="6350">
              <a:spcBef>
                <a:spcPts val="190"/>
              </a:spcBef>
            </a:pPr>
            <a:r>
              <a:rPr sz="1050" spc="-10" dirty="0">
                <a:solidFill>
                  <a:srgbClr val="212121"/>
                </a:solidFill>
                <a:latin typeface="江城圆体 400W" panose="020B0800000000000000" pitchFamily="34" charset="-128"/>
                <a:ea typeface="江城圆体 400W" panose="020B0800000000000000" pitchFamily="34" charset="-128"/>
                <a:cs typeface="Microsoft JhengHei"/>
              </a:rPr>
              <a:t>行动基础</a:t>
            </a:r>
            <a:endParaRPr sz="1050">
              <a:latin typeface="江城圆体 400W" panose="020B0800000000000000" pitchFamily="34" charset="-128"/>
              <a:ea typeface="江城圆体 400W" panose="020B0800000000000000" pitchFamily="34" charset="-128"/>
              <a:cs typeface="Microsoft JhengHei"/>
            </a:endParaRPr>
          </a:p>
        </p:txBody>
      </p:sp>
      <p:grpSp>
        <p:nvGrpSpPr>
          <p:cNvPr id="23" name="object 23"/>
          <p:cNvGrpSpPr/>
          <p:nvPr/>
        </p:nvGrpSpPr>
        <p:grpSpPr>
          <a:xfrm>
            <a:off x="2378613" y="4339780"/>
            <a:ext cx="1776413" cy="921385"/>
            <a:chOff x="4757225" y="8679560"/>
            <a:chExt cx="3552825" cy="1842770"/>
          </a:xfrm>
        </p:grpSpPr>
        <p:sp>
          <p:nvSpPr>
            <p:cNvPr id="24" name="object 24"/>
            <p:cNvSpPr/>
            <p:nvPr/>
          </p:nvSpPr>
          <p:spPr>
            <a:xfrm>
              <a:off x="7469813" y="8679560"/>
              <a:ext cx="840105" cy="114300"/>
            </a:xfrm>
            <a:custGeom>
              <a:avLst/>
              <a:gdLst/>
              <a:ahLst/>
              <a:cxnLst/>
              <a:rect l="l" t="t" r="r" b="b"/>
              <a:pathLst>
                <a:path w="840104" h="114300">
                  <a:moveTo>
                    <a:pt x="782659" y="0"/>
                  </a:moveTo>
                  <a:lnTo>
                    <a:pt x="761816" y="3919"/>
                  </a:lnTo>
                  <a:lnTo>
                    <a:pt x="744410" y="14685"/>
                  </a:lnTo>
                  <a:lnTo>
                    <a:pt x="731927" y="30810"/>
                  </a:lnTo>
                  <a:lnTo>
                    <a:pt x="725857" y="50803"/>
                  </a:lnTo>
                  <a:lnTo>
                    <a:pt x="12687" y="50800"/>
                  </a:lnTo>
                  <a:lnTo>
                    <a:pt x="12700" y="2843"/>
                  </a:lnTo>
                  <a:lnTo>
                    <a:pt x="9856" y="0"/>
                  </a:lnTo>
                  <a:lnTo>
                    <a:pt x="2842" y="0"/>
                  </a:lnTo>
                  <a:lnTo>
                    <a:pt x="0" y="2843"/>
                  </a:lnTo>
                  <a:lnTo>
                    <a:pt x="0" y="111456"/>
                  </a:lnTo>
                  <a:lnTo>
                    <a:pt x="2842" y="114300"/>
                  </a:lnTo>
                  <a:lnTo>
                    <a:pt x="9856" y="114300"/>
                  </a:lnTo>
                  <a:lnTo>
                    <a:pt x="12700" y="111456"/>
                  </a:lnTo>
                  <a:lnTo>
                    <a:pt x="12700" y="107950"/>
                  </a:lnTo>
                  <a:lnTo>
                    <a:pt x="12700" y="63500"/>
                  </a:lnTo>
                  <a:lnTo>
                    <a:pt x="725859" y="63508"/>
                  </a:lnTo>
                  <a:lnTo>
                    <a:pt x="731932" y="83497"/>
                  </a:lnTo>
                  <a:lnTo>
                    <a:pt x="744415" y="99618"/>
                  </a:lnTo>
                  <a:lnTo>
                    <a:pt x="761820" y="110381"/>
                  </a:lnTo>
                  <a:lnTo>
                    <a:pt x="782659" y="114300"/>
                  </a:lnTo>
                  <a:lnTo>
                    <a:pt x="804904" y="109808"/>
                  </a:lnTo>
                  <a:lnTo>
                    <a:pt x="823070" y="97561"/>
                  </a:lnTo>
                  <a:lnTo>
                    <a:pt x="835317" y="79395"/>
                  </a:lnTo>
                  <a:lnTo>
                    <a:pt x="839809" y="57150"/>
                  </a:lnTo>
                  <a:lnTo>
                    <a:pt x="835317" y="34904"/>
                  </a:lnTo>
                  <a:lnTo>
                    <a:pt x="823070" y="16738"/>
                  </a:lnTo>
                  <a:lnTo>
                    <a:pt x="804904" y="4491"/>
                  </a:lnTo>
                  <a:lnTo>
                    <a:pt x="782659"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 name="object 25"/>
            <p:cNvSpPr/>
            <p:nvPr/>
          </p:nvSpPr>
          <p:spPr>
            <a:xfrm>
              <a:off x="4757225" y="8946006"/>
              <a:ext cx="2383155" cy="0"/>
            </a:xfrm>
            <a:custGeom>
              <a:avLst/>
              <a:gdLst/>
              <a:ahLst/>
              <a:cxnLst/>
              <a:rect l="l" t="t" r="r" b="b"/>
              <a:pathLst>
                <a:path w="2383154">
                  <a:moveTo>
                    <a:pt x="2382527" y="0"/>
                  </a:moveTo>
                  <a:lnTo>
                    <a:pt x="0" y="0"/>
                  </a:lnTo>
                </a:path>
              </a:pathLst>
            </a:custGeom>
            <a:ln w="12700">
              <a:solidFill>
                <a:srgbClr val="11A766"/>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6" name="object 26"/>
            <p:cNvSpPr/>
            <p:nvPr/>
          </p:nvSpPr>
          <p:spPr>
            <a:xfrm>
              <a:off x="4757225" y="9757028"/>
              <a:ext cx="2383155" cy="0"/>
            </a:xfrm>
            <a:custGeom>
              <a:avLst/>
              <a:gdLst/>
              <a:ahLst/>
              <a:cxnLst/>
              <a:rect l="l" t="t" r="r" b="b"/>
              <a:pathLst>
                <a:path w="2383154">
                  <a:moveTo>
                    <a:pt x="2382527" y="0"/>
                  </a:moveTo>
                  <a:lnTo>
                    <a:pt x="0" y="0"/>
                  </a:lnTo>
                </a:path>
              </a:pathLst>
            </a:custGeom>
            <a:ln w="12700">
              <a:solidFill>
                <a:srgbClr val="11A766"/>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7" name="object 27"/>
            <p:cNvSpPr/>
            <p:nvPr/>
          </p:nvSpPr>
          <p:spPr>
            <a:xfrm>
              <a:off x="4757225" y="10515726"/>
              <a:ext cx="2330450" cy="0"/>
            </a:xfrm>
            <a:custGeom>
              <a:avLst/>
              <a:gdLst/>
              <a:ahLst/>
              <a:cxnLst/>
              <a:rect l="l" t="t" r="r" b="b"/>
              <a:pathLst>
                <a:path w="2330450">
                  <a:moveTo>
                    <a:pt x="2330165" y="0"/>
                  </a:moveTo>
                  <a:lnTo>
                    <a:pt x="0" y="0"/>
                  </a:lnTo>
                </a:path>
              </a:pathLst>
            </a:custGeom>
            <a:ln w="12700">
              <a:solidFill>
                <a:srgbClr val="11A766"/>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 name="object 28"/>
            <p:cNvSpPr/>
            <p:nvPr/>
          </p:nvSpPr>
          <p:spPr>
            <a:xfrm>
              <a:off x="7458722" y="9490582"/>
              <a:ext cx="840105" cy="899160"/>
            </a:xfrm>
            <a:custGeom>
              <a:avLst/>
              <a:gdLst/>
              <a:ahLst/>
              <a:cxnLst/>
              <a:rect l="l" t="t" r="r" b="b"/>
              <a:pathLst>
                <a:path w="840104" h="899159">
                  <a:moveTo>
                    <a:pt x="839800" y="842010"/>
                  </a:moveTo>
                  <a:lnTo>
                    <a:pt x="835317" y="819772"/>
                  </a:lnTo>
                  <a:lnTo>
                    <a:pt x="823061" y="801611"/>
                  </a:lnTo>
                  <a:lnTo>
                    <a:pt x="804900" y="789355"/>
                  </a:lnTo>
                  <a:lnTo>
                    <a:pt x="782650" y="784860"/>
                  </a:lnTo>
                  <a:lnTo>
                    <a:pt x="761809" y="788784"/>
                  </a:lnTo>
                  <a:lnTo>
                    <a:pt x="744410" y="799553"/>
                  </a:lnTo>
                  <a:lnTo>
                    <a:pt x="731926" y="815670"/>
                  </a:lnTo>
                  <a:lnTo>
                    <a:pt x="725855" y="835672"/>
                  </a:lnTo>
                  <a:lnTo>
                    <a:pt x="12687" y="835660"/>
                  </a:lnTo>
                  <a:lnTo>
                    <a:pt x="12700" y="787704"/>
                  </a:lnTo>
                  <a:lnTo>
                    <a:pt x="9855" y="784860"/>
                  </a:lnTo>
                  <a:lnTo>
                    <a:pt x="2832" y="784860"/>
                  </a:lnTo>
                  <a:lnTo>
                    <a:pt x="0" y="787704"/>
                  </a:lnTo>
                  <a:lnTo>
                    <a:pt x="0" y="896327"/>
                  </a:lnTo>
                  <a:lnTo>
                    <a:pt x="2832" y="899160"/>
                  </a:lnTo>
                  <a:lnTo>
                    <a:pt x="9855" y="899160"/>
                  </a:lnTo>
                  <a:lnTo>
                    <a:pt x="12700" y="896327"/>
                  </a:lnTo>
                  <a:lnTo>
                    <a:pt x="12700" y="892810"/>
                  </a:lnTo>
                  <a:lnTo>
                    <a:pt x="12700" y="848360"/>
                  </a:lnTo>
                  <a:lnTo>
                    <a:pt x="725855" y="848372"/>
                  </a:lnTo>
                  <a:lnTo>
                    <a:pt x="731926" y="868362"/>
                  </a:lnTo>
                  <a:lnTo>
                    <a:pt x="744410" y="884478"/>
                  </a:lnTo>
                  <a:lnTo>
                    <a:pt x="761809" y="895248"/>
                  </a:lnTo>
                  <a:lnTo>
                    <a:pt x="782650" y="899160"/>
                  </a:lnTo>
                  <a:lnTo>
                    <a:pt x="804900" y="894676"/>
                  </a:lnTo>
                  <a:lnTo>
                    <a:pt x="823061" y="882421"/>
                  </a:lnTo>
                  <a:lnTo>
                    <a:pt x="835317" y="864260"/>
                  </a:lnTo>
                  <a:lnTo>
                    <a:pt x="839800" y="842010"/>
                  </a:lnTo>
                  <a:close/>
                </a:path>
                <a:path w="840104" h="899159">
                  <a:moveTo>
                    <a:pt x="839800" y="57150"/>
                  </a:moveTo>
                  <a:lnTo>
                    <a:pt x="835317" y="34912"/>
                  </a:lnTo>
                  <a:lnTo>
                    <a:pt x="823061" y="16751"/>
                  </a:lnTo>
                  <a:lnTo>
                    <a:pt x="804900" y="4495"/>
                  </a:lnTo>
                  <a:lnTo>
                    <a:pt x="782650" y="0"/>
                  </a:lnTo>
                  <a:lnTo>
                    <a:pt x="761809" y="3924"/>
                  </a:lnTo>
                  <a:lnTo>
                    <a:pt x="744410" y="14693"/>
                  </a:lnTo>
                  <a:lnTo>
                    <a:pt x="731926" y="30810"/>
                  </a:lnTo>
                  <a:lnTo>
                    <a:pt x="725855" y="50800"/>
                  </a:lnTo>
                  <a:lnTo>
                    <a:pt x="12687" y="50787"/>
                  </a:lnTo>
                  <a:lnTo>
                    <a:pt x="12700" y="2844"/>
                  </a:lnTo>
                  <a:lnTo>
                    <a:pt x="9855" y="0"/>
                  </a:lnTo>
                  <a:lnTo>
                    <a:pt x="2832" y="0"/>
                  </a:lnTo>
                  <a:lnTo>
                    <a:pt x="0" y="2844"/>
                  </a:lnTo>
                  <a:lnTo>
                    <a:pt x="0" y="111467"/>
                  </a:lnTo>
                  <a:lnTo>
                    <a:pt x="2832" y="114300"/>
                  </a:lnTo>
                  <a:lnTo>
                    <a:pt x="9855" y="114300"/>
                  </a:lnTo>
                  <a:lnTo>
                    <a:pt x="12700" y="111467"/>
                  </a:lnTo>
                  <a:lnTo>
                    <a:pt x="12700" y="107950"/>
                  </a:lnTo>
                  <a:lnTo>
                    <a:pt x="12700" y="63487"/>
                  </a:lnTo>
                  <a:lnTo>
                    <a:pt x="725855" y="63500"/>
                  </a:lnTo>
                  <a:lnTo>
                    <a:pt x="731926" y="83502"/>
                  </a:lnTo>
                  <a:lnTo>
                    <a:pt x="744410" y="99618"/>
                  </a:lnTo>
                  <a:lnTo>
                    <a:pt x="761809" y="110388"/>
                  </a:lnTo>
                  <a:lnTo>
                    <a:pt x="782650" y="114300"/>
                  </a:lnTo>
                  <a:lnTo>
                    <a:pt x="804900" y="109816"/>
                  </a:lnTo>
                  <a:lnTo>
                    <a:pt x="823061" y="97561"/>
                  </a:lnTo>
                  <a:lnTo>
                    <a:pt x="835317" y="79400"/>
                  </a:lnTo>
                  <a:lnTo>
                    <a:pt x="839800" y="5715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9" name="object 29"/>
          <p:cNvSpPr txBox="1"/>
          <p:nvPr/>
        </p:nvSpPr>
        <p:spPr>
          <a:xfrm>
            <a:off x="2352873" y="3642106"/>
            <a:ext cx="1343978" cy="448310"/>
          </a:xfrm>
          <a:prstGeom prst="rect">
            <a:avLst/>
          </a:prstGeom>
        </p:spPr>
        <p:txBody>
          <a:bodyPr vert="horz" wrap="square" lIns="0" tIns="6350" rIns="0" bIns="0" rtlCol="0">
            <a:spAutoFit/>
          </a:bodyPr>
          <a:lstStyle/>
          <a:p>
            <a:pPr marL="6350">
              <a:lnSpc>
                <a:spcPts val="1725"/>
              </a:lnSpc>
              <a:spcBef>
                <a:spcPts val="50"/>
              </a:spcBef>
            </a:pPr>
            <a:r>
              <a:rPr sz="1500" spc="-10" dirty="0">
                <a:solidFill>
                  <a:srgbClr val="212121"/>
                </a:solidFill>
                <a:latin typeface="江城圆体 400W" panose="020B0800000000000000" pitchFamily="34" charset="-128"/>
                <a:ea typeface="江城圆体 400W" panose="020B0800000000000000" pitchFamily="34" charset="-128"/>
                <a:cs typeface="Microsoft JhengHei"/>
              </a:rPr>
              <a:t>写下你的</a:t>
            </a:r>
            <a:endParaRPr sz="1500" dirty="0">
              <a:latin typeface="江城圆体 400W" panose="020B0800000000000000" pitchFamily="34" charset="-128"/>
              <a:ea typeface="江城圆体 400W" panose="020B0800000000000000" pitchFamily="34" charset="-128"/>
              <a:cs typeface="Microsoft JhengHei"/>
            </a:endParaRPr>
          </a:p>
          <a:p>
            <a:pPr marL="6350">
              <a:lnSpc>
                <a:spcPts val="1725"/>
              </a:lnSpc>
            </a:pPr>
            <a:r>
              <a:rPr sz="1500" spc="-10" dirty="0">
                <a:solidFill>
                  <a:srgbClr val="212121"/>
                </a:solidFill>
                <a:latin typeface="江城圆体 400W" panose="020B0800000000000000" pitchFamily="34" charset="-128"/>
                <a:ea typeface="江城圆体 400W" panose="020B0800000000000000" pitchFamily="34" charset="-128"/>
                <a:cs typeface="Microsoft JhengHei"/>
              </a:rPr>
              <a:t>个人使命宣言：</a:t>
            </a:r>
            <a:endParaRPr sz="1500" dirty="0">
              <a:latin typeface="江城圆体 400W" panose="020B0800000000000000" pitchFamily="34" charset="-128"/>
              <a:ea typeface="江城圆体 400W" panose="020B0800000000000000" pitchFamily="34" charset="-128"/>
              <a:cs typeface="Microsoft JhengHei"/>
            </a:endParaRPr>
          </a:p>
        </p:txBody>
      </p:sp>
      <p:pic>
        <p:nvPicPr>
          <p:cNvPr id="30" name="object 30"/>
          <p:cNvPicPr/>
          <p:nvPr/>
        </p:nvPicPr>
        <p:blipFill>
          <a:blip r:embed="rId2" cstate="print"/>
          <a:stretch>
            <a:fillRect/>
          </a:stretch>
        </p:blipFill>
        <p:spPr>
          <a:xfrm>
            <a:off x="3189837" y="8851900"/>
            <a:ext cx="486698" cy="292100"/>
          </a:xfrm>
          <a:prstGeom prst="rect">
            <a:avLst/>
          </a:prstGeom>
        </p:spPr>
      </p:pic>
      <p:sp>
        <p:nvSpPr>
          <p:cNvPr id="31" name="文本框 30"/>
          <p:cNvSpPr txBox="1"/>
          <p:nvPr/>
        </p:nvSpPr>
        <p:spPr>
          <a:xfrm>
            <a:off x="1878648" y="1236420"/>
            <a:ext cx="3429000" cy="368300"/>
          </a:xfrm>
          <a:prstGeom prst="rect">
            <a:avLst/>
          </a:prstGeom>
          <a:noFill/>
        </p:spPr>
        <p:txBody>
          <a:bodyPr wrap="square">
            <a:spAutoFit/>
          </a:bodyPr>
          <a:lstStyle/>
          <a:p>
            <a:r>
              <a:rPr lang="zh-CN" altLang="en-US" b="1" dirty="0">
                <a:solidFill>
                  <a:srgbClr val="212121"/>
                </a:solidFill>
                <a:latin typeface="江城圆体 600W" panose="020B0800000000000000" pitchFamily="34" charset="-128"/>
                <a:ea typeface="江城圆体 600W" panose="020B0800000000000000" pitchFamily="34" charset="-128"/>
                <a:cs typeface="Microsoft JhengHei"/>
              </a:rPr>
              <a:t>「自我领导」的原则</a:t>
            </a:r>
            <a:r>
              <a:rPr lang="en-US" altLang="zh-CN" b="1" dirty="0">
                <a:solidFill>
                  <a:srgbClr val="212121"/>
                </a:solidFill>
                <a:latin typeface="江城圆体 600W" panose="020B0800000000000000" pitchFamily="34" charset="-128"/>
                <a:ea typeface="江城圆体 600W" panose="020B0800000000000000" pitchFamily="34" charset="-128"/>
                <a:cs typeface="Microsoft JhengHei"/>
              </a:rPr>
              <a:t>---</a:t>
            </a:r>
            <a:r>
              <a:rPr lang="zh-CN" altLang="en-US" b="1" dirty="0">
                <a:solidFill>
                  <a:srgbClr val="212121"/>
                </a:solidFill>
                <a:latin typeface="江城圆体 600W" panose="020B0800000000000000" pitchFamily="34" charset="-128"/>
                <a:ea typeface="江城圆体 600W" panose="020B0800000000000000" pitchFamily="34" charset="-128"/>
                <a:cs typeface="Microsoft JhengHei"/>
              </a:rPr>
              <a:t>以终为始</a:t>
            </a:r>
            <a:endParaRPr lang="zh-CN" altLang="en-US" b="1" dirty="0">
              <a:latin typeface="江城圆体 600W" panose="020B0800000000000000" pitchFamily="34" charset="-128"/>
              <a:ea typeface="江城圆体 600W" panose="020B0800000000000000" pitchFamily="34" charset="-128"/>
            </a:endParaRPr>
          </a:p>
        </p:txBody>
      </p:sp>
      <p:sp>
        <p:nvSpPr>
          <p:cNvPr id="33" name="文本框 32"/>
          <p:cNvSpPr txBox="1"/>
          <p:nvPr/>
        </p:nvSpPr>
        <p:spPr>
          <a:xfrm>
            <a:off x="1569080" y="1718153"/>
            <a:ext cx="3429000" cy="275590"/>
          </a:xfrm>
          <a:prstGeom prst="rect">
            <a:avLst/>
          </a:prstGeom>
          <a:noFill/>
        </p:spPr>
        <p:txBody>
          <a:bodyPr wrap="square">
            <a:spAutoFit/>
          </a:bodyPr>
          <a:lstStyle/>
          <a:p>
            <a:pPr marL="125730" algn="ctr">
              <a:spcBef>
                <a:spcPts val="1090"/>
              </a:spcBef>
            </a:pPr>
            <a:r>
              <a:rPr lang="zh-CN" altLang="en-US" sz="1200" spc="-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任何事物都是源于</a:t>
            </a:r>
            <a:r>
              <a:rPr lang="en-US" altLang="zh-CN" sz="1200" spc="-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2</a:t>
            </a:r>
            <a:r>
              <a:rPr lang="zh-CN" altLang="en-US" sz="1200" spc="-13"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次创造</a:t>
            </a:r>
            <a:endParaRPr lang="zh-CN" altLang="en-US" sz="12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34" name="object 6"/>
          <p:cNvSpPr txBox="1"/>
          <p:nvPr/>
        </p:nvSpPr>
        <p:spPr>
          <a:xfrm>
            <a:off x="1650582" y="1329678"/>
            <a:ext cx="226066" cy="325120"/>
          </a:xfrm>
          <a:prstGeom prst="rect">
            <a:avLst/>
          </a:prstGeom>
        </p:spPr>
        <p:txBody>
          <a:bodyPr vert="horz" wrap="square" lIns="0" tIns="6350" rIns="0" bIns="0" rtlCol="0">
            <a:spAutoFit/>
          </a:bodyPr>
          <a:lstStyle/>
          <a:p>
            <a:pPr marL="19050">
              <a:spcBef>
                <a:spcPts val="50"/>
              </a:spcBef>
              <a:tabLst>
                <a:tab pos="245745" algn="l"/>
              </a:tabLst>
            </a:pPr>
            <a:r>
              <a:rPr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a:t>
            </a:r>
            <a:r>
              <a:rPr lang="en-US" altLang="zh-CN"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2</a:t>
            </a:r>
            <a:r>
              <a:rPr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a:t>
            </a:r>
            <a:endParaRPr sz="2000" b="1" dirty="0">
              <a:latin typeface="江城圆体 600W" panose="020B0800000000000000" pitchFamily="34" charset="-128"/>
              <a:ea typeface="江城圆体 600W" panose="020B0800000000000000" pitchFamily="34" charset="-128"/>
              <a:cs typeface="Microsoft JhengHe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a:latin typeface="江城圆体 300W" panose="020B0800000000000000" pitchFamily="34" charset="-128"/>
              <a:ea typeface="江城圆体 300W" panose="020B0800000000000000" pitchFamily="34" charset="-128"/>
              <a:cs typeface="PMingLiU" panose="02020500000000000000" charset="-120"/>
            </a:endParaRPr>
          </a:p>
        </p:txBody>
      </p:sp>
      <p:grpSp>
        <p:nvGrpSpPr>
          <p:cNvPr id="3" name="object 3"/>
          <p:cNvGrpSpPr/>
          <p:nvPr/>
        </p:nvGrpSpPr>
        <p:grpSpPr>
          <a:xfrm>
            <a:off x="1622425" y="1241425"/>
            <a:ext cx="259398" cy="259080"/>
            <a:chOff x="3244850" y="2482850"/>
            <a:chExt cx="518795" cy="518159"/>
          </a:xfrm>
        </p:grpSpPr>
        <p:sp>
          <p:nvSpPr>
            <p:cNvPr id="4" name="object 4"/>
            <p:cNvSpPr/>
            <p:nvPr/>
          </p:nvSpPr>
          <p:spPr>
            <a:xfrm>
              <a:off x="3251200" y="2489200"/>
              <a:ext cx="506095" cy="505459"/>
            </a:xfrm>
            <a:custGeom>
              <a:avLst/>
              <a:gdLst/>
              <a:ahLst/>
              <a:cxnLst/>
              <a:rect l="l" t="t" r="r" b="b"/>
              <a:pathLst>
                <a:path w="506095" h="505460">
                  <a:moveTo>
                    <a:pt x="252529" y="0"/>
                  </a:moveTo>
                  <a:lnTo>
                    <a:pt x="207137" y="4068"/>
                  </a:lnTo>
                  <a:lnTo>
                    <a:pt x="164413" y="15798"/>
                  </a:lnTo>
                  <a:lnTo>
                    <a:pt x="125073" y="34476"/>
                  </a:lnTo>
                  <a:lnTo>
                    <a:pt x="89828" y="59389"/>
                  </a:lnTo>
                  <a:lnTo>
                    <a:pt x="59391" y="89825"/>
                  </a:lnTo>
                  <a:lnTo>
                    <a:pt x="34477" y="125069"/>
                  </a:lnTo>
                  <a:lnTo>
                    <a:pt x="15798" y="164410"/>
                  </a:lnTo>
                  <a:lnTo>
                    <a:pt x="4068" y="207133"/>
                  </a:lnTo>
                  <a:lnTo>
                    <a:pt x="0" y="252526"/>
                  </a:lnTo>
                  <a:lnTo>
                    <a:pt x="4068" y="297920"/>
                  </a:lnTo>
                  <a:lnTo>
                    <a:pt x="15798" y="340643"/>
                  </a:lnTo>
                  <a:lnTo>
                    <a:pt x="34477" y="379984"/>
                  </a:lnTo>
                  <a:lnTo>
                    <a:pt x="59391" y="415228"/>
                  </a:lnTo>
                  <a:lnTo>
                    <a:pt x="89828" y="445664"/>
                  </a:lnTo>
                  <a:lnTo>
                    <a:pt x="125073" y="470577"/>
                  </a:lnTo>
                  <a:lnTo>
                    <a:pt x="164413" y="489255"/>
                  </a:lnTo>
                  <a:lnTo>
                    <a:pt x="207137" y="500985"/>
                  </a:lnTo>
                  <a:lnTo>
                    <a:pt x="252529" y="505053"/>
                  </a:lnTo>
                  <a:lnTo>
                    <a:pt x="287809" y="502610"/>
                  </a:lnTo>
                  <a:lnTo>
                    <a:pt x="321592" y="495498"/>
                  </a:lnTo>
                  <a:lnTo>
                    <a:pt x="353550" y="484045"/>
                  </a:lnTo>
                  <a:lnTo>
                    <a:pt x="383353" y="468579"/>
                  </a:lnTo>
                  <a:lnTo>
                    <a:pt x="502900" y="468579"/>
                  </a:lnTo>
                  <a:lnTo>
                    <a:pt x="493532" y="437051"/>
                  </a:lnTo>
                  <a:lnTo>
                    <a:pt x="480073" y="394304"/>
                  </a:lnTo>
                  <a:lnTo>
                    <a:pt x="478115" y="366153"/>
                  </a:lnTo>
                  <a:lnTo>
                    <a:pt x="489596" y="339734"/>
                  </a:lnTo>
                  <a:lnTo>
                    <a:pt x="498050" y="311854"/>
                  </a:lnTo>
                  <a:lnTo>
                    <a:pt x="503272" y="282718"/>
                  </a:lnTo>
                  <a:lnTo>
                    <a:pt x="505058" y="252526"/>
                  </a:lnTo>
                  <a:lnTo>
                    <a:pt x="500990" y="207133"/>
                  </a:lnTo>
                  <a:lnTo>
                    <a:pt x="489259" y="164410"/>
                  </a:lnTo>
                  <a:lnTo>
                    <a:pt x="470580" y="125069"/>
                  </a:lnTo>
                  <a:lnTo>
                    <a:pt x="445666" y="89825"/>
                  </a:lnTo>
                  <a:lnTo>
                    <a:pt x="415230" y="59389"/>
                  </a:lnTo>
                  <a:lnTo>
                    <a:pt x="379985" y="34476"/>
                  </a:lnTo>
                  <a:lnTo>
                    <a:pt x="340644" y="15798"/>
                  </a:lnTo>
                  <a:lnTo>
                    <a:pt x="297921" y="4068"/>
                  </a:lnTo>
                  <a:lnTo>
                    <a:pt x="252529" y="0"/>
                  </a:lnTo>
                  <a:close/>
                </a:path>
                <a:path w="506095" h="505460">
                  <a:moveTo>
                    <a:pt x="502900" y="468579"/>
                  </a:moveTo>
                  <a:lnTo>
                    <a:pt x="383353" y="468579"/>
                  </a:lnTo>
                  <a:lnTo>
                    <a:pt x="408707" y="471511"/>
                  </a:lnTo>
                  <a:lnTo>
                    <a:pt x="445823" y="488716"/>
                  </a:lnTo>
                  <a:lnTo>
                    <a:pt x="482130" y="504971"/>
                  </a:lnTo>
                  <a:lnTo>
                    <a:pt x="505058" y="505053"/>
                  </a:lnTo>
                  <a:lnTo>
                    <a:pt x="506018" y="479074"/>
                  </a:lnTo>
                  <a:lnTo>
                    <a:pt x="502900" y="468579"/>
                  </a:lnTo>
                  <a:close/>
                </a:path>
              </a:pathLst>
            </a:custGeom>
            <a:solidFill>
              <a:srgbClr val="212121"/>
            </a:solidFill>
          </p:spPr>
          <p:txBody>
            <a:bodyPr wrap="square" lIns="0" tIns="0" rIns="0" bIns="0" rtlCol="0"/>
            <a:lstStyle/>
            <a:p>
              <a:endParaRPr sz="900"/>
            </a:p>
          </p:txBody>
        </p:sp>
        <p:sp>
          <p:nvSpPr>
            <p:cNvPr id="5" name="object 5"/>
            <p:cNvSpPr/>
            <p:nvPr/>
          </p:nvSpPr>
          <p:spPr>
            <a:xfrm>
              <a:off x="3251200" y="2489200"/>
              <a:ext cx="506095" cy="505459"/>
            </a:xfrm>
            <a:custGeom>
              <a:avLst/>
              <a:gdLst/>
              <a:ahLst/>
              <a:cxnLst/>
              <a:rect l="l" t="t" r="r" b="b"/>
              <a:pathLst>
                <a:path w="506095" h="505460">
                  <a:moveTo>
                    <a:pt x="252529" y="505058"/>
                  </a:moveTo>
                  <a:lnTo>
                    <a:pt x="287809" y="502613"/>
                  </a:lnTo>
                  <a:lnTo>
                    <a:pt x="321592" y="495498"/>
                  </a:lnTo>
                  <a:lnTo>
                    <a:pt x="353550" y="484042"/>
                  </a:lnTo>
                  <a:lnTo>
                    <a:pt x="383353" y="468572"/>
                  </a:lnTo>
                  <a:lnTo>
                    <a:pt x="408707" y="471508"/>
                  </a:lnTo>
                  <a:lnTo>
                    <a:pt x="445822" y="488716"/>
                  </a:lnTo>
                  <a:lnTo>
                    <a:pt x="482130" y="504973"/>
                  </a:lnTo>
                  <a:lnTo>
                    <a:pt x="505058" y="505058"/>
                  </a:lnTo>
                  <a:lnTo>
                    <a:pt x="506018" y="479079"/>
                  </a:lnTo>
                  <a:lnTo>
                    <a:pt x="493532" y="437055"/>
                  </a:lnTo>
                  <a:lnTo>
                    <a:pt x="480074" y="394304"/>
                  </a:lnTo>
                  <a:lnTo>
                    <a:pt x="478116" y="366147"/>
                  </a:lnTo>
                  <a:lnTo>
                    <a:pt x="489596" y="339734"/>
                  </a:lnTo>
                  <a:lnTo>
                    <a:pt x="498050" y="311856"/>
                  </a:lnTo>
                  <a:lnTo>
                    <a:pt x="503272" y="282720"/>
                  </a:lnTo>
                  <a:lnTo>
                    <a:pt x="505058" y="252529"/>
                  </a:lnTo>
                  <a:lnTo>
                    <a:pt x="500990" y="207136"/>
                  </a:lnTo>
                  <a:lnTo>
                    <a:pt x="489259" y="164413"/>
                  </a:lnTo>
                  <a:lnTo>
                    <a:pt x="470581" y="125072"/>
                  </a:lnTo>
                  <a:lnTo>
                    <a:pt x="445666" y="89827"/>
                  </a:lnTo>
                  <a:lnTo>
                    <a:pt x="415230" y="59391"/>
                  </a:lnTo>
                  <a:lnTo>
                    <a:pt x="379985" y="34477"/>
                  </a:lnTo>
                  <a:lnTo>
                    <a:pt x="340645" y="15798"/>
                  </a:lnTo>
                  <a:lnTo>
                    <a:pt x="297921" y="4068"/>
                  </a:lnTo>
                  <a:lnTo>
                    <a:pt x="252529" y="0"/>
                  </a:lnTo>
                  <a:lnTo>
                    <a:pt x="207136" y="4068"/>
                  </a:lnTo>
                  <a:lnTo>
                    <a:pt x="164413" y="15798"/>
                  </a:lnTo>
                  <a:lnTo>
                    <a:pt x="125072" y="34477"/>
                  </a:lnTo>
                  <a:lnTo>
                    <a:pt x="89827" y="59391"/>
                  </a:lnTo>
                  <a:lnTo>
                    <a:pt x="59391" y="89827"/>
                  </a:lnTo>
                  <a:lnTo>
                    <a:pt x="34477" y="125072"/>
                  </a:lnTo>
                  <a:lnTo>
                    <a:pt x="15798" y="164413"/>
                  </a:lnTo>
                  <a:lnTo>
                    <a:pt x="4068" y="207136"/>
                  </a:lnTo>
                  <a:lnTo>
                    <a:pt x="0" y="252529"/>
                  </a:lnTo>
                  <a:lnTo>
                    <a:pt x="4068" y="297921"/>
                  </a:lnTo>
                  <a:lnTo>
                    <a:pt x="15798" y="340645"/>
                  </a:lnTo>
                  <a:lnTo>
                    <a:pt x="34477" y="379985"/>
                  </a:lnTo>
                  <a:lnTo>
                    <a:pt x="59391" y="415230"/>
                  </a:lnTo>
                  <a:lnTo>
                    <a:pt x="89827" y="445666"/>
                  </a:lnTo>
                  <a:lnTo>
                    <a:pt x="125072" y="470581"/>
                  </a:lnTo>
                  <a:lnTo>
                    <a:pt x="164413" y="489259"/>
                  </a:lnTo>
                  <a:lnTo>
                    <a:pt x="207136" y="500990"/>
                  </a:lnTo>
                  <a:lnTo>
                    <a:pt x="252529" y="505058"/>
                  </a:lnTo>
                  <a:close/>
                </a:path>
              </a:pathLst>
            </a:custGeom>
            <a:ln w="12700">
              <a:solidFill>
                <a:srgbClr val="212121"/>
              </a:solidFill>
            </a:ln>
          </p:spPr>
          <p:txBody>
            <a:bodyPr wrap="square" lIns="0" tIns="0" rIns="0" bIns="0" rtlCol="0"/>
            <a:lstStyle/>
            <a:p>
              <a:endParaRPr sz="900"/>
            </a:p>
          </p:txBody>
        </p:sp>
      </p:grpSp>
      <p:sp>
        <p:nvSpPr>
          <p:cNvPr id="6" name="object 6"/>
          <p:cNvSpPr txBox="1"/>
          <p:nvPr/>
        </p:nvSpPr>
        <p:spPr>
          <a:xfrm>
            <a:off x="901700" y="4643120"/>
            <a:ext cx="5118418" cy="2581910"/>
          </a:xfrm>
          <a:prstGeom prst="rect">
            <a:avLst/>
          </a:prstGeom>
        </p:spPr>
        <p:txBody>
          <a:bodyPr vert="horz" wrap="square" lIns="0" tIns="6350" rIns="0" bIns="0" rtlCol="0">
            <a:spAutoFit/>
          </a:bodyPr>
          <a:lstStyle/>
          <a:p>
            <a:pPr marL="6350" marR="2540" algn="just">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有效管理是把握重点的管理，它把最重要的事放在第一位。由领导力决定什么是重点后，再靠自制力来掌握重点，时刻把它们放在第一位，以免被感觉、情绪或冲动所左右。</a:t>
            </a:r>
            <a:endParaRPr lang="en-US"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第二象限事务是与平衡、自律、自制有关的。人人都知道这些事很重要，却因尚未迫在眉睫，反而避重就轻，然而如果将时间和精力集中第二象限事务上，完成这些活动就能够提高个人的处事能力和激发巨大潜能。</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15"/>
              </a:spcBef>
            </a:pPr>
            <a:endParaRPr sz="102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8890" algn="just">
              <a:lnSpc>
                <a:spcPct val="115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Effective management is management of priorities; it  puts the most important things first. After deciding what the priorities are by leadership, it  then relies on self-control to grasp the priorities and always put them first so as not to be swayed by feelings, emotions or impulses.Quadrant II matters are related to balance, self-discipline, and self-control. Everyone knows that these things are important but avoids them because they are not yet imminent, yet by focusing time and energy on Quadrant II matters, accomplishing these activities can improve one's ability to perform and stimulate great potential.</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8" name="object 8"/>
          <p:cNvSpPr txBox="1"/>
          <p:nvPr/>
        </p:nvSpPr>
        <p:spPr>
          <a:xfrm>
            <a:off x="1646232" y="1231900"/>
            <a:ext cx="3377565" cy="163830"/>
          </a:xfrm>
          <a:prstGeom prst="rect">
            <a:avLst/>
          </a:prstGeom>
        </p:spPr>
        <p:txBody>
          <a:bodyPr vert="horz" wrap="square" lIns="0" tIns="6350" rIns="0" bIns="0" rtlCol="0">
            <a:spAutoFit/>
          </a:bodyPr>
          <a:lstStyle/>
          <a:p>
            <a:pPr marL="25400">
              <a:spcBef>
                <a:spcPts val="50"/>
              </a:spcBef>
              <a:tabLst>
                <a:tab pos="258445" algn="l"/>
              </a:tabLst>
            </a:pPr>
            <a:r>
              <a:rPr sz="1575" baseline="19000" dirty="0">
                <a:solidFill>
                  <a:srgbClr val="FFFFFF"/>
                </a:solidFill>
                <a:latin typeface="PMingLiU" panose="02020500000000000000" charset="-120"/>
                <a:cs typeface="PMingLiU" panose="02020500000000000000" charset="-120"/>
              </a:rPr>
              <a:t>	</a:t>
            </a:r>
            <a:endParaRPr sz="1000" dirty="0">
              <a:latin typeface="Microsoft JhengHei"/>
              <a:cs typeface="Microsoft JhengHei"/>
            </a:endParaRPr>
          </a:p>
        </p:txBody>
      </p:sp>
      <p:sp>
        <p:nvSpPr>
          <p:cNvPr id="9" name="object 9"/>
          <p:cNvSpPr txBox="1"/>
          <p:nvPr/>
        </p:nvSpPr>
        <p:spPr>
          <a:xfrm>
            <a:off x="5226293" y="1739900"/>
            <a:ext cx="279083" cy="167640"/>
          </a:xfrm>
          <a:prstGeom prst="rect">
            <a:avLst/>
          </a:prstGeom>
        </p:spPr>
        <p:txBody>
          <a:bodyPr vert="horz" wrap="square" lIns="0" tIns="6350" rIns="0" bIns="0" rtlCol="0">
            <a:spAutoFit/>
          </a:bodyPr>
          <a:lstStyle/>
          <a:p>
            <a:pPr marL="6350">
              <a:spcBef>
                <a:spcPts val="50"/>
              </a:spcBef>
            </a:pPr>
            <a:r>
              <a:rPr sz="1050" spc="-15" dirty="0">
                <a:solidFill>
                  <a:srgbClr val="212121"/>
                </a:solidFill>
                <a:latin typeface="江城圆体 400W" panose="020B0800000000000000" pitchFamily="34" charset="-128"/>
                <a:ea typeface="江城圆体 400W" panose="020B0800000000000000" pitchFamily="34" charset="-128"/>
                <a:cs typeface="Microsoft JhengHei"/>
              </a:rPr>
              <a:t>计划</a:t>
            </a:r>
            <a:endParaRPr sz="1050">
              <a:latin typeface="江城圆体 400W" panose="020B0800000000000000" pitchFamily="34" charset="-128"/>
              <a:ea typeface="江城圆体 400W" panose="020B0800000000000000" pitchFamily="34" charset="-128"/>
              <a:cs typeface="Microsoft JhengHei"/>
            </a:endParaRPr>
          </a:p>
        </p:txBody>
      </p:sp>
      <p:sp>
        <p:nvSpPr>
          <p:cNvPr id="10" name="object 10"/>
          <p:cNvSpPr txBox="1"/>
          <p:nvPr/>
        </p:nvSpPr>
        <p:spPr>
          <a:xfrm>
            <a:off x="5851646" y="2540000"/>
            <a:ext cx="146050" cy="1379220"/>
          </a:xfrm>
          <a:prstGeom prst="rect">
            <a:avLst/>
          </a:prstGeom>
        </p:spPr>
        <p:txBody>
          <a:bodyPr vert="horz" wrap="square" lIns="0" tIns="33020" rIns="0" bIns="0" rtlCol="0">
            <a:spAutoFit/>
          </a:bodyPr>
          <a:lstStyle/>
          <a:p>
            <a:pPr marL="6350" marR="2540" algn="just">
              <a:lnSpc>
                <a:spcPts val="1050"/>
              </a:lnSpc>
              <a:spcBef>
                <a:spcPts val="260"/>
              </a:spcBef>
            </a:pPr>
            <a:r>
              <a:rPr sz="1050" spc="-25" dirty="0">
                <a:solidFill>
                  <a:srgbClr val="212121"/>
                </a:solidFill>
                <a:latin typeface="江城圆体 400W" panose="020B0800000000000000" pitchFamily="34" charset="-128"/>
                <a:ea typeface="江城圆体 400W" panose="020B0800000000000000" pitchFamily="34" charset="-128"/>
                <a:cs typeface="Microsoft JhengHei"/>
              </a:rPr>
              <a:t>放进日程里或者删除它</a:t>
            </a:r>
            <a:endParaRPr sz="1050">
              <a:latin typeface="江城圆体 400W" panose="020B0800000000000000" pitchFamily="34" charset="-128"/>
              <a:ea typeface="江城圆体 400W" panose="020B0800000000000000" pitchFamily="34" charset="-128"/>
              <a:cs typeface="Microsoft JhengHei"/>
            </a:endParaRPr>
          </a:p>
        </p:txBody>
      </p:sp>
      <p:sp>
        <p:nvSpPr>
          <p:cNvPr id="11" name="object 11"/>
          <p:cNvSpPr/>
          <p:nvPr/>
        </p:nvSpPr>
        <p:spPr>
          <a:xfrm>
            <a:off x="4659709" y="1930400"/>
            <a:ext cx="357823" cy="79058"/>
          </a:xfrm>
          <a:custGeom>
            <a:avLst/>
            <a:gdLst/>
            <a:ahLst/>
            <a:cxnLst/>
            <a:rect l="l" t="t" r="r" b="b"/>
            <a:pathLst>
              <a:path w="715645" h="158114">
                <a:moveTo>
                  <a:pt x="677167" y="0"/>
                </a:moveTo>
                <a:lnTo>
                  <a:pt x="38100" y="0"/>
                </a:lnTo>
                <a:lnTo>
                  <a:pt x="23269" y="2993"/>
                </a:lnTo>
                <a:lnTo>
                  <a:pt x="11159" y="11158"/>
                </a:lnTo>
                <a:lnTo>
                  <a:pt x="2994" y="23268"/>
                </a:lnTo>
                <a:lnTo>
                  <a:pt x="0" y="38100"/>
                </a:lnTo>
                <a:lnTo>
                  <a:pt x="0" y="119748"/>
                </a:lnTo>
                <a:lnTo>
                  <a:pt x="2994" y="134573"/>
                </a:lnTo>
                <a:lnTo>
                  <a:pt x="11159" y="146685"/>
                </a:lnTo>
                <a:lnTo>
                  <a:pt x="23269" y="154852"/>
                </a:lnTo>
                <a:lnTo>
                  <a:pt x="38100" y="157848"/>
                </a:lnTo>
                <a:lnTo>
                  <a:pt x="677167" y="157848"/>
                </a:lnTo>
                <a:lnTo>
                  <a:pt x="691998" y="154852"/>
                </a:lnTo>
                <a:lnTo>
                  <a:pt x="704108" y="146685"/>
                </a:lnTo>
                <a:lnTo>
                  <a:pt x="712273" y="134573"/>
                </a:lnTo>
                <a:lnTo>
                  <a:pt x="715267" y="119748"/>
                </a:lnTo>
                <a:lnTo>
                  <a:pt x="715267" y="38100"/>
                </a:lnTo>
                <a:lnTo>
                  <a:pt x="712273" y="23268"/>
                </a:lnTo>
                <a:lnTo>
                  <a:pt x="704108" y="11158"/>
                </a:lnTo>
                <a:lnTo>
                  <a:pt x="691998" y="2993"/>
                </a:lnTo>
                <a:lnTo>
                  <a:pt x="67716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 name="object 12"/>
          <p:cNvSpPr/>
          <p:nvPr/>
        </p:nvSpPr>
        <p:spPr>
          <a:xfrm>
            <a:off x="4659709" y="2075091"/>
            <a:ext cx="357823" cy="79058"/>
          </a:xfrm>
          <a:custGeom>
            <a:avLst/>
            <a:gdLst/>
            <a:ahLst/>
            <a:cxnLst/>
            <a:rect l="l" t="t" r="r" b="b"/>
            <a:pathLst>
              <a:path w="715645" h="158114">
                <a:moveTo>
                  <a:pt x="677167" y="0"/>
                </a:moveTo>
                <a:lnTo>
                  <a:pt x="38100" y="0"/>
                </a:lnTo>
                <a:lnTo>
                  <a:pt x="23269" y="2993"/>
                </a:lnTo>
                <a:lnTo>
                  <a:pt x="11159" y="11158"/>
                </a:lnTo>
                <a:lnTo>
                  <a:pt x="2994" y="23268"/>
                </a:lnTo>
                <a:lnTo>
                  <a:pt x="0" y="38100"/>
                </a:lnTo>
                <a:lnTo>
                  <a:pt x="0" y="119735"/>
                </a:lnTo>
                <a:lnTo>
                  <a:pt x="2994" y="134566"/>
                </a:lnTo>
                <a:lnTo>
                  <a:pt x="11159" y="146677"/>
                </a:lnTo>
                <a:lnTo>
                  <a:pt x="23269" y="154841"/>
                </a:lnTo>
                <a:lnTo>
                  <a:pt x="38100" y="157835"/>
                </a:lnTo>
                <a:lnTo>
                  <a:pt x="677167" y="157835"/>
                </a:lnTo>
                <a:lnTo>
                  <a:pt x="691998" y="154841"/>
                </a:lnTo>
                <a:lnTo>
                  <a:pt x="704108" y="146677"/>
                </a:lnTo>
                <a:lnTo>
                  <a:pt x="712273" y="134566"/>
                </a:lnTo>
                <a:lnTo>
                  <a:pt x="715267" y="119735"/>
                </a:lnTo>
                <a:lnTo>
                  <a:pt x="715267" y="38100"/>
                </a:lnTo>
                <a:lnTo>
                  <a:pt x="712273" y="23268"/>
                </a:lnTo>
                <a:lnTo>
                  <a:pt x="704108" y="11158"/>
                </a:lnTo>
                <a:lnTo>
                  <a:pt x="691998" y="2993"/>
                </a:lnTo>
                <a:lnTo>
                  <a:pt x="67716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 name="object 13"/>
          <p:cNvSpPr/>
          <p:nvPr/>
        </p:nvSpPr>
        <p:spPr>
          <a:xfrm>
            <a:off x="4659709" y="2219776"/>
            <a:ext cx="357823" cy="79058"/>
          </a:xfrm>
          <a:custGeom>
            <a:avLst/>
            <a:gdLst/>
            <a:ahLst/>
            <a:cxnLst/>
            <a:rect l="l" t="t" r="r" b="b"/>
            <a:pathLst>
              <a:path w="715645" h="158114">
                <a:moveTo>
                  <a:pt x="677167" y="0"/>
                </a:moveTo>
                <a:lnTo>
                  <a:pt x="38100" y="0"/>
                </a:lnTo>
                <a:lnTo>
                  <a:pt x="23269" y="2995"/>
                </a:lnTo>
                <a:lnTo>
                  <a:pt x="11159" y="11163"/>
                </a:lnTo>
                <a:lnTo>
                  <a:pt x="2994" y="23274"/>
                </a:lnTo>
                <a:lnTo>
                  <a:pt x="0" y="38100"/>
                </a:lnTo>
                <a:lnTo>
                  <a:pt x="0" y="119748"/>
                </a:lnTo>
                <a:lnTo>
                  <a:pt x="2994" y="134579"/>
                </a:lnTo>
                <a:lnTo>
                  <a:pt x="11159" y="146689"/>
                </a:lnTo>
                <a:lnTo>
                  <a:pt x="23269" y="154854"/>
                </a:lnTo>
                <a:lnTo>
                  <a:pt x="38100" y="157848"/>
                </a:lnTo>
                <a:lnTo>
                  <a:pt x="677167" y="157848"/>
                </a:lnTo>
                <a:lnTo>
                  <a:pt x="691998" y="154854"/>
                </a:lnTo>
                <a:lnTo>
                  <a:pt x="704108" y="146689"/>
                </a:lnTo>
                <a:lnTo>
                  <a:pt x="712273" y="134579"/>
                </a:lnTo>
                <a:lnTo>
                  <a:pt x="715267" y="119748"/>
                </a:lnTo>
                <a:lnTo>
                  <a:pt x="715267" y="38100"/>
                </a:lnTo>
                <a:lnTo>
                  <a:pt x="712273" y="23274"/>
                </a:lnTo>
                <a:lnTo>
                  <a:pt x="704108" y="11163"/>
                </a:lnTo>
                <a:lnTo>
                  <a:pt x="691998" y="2995"/>
                </a:lnTo>
                <a:lnTo>
                  <a:pt x="67716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4" name="object 14"/>
          <p:cNvSpPr/>
          <p:nvPr/>
        </p:nvSpPr>
        <p:spPr>
          <a:xfrm>
            <a:off x="5209406" y="1950128"/>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 name="object 15"/>
          <p:cNvSpPr/>
          <p:nvPr/>
        </p:nvSpPr>
        <p:spPr>
          <a:xfrm>
            <a:off x="5156423" y="1950128"/>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6" name="object 16"/>
          <p:cNvSpPr/>
          <p:nvPr/>
        </p:nvSpPr>
        <p:spPr>
          <a:xfrm>
            <a:off x="5209406" y="2029052"/>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7" name="object 17"/>
          <p:cNvSpPr/>
          <p:nvPr/>
        </p:nvSpPr>
        <p:spPr>
          <a:xfrm>
            <a:off x="5156423" y="2029052"/>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8" name="object 18"/>
          <p:cNvSpPr/>
          <p:nvPr/>
        </p:nvSpPr>
        <p:spPr>
          <a:xfrm>
            <a:off x="5209406" y="2107976"/>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9" name="object 19"/>
          <p:cNvSpPr/>
          <p:nvPr/>
        </p:nvSpPr>
        <p:spPr>
          <a:xfrm>
            <a:off x="5156423" y="2107976"/>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0" name="object 20"/>
          <p:cNvSpPr/>
          <p:nvPr/>
        </p:nvSpPr>
        <p:spPr>
          <a:xfrm>
            <a:off x="5209406" y="2186894"/>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 name="object 21"/>
          <p:cNvSpPr/>
          <p:nvPr/>
        </p:nvSpPr>
        <p:spPr>
          <a:xfrm>
            <a:off x="5156423" y="2186894"/>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2" name="object 22"/>
          <p:cNvSpPr/>
          <p:nvPr/>
        </p:nvSpPr>
        <p:spPr>
          <a:xfrm>
            <a:off x="5209406" y="2265818"/>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3" name="object 23"/>
          <p:cNvSpPr/>
          <p:nvPr/>
        </p:nvSpPr>
        <p:spPr>
          <a:xfrm>
            <a:off x="5156423" y="2265818"/>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24" name="object 24"/>
          <p:cNvGrpSpPr/>
          <p:nvPr/>
        </p:nvGrpSpPr>
        <p:grpSpPr>
          <a:xfrm>
            <a:off x="5056453" y="1947655"/>
            <a:ext cx="40640" cy="328930"/>
            <a:chOff x="10112906" y="3895309"/>
            <a:chExt cx="81280" cy="657860"/>
          </a:xfrm>
        </p:grpSpPr>
        <p:sp>
          <p:nvSpPr>
            <p:cNvPr id="25" name="object 25"/>
            <p:cNvSpPr/>
            <p:nvPr/>
          </p:nvSpPr>
          <p:spPr>
            <a:xfrm>
              <a:off x="10112906" y="4229096"/>
              <a:ext cx="67945" cy="0"/>
            </a:xfrm>
            <a:custGeom>
              <a:avLst/>
              <a:gdLst/>
              <a:ahLst/>
              <a:cxnLst/>
              <a:rect l="l" t="t" r="r" b="b"/>
              <a:pathLst>
                <a:path w="67945">
                  <a:moveTo>
                    <a:pt x="67482"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6" name="object 26"/>
            <p:cNvSpPr/>
            <p:nvPr/>
          </p:nvSpPr>
          <p:spPr>
            <a:xfrm>
              <a:off x="10187341" y="3895309"/>
              <a:ext cx="635" cy="657860"/>
            </a:xfrm>
            <a:custGeom>
              <a:avLst/>
              <a:gdLst/>
              <a:ahLst/>
              <a:cxnLst/>
              <a:rect l="l" t="t" r="r" b="b"/>
              <a:pathLst>
                <a:path w="634" h="657860">
                  <a:moveTo>
                    <a:pt x="0" y="0"/>
                  </a:moveTo>
                  <a:lnTo>
                    <a:pt x="97" y="657678"/>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7" name="object 27"/>
          <p:cNvSpPr/>
          <p:nvPr/>
        </p:nvSpPr>
        <p:spPr>
          <a:xfrm>
            <a:off x="4659709" y="2368550"/>
            <a:ext cx="357823" cy="79058"/>
          </a:xfrm>
          <a:custGeom>
            <a:avLst/>
            <a:gdLst/>
            <a:ahLst/>
            <a:cxnLst/>
            <a:rect l="l" t="t" r="r" b="b"/>
            <a:pathLst>
              <a:path w="715645" h="158114">
                <a:moveTo>
                  <a:pt x="677167" y="0"/>
                </a:moveTo>
                <a:lnTo>
                  <a:pt x="38100" y="0"/>
                </a:lnTo>
                <a:lnTo>
                  <a:pt x="23269" y="2993"/>
                </a:lnTo>
                <a:lnTo>
                  <a:pt x="11159" y="11158"/>
                </a:lnTo>
                <a:lnTo>
                  <a:pt x="2994" y="23268"/>
                </a:lnTo>
                <a:lnTo>
                  <a:pt x="0" y="38100"/>
                </a:lnTo>
                <a:lnTo>
                  <a:pt x="0" y="119748"/>
                </a:lnTo>
                <a:lnTo>
                  <a:pt x="2994" y="134573"/>
                </a:lnTo>
                <a:lnTo>
                  <a:pt x="11159" y="146685"/>
                </a:lnTo>
                <a:lnTo>
                  <a:pt x="23269" y="154852"/>
                </a:lnTo>
                <a:lnTo>
                  <a:pt x="38100" y="157848"/>
                </a:lnTo>
                <a:lnTo>
                  <a:pt x="677167" y="157848"/>
                </a:lnTo>
                <a:lnTo>
                  <a:pt x="691998" y="154852"/>
                </a:lnTo>
                <a:lnTo>
                  <a:pt x="704108" y="146685"/>
                </a:lnTo>
                <a:lnTo>
                  <a:pt x="712273" y="134573"/>
                </a:lnTo>
                <a:lnTo>
                  <a:pt x="715267" y="119748"/>
                </a:lnTo>
                <a:lnTo>
                  <a:pt x="715267" y="38100"/>
                </a:lnTo>
                <a:lnTo>
                  <a:pt x="712273" y="23268"/>
                </a:lnTo>
                <a:lnTo>
                  <a:pt x="704108" y="11158"/>
                </a:lnTo>
                <a:lnTo>
                  <a:pt x="691998" y="2993"/>
                </a:lnTo>
                <a:lnTo>
                  <a:pt x="67716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 name="object 28"/>
          <p:cNvSpPr/>
          <p:nvPr/>
        </p:nvSpPr>
        <p:spPr>
          <a:xfrm>
            <a:off x="4659709" y="2513241"/>
            <a:ext cx="357823" cy="79058"/>
          </a:xfrm>
          <a:custGeom>
            <a:avLst/>
            <a:gdLst/>
            <a:ahLst/>
            <a:cxnLst/>
            <a:rect l="l" t="t" r="r" b="b"/>
            <a:pathLst>
              <a:path w="715645" h="158114">
                <a:moveTo>
                  <a:pt x="677167" y="0"/>
                </a:moveTo>
                <a:lnTo>
                  <a:pt x="38100" y="0"/>
                </a:lnTo>
                <a:lnTo>
                  <a:pt x="23269" y="2993"/>
                </a:lnTo>
                <a:lnTo>
                  <a:pt x="11159" y="11158"/>
                </a:lnTo>
                <a:lnTo>
                  <a:pt x="2994" y="23268"/>
                </a:lnTo>
                <a:lnTo>
                  <a:pt x="0" y="38100"/>
                </a:lnTo>
                <a:lnTo>
                  <a:pt x="0" y="119735"/>
                </a:lnTo>
                <a:lnTo>
                  <a:pt x="2994" y="134566"/>
                </a:lnTo>
                <a:lnTo>
                  <a:pt x="11159" y="146677"/>
                </a:lnTo>
                <a:lnTo>
                  <a:pt x="23269" y="154841"/>
                </a:lnTo>
                <a:lnTo>
                  <a:pt x="38100" y="157835"/>
                </a:lnTo>
                <a:lnTo>
                  <a:pt x="677167" y="157835"/>
                </a:lnTo>
                <a:lnTo>
                  <a:pt x="691998" y="154841"/>
                </a:lnTo>
                <a:lnTo>
                  <a:pt x="704108" y="146677"/>
                </a:lnTo>
                <a:lnTo>
                  <a:pt x="712273" y="134566"/>
                </a:lnTo>
                <a:lnTo>
                  <a:pt x="715267" y="119735"/>
                </a:lnTo>
                <a:lnTo>
                  <a:pt x="715267" y="38100"/>
                </a:lnTo>
                <a:lnTo>
                  <a:pt x="712273" y="23268"/>
                </a:lnTo>
                <a:lnTo>
                  <a:pt x="704108" y="11158"/>
                </a:lnTo>
                <a:lnTo>
                  <a:pt x="691998" y="2993"/>
                </a:lnTo>
                <a:lnTo>
                  <a:pt x="67716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9" name="object 29"/>
          <p:cNvSpPr/>
          <p:nvPr/>
        </p:nvSpPr>
        <p:spPr>
          <a:xfrm>
            <a:off x="4659709" y="2657926"/>
            <a:ext cx="357823" cy="79058"/>
          </a:xfrm>
          <a:custGeom>
            <a:avLst/>
            <a:gdLst/>
            <a:ahLst/>
            <a:cxnLst/>
            <a:rect l="l" t="t" r="r" b="b"/>
            <a:pathLst>
              <a:path w="715645" h="158114">
                <a:moveTo>
                  <a:pt x="677167" y="0"/>
                </a:moveTo>
                <a:lnTo>
                  <a:pt x="38100" y="0"/>
                </a:lnTo>
                <a:lnTo>
                  <a:pt x="23269" y="2995"/>
                </a:lnTo>
                <a:lnTo>
                  <a:pt x="11159" y="11163"/>
                </a:lnTo>
                <a:lnTo>
                  <a:pt x="2994" y="23274"/>
                </a:lnTo>
                <a:lnTo>
                  <a:pt x="0" y="38100"/>
                </a:lnTo>
                <a:lnTo>
                  <a:pt x="0" y="119748"/>
                </a:lnTo>
                <a:lnTo>
                  <a:pt x="2994" y="134579"/>
                </a:lnTo>
                <a:lnTo>
                  <a:pt x="11159" y="146689"/>
                </a:lnTo>
                <a:lnTo>
                  <a:pt x="23269" y="154854"/>
                </a:lnTo>
                <a:lnTo>
                  <a:pt x="38100" y="157848"/>
                </a:lnTo>
                <a:lnTo>
                  <a:pt x="677167" y="157848"/>
                </a:lnTo>
                <a:lnTo>
                  <a:pt x="691998" y="154854"/>
                </a:lnTo>
                <a:lnTo>
                  <a:pt x="704108" y="146689"/>
                </a:lnTo>
                <a:lnTo>
                  <a:pt x="712273" y="134579"/>
                </a:lnTo>
                <a:lnTo>
                  <a:pt x="715267" y="119748"/>
                </a:lnTo>
                <a:lnTo>
                  <a:pt x="715267" y="38100"/>
                </a:lnTo>
                <a:lnTo>
                  <a:pt x="712273" y="23274"/>
                </a:lnTo>
                <a:lnTo>
                  <a:pt x="704108" y="11163"/>
                </a:lnTo>
                <a:lnTo>
                  <a:pt x="691998" y="2995"/>
                </a:lnTo>
                <a:lnTo>
                  <a:pt x="67716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0" name="object 30"/>
          <p:cNvSpPr/>
          <p:nvPr/>
        </p:nvSpPr>
        <p:spPr>
          <a:xfrm>
            <a:off x="5209406" y="2388278"/>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1" name="object 31"/>
          <p:cNvSpPr/>
          <p:nvPr/>
        </p:nvSpPr>
        <p:spPr>
          <a:xfrm>
            <a:off x="5156423" y="2388278"/>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2" name="object 32"/>
          <p:cNvSpPr/>
          <p:nvPr/>
        </p:nvSpPr>
        <p:spPr>
          <a:xfrm>
            <a:off x="5209406" y="2467202"/>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 name="object 33"/>
          <p:cNvSpPr/>
          <p:nvPr/>
        </p:nvSpPr>
        <p:spPr>
          <a:xfrm>
            <a:off x="5156423" y="2467202"/>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4" name="object 34"/>
          <p:cNvSpPr/>
          <p:nvPr/>
        </p:nvSpPr>
        <p:spPr>
          <a:xfrm>
            <a:off x="5209406" y="2546126"/>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 name="object 35"/>
          <p:cNvSpPr/>
          <p:nvPr/>
        </p:nvSpPr>
        <p:spPr>
          <a:xfrm>
            <a:off x="5156423" y="2546126"/>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6" name="object 36"/>
          <p:cNvSpPr/>
          <p:nvPr/>
        </p:nvSpPr>
        <p:spPr>
          <a:xfrm>
            <a:off x="5209406" y="2625044"/>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7" name="object 37"/>
          <p:cNvSpPr/>
          <p:nvPr/>
        </p:nvSpPr>
        <p:spPr>
          <a:xfrm>
            <a:off x="5156423" y="2625044"/>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8" name="object 38"/>
          <p:cNvSpPr/>
          <p:nvPr/>
        </p:nvSpPr>
        <p:spPr>
          <a:xfrm>
            <a:off x="5209406" y="2703968"/>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9" name="object 39"/>
          <p:cNvSpPr/>
          <p:nvPr/>
        </p:nvSpPr>
        <p:spPr>
          <a:xfrm>
            <a:off x="5156423" y="2703968"/>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40" name="object 40"/>
          <p:cNvGrpSpPr/>
          <p:nvPr/>
        </p:nvGrpSpPr>
        <p:grpSpPr>
          <a:xfrm>
            <a:off x="5056453" y="2385805"/>
            <a:ext cx="40640" cy="328930"/>
            <a:chOff x="10112906" y="4771609"/>
            <a:chExt cx="81280" cy="657860"/>
          </a:xfrm>
        </p:grpSpPr>
        <p:sp>
          <p:nvSpPr>
            <p:cNvPr id="41" name="object 41"/>
            <p:cNvSpPr/>
            <p:nvPr/>
          </p:nvSpPr>
          <p:spPr>
            <a:xfrm>
              <a:off x="10112906" y="5105396"/>
              <a:ext cx="67945" cy="0"/>
            </a:xfrm>
            <a:custGeom>
              <a:avLst/>
              <a:gdLst/>
              <a:ahLst/>
              <a:cxnLst/>
              <a:rect l="l" t="t" r="r" b="b"/>
              <a:pathLst>
                <a:path w="67945">
                  <a:moveTo>
                    <a:pt x="67482"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2" name="object 42"/>
            <p:cNvSpPr/>
            <p:nvPr/>
          </p:nvSpPr>
          <p:spPr>
            <a:xfrm>
              <a:off x="10187340" y="4771609"/>
              <a:ext cx="635" cy="657860"/>
            </a:xfrm>
            <a:custGeom>
              <a:avLst/>
              <a:gdLst/>
              <a:ahLst/>
              <a:cxnLst/>
              <a:rect l="l" t="t" r="r" b="b"/>
              <a:pathLst>
                <a:path w="634" h="657860">
                  <a:moveTo>
                    <a:pt x="0" y="0"/>
                  </a:moveTo>
                  <a:lnTo>
                    <a:pt x="97" y="657678"/>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43" name="object 43"/>
          <p:cNvSpPr/>
          <p:nvPr/>
        </p:nvSpPr>
        <p:spPr>
          <a:xfrm>
            <a:off x="4659709" y="2806700"/>
            <a:ext cx="357823" cy="79058"/>
          </a:xfrm>
          <a:custGeom>
            <a:avLst/>
            <a:gdLst/>
            <a:ahLst/>
            <a:cxnLst/>
            <a:rect l="l" t="t" r="r" b="b"/>
            <a:pathLst>
              <a:path w="715645" h="158114">
                <a:moveTo>
                  <a:pt x="677167" y="0"/>
                </a:moveTo>
                <a:lnTo>
                  <a:pt x="38100" y="0"/>
                </a:lnTo>
                <a:lnTo>
                  <a:pt x="23269" y="2994"/>
                </a:lnTo>
                <a:lnTo>
                  <a:pt x="11159" y="11159"/>
                </a:lnTo>
                <a:lnTo>
                  <a:pt x="2994" y="23269"/>
                </a:lnTo>
                <a:lnTo>
                  <a:pt x="0" y="38100"/>
                </a:lnTo>
                <a:lnTo>
                  <a:pt x="0" y="119743"/>
                </a:lnTo>
                <a:lnTo>
                  <a:pt x="2994" y="134573"/>
                </a:lnTo>
                <a:lnTo>
                  <a:pt x="11159" y="146683"/>
                </a:lnTo>
                <a:lnTo>
                  <a:pt x="23269" y="154849"/>
                </a:lnTo>
                <a:lnTo>
                  <a:pt x="38100" y="157843"/>
                </a:lnTo>
                <a:lnTo>
                  <a:pt x="677167" y="157843"/>
                </a:lnTo>
                <a:lnTo>
                  <a:pt x="691998" y="154849"/>
                </a:lnTo>
                <a:lnTo>
                  <a:pt x="704108" y="146683"/>
                </a:lnTo>
                <a:lnTo>
                  <a:pt x="712273" y="134573"/>
                </a:lnTo>
                <a:lnTo>
                  <a:pt x="715267" y="119743"/>
                </a:lnTo>
                <a:lnTo>
                  <a:pt x="715267" y="38100"/>
                </a:lnTo>
                <a:lnTo>
                  <a:pt x="712273" y="23269"/>
                </a:lnTo>
                <a:lnTo>
                  <a:pt x="704108" y="11159"/>
                </a:lnTo>
                <a:lnTo>
                  <a:pt x="691998" y="2994"/>
                </a:lnTo>
                <a:lnTo>
                  <a:pt x="67716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4" name="object 44"/>
          <p:cNvSpPr/>
          <p:nvPr/>
        </p:nvSpPr>
        <p:spPr>
          <a:xfrm>
            <a:off x="4659709" y="2951389"/>
            <a:ext cx="357823" cy="79058"/>
          </a:xfrm>
          <a:custGeom>
            <a:avLst/>
            <a:gdLst/>
            <a:ahLst/>
            <a:cxnLst/>
            <a:rect l="l" t="t" r="r" b="b"/>
            <a:pathLst>
              <a:path w="715645" h="158114">
                <a:moveTo>
                  <a:pt x="677167" y="0"/>
                </a:moveTo>
                <a:lnTo>
                  <a:pt x="38100" y="0"/>
                </a:lnTo>
                <a:lnTo>
                  <a:pt x="23269" y="2994"/>
                </a:lnTo>
                <a:lnTo>
                  <a:pt x="11159" y="11159"/>
                </a:lnTo>
                <a:lnTo>
                  <a:pt x="2994" y="23270"/>
                </a:lnTo>
                <a:lnTo>
                  <a:pt x="0" y="38100"/>
                </a:lnTo>
                <a:lnTo>
                  <a:pt x="0" y="119743"/>
                </a:lnTo>
                <a:lnTo>
                  <a:pt x="2994" y="134573"/>
                </a:lnTo>
                <a:lnTo>
                  <a:pt x="11159" y="146683"/>
                </a:lnTo>
                <a:lnTo>
                  <a:pt x="23269" y="154849"/>
                </a:lnTo>
                <a:lnTo>
                  <a:pt x="38100" y="157843"/>
                </a:lnTo>
                <a:lnTo>
                  <a:pt x="677167" y="157843"/>
                </a:lnTo>
                <a:lnTo>
                  <a:pt x="691998" y="154849"/>
                </a:lnTo>
                <a:lnTo>
                  <a:pt x="704108" y="146683"/>
                </a:lnTo>
                <a:lnTo>
                  <a:pt x="712273" y="134573"/>
                </a:lnTo>
                <a:lnTo>
                  <a:pt x="715267" y="119743"/>
                </a:lnTo>
                <a:lnTo>
                  <a:pt x="715267" y="38100"/>
                </a:lnTo>
                <a:lnTo>
                  <a:pt x="712273" y="23270"/>
                </a:lnTo>
                <a:lnTo>
                  <a:pt x="704108" y="11159"/>
                </a:lnTo>
                <a:lnTo>
                  <a:pt x="691998" y="2994"/>
                </a:lnTo>
                <a:lnTo>
                  <a:pt x="67716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5" name="object 45"/>
          <p:cNvSpPr/>
          <p:nvPr/>
        </p:nvSpPr>
        <p:spPr>
          <a:xfrm>
            <a:off x="4659709" y="3096078"/>
            <a:ext cx="357823" cy="79058"/>
          </a:xfrm>
          <a:custGeom>
            <a:avLst/>
            <a:gdLst/>
            <a:ahLst/>
            <a:cxnLst/>
            <a:rect l="l" t="t" r="r" b="b"/>
            <a:pathLst>
              <a:path w="715645" h="158114">
                <a:moveTo>
                  <a:pt x="677167" y="0"/>
                </a:moveTo>
                <a:lnTo>
                  <a:pt x="38100" y="0"/>
                </a:lnTo>
                <a:lnTo>
                  <a:pt x="23269" y="2994"/>
                </a:lnTo>
                <a:lnTo>
                  <a:pt x="11159" y="11159"/>
                </a:lnTo>
                <a:lnTo>
                  <a:pt x="2994" y="23270"/>
                </a:lnTo>
                <a:lnTo>
                  <a:pt x="0" y="38100"/>
                </a:lnTo>
                <a:lnTo>
                  <a:pt x="0" y="119743"/>
                </a:lnTo>
                <a:lnTo>
                  <a:pt x="2994" y="134573"/>
                </a:lnTo>
                <a:lnTo>
                  <a:pt x="11159" y="146684"/>
                </a:lnTo>
                <a:lnTo>
                  <a:pt x="23269" y="154849"/>
                </a:lnTo>
                <a:lnTo>
                  <a:pt x="38100" y="157843"/>
                </a:lnTo>
                <a:lnTo>
                  <a:pt x="677167" y="157843"/>
                </a:lnTo>
                <a:lnTo>
                  <a:pt x="691998" y="154849"/>
                </a:lnTo>
                <a:lnTo>
                  <a:pt x="704108" y="146684"/>
                </a:lnTo>
                <a:lnTo>
                  <a:pt x="712273" y="134573"/>
                </a:lnTo>
                <a:lnTo>
                  <a:pt x="715267" y="119743"/>
                </a:lnTo>
                <a:lnTo>
                  <a:pt x="715267" y="38100"/>
                </a:lnTo>
                <a:lnTo>
                  <a:pt x="712273" y="23270"/>
                </a:lnTo>
                <a:lnTo>
                  <a:pt x="704108" y="11159"/>
                </a:lnTo>
                <a:lnTo>
                  <a:pt x="691998" y="2994"/>
                </a:lnTo>
                <a:lnTo>
                  <a:pt x="67716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6" name="object 46"/>
          <p:cNvSpPr/>
          <p:nvPr/>
        </p:nvSpPr>
        <p:spPr>
          <a:xfrm>
            <a:off x="5209406" y="2826430"/>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7" name="object 47"/>
          <p:cNvSpPr/>
          <p:nvPr/>
        </p:nvSpPr>
        <p:spPr>
          <a:xfrm>
            <a:off x="5156423" y="2826430"/>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8" name="object 48"/>
          <p:cNvSpPr/>
          <p:nvPr/>
        </p:nvSpPr>
        <p:spPr>
          <a:xfrm>
            <a:off x="5209406" y="2905352"/>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9" name="object 49"/>
          <p:cNvSpPr/>
          <p:nvPr/>
        </p:nvSpPr>
        <p:spPr>
          <a:xfrm>
            <a:off x="5156423" y="2905352"/>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0" name="object 50"/>
          <p:cNvSpPr/>
          <p:nvPr/>
        </p:nvSpPr>
        <p:spPr>
          <a:xfrm>
            <a:off x="5209406" y="2984273"/>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1" name="object 51"/>
          <p:cNvSpPr/>
          <p:nvPr/>
        </p:nvSpPr>
        <p:spPr>
          <a:xfrm>
            <a:off x="5156423" y="2984273"/>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2" name="object 52"/>
          <p:cNvSpPr/>
          <p:nvPr/>
        </p:nvSpPr>
        <p:spPr>
          <a:xfrm>
            <a:off x="5209406" y="3063194"/>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3" name="object 53"/>
          <p:cNvSpPr/>
          <p:nvPr/>
        </p:nvSpPr>
        <p:spPr>
          <a:xfrm>
            <a:off x="5156423" y="3063194"/>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4" name="object 54"/>
          <p:cNvSpPr/>
          <p:nvPr/>
        </p:nvSpPr>
        <p:spPr>
          <a:xfrm>
            <a:off x="5209406" y="3142116"/>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5" name="object 55"/>
          <p:cNvSpPr/>
          <p:nvPr/>
        </p:nvSpPr>
        <p:spPr>
          <a:xfrm>
            <a:off x="5156423" y="3142116"/>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56" name="object 56"/>
          <p:cNvGrpSpPr/>
          <p:nvPr/>
        </p:nvGrpSpPr>
        <p:grpSpPr>
          <a:xfrm>
            <a:off x="5056453" y="2823952"/>
            <a:ext cx="40640" cy="328930"/>
            <a:chOff x="10112906" y="5647904"/>
            <a:chExt cx="81280" cy="657860"/>
          </a:xfrm>
        </p:grpSpPr>
        <p:sp>
          <p:nvSpPr>
            <p:cNvPr id="57" name="object 57"/>
            <p:cNvSpPr/>
            <p:nvPr/>
          </p:nvSpPr>
          <p:spPr>
            <a:xfrm>
              <a:off x="10112906" y="5981700"/>
              <a:ext cx="67945" cy="0"/>
            </a:xfrm>
            <a:custGeom>
              <a:avLst/>
              <a:gdLst/>
              <a:ahLst/>
              <a:cxnLst/>
              <a:rect l="l" t="t" r="r" b="b"/>
              <a:pathLst>
                <a:path w="67945">
                  <a:moveTo>
                    <a:pt x="67482"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8" name="object 58"/>
            <p:cNvSpPr/>
            <p:nvPr/>
          </p:nvSpPr>
          <p:spPr>
            <a:xfrm>
              <a:off x="10187340" y="5647904"/>
              <a:ext cx="635" cy="657860"/>
            </a:xfrm>
            <a:custGeom>
              <a:avLst/>
              <a:gdLst/>
              <a:ahLst/>
              <a:cxnLst/>
              <a:rect l="l" t="t" r="r" b="b"/>
              <a:pathLst>
                <a:path w="634" h="657860">
                  <a:moveTo>
                    <a:pt x="0" y="0"/>
                  </a:moveTo>
                  <a:lnTo>
                    <a:pt x="97" y="657678"/>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59" name="object 59"/>
          <p:cNvSpPr/>
          <p:nvPr/>
        </p:nvSpPr>
        <p:spPr>
          <a:xfrm>
            <a:off x="4659709" y="3238500"/>
            <a:ext cx="357823" cy="79058"/>
          </a:xfrm>
          <a:custGeom>
            <a:avLst/>
            <a:gdLst/>
            <a:ahLst/>
            <a:cxnLst/>
            <a:rect l="l" t="t" r="r" b="b"/>
            <a:pathLst>
              <a:path w="715645" h="158115">
                <a:moveTo>
                  <a:pt x="677167" y="0"/>
                </a:moveTo>
                <a:lnTo>
                  <a:pt x="38100" y="0"/>
                </a:lnTo>
                <a:lnTo>
                  <a:pt x="23269" y="2994"/>
                </a:lnTo>
                <a:lnTo>
                  <a:pt x="11159" y="11159"/>
                </a:lnTo>
                <a:lnTo>
                  <a:pt x="2994" y="23269"/>
                </a:lnTo>
                <a:lnTo>
                  <a:pt x="0" y="38100"/>
                </a:lnTo>
                <a:lnTo>
                  <a:pt x="0" y="119743"/>
                </a:lnTo>
                <a:lnTo>
                  <a:pt x="2994" y="134573"/>
                </a:lnTo>
                <a:lnTo>
                  <a:pt x="11159" y="146683"/>
                </a:lnTo>
                <a:lnTo>
                  <a:pt x="23269" y="154849"/>
                </a:lnTo>
                <a:lnTo>
                  <a:pt x="38100" y="157843"/>
                </a:lnTo>
                <a:lnTo>
                  <a:pt x="677167" y="157843"/>
                </a:lnTo>
                <a:lnTo>
                  <a:pt x="691998" y="154849"/>
                </a:lnTo>
                <a:lnTo>
                  <a:pt x="704108" y="146683"/>
                </a:lnTo>
                <a:lnTo>
                  <a:pt x="712273" y="134573"/>
                </a:lnTo>
                <a:lnTo>
                  <a:pt x="715267" y="119743"/>
                </a:lnTo>
                <a:lnTo>
                  <a:pt x="715267" y="38100"/>
                </a:lnTo>
                <a:lnTo>
                  <a:pt x="712273" y="23269"/>
                </a:lnTo>
                <a:lnTo>
                  <a:pt x="704108" y="11159"/>
                </a:lnTo>
                <a:lnTo>
                  <a:pt x="691998" y="2994"/>
                </a:lnTo>
                <a:lnTo>
                  <a:pt x="67716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0" name="object 60"/>
          <p:cNvSpPr/>
          <p:nvPr/>
        </p:nvSpPr>
        <p:spPr>
          <a:xfrm>
            <a:off x="4659709" y="3383189"/>
            <a:ext cx="357823" cy="79058"/>
          </a:xfrm>
          <a:custGeom>
            <a:avLst/>
            <a:gdLst/>
            <a:ahLst/>
            <a:cxnLst/>
            <a:rect l="l" t="t" r="r" b="b"/>
            <a:pathLst>
              <a:path w="715645" h="158115">
                <a:moveTo>
                  <a:pt x="677167" y="0"/>
                </a:moveTo>
                <a:lnTo>
                  <a:pt x="38100" y="0"/>
                </a:lnTo>
                <a:lnTo>
                  <a:pt x="23269" y="2994"/>
                </a:lnTo>
                <a:lnTo>
                  <a:pt x="11159" y="11159"/>
                </a:lnTo>
                <a:lnTo>
                  <a:pt x="2994" y="23270"/>
                </a:lnTo>
                <a:lnTo>
                  <a:pt x="0" y="38100"/>
                </a:lnTo>
                <a:lnTo>
                  <a:pt x="0" y="119743"/>
                </a:lnTo>
                <a:lnTo>
                  <a:pt x="2994" y="134573"/>
                </a:lnTo>
                <a:lnTo>
                  <a:pt x="11159" y="146683"/>
                </a:lnTo>
                <a:lnTo>
                  <a:pt x="23269" y="154849"/>
                </a:lnTo>
                <a:lnTo>
                  <a:pt x="38100" y="157843"/>
                </a:lnTo>
                <a:lnTo>
                  <a:pt x="677167" y="157843"/>
                </a:lnTo>
                <a:lnTo>
                  <a:pt x="691998" y="154849"/>
                </a:lnTo>
                <a:lnTo>
                  <a:pt x="704108" y="146683"/>
                </a:lnTo>
                <a:lnTo>
                  <a:pt x="712273" y="134573"/>
                </a:lnTo>
                <a:lnTo>
                  <a:pt x="715267" y="119743"/>
                </a:lnTo>
                <a:lnTo>
                  <a:pt x="715267" y="38100"/>
                </a:lnTo>
                <a:lnTo>
                  <a:pt x="712273" y="23270"/>
                </a:lnTo>
                <a:lnTo>
                  <a:pt x="704108" y="11159"/>
                </a:lnTo>
                <a:lnTo>
                  <a:pt x="691998" y="2994"/>
                </a:lnTo>
                <a:lnTo>
                  <a:pt x="67716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1" name="object 61"/>
          <p:cNvSpPr/>
          <p:nvPr/>
        </p:nvSpPr>
        <p:spPr>
          <a:xfrm>
            <a:off x="4659709" y="3527878"/>
            <a:ext cx="357823" cy="79058"/>
          </a:xfrm>
          <a:custGeom>
            <a:avLst/>
            <a:gdLst/>
            <a:ahLst/>
            <a:cxnLst/>
            <a:rect l="l" t="t" r="r" b="b"/>
            <a:pathLst>
              <a:path w="715645" h="158115">
                <a:moveTo>
                  <a:pt x="677167" y="0"/>
                </a:moveTo>
                <a:lnTo>
                  <a:pt x="38100" y="0"/>
                </a:lnTo>
                <a:lnTo>
                  <a:pt x="23269" y="2994"/>
                </a:lnTo>
                <a:lnTo>
                  <a:pt x="11159" y="11159"/>
                </a:lnTo>
                <a:lnTo>
                  <a:pt x="2994" y="23270"/>
                </a:lnTo>
                <a:lnTo>
                  <a:pt x="0" y="38100"/>
                </a:lnTo>
                <a:lnTo>
                  <a:pt x="0" y="119743"/>
                </a:lnTo>
                <a:lnTo>
                  <a:pt x="2994" y="134573"/>
                </a:lnTo>
                <a:lnTo>
                  <a:pt x="11159" y="146684"/>
                </a:lnTo>
                <a:lnTo>
                  <a:pt x="23269" y="154849"/>
                </a:lnTo>
                <a:lnTo>
                  <a:pt x="38100" y="157843"/>
                </a:lnTo>
                <a:lnTo>
                  <a:pt x="677167" y="157843"/>
                </a:lnTo>
                <a:lnTo>
                  <a:pt x="691998" y="154849"/>
                </a:lnTo>
                <a:lnTo>
                  <a:pt x="704108" y="146684"/>
                </a:lnTo>
                <a:lnTo>
                  <a:pt x="712273" y="134573"/>
                </a:lnTo>
                <a:lnTo>
                  <a:pt x="715267" y="119743"/>
                </a:lnTo>
                <a:lnTo>
                  <a:pt x="715267" y="38100"/>
                </a:lnTo>
                <a:lnTo>
                  <a:pt x="712273" y="23270"/>
                </a:lnTo>
                <a:lnTo>
                  <a:pt x="704108" y="11159"/>
                </a:lnTo>
                <a:lnTo>
                  <a:pt x="691998" y="2994"/>
                </a:lnTo>
                <a:lnTo>
                  <a:pt x="67716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2" name="object 62"/>
          <p:cNvSpPr/>
          <p:nvPr/>
        </p:nvSpPr>
        <p:spPr>
          <a:xfrm>
            <a:off x="5209406" y="3258230"/>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3" name="object 63"/>
          <p:cNvSpPr/>
          <p:nvPr/>
        </p:nvSpPr>
        <p:spPr>
          <a:xfrm>
            <a:off x="5156423" y="3258230"/>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4" name="object 64"/>
          <p:cNvSpPr/>
          <p:nvPr/>
        </p:nvSpPr>
        <p:spPr>
          <a:xfrm>
            <a:off x="5209406" y="3337152"/>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5" name="object 65"/>
          <p:cNvSpPr/>
          <p:nvPr/>
        </p:nvSpPr>
        <p:spPr>
          <a:xfrm>
            <a:off x="5156423" y="3337152"/>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6" name="object 66"/>
          <p:cNvSpPr/>
          <p:nvPr/>
        </p:nvSpPr>
        <p:spPr>
          <a:xfrm>
            <a:off x="5209406" y="3416073"/>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7" name="object 67"/>
          <p:cNvSpPr/>
          <p:nvPr/>
        </p:nvSpPr>
        <p:spPr>
          <a:xfrm>
            <a:off x="5156423" y="3416073"/>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8" name="object 68"/>
          <p:cNvSpPr/>
          <p:nvPr/>
        </p:nvSpPr>
        <p:spPr>
          <a:xfrm>
            <a:off x="5209406" y="3494994"/>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9" name="object 69"/>
          <p:cNvSpPr/>
          <p:nvPr/>
        </p:nvSpPr>
        <p:spPr>
          <a:xfrm>
            <a:off x="5156423" y="3494994"/>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0" name="object 70"/>
          <p:cNvSpPr/>
          <p:nvPr/>
        </p:nvSpPr>
        <p:spPr>
          <a:xfrm>
            <a:off x="5209406" y="3573916"/>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1" name="object 71"/>
          <p:cNvSpPr/>
          <p:nvPr/>
        </p:nvSpPr>
        <p:spPr>
          <a:xfrm>
            <a:off x="5156423" y="3573916"/>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72" name="object 72"/>
          <p:cNvGrpSpPr/>
          <p:nvPr/>
        </p:nvGrpSpPr>
        <p:grpSpPr>
          <a:xfrm>
            <a:off x="5056453" y="3255752"/>
            <a:ext cx="40640" cy="328930"/>
            <a:chOff x="10112906" y="6511504"/>
            <a:chExt cx="81280" cy="657860"/>
          </a:xfrm>
        </p:grpSpPr>
        <p:sp>
          <p:nvSpPr>
            <p:cNvPr id="73" name="object 73"/>
            <p:cNvSpPr/>
            <p:nvPr/>
          </p:nvSpPr>
          <p:spPr>
            <a:xfrm>
              <a:off x="10112906" y="6845300"/>
              <a:ext cx="67945" cy="0"/>
            </a:xfrm>
            <a:custGeom>
              <a:avLst/>
              <a:gdLst/>
              <a:ahLst/>
              <a:cxnLst/>
              <a:rect l="l" t="t" r="r" b="b"/>
              <a:pathLst>
                <a:path w="67945">
                  <a:moveTo>
                    <a:pt x="67482"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4" name="object 74"/>
            <p:cNvSpPr/>
            <p:nvPr/>
          </p:nvSpPr>
          <p:spPr>
            <a:xfrm>
              <a:off x="10187340" y="6511504"/>
              <a:ext cx="635" cy="657860"/>
            </a:xfrm>
            <a:custGeom>
              <a:avLst/>
              <a:gdLst/>
              <a:ahLst/>
              <a:cxnLst/>
              <a:rect l="l" t="t" r="r" b="b"/>
              <a:pathLst>
                <a:path w="634" h="657859">
                  <a:moveTo>
                    <a:pt x="0" y="0"/>
                  </a:moveTo>
                  <a:lnTo>
                    <a:pt x="97" y="657678"/>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75" name="object 75"/>
          <p:cNvSpPr/>
          <p:nvPr/>
        </p:nvSpPr>
        <p:spPr>
          <a:xfrm>
            <a:off x="4659709" y="3676650"/>
            <a:ext cx="357823" cy="79058"/>
          </a:xfrm>
          <a:custGeom>
            <a:avLst/>
            <a:gdLst/>
            <a:ahLst/>
            <a:cxnLst/>
            <a:rect l="l" t="t" r="r" b="b"/>
            <a:pathLst>
              <a:path w="715645" h="158115">
                <a:moveTo>
                  <a:pt x="677167" y="0"/>
                </a:moveTo>
                <a:lnTo>
                  <a:pt x="38100" y="0"/>
                </a:lnTo>
                <a:lnTo>
                  <a:pt x="23269" y="2994"/>
                </a:lnTo>
                <a:lnTo>
                  <a:pt x="11159" y="11159"/>
                </a:lnTo>
                <a:lnTo>
                  <a:pt x="2994" y="23269"/>
                </a:lnTo>
                <a:lnTo>
                  <a:pt x="0" y="38100"/>
                </a:lnTo>
                <a:lnTo>
                  <a:pt x="0" y="119743"/>
                </a:lnTo>
                <a:lnTo>
                  <a:pt x="2994" y="134573"/>
                </a:lnTo>
                <a:lnTo>
                  <a:pt x="11159" y="146683"/>
                </a:lnTo>
                <a:lnTo>
                  <a:pt x="23269" y="154849"/>
                </a:lnTo>
                <a:lnTo>
                  <a:pt x="38100" y="157843"/>
                </a:lnTo>
                <a:lnTo>
                  <a:pt x="677167" y="157843"/>
                </a:lnTo>
                <a:lnTo>
                  <a:pt x="691998" y="154849"/>
                </a:lnTo>
                <a:lnTo>
                  <a:pt x="704108" y="146683"/>
                </a:lnTo>
                <a:lnTo>
                  <a:pt x="712273" y="134573"/>
                </a:lnTo>
                <a:lnTo>
                  <a:pt x="715267" y="119743"/>
                </a:lnTo>
                <a:lnTo>
                  <a:pt x="715267" y="38100"/>
                </a:lnTo>
                <a:lnTo>
                  <a:pt x="712273" y="23269"/>
                </a:lnTo>
                <a:lnTo>
                  <a:pt x="704108" y="11159"/>
                </a:lnTo>
                <a:lnTo>
                  <a:pt x="691998" y="2994"/>
                </a:lnTo>
                <a:lnTo>
                  <a:pt x="67716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6" name="object 76"/>
          <p:cNvSpPr/>
          <p:nvPr/>
        </p:nvSpPr>
        <p:spPr>
          <a:xfrm>
            <a:off x="4659709" y="3821339"/>
            <a:ext cx="357823" cy="79058"/>
          </a:xfrm>
          <a:custGeom>
            <a:avLst/>
            <a:gdLst/>
            <a:ahLst/>
            <a:cxnLst/>
            <a:rect l="l" t="t" r="r" b="b"/>
            <a:pathLst>
              <a:path w="715645" h="158115">
                <a:moveTo>
                  <a:pt x="677167" y="0"/>
                </a:moveTo>
                <a:lnTo>
                  <a:pt x="38100" y="0"/>
                </a:lnTo>
                <a:lnTo>
                  <a:pt x="23269" y="2994"/>
                </a:lnTo>
                <a:lnTo>
                  <a:pt x="11159" y="11159"/>
                </a:lnTo>
                <a:lnTo>
                  <a:pt x="2994" y="23270"/>
                </a:lnTo>
                <a:lnTo>
                  <a:pt x="0" y="38100"/>
                </a:lnTo>
                <a:lnTo>
                  <a:pt x="0" y="119743"/>
                </a:lnTo>
                <a:lnTo>
                  <a:pt x="2994" y="134573"/>
                </a:lnTo>
                <a:lnTo>
                  <a:pt x="11159" y="146683"/>
                </a:lnTo>
                <a:lnTo>
                  <a:pt x="23269" y="154849"/>
                </a:lnTo>
                <a:lnTo>
                  <a:pt x="38100" y="157843"/>
                </a:lnTo>
                <a:lnTo>
                  <a:pt x="677167" y="157843"/>
                </a:lnTo>
                <a:lnTo>
                  <a:pt x="691998" y="154849"/>
                </a:lnTo>
                <a:lnTo>
                  <a:pt x="704108" y="146683"/>
                </a:lnTo>
                <a:lnTo>
                  <a:pt x="712273" y="134573"/>
                </a:lnTo>
                <a:lnTo>
                  <a:pt x="715267" y="119743"/>
                </a:lnTo>
                <a:lnTo>
                  <a:pt x="715267" y="38100"/>
                </a:lnTo>
                <a:lnTo>
                  <a:pt x="712273" y="23270"/>
                </a:lnTo>
                <a:lnTo>
                  <a:pt x="704108" y="11159"/>
                </a:lnTo>
                <a:lnTo>
                  <a:pt x="691998" y="2994"/>
                </a:lnTo>
                <a:lnTo>
                  <a:pt x="67716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7" name="object 77"/>
          <p:cNvSpPr/>
          <p:nvPr/>
        </p:nvSpPr>
        <p:spPr>
          <a:xfrm>
            <a:off x="4659709" y="3966028"/>
            <a:ext cx="357823" cy="79058"/>
          </a:xfrm>
          <a:custGeom>
            <a:avLst/>
            <a:gdLst/>
            <a:ahLst/>
            <a:cxnLst/>
            <a:rect l="l" t="t" r="r" b="b"/>
            <a:pathLst>
              <a:path w="715645" h="158115">
                <a:moveTo>
                  <a:pt x="677167" y="0"/>
                </a:moveTo>
                <a:lnTo>
                  <a:pt x="38100" y="0"/>
                </a:lnTo>
                <a:lnTo>
                  <a:pt x="23269" y="2994"/>
                </a:lnTo>
                <a:lnTo>
                  <a:pt x="11159" y="11159"/>
                </a:lnTo>
                <a:lnTo>
                  <a:pt x="2994" y="23270"/>
                </a:lnTo>
                <a:lnTo>
                  <a:pt x="0" y="38100"/>
                </a:lnTo>
                <a:lnTo>
                  <a:pt x="0" y="119743"/>
                </a:lnTo>
                <a:lnTo>
                  <a:pt x="2994" y="134573"/>
                </a:lnTo>
                <a:lnTo>
                  <a:pt x="11159" y="146684"/>
                </a:lnTo>
                <a:lnTo>
                  <a:pt x="23269" y="154849"/>
                </a:lnTo>
                <a:lnTo>
                  <a:pt x="38100" y="157843"/>
                </a:lnTo>
                <a:lnTo>
                  <a:pt x="677167" y="157843"/>
                </a:lnTo>
                <a:lnTo>
                  <a:pt x="691998" y="154849"/>
                </a:lnTo>
                <a:lnTo>
                  <a:pt x="704108" y="146684"/>
                </a:lnTo>
                <a:lnTo>
                  <a:pt x="712273" y="134573"/>
                </a:lnTo>
                <a:lnTo>
                  <a:pt x="715267" y="119743"/>
                </a:lnTo>
                <a:lnTo>
                  <a:pt x="715267" y="38100"/>
                </a:lnTo>
                <a:lnTo>
                  <a:pt x="712273" y="23270"/>
                </a:lnTo>
                <a:lnTo>
                  <a:pt x="704108" y="11159"/>
                </a:lnTo>
                <a:lnTo>
                  <a:pt x="691998" y="2994"/>
                </a:lnTo>
                <a:lnTo>
                  <a:pt x="67716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8" name="object 78"/>
          <p:cNvSpPr/>
          <p:nvPr/>
        </p:nvSpPr>
        <p:spPr>
          <a:xfrm>
            <a:off x="5209406" y="3696380"/>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9" name="object 79"/>
          <p:cNvSpPr/>
          <p:nvPr/>
        </p:nvSpPr>
        <p:spPr>
          <a:xfrm>
            <a:off x="5156423" y="3696380"/>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0" name="object 80"/>
          <p:cNvSpPr/>
          <p:nvPr/>
        </p:nvSpPr>
        <p:spPr>
          <a:xfrm>
            <a:off x="5209406" y="3775302"/>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1" name="object 81"/>
          <p:cNvSpPr/>
          <p:nvPr/>
        </p:nvSpPr>
        <p:spPr>
          <a:xfrm>
            <a:off x="5156423" y="3775302"/>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2" name="object 82"/>
          <p:cNvSpPr/>
          <p:nvPr/>
        </p:nvSpPr>
        <p:spPr>
          <a:xfrm>
            <a:off x="5209406" y="3854223"/>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3" name="object 83"/>
          <p:cNvSpPr/>
          <p:nvPr/>
        </p:nvSpPr>
        <p:spPr>
          <a:xfrm>
            <a:off x="5156423" y="3854223"/>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4" name="object 84"/>
          <p:cNvSpPr/>
          <p:nvPr/>
        </p:nvSpPr>
        <p:spPr>
          <a:xfrm>
            <a:off x="5209406" y="3933144"/>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5" name="object 85"/>
          <p:cNvSpPr/>
          <p:nvPr/>
        </p:nvSpPr>
        <p:spPr>
          <a:xfrm>
            <a:off x="5156423" y="3933144"/>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6" name="object 86"/>
          <p:cNvSpPr/>
          <p:nvPr/>
        </p:nvSpPr>
        <p:spPr>
          <a:xfrm>
            <a:off x="5209406" y="4012066"/>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7" name="object 87"/>
          <p:cNvSpPr/>
          <p:nvPr/>
        </p:nvSpPr>
        <p:spPr>
          <a:xfrm>
            <a:off x="5156423" y="4012066"/>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88" name="object 88"/>
          <p:cNvGrpSpPr/>
          <p:nvPr/>
        </p:nvGrpSpPr>
        <p:grpSpPr>
          <a:xfrm>
            <a:off x="5056453" y="3693902"/>
            <a:ext cx="40640" cy="328930"/>
            <a:chOff x="10112906" y="7387804"/>
            <a:chExt cx="81280" cy="657860"/>
          </a:xfrm>
        </p:grpSpPr>
        <p:sp>
          <p:nvSpPr>
            <p:cNvPr id="89" name="object 89"/>
            <p:cNvSpPr/>
            <p:nvPr/>
          </p:nvSpPr>
          <p:spPr>
            <a:xfrm>
              <a:off x="10112906" y="7721600"/>
              <a:ext cx="67945" cy="0"/>
            </a:xfrm>
            <a:custGeom>
              <a:avLst/>
              <a:gdLst/>
              <a:ahLst/>
              <a:cxnLst/>
              <a:rect l="l" t="t" r="r" b="b"/>
              <a:pathLst>
                <a:path w="67945">
                  <a:moveTo>
                    <a:pt x="67482"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0" name="object 90"/>
            <p:cNvSpPr/>
            <p:nvPr/>
          </p:nvSpPr>
          <p:spPr>
            <a:xfrm>
              <a:off x="10187341" y="7387804"/>
              <a:ext cx="635" cy="657860"/>
            </a:xfrm>
            <a:custGeom>
              <a:avLst/>
              <a:gdLst/>
              <a:ahLst/>
              <a:cxnLst/>
              <a:rect l="l" t="t" r="r" b="b"/>
              <a:pathLst>
                <a:path w="634" h="657859">
                  <a:moveTo>
                    <a:pt x="0" y="0"/>
                  </a:moveTo>
                  <a:lnTo>
                    <a:pt x="97" y="657678"/>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91" name="object 91"/>
          <p:cNvSpPr/>
          <p:nvPr/>
        </p:nvSpPr>
        <p:spPr>
          <a:xfrm>
            <a:off x="4659709" y="4114800"/>
            <a:ext cx="357823" cy="79058"/>
          </a:xfrm>
          <a:custGeom>
            <a:avLst/>
            <a:gdLst/>
            <a:ahLst/>
            <a:cxnLst/>
            <a:rect l="l" t="t" r="r" b="b"/>
            <a:pathLst>
              <a:path w="715645" h="158115">
                <a:moveTo>
                  <a:pt x="677167" y="0"/>
                </a:moveTo>
                <a:lnTo>
                  <a:pt x="38100" y="0"/>
                </a:lnTo>
                <a:lnTo>
                  <a:pt x="23269" y="2994"/>
                </a:lnTo>
                <a:lnTo>
                  <a:pt x="11159" y="11159"/>
                </a:lnTo>
                <a:lnTo>
                  <a:pt x="2994" y="23269"/>
                </a:lnTo>
                <a:lnTo>
                  <a:pt x="0" y="38100"/>
                </a:lnTo>
                <a:lnTo>
                  <a:pt x="0" y="119743"/>
                </a:lnTo>
                <a:lnTo>
                  <a:pt x="2994" y="134573"/>
                </a:lnTo>
                <a:lnTo>
                  <a:pt x="11159" y="146683"/>
                </a:lnTo>
                <a:lnTo>
                  <a:pt x="23269" y="154849"/>
                </a:lnTo>
                <a:lnTo>
                  <a:pt x="38100" y="157843"/>
                </a:lnTo>
                <a:lnTo>
                  <a:pt x="677167" y="157843"/>
                </a:lnTo>
                <a:lnTo>
                  <a:pt x="691998" y="154849"/>
                </a:lnTo>
                <a:lnTo>
                  <a:pt x="704108" y="146683"/>
                </a:lnTo>
                <a:lnTo>
                  <a:pt x="712273" y="134573"/>
                </a:lnTo>
                <a:lnTo>
                  <a:pt x="715267" y="119743"/>
                </a:lnTo>
                <a:lnTo>
                  <a:pt x="715267" y="38100"/>
                </a:lnTo>
                <a:lnTo>
                  <a:pt x="712273" y="23269"/>
                </a:lnTo>
                <a:lnTo>
                  <a:pt x="704108" y="11159"/>
                </a:lnTo>
                <a:lnTo>
                  <a:pt x="691998" y="2994"/>
                </a:lnTo>
                <a:lnTo>
                  <a:pt x="67716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2" name="object 92"/>
          <p:cNvSpPr/>
          <p:nvPr/>
        </p:nvSpPr>
        <p:spPr>
          <a:xfrm>
            <a:off x="4659709" y="4259489"/>
            <a:ext cx="357823" cy="79058"/>
          </a:xfrm>
          <a:custGeom>
            <a:avLst/>
            <a:gdLst/>
            <a:ahLst/>
            <a:cxnLst/>
            <a:rect l="l" t="t" r="r" b="b"/>
            <a:pathLst>
              <a:path w="715645" h="158115">
                <a:moveTo>
                  <a:pt x="677167" y="0"/>
                </a:moveTo>
                <a:lnTo>
                  <a:pt x="38100" y="0"/>
                </a:lnTo>
                <a:lnTo>
                  <a:pt x="23269" y="2994"/>
                </a:lnTo>
                <a:lnTo>
                  <a:pt x="11159" y="11159"/>
                </a:lnTo>
                <a:lnTo>
                  <a:pt x="2994" y="23270"/>
                </a:lnTo>
                <a:lnTo>
                  <a:pt x="0" y="38100"/>
                </a:lnTo>
                <a:lnTo>
                  <a:pt x="0" y="119743"/>
                </a:lnTo>
                <a:lnTo>
                  <a:pt x="2994" y="134573"/>
                </a:lnTo>
                <a:lnTo>
                  <a:pt x="11159" y="146683"/>
                </a:lnTo>
                <a:lnTo>
                  <a:pt x="23269" y="154849"/>
                </a:lnTo>
                <a:lnTo>
                  <a:pt x="38100" y="157843"/>
                </a:lnTo>
                <a:lnTo>
                  <a:pt x="677167" y="157843"/>
                </a:lnTo>
                <a:lnTo>
                  <a:pt x="691998" y="154849"/>
                </a:lnTo>
                <a:lnTo>
                  <a:pt x="704108" y="146683"/>
                </a:lnTo>
                <a:lnTo>
                  <a:pt x="712273" y="134573"/>
                </a:lnTo>
                <a:lnTo>
                  <a:pt x="715267" y="119743"/>
                </a:lnTo>
                <a:lnTo>
                  <a:pt x="715267" y="38100"/>
                </a:lnTo>
                <a:lnTo>
                  <a:pt x="712273" y="23270"/>
                </a:lnTo>
                <a:lnTo>
                  <a:pt x="704108" y="11159"/>
                </a:lnTo>
                <a:lnTo>
                  <a:pt x="691998" y="2994"/>
                </a:lnTo>
                <a:lnTo>
                  <a:pt x="67716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3" name="object 93"/>
          <p:cNvSpPr/>
          <p:nvPr/>
        </p:nvSpPr>
        <p:spPr>
          <a:xfrm>
            <a:off x="4659709" y="4404178"/>
            <a:ext cx="357823" cy="79058"/>
          </a:xfrm>
          <a:custGeom>
            <a:avLst/>
            <a:gdLst/>
            <a:ahLst/>
            <a:cxnLst/>
            <a:rect l="l" t="t" r="r" b="b"/>
            <a:pathLst>
              <a:path w="715645" h="158115">
                <a:moveTo>
                  <a:pt x="677167" y="0"/>
                </a:moveTo>
                <a:lnTo>
                  <a:pt x="38100" y="0"/>
                </a:lnTo>
                <a:lnTo>
                  <a:pt x="23269" y="2994"/>
                </a:lnTo>
                <a:lnTo>
                  <a:pt x="11159" y="11159"/>
                </a:lnTo>
                <a:lnTo>
                  <a:pt x="2994" y="23270"/>
                </a:lnTo>
                <a:lnTo>
                  <a:pt x="0" y="38100"/>
                </a:lnTo>
                <a:lnTo>
                  <a:pt x="0" y="119743"/>
                </a:lnTo>
                <a:lnTo>
                  <a:pt x="2994" y="134573"/>
                </a:lnTo>
                <a:lnTo>
                  <a:pt x="11159" y="146684"/>
                </a:lnTo>
                <a:lnTo>
                  <a:pt x="23269" y="154849"/>
                </a:lnTo>
                <a:lnTo>
                  <a:pt x="38100" y="157843"/>
                </a:lnTo>
                <a:lnTo>
                  <a:pt x="677167" y="157843"/>
                </a:lnTo>
                <a:lnTo>
                  <a:pt x="691998" y="154849"/>
                </a:lnTo>
                <a:lnTo>
                  <a:pt x="704108" y="146684"/>
                </a:lnTo>
                <a:lnTo>
                  <a:pt x="712273" y="134573"/>
                </a:lnTo>
                <a:lnTo>
                  <a:pt x="715267" y="119743"/>
                </a:lnTo>
                <a:lnTo>
                  <a:pt x="715267" y="38100"/>
                </a:lnTo>
                <a:lnTo>
                  <a:pt x="712273" y="23270"/>
                </a:lnTo>
                <a:lnTo>
                  <a:pt x="704108" y="11159"/>
                </a:lnTo>
                <a:lnTo>
                  <a:pt x="691998" y="2994"/>
                </a:lnTo>
                <a:lnTo>
                  <a:pt x="67716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4" name="object 94"/>
          <p:cNvSpPr/>
          <p:nvPr/>
        </p:nvSpPr>
        <p:spPr>
          <a:xfrm>
            <a:off x="5209406" y="4134530"/>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5" name="object 95"/>
          <p:cNvSpPr/>
          <p:nvPr/>
        </p:nvSpPr>
        <p:spPr>
          <a:xfrm>
            <a:off x="5156423" y="4134530"/>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6" name="object 96"/>
          <p:cNvSpPr/>
          <p:nvPr/>
        </p:nvSpPr>
        <p:spPr>
          <a:xfrm>
            <a:off x="5209406" y="4213452"/>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7" name="object 97"/>
          <p:cNvSpPr/>
          <p:nvPr/>
        </p:nvSpPr>
        <p:spPr>
          <a:xfrm>
            <a:off x="5156423" y="4213452"/>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8" name="object 98"/>
          <p:cNvSpPr/>
          <p:nvPr/>
        </p:nvSpPr>
        <p:spPr>
          <a:xfrm>
            <a:off x="5209406" y="4292373"/>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9" name="object 99"/>
          <p:cNvSpPr/>
          <p:nvPr/>
        </p:nvSpPr>
        <p:spPr>
          <a:xfrm>
            <a:off x="5156423" y="4292373"/>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0" name="object 100"/>
          <p:cNvSpPr/>
          <p:nvPr/>
        </p:nvSpPr>
        <p:spPr>
          <a:xfrm>
            <a:off x="5209406" y="4371294"/>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1" name="object 101"/>
          <p:cNvSpPr/>
          <p:nvPr/>
        </p:nvSpPr>
        <p:spPr>
          <a:xfrm>
            <a:off x="5156423" y="4371294"/>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2" name="object 102"/>
          <p:cNvSpPr/>
          <p:nvPr/>
        </p:nvSpPr>
        <p:spPr>
          <a:xfrm>
            <a:off x="5209406" y="4450216"/>
            <a:ext cx="397510" cy="0"/>
          </a:xfrm>
          <a:custGeom>
            <a:avLst/>
            <a:gdLst/>
            <a:ahLst/>
            <a:cxnLst/>
            <a:rect l="l" t="t" r="r" b="b"/>
            <a:pathLst>
              <a:path w="795020">
                <a:moveTo>
                  <a:pt x="0" y="0"/>
                </a:moveTo>
                <a:lnTo>
                  <a:pt x="794742"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3" name="object 103"/>
          <p:cNvSpPr/>
          <p:nvPr/>
        </p:nvSpPr>
        <p:spPr>
          <a:xfrm>
            <a:off x="5156423" y="4450216"/>
            <a:ext cx="13335" cy="0"/>
          </a:xfrm>
          <a:custGeom>
            <a:avLst/>
            <a:gdLst/>
            <a:ahLst/>
            <a:cxnLst/>
            <a:rect l="l" t="t" r="r" b="b"/>
            <a:pathLst>
              <a:path w="26670">
                <a:moveTo>
                  <a:pt x="0" y="0"/>
                </a:moveTo>
                <a:lnTo>
                  <a:pt x="264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104" name="object 104"/>
          <p:cNvGrpSpPr/>
          <p:nvPr/>
        </p:nvGrpSpPr>
        <p:grpSpPr>
          <a:xfrm>
            <a:off x="5056453" y="4132052"/>
            <a:ext cx="40640" cy="328930"/>
            <a:chOff x="10112906" y="8264104"/>
            <a:chExt cx="81280" cy="657860"/>
          </a:xfrm>
        </p:grpSpPr>
        <p:sp>
          <p:nvSpPr>
            <p:cNvPr id="105" name="object 105"/>
            <p:cNvSpPr/>
            <p:nvPr/>
          </p:nvSpPr>
          <p:spPr>
            <a:xfrm>
              <a:off x="10112906" y="8597900"/>
              <a:ext cx="67945" cy="0"/>
            </a:xfrm>
            <a:custGeom>
              <a:avLst/>
              <a:gdLst/>
              <a:ahLst/>
              <a:cxnLst/>
              <a:rect l="l" t="t" r="r" b="b"/>
              <a:pathLst>
                <a:path w="67945">
                  <a:moveTo>
                    <a:pt x="67482"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6" name="object 106"/>
            <p:cNvSpPr/>
            <p:nvPr/>
          </p:nvSpPr>
          <p:spPr>
            <a:xfrm>
              <a:off x="10187341" y="8264104"/>
              <a:ext cx="635" cy="657860"/>
            </a:xfrm>
            <a:custGeom>
              <a:avLst/>
              <a:gdLst/>
              <a:ahLst/>
              <a:cxnLst/>
              <a:rect l="l" t="t" r="r" b="b"/>
              <a:pathLst>
                <a:path w="634" h="657859">
                  <a:moveTo>
                    <a:pt x="0" y="0"/>
                  </a:moveTo>
                  <a:lnTo>
                    <a:pt x="97" y="657678"/>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07" name="object 107"/>
          <p:cNvSpPr/>
          <p:nvPr/>
        </p:nvSpPr>
        <p:spPr>
          <a:xfrm>
            <a:off x="5657850" y="2178050"/>
            <a:ext cx="139700" cy="2127250"/>
          </a:xfrm>
          <a:custGeom>
            <a:avLst/>
            <a:gdLst/>
            <a:ahLst/>
            <a:cxnLst/>
            <a:rect l="l" t="t" r="r" b="b"/>
            <a:pathLst>
              <a:path w="279400" h="4254500">
                <a:moveTo>
                  <a:pt x="25400" y="0"/>
                </a:moveTo>
                <a:lnTo>
                  <a:pt x="0" y="0"/>
                </a:lnTo>
                <a:lnTo>
                  <a:pt x="0" y="177800"/>
                </a:lnTo>
                <a:lnTo>
                  <a:pt x="25400" y="177800"/>
                </a:lnTo>
                <a:lnTo>
                  <a:pt x="25396" y="102095"/>
                </a:lnTo>
                <a:lnTo>
                  <a:pt x="72418" y="113087"/>
                </a:lnTo>
                <a:lnTo>
                  <a:pt x="112968" y="136797"/>
                </a:lnTo>
                <a:lnTo>
                  <a:pt x="144777" y="170962"/>
                </a:lnTo>
                <a:lnTo>
                  <a:pt x="165576" y="213320"/>
                </a:lnTo>
                <a:lnTo>
                  <a:pt x="173094" y="261607"/>
                </a:lnTo>
                <a:lnTo>
                  <a:pt x="177327" y="2009984"/>
                </a:lnTo>
                <a:lnTo>
                  <a:pt x="181693" y="2044308"/>
                </a:lnTo>
                <a:lnTo>
                  <a:pt x="194123" y="2076059"/>
                </a:lnTo>
                <a:lnTo>
                  <a:pt x="213871" y="2103855"/>
                </a:lnTo>
                <a:lnTo>
                  <a:pt x="240190" y="2126316"/>
                </a:lnTo>
                <a:lnTo>
                  <a:pt x="243204" y="2128291"/>
                </a:lnTo>
                <a:lnTo>
                  <a:pt x="216230" y="2150157"/>
                </a:lnTo>
                <a:lnTo>
                  <a:pt x="195911" y="2177263"/>
                </a:lnTo>
                <a:lnTo>
                  <a:pt x="182718" y="2208435"/>
                </a:lnTo>
                <a:lnTo>
                  <a:pt x="177397" y="2242325"/>
                </a:lnTo>
                <a:lnTo>
                  <a:pt x="173094" y="3992892"/>
                </a:lnTo>
                <a:lnTo>
                  <a:pt x="165576" y="4041178"/>
                </a:lnTo>
                <a:lnTo>
                  <a:pt x="144777" y="4083537"/>
                </a:lnTo>
                <a:lnTo>
                  <a:pt x="112968" y="4117703"/>
                </a:lnTo>
                <a:lnTo>
                  <a:pt x="72418" y="4141413"/>
                </a:lnTo>
                <a:lnTo>
                  <a:pt x="25396" y="4152404"/>
                </a:lnTo>
                <a:lnTo>
                  <a:pt x="25400" y="4076700"/>
                </a:lnTo>
                <a:lnTo>
                  <a:pt x="0" y="4076700"/>
                </a:lnTo>
                <a:lnTo>
                  <a:pt x="0" y="4254500"/>
                </a:lnTo>
                <a:lnTo>
                  <a:pt x="25400" y="4254500"/>
                </a:lnTo>
                <a:lnTo>
                  <a:pt x="25397" y="4177873"/>
                </a:lnTo>
                <a:lnTo>
                  <a:pt x="71716" y="4168730"/>
                </a:lnTo>
                <a:lnTo>
                  <a:pt x="113119" y="4148851"/>
                </a:lnTo>
                <a:lnTo>
                  <a:pt x="148051" y="4119784"/>
                </a:lnTo>
                <a:lnTo>
                  <a:pt x="174960" y="4083079"/>
                </a:lnTo>
                <a:lnTo>
                  <a:pt x="192292" y="4040286"/>
                </a:lnTo>
                <a:lnTo>
                  <a:pt x="198494" y="3992954"/>
                </a:lnTo>
                <a:lnTo>
                  <a:pt x="202723" y="2246616"/>
                </a:lnTo>
                <a:lnTo>
                  <a:pt x="206465" y="2217873"/>
                </a:lnTo>
                <a:lnTo>
                  <a:pt x="217105" y="2191385"/>
                </a:lnTo>
                <a:lnTo>
                  <a:pt x="233972" y="2168358"/>
                </a:lnTo>
                <a:lnTo>
                  <a:pt x="256399" y="2149994"/>
                </a:lnTo>
                <a:lnTo>
                  <a:pt x="273436" y="2139335"/>
                </a:lnTo>
                <a:lnTo>
                  <a:pt x="277870" y="2134641"/>
                </a:lnTo>
                <a:lnTo>
                  <a:pt x="279399" y="2128716"/>
                </a:lnTo>
                <a:lnTo>
                  <a:pt x="278008" y="2122758"/>
                </a:lnTo>
                <a:lnTo>
                  <a:pt x="273684" y="2117962"/>
                </a:lnTo>
                <a:lnTo>
                  <a:pt x="254161" y="2105103"/>
                </a:lnTo>
                <a:lnTo>
                  <a:pt x="232627" y="2086726"/>
                </a:lnTo>
                <a:lnTo>
                  <a:pt x="216469" y="2063983"/>
                </a:lnTo>
                <a:lnTo>
                  <a:pt x="206299" y="2038005"/>
                </a:lnTo>
                <a:lnTo>
                  <a:pt x="202727" y="2009922"/>
                </a:lnTo>
                <a:lnTo>
                  <a:pt x="198494" y="261543"/>
                </a:lnTo>
                <a:lnTo>
                  <a:pt x="192292" y="214211"/>
                </a:lnTo>
                <a:lnTo>
                  <a:pt x="174960" y="171419"/>
                </a:lnTo>
                <a:lnTo>
                  <a:pt x="148051" y="134716"/>
                </a:lnTo>
                <a:lnTo>
                  <a:pt x="113119" y="105651"/>
                </a:lnTo>
                <a:lnTo>
                  <a:pt x="71716" y="85773"/>
                </a:lnTo>
                <a:lnTo>
                  <a:pt x="25397" y="76631"/>
                </a:lnTo>
                <a:lnTo>
                  <a:pt x="25400" y="0"/>
                </a:lnTo>
                <a:close/>
              </a:path>
            </a:pathLst>
          </a:custGeom>
          <a:solidFill>
            <a:srgbClr val="7F62A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108" name="object 108"/>
          <p:cNvGrpSpPr/>
          <p:nvPr/>
        </p:nvGrpSpPr>
        <p:grpSpPr>
          <a:xfrm>
            <a:off x="3409950" y="1966684"/>
            <a:ext cx="1226503" cy="2480310"/>
            <a:chOff x="6819900" y="3933367"/>
            <a:chExt cx="2453005" cy="4960620"/>
          </a:xfrm>
        </p:grpSpPr>
        <p:sp>
          <p:nvSpPr>
            <p:cNvPr id="109" name="object 109"/>
            <p:cNvSpPr/>
            <p:nvPr/>
          </p:nvSpPr>
          <p:spPr>
            <a:xfrm>
              <a:off x="7835900" y="4018648"/>
              <a:ext cx="980440" cy="421005"/>
            </a:xfrm>
            <a:custGeom>
              <a:avLst/>
              <a:gdLst/>
              <a:ahLst/>
              <a:cxnLst/>
              <a:rect l="l" t="t" r="r" b="b"/>
              <a:pathLst>
                <a:path w="980440" h="421004">
                  <a:moveTo>
                    <a:pt x="38100" y="0"/>
                  </a:moveTo>
                  <a:lnTo>
                    <a:pt x="942082" y="0"/>
                  </a:lnTo>
                  <a:lnTo>
                    <a:pt x="956912" y="2994"/>
                  </a:lnTo>
                  <a:lnTo>
                    <a:pt x="969022" y="11159"/>
                  </a:lnTo>
                  <a:lnTo>
                    <a:pt x="977187" y="23269"/>
                  </a:lnTo>
                  <a:lnTo>
                    <a:pt x="980182" y="38100"/>
                  </a:lnTo>
                  <a:lnTo>
                    <a:pt x="980182" y="382814"/>
                  </a:lnTo>
                  <a:lnTo>
                    <a:pt x="977187" y="397644"/>
                  </a:lnTo>
                  <a:lnTo>
                    <a:pt x="969022" y="409755"/>
                  </a:lnTo>
                  <a:lnTo>
                    <a:pt x="956912" y="417920"/>
                  </a:lnTo>
                  <a:lnTo>
                    <a:pt x="942082" y="420914"/>
                  </a:lnTo>
                  <a:lnTo>
                    <a:pt x="38100" y="420914"/>
                  </a:lnTo>
                  <a:lnTo>
                    <a:pt x="23269" y="417920"/>
                  </a:lnTo>
                  <a:lnTo>
                    <a:pt x="11159" y="409755"/>
                  </a:lnTo>
                  <a:lnTo>
                    <a:pt x="2994" y="397644"/>
                  </a:lnTo>
                  <a:lnTo>
                    <a:pt x="0" y="382814"/>
                  </a:lnTo>
                  <a:lnTo>
                    <a:pt x="0" y="38100"/>
                  </a:lnTo>
                  <a:lnTo>
                    <a:pt x="2994" y="23269"/>
                  </a:lnTo>
                  <a:lnTo>
                    <a:pt x="11159" y="11159"/>
                  </a:lnTo>
                  <a:lnTo>
                    <a:pt x="23269" y="2994"/>
                  </a:lnTo>
                  <a:lnTo>
                    <a:pt x="38100" y="0"/>
                  </a:lnTo>
                  <a:close/>
                </a:path>
              </a:pathLst>
            </a:custGeom>
            <a:ln w="25399">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0" name="object 110"/>
            <p:cNvSpPr/>
            <p:nvPr/>
          </p:nvSpPr>
          <p:spPr>
            <a:xfrm>
              <a:off x="8816082" y="3939717"/>
              <a:ext cx="450850" cy="289560"/>
            </a:xfrm>
            <a:custGeom>
              <a:avLst/>
              <a:gdLst/>
              <a:ahLst/>
              <a:cxnLst/>
              <a:rect l="l" t="t" r="r" b="b"/>
              <a:pathLst>
                <a:path w="450850" h="289560">
                  <a:moveTo>
                    <a:pt x="450353" y="0"/>
                  </a:moveTo>
                  <a:lnTo>
                    <a:pt x="230861" y="0"/>
                  </a:lnTo>
                  <a:lnTo>
                    <a:pt x="230861" y="289378"/>
                  </a:lnTo>
                  <a:lnTo>
                    <a:pt x="0" y="289378"/>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1" name="object 111"/>
            <p:cNvSpPr/>
            <p:nvPr/>
          </p:nvSpPr>
          <p:spPr>
            <a:xfrm>
              <a:off x="9046942" y="4229099"/>
              <a:ext cx="219710" cy="289560"/>
            </a:xfrm>
            <a:custGeom>
              <a:avLst/>
              <a:gdLst/>
              <a:ahLst/>
              <a:cxnLst/>
              <a:rect l="l" t="t" r="r" b="b"/>
              <a:pathLst>
                <a:path w="219709" h="289560">
                  <a:moveTo>
                    <a:pt x="0" y="0"/>
                  </a:moveTo>
                  <a:lnTo>
                    <a:pt x="0" y="18086"/>
                  </a:lnTo>
                  <a:lnTo>
                    <a:pt x="0" y="72344"/>
                  </a:lnTo>
                  <a:lnTo>
                    <a:pt x="0" y="162775"/>
                  </a:lnTo>
                  <a:lnTo>
                    <a:pt x="0" y="289378"/>
                  </a:lnTo>
                  <a:lnTo>
                    <a:pt x="96028" y="289378"/>
                  </a:lnTo>
                  <a:lnTo>
                    <a:pt x="164619" y="289378"/>
                  </a:lnTo>
                  <a:lnTo>
                    <a:pt x="205774" y="289378"/>
                  </a:lnTo>
                  <a:lnTo>
                    <a:pt x="219492" y="289378"/>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2" name="object 112"/>
            <p:cNvSpPr/>
            <p:nvPr/>
          </p:nvSpPr>
          <p:spPr>
            <a:xfrm>
              <a:off x="9053250" y="4229096"/>
              <a:ext cx="213360" cy="0"/>
            </a:xfrm>
            <a:custGeom>
              <a:avLst/>
              <a:gdLst/>
              <a:ahLst/>
              <a:cxnLst/>
              <a:rect l="l" t="t" r="r" b="b"/>
              <a:pathLst>
                <a:path w="213359">
                  <a:moveTo>
                    <a:pt x="213184"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3" name="object 113"/>
            <p:cNvSpPr/>
            <p:nvPr/>
          </p:nvSpPr>
          <p:spPr>
            <a:xfrm>
              <a:off x="7835900" y="4894948"/>
              <a:ext cx="980440" cy="421005"/>
            </a:xfrm>
            <a:custGeom>
              <a:avLst/>
              <a:gdLst/>
              <a:ahLst/>
              <a:cxnLst/>
              <a:rect l="l" t="t" r="r" b="b"/>
              <a:pathLst>
                <a:path w="980440" h="421004">
                  <a:moveTo>
                    <a:pt x="38100" y="0"/>
                  </a:moveTo>
                  <a:lnTo>
                    <a:pt x="942082" y="0"/>
                  </a:lnTo>
                  <a:lnTo>
                    <a:pt x="956912" y="2994"/>
                  </a:lnTo>
                  <a:lnTo>
                    <a:pt x="969022" y="11159"/>
                  </a:lnTo>
                  <a:lnTo>
                    <a:pt x="977187" y="23269"/>
                  </a:lnTo>
                  <a:lnTo>
                    <a:pt x="980182" y="38100"/>
                  </a:lnTo>
                  <a:lnTo>
                    <a:pt x="980182" y="382814"/>
                  </a:lnTo>
                  <a:lnTo>
                    <a:pt x="977187" y="397644"/>
                  </a:lnTo>
                  <a:lnTo>
                    <a:pt x="969022" y="409755"/>
                  </a:lnTo>
                  <a:lnTo>
                    <a:pt x="956912" y="417920"/>
                  </a:lnTo>
                  <a:lnTo>
                    <a:pt x="942082" y="420914"/>
                  </a:lnTo>
                  <a:lnTo>
                    <a:pt x="38100" y="420914"/>
                  </a:lnTo>
                  <a:lnTo>
                    <a:pt x="23269" y="417920"/>
                  </a:lnTo>
                  <a:lnTo>
                    <a:pt x="11159" y="409755"/>
                  </a:lnTo>
                  <a:lnTo>
                    <a:pt x="2994" y="397644"/>
                  </a:lnTo>
                  <a:lnTo>
                    <a:pt x="0" y="382814"/>
                  </a:lnTo>
                  <a:lnTo>
                    <a:pt x="0" y="38100"/>
                  </a:lnTo>
                  <a:lnTo>
                    <a:pt x="2994" y="23269"/>
                  </a:lnTo>
                  <a:lnTo>
                    <a:pt x="11159" y="11159"/>
                  </a:lnTo>
                  <a:lnTo>
                    <a:pt x="23269" y="2994"/>
                  </a:lnTo>
                  <a:lnTo>
                    <a:pt x="38100" y="0"/>
                  </a:lnTo>
                  <a:close/>
                </a:path>
              </a:pathLst>
            </a:custGeom>
            <a:ln w="25399">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4" name="object 114"/>
            <p:cNvSpPr/>
            <p:nvPr/>
          </p:nvSpPr>
          <p:spPr>
            <a:xfrm>
              <a:off x="8816082" y="4816017"/>
              <a:ext cx="450850" cy="289560"/>
            </a:xfrm>
            <a:custGeom>
              <a:avLst/>
              <a:gdLst/>
              <a:ahLst/>
              <a:cxnLst/>
              <a:rect l="l" t="t" r="r" b="b"/>
              <a:pathLst>
                <a:path w="450850" h="289560">
                  <a:moveTo>
                    <a:pt x="450353" y="0"/>
                  </a:moveTo>
                  <a:lnTo>
                    <a:pt x="230861" y="0"/>
                  </a:lnTo>
                  <a:lnTo>
                    <a:pt x="230861" y="289378"/>
                  </a:lnTo>
                  <a:lnTo>
                    <a:pt x="0" y="289378"/>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5" name="object 115"/>
            <p:cNvSpPr/>
            <p:nvPr/>
          </p:nvSpPr>
          <p:spPr>
            <a:xfrm>
              <a:off x="9046942" y="5105399"/>
              <a:ext cx="219710" cy="289560"/>
            </a:xfrm>
            <a:custGeom>
              <a:avLst/>
              <a:gdLst/>
              <a:ahLst/>
              <a:cxnLst/>
              <a:rect l="l" t="t" r="r" b="b"/>
              <a:pathLst>
                <a:path w="219709" h="289560">
                  <a:moveTo>
                    <a:pt x="0" y="0"/>
                  </a:moveTo>
                  <a:lnTo>
                    <a:pt x="0" y="18086"/>
                  </a:lnTo>
                  <a:lnTo>
                    <a:pt x="0" y="72344"/>
                  </a:lnTo>
                  <a:lnTo>
                    <a:pt x="0" y="162775"/>
                  </a:lnTo>
                  <a:lnTo>
                    <a:pt x="0" y="289378"/>
                  </a:lnTo>
                  <a:lnTo>
                    <a:pt x="96028" y="289378"/>
                  </a:lnTo>
                  <a:lnTo>
                    <a:pt x="164619" y="289378"/>
                  </a:lnTo>
                  <a:lnTo>
                    <a:pt x="205774" y="289378"/>
                  </a:lnTo>
                  <a:lnTo>
                    <a:pt x="219492" y="289378"/>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6" name="object 116"/>
            <p:cNvSpPr/>
            <p:nvPr/>
          </p:nvSpPr>
          <p:spPr>
            <a:xfrm>
              <a:off x="9053250" y="5105396"/>
              <a:ext cx="213360" cy="0"/>
            </a:xfrm>
            <a:custGeom>
              <a:avLst/>
              <a:gdLst/>
              <a:ahLst/>
              <a:cxnLst/>
              <a:rect l="l" t="t" r="r" b="b"/>
              <a:pathLst>
                <a:path w="213359">
                  <a:moveTo>
                    <a:pt x="213184"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7" name="object 117"/>
            <p:cNvSpPr/>
            <p:nvPr/>
          </p:nvSpPr>
          <p:spPr>
            <a:xfrm>
              <a:off x="7835900" y="5771243"/>
              <a:ext cx="980440" cy="421005"/>
            </a:xfrm>
            <a:custGeom>
              <a:avLst/>
              <a:gdLst/>
              <a:ahLst/>
              <a:cxnLst/>
              <a:rect l="l" t="t" r="r" b="b"/>
              <a:pathLst>
                <a:path w="980440" h="421004">
                  <a:moveTo>
                    <a:pt x="38100" y="0"/>
                  </a:moveTo>
                  <a:lnTo>
                    <a:pt x="942082" y="0"/>
                  </a:lnTo>
                  <a:lnTo>
                    <a:pt x="956912" y="2994"/>
                  </a:lnTo>
                  <a:lnTo>
                    <a:pt x="969022" y="11159"/>
                  </a:lnTo>
                  <a:lnTo>
                    <a:pt x="977187" y="23269"/>
                  </a:lnTo>
                  <a:lnTo>
                    <a:pt x="980182" y="38100"/>
                  </a:lnTo>
                  <a:lnTo>
                    <a:pt x="980182" y="382814"/>
                  </a:lnTo>
                  <a:lnTo>
                    <a:pt x="977187" y="397644"/>
                  </a:lnTo>
                  <a:lnTo>
                    <a:pt x="969022" y="409755"/>
                  </a:lnTo>
                  <a:lnTo>
                    <a:pt x="956912" y="417920"/>
                  </a:lnTo>
                  <a:lnTo>
                    <a:pt x="942082" y="420914"/>
                  </a:lnTo>
                  <a:lnTo>
                    <a:pt x="38100" y="420914"/>
                  </a:lnTo>
                  <a:lnTo>
                    <a:pt x="23269" y="417920"/>
                  </a:lnTo>
                  <a:lnTo>
                    <a:pt x="11159" y="409755"/>
                  </a:lnTo>
                  <a:lnTo>
                    <a:pt x="2994" y="397644"/>
                  </a:lnTo>
                  <a:lnTo>
                    <a:pt x="0" y="382814"/>
                  </a:lnTo>
                  <a:lnTo>
                    <a:pt x="0" y="38100"/>
                  </a:lnTo>
                  <a:lnTo>
                    <a:pt x="2994" y="23269"/>
                  </a:lnTo>
                  <a:lnTo>
                    <a:pt x="11159" y="11159"/>
                  </a:lnTo>
                  <a:lnTo>
                    <a:pt x="23269" y="2994"/>
                  </a:lnTo>
                  <a:lnTo>
                    <a:pt x="38100" y="0"/>
                  </a:lnTo>
                  <a:close/>
                </a:path>
              </a:pathLst>
            </a:custGeom>
            <a:ln w="25399">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8" name="object 118"/>
            <p:cNvSpPr/>
            <p:nvPr/>
          </p:nvSpPr>
          <p:spPr>
            <a:xfrm>
              <a:off x="8816082" y="5692321"/>
              <a:ext cx="450850" cy="289560"/>
            </a:xfrm>
            <a:custGeom>
              <a:avLst/>
              <a:gdLst/>
              <a:ahLst/>
              <a:cxnLst/>
              <a:rect l="l" t="t" r="r" b="b"/>
              <a:pathLst>
                <a:path w="450850" h="289560">
                  <a:moveTo>
                    <a:pt x="450353" y="0"/>
                  </a:moveTo>
                  <a:lnTo>
                    <a:pt x="230861" y="0"/>
                  </a:lnTo>
                  <a:lnTo>
                    <a:pt x="230861" y="289378"/>
                  </a:lnTo>
                  <a:lnTo>
                    <a:pt x="0" y="289378"/>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9" name="object 119"/>
            <p:cNvSpPr/>
            <p:nvPr/>
          </p:nvSpPr>
          <p:spPr>
            <a:xfrm>
              <a:off x="9046942" y="5981699"/>
              <a:ext cx="219710" cy="289560"/>
            </a:xfrm>
            <a:custGeom>
              <a:avLst/>
              <a:gdLst/>
              <a:ahLst/>
              <a:cxnLst/>
              <a:rect l="l" t="t" r="r" b="b"/>
              <a:pathLst>
                <a:path w="219709" h="289560">
                  <a:moveTo>
                    <a:pt x="0" y="0"/>
                  </a:moveTo>
                  <a:lnTo>
                    <a:pt x="0" y="18086"/>
                  </a:lnTo>
                  <a:lnTo>
                    <a:pt x="0" y="72344"/>
                  </a:lnTo>
                  <a:lnTo>
                    <a:pt x="0" y="162775"/>
                  </a:lnTo>
                  <a:lnTo>
                    <a:pt x="0" y="289378"/>
                  </a:lnTo>
                  <a:lnTo>
                    <a:pt x="96028" y="289378"/>
                  </a:lnTo>
                  <a:lnTo>
                    <a:pt x="164619" y="289378"/>
                  </a:lnTo>
                  <a:lnTo>
                    <a:pt x="205774" y="289378"/>
                  </a:lnTo>
                  <a:lnTo>
                    <a:pt x="219492" y="289378"/>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0" name="object 120"/>
            <p:cNvSpPr/>
            <p:nvPr/>
          </p:nvSpPr>
          <p:spPr>
            <a:xfrm>
              <a:off x="9053250" y="5981700"/>
              <a:ext cx="213360" cy="0"/>
            </a:xfrm>
            <a:custGeom>
              <a:avLst/>
              <a:gdLst/>
              <a:ahLst/>
              <a:cxnLst/>
              <a:rect l="l" t="t" r="r" b="b"/>
              <a:pathLst>
                <a:path w="213359">
                  <a:moveTo>
                    <a:pt x="213184"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1" name="object 121"/>
            <p:cNvSpPr/>
            <p:nvPr/>
          </p:nvSpPr>
          <p:spPr>
            <a:xfrm>
              <a:off x="7385050" y="4222749"/>
              <a:ext cx="457200" cy="2235200"/>
            </a:xfrm>
            <a:custGeom>
              <a:avLst/>
              <a:gdLst/>
              <a:ahLst/>
              <a:cxnLst/>
              <a:rect l="l" t="t" r="r" b="b"/>
              <a:pathLst>
                <a:path w="457200" h="2235200">
                  <a:moveTo>
                    <a:pt x="454356" y="0"/>
                  </a:moveTo>
                  <a:lnTo>
                    <a:pt x="230703" y="0"/>
                  </a:lnTo>
                  <a:lnTo>
                    <a:pt x="227860" y="2844"/>
                  </a:lnTo>
                  <a:lnTo>
                    <a:pt x="227850" y="2171700"/>
                  </a:lnTo>
                  <a:lnTo>
                    <a:pt x="12687" y="2171700"/>
                  </a:lnTo>
                  <a:lnTo>
                    <a:pt x="12700" y="2123743"/>
                  </a:lnTo>
                  <a:lnTo>
                    <a:pt x="9856" y="2120900"/>
                  </a:lnTo>
                  <a:lnTo>
                    <a:pt x="2843" y="2120900"/>
                  </a:lnTo>
                  <a:lnTo>
                    <a:pt x="0" y="2123743"/>
                  </a:lnTo>
                  <a:lnTo>
                    <a:pt x="0" y="2178050"/>
                  </a:lnTo>
                  <a:lnTo>
                    <a:pt x="0" y="2232356"/>
                  </a:lnTo>
                  <a:lnTo>
                    <a:pt x="2843" y="2235200"/>
                  </a:lnTo>
                  <a:lnTo>
                    <a:pt x="9856" y="2235200"/>
                  </a:lnTo>
                  <a:lnTo>
                    <a:pt x="12700" y="2232356"/>
                  </a:lnTo>
                  <a:lnTo>
                    <a:pt x="12700" y="2184400"/>
                  </a:lnTo>
                  <a:lnTo>
                    <a:pt x="237717" y="2184400"/>
                  </a:lnTo>
                  <a:lnTo>
                    <a:pt x="240560" y="2181556"/>
                  </a:lnTo>
                  <a:lnTo>
                    <a:pt x="240550" y="12700"/>
                  </a:lnTo>
                  <a:lnTo>
                    <a:pt x="453967" y="12700"/>
                  </a:lnTo>
                  <a:lnTo>
                    <a:pt x="456559" y="10452"/>
                  </a:lnTo>
                  <a:lnTo>
                    <a:pt x="457200" y="6350"/>
                  </a:lnTo>
                  <a:lnTo>
                    <a:pt x="457200" y="2844"/>
                  </a:lnTo>
                  <a:lnTo>
                    <a:pt x="454356"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2" name="object 122"/>
            <p:cNvSpPr/>
            <p:nvPr/>
          </p:nvSpPr>
          <p:spPr>
            <a:xfrm>
              <a:off x="7835900" y="6634843"/>
              <a:ext cx="980440" cy="421005"/>
            </a:xfrm>
            <a:custGeom>
              <a:avLst/>
              <a:gdLst/>
              <a:ahLst/>
              <a:cxnLst/>
              <a:rect l="l" t="t" r="r" b="b"/>
              <a:pathLst>
                <a:path w="980440" h="421004">
                  <a:moveTo>
                    <a:pt x="38100" y="0"/>
                  </a:moveTo>
                  <a:lnTo>
                    <a:pt x="942082" y="0"/>
                  </a:lnTo>
                  <a:lnTo>
                    <a:pt x="956912" y="2994"/>
                  </a:lnTo>
                  <a:lnTo>
                    <a:pt x="969022" y="11159"/>
                  </a:lnTo>
                  <a:lnTo>
                    <a:pt x="977187" y="23269"/>
                  </a:lnTo>
                  <a:lnTo>
                    <a:pt x="980182" y="38100"/>
                  </a:lnTo>
                  <a:lnTo>
                    <a:pt x="980182" y="382814"/>
                  </a:lnTo>
                  <a:lnTo>
                    <a:pt x="977187" y="397644"/>
                  </a:lnTo>
                  <a:lnTo>
                    <a:pt x="969022" y="409755"/>
                  </a:lnTo>
                  <a:lnTo>
                    <a:pt x="956912" y="417920"/>
                  </a:lnTo>
                  <a:lnTo>
                    <a:pt x="942082" y="420914"/>
                  </a:lnTo>
                  <a:lnTo>
                    <a:pt x="38100" y="420914"/>
                  </a:lnTo>
                  <a:lnTo>
                    <a:pt x="23269" y="417920"/>
                  </a:lnTo>
                  <a:lnTo>
                    <a:pt x="11159" y="409755"/>
                  </a:lnTo>
                  <a:lnTo>
                    <a:pt x="2994" y="397644"/>
                  </a:lnTo>
                  <a:lnTo>
                    <a:pt x="0" y="382814"/>
                  </a:lnTo>
                  <a:lnTo>
                    <a:pt x="0" y="38100"/>
                  </a:lnTo>
                  <a:lnTo>
                    <a:pt x="2994" y="23269"/>
                  </a:lnTo>
                  <a:lnTo>
                    <a:pt x="11159" y="11159"/>
                  </a:lnTo>
                  <a:lnTo>
                    <a:pt x="23269" y="2994"/>
                  </a:lnTo>
                  <a:lnTo>
                    <a:pt x="38100" y="0"/>
                  </a:lnTo>
                  <a:close/>
                </a:path>
              </a:pathLst>
            </a:custGeom>
            <a:ln w="25399">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3" name="object 123"/>
            <p:cNvSpPr/>
            <p:nvPr/>
          </p:nvSpPr>
          <p:spPr>
            <a:xfrm>
              <a:off x="8816082" y="6555921"/>
              <a:ext cx="450850" cy="289560"/>
            </a:xfrm>
            <a:custGeom>
              <a:avLst/>
              <a:gdLst/>
              <a:ahLst/>
              <a:cxnLst/>
              <a:rect l="l" t="t" r="r" b="b"/>
              <a:pathLst>
                <a:path w="450850" h="289559">
                  <a:moveTo>
                    <a:pt x="450353" y="0"/>
                  </a:moveTo>
                  <a:lnTo>
                    <a:pt x="230861" y="0"/>
                  </a:lnTo>
                  <a:lnTo>
                    <a:pt x="230861" y="289378"/>
                  </a:lnTo>
                  <a:lnTo>
                    <a:pt x="0" y="289378"/>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4" name="object 124"/>
            <p:cNvSpPr/>
            <p:nvPr/>
          </p:nvSpPr>
          <p:spPr>
            <a:xfrm>
              <a:off x="9046942" y="6845299"/>
              <a:ext cx="219710" cy="289560"/>
            </a:xfrm>
            <a:custGeom>
              <a:avLst/>
              <a:gdLst/>
              <a:ahLst/>
              <a:cxnLst/>
              <a:rect l="l" t="t" r="r" b="b"/>
              <a:pathLst>
                <a:path w="219709" h="289559">
                  <a:moveTo>
                    <a:pt x="0" y="0"/>
                  </a:moveTo>
                  <a:lnTo>
                    <a:pt x="0" y="18086"/>
                  </a:lnTo>
                  <a:lnTo>
                    <a:pt x="0" y="72344"/>
                  </a:lnTo>
                  <a:lnTo>
                    <a:pt x="0" y="162775"/>
                  </a:lnTo>
                  <a:lnTo>
                    <a:pt x="0" y="289378"/>
                  </a:lnTo>
                  <a:lnTo>
                    <a:pt x="96028" y="289378"/>
                  </a:lnTo>
                  <a:lnTo>
                    <a:pt x="164619" y="289378"/>
                  </a:lnTo>
                  <a:lnTo>
                    <a:pt x="205774" y="289378"/>
                  </a:lnTo>
                  <a:lnTo>
                    <a:pt x="219492" y="289378"/>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5" name="object 125"/>
            <p:cNvSpPr/>
            <p:nvPr/>
          </p:nvSpPr>
          <p:spPr>
            <a:xfrm>
              <a:off x="9053250" y="6845300"/>
              <a:ext cx="213360" cy="0"/>
            </a:xfrm>
            <a:custGeom>
              <a:avLst/>
              <a:gdLst/>
              <a:ahLst/>
              <a:cxnLst/>
              <a:rect l="l" t="t" r="r" b="b"/>
              <a:pathLst>
                <a:path w="213359">
                  <a:moveTo>
                    <a:pt x="213184"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6" name="object 126"/>
            <p:cNvSpPr/>
            <p:nvPr/>
          </p:nvSpPr>
          <p:spPr>
            <a:xfrm>
              <a:off x="7835900" y="7511143"/>
              <a:ext cx="980440" cy="421005"/>
            </a:xfrm>
            <a:custGeom>
              <a:avLst/>
              <a:gdLst/>
              <a:ahLst/>
              <a:cxnLst/>
              <a:rect l="l" t="t" r="r" b="b"/>
              <a:pathLst>
                <a:path w="980440" h="421004">
                  <a:moveTo>
                    <a:pt x="38100" y="0"/>
                  </a:moveTo>
                  <a:lnTo>
                    <a:pt x="942082" y="0"/>
                  </a:lnTo>
                  <a:lnTo>
                    <a:pt x="956912" y="2994"/>
                  </a:lnTo>
                  <a:lnTo>
                    <a:pt x="969022" y="11159"/>
                  </a:lnTo>
                  <a:lnTo>
                    <a:pt x="977187" y="23269"/>
                  </a:lnTo>
                  <a:lnTo>
                    <a:pt x="980182" y="38100"/>
                  </a:lnTo>
                  <a:lnTo>
                    <a:pt x="980182" y="382814"/>
                  </a:lnTo>
                  <a:lnTo>
                    <a:pt x="977187" y="397644"/>
                  </a:lnTo>
                  <a:lnTo>
                    <a:pt x="969022" y="409755"/>
                  </a:lnTo>
                  <a:lnTo>
                    <a:pt x="956912" y="417920"/>
                  </a:lnTo>
                  <a:lnTo>
                    <a:pt x="942082" y="420914"/>
                  </a:lnTo>
                  <a:lnTo>
                    <a:pt x="38100" y="420914"/>
                  </a:lnTo>
                  <a:lnTo>
                    <a:pt x="23269" y="417920"/>
                  </a:lnTo>
                  <a:lnTo>
                    <a:pt x="11159" y="409755"/>
                  </a:lnTo>
                  <a:lnTo>
                    <a:pt x="2994" y="397644"/>
                  </a:lnTo>
                  <a:lnTo>
                    <a:pt x="0" y="382814"/>
                  </a:lnTo>
                  <a:lnTo>
                    <a:pt x="0" y="38100"/>
                  </a:lnTo>
                  <a:lnTo>
                    <a:pt x="2994" y="23269"/>
                  </a:lnTo>
                  <a:lnTo>
                    <a:pt x="11159" y="11159"/>
                  </a:lnTo>
                  <a:lnTo>
                    <a:pt x="23269" y="2994"/>
                  </a:lnTo>
                  <a:lnTo>
                    <a:pt x="38100" y="0"/>
                  </a:lnTo>
                  <a:close/>
                </a:path>
              </a:pathLst>
            </a:custGeom>
            <a:ln w="25399">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7" name="object 127"/>
            <p:cNvSpPr/>
            <p:nvPr/>
          </p:nvSpPr>
          <p:spPr>
            <a:xfrm>
              <a:off x="8816082" y="7432221"/>
              <a:ext cx="450850" cy="289560"/>
            </a:xfrm>
            <a:custGeom>
              <a:avLst/>
              <a:gdLst/>
              <a:ahLst/>
              <a:cxnLst/>
              <a:rect l="l" t="t" r="r" b="b"/>
              <a:pathLst>
                <a:path w="450850" h="289559">
                  <a:moveTo>
                    <a:pt x="450353" y="0"/>
                  </a:moveTo>
                  <a:lnTo>
                    <a:pt x="230861" y="0"/>
                  </a:lnTo>
                  <a:lnTo>
                    <a:pt x="230861" y="289378"/>
                  </a:lnTo>
                  <a:lnTo>
                    <a:pt x="0" y="289378"/>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8" name="object 128"/>
            <p:cNvSpPr/>
            <p:nvPr/>
          </p:nvSpPr>
          <p:spPr>
            <a:xfrm>
              <a:off x="9046942" y="7721600"/>
              <a:ext cx="219710" cy="289560"/>
            </a:xfrm>
            <a:custGeom>
              <a:avLst/>
              <a:gdLst/>
              <a:ahLst/>
              <a:cxnLst/>
              <a:rect l="l" t="t" r="r" b="b"/>
              <a:pathLst>
                <a:path w="219709" h="289559">
                  <a:moveTo>
                    <a:pt x="0" y="0"/>
                  </a:moveTo>
                  <a:lnTo>
                    <a:pt x="0" y="18086"/>
                  </a:lnTo>
                  <a:lnTo>
                    <a:pt x="0" y="72344"/>
                  </a:lnTo>
                  <a:lnTo>
                    <a:pt x="0" y="162775"/>
                  </a:lnTo>
                  <a:lnTo>
                    <a:pt x="0" y="289378"/>
                  </a:lnTo>
                  <a:lnTo>
                    <a:pt x="96028" y="289378"/>
                  </a:lnTo>
                  <a:lnTo>
                    <a:pt x="164619" y="289378"/>
                  </a:lnTo>
                  <a:lnTo>
                    <a:pt x="205774" y="289378"/>
                  </a:lnTo>
                  <a:lnTo>
                    <a:pt x="219492" y="289378"/>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9" name="object 129"/>
            <p:cNvSpPr/>
            <p:nvPr/>
          </p:nvSpPr>
          <p:spPr>
            <a:xfrm>
              <a:off x="9053250" y="7721600"/>
              <a:ext cx="213360" cy="0"/>
            </a:xfrm>
            <a:custGeom>
              <a:avLst/>
              <a:gdLst/>
              <a:ahLst/>
              <a:cxnLst/>
              <a:rect l="l" t="t" r="r" b="b"/>
              <a:pathLst>
                <a:path w="213359">
                  <a:moveTo>
                    <a:pt x="213184"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0" name="object 130"/>
            <p:cNvSpPr/>
            <p:nvPr/>
          </p:nvSpPr>
          <p:spPr>
            <a:xfrm>
              <a:off x="7835900" y="8387443"/>
              <a:ext cx="980440" cy="421005"/>
            </a:xfrm>
            <a:custGeom>
              <a:avLst/>
              <a:gdLst/>
              <a:ahLst/>
              <a:cxnLst/>
              <a:rect l="l" t="t" r="r" b="b"/>
              <a:pathLst>
                <a:path w="980440" h="421004">
                  <a:moveTo>
                    <a:pt x="38100" y="0"/>
                  </a:moveTo>
                  <a:lnTo>
                    <a:pt x="942082" y="0"/>
                  </a:lnTo>
                  <a:lnTo>
                    <a:pt x="956912" y="2994"/>
                  </a:lnTo>
                  <a:lnTo>
                    <a:pt x="969022" y="11159"/>
                  </a:lnTo>
                  <a:lnTo>
                    <a:pt x="977187" y="23269"/>
                  </a:lnTo>
                  <a:lnTo>
                    <a:pt x="980182" y="38100"/>
                  </a:lnTo>
                  <a:lnTo>
                    <a:pt x="980182" y="382814"/>
                  </a:lnTo>
                  <a:lnTo>
                    <a:pt x="977187" y="397644"/>
                  </a:lnTo>
                  <a:lnTo>
                    <a:pt x="969022" y="409755"/>
                  </a:lnTo>
                  <a:lnTo>
                    <a:pt x="956912" y="417920"/>
                  </a:lnTo>
                  <a:lnTo>
                    <a:pt x="942082" y="420914"/>
                  </a:lnTo>
                  <a:lnTo>
                    <a:pt x="38100" y="420914"/>
                  </a:lnTo>
                  <a:lnTo>
                    <a:pt x="23269" y="417920"/>
                  </a:lnTo>
                  <a:lnTo>
                    <a:pt x="11159" y="409755"/>
                  </a:lnTo>
                  <a:lnTo>
                    <a:pt x="2994" y="397644"/>
                  </a:lnTo>
                  <a:lnTo>
                    <a:pt x="0" y="382814"/>
                  </a:lnTo>
                  <a:lnTo>
                    <a:pt x="0" y="38100"/>
                  </a:lnTo>
                  <a:lnTo>
                    <a:pt x="2994" y="23269"/>
                  </a:lnTo>
                  <a:lnTo>
                    <a:pt x="11159" y="11159"/>
                  </a:lnTo>
                  <a:lnTo>
                    <a:pt x="23269" y="2994"/>
                  </a:lnTo>
                  <a:lnTo>
                    <a:pt x="38100" y="0"/>
                  </a:lnTo>
                  <a:close/>
                </a:path>
              </a:pathLst>
            </a:custGeom>
            <a:ln w="25399">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1" name="object 131"/>
            <p:cNvSpPr/>
            <p:nvPr/>
          </p:nvSpPr>
          <p:spPr>
            <a:xfrm>
              <a:off x="8816082" y="8308521"/>
              <a:ext cx="450850" cy="289560"/>
            </a:xfrm>
            <a:custGeom>
              <a:avLst/>
              <a:gdLst/>
              <a:ahLst/>
              <a:cxnLst/>
              <a:rect l="l" t="t" r="r" b="b"/>
              <a:pathLst>
                <a:path w="450850" h="289559">
                  <a:moveTo>
                    <a:pt x="450353" y="0"/>
                  </a:moveTo>
                  <a:lnTo>
                    <a:pt x="230861" y="0"/>
                  </a:lnTo>
                  <a:lnTo>
                    <a:pt x="230861" y="289378"/>
                  </a:lnTo>
                  <a:lnTo>
                    <a:pt x="0" y="289378"/>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2" name="object 132"/>
            <p:cNvSpPr/>
            <p:nvPr/>
          </p:nvSpPr>
          <p:spPr>
            <a:xfrm>
              <a:off x="9046942" y="8597900"/>
              <a:ext cx="219710" cy="289560"/>
            </a:xfrm>
            <a:custGeom>
              <a:avLst/>
              <a:gdLst/>
              <a:ahLst/>
              <a:cxnLst/>
              <a:rect l="l" t="t" r="r" b="b"/>
              <a:pathLst>
                <a:path w="219709" h="289559">
                  <a:moveTo>
                    <a:pt x="0" y="0"/>
                  </a:moveTo>
                  <a:lnTo>
                    <a:pt x="0" y="18086"/>
                  </a:lnTo>
                  <a:lnTo>
                    <a:pt x="0" y="72344"/>
                  </a:lnTo>
                  <a:lnTo>
                    <a:pt x="0" y="162775"/>
                  </a:lnTo>
                  <a:lnTo>
                    <a:pt x="0" y="289378"/>
                  </a:lnTo>
                  <a:lnTo>
                    <a:pt x="96028" y="289378"/>
                  </a:lnTo>
                  <a:lnTo>
                    <a:pt x="164619" y="289378"/>
                  </a:lnTo>
                  <a:lnTo>
                    <a:pt x="205774" y="289378"/>
                  </a:lnTo>
                  <a:lnTo>
                    <a:pt x="219492" y="289378"/>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3" name="object 133"/>
            <p:cNvSpPr/>
            <p:nvPr/>
          </p:nvSpPr>
          <p:spPr>
            <a:xfrm>
              <a:off x="9053250" y="8597900"/>
              <a:ext cx="213360" cy="0"/>
            </a:xfrm>
            <a:custGeom>
              <a:avLst/>
              <a:gdLst/>
              <a:ahLst/>
              <a:cxnLst/>
              <a:rect l="l" t="t" r="r" b="b"/>
              <a:pathLst>
                <a:path w="213359">
                  <a:moveTo>
                    <a:pt x="213184"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4" name="object 134"/>
            <p:cNvSpPr/>
            <p:nvPr/>
          </p:nvSpPr>
          <p:spPr>
            <a:xfrm>
              <a:off x="7620000" y="6400799"/>
              <a:ext cx="215900" cy="2197100"/>
            </a:xfrm>
            <a:custGeom>
              <a:avLst/>
              <a:gdLst/>
              <a:ahLst/>
              <a:cxnLst/>
              <a:rect l="l" t="t" r="r" b="b"/>
              <a:pathLst>
                <a:path w="215900" h="2197100">
                  <a:moveTo>
                    <a:pt x="0" y="0"/>
                  </a:moveTo>
                  <a:lnTo>
                    <a:pt x="0" y="137318"/>
                  </a:lnTo>
                  <a:lnTo>
                    <a:pt x="0" y="549275"/>
                  </a:lnTo>
                  <a:lnTo>
                    <a:pt x="0" y="1235868"/>
                  </a:lnTo>
                  <a:lnTo>
                    <a:pt x="0" y="2197100"/>
                  </a:lnTo>
                  <a:lnTo>
                    <a:pt x="94456" y="2197100"/>
                  </a:lnTo>
                  <a:lnTo>
                    <a:pt x="161924" y="2197100"/>
                  </a:lnTo>
                  <a:lnTo>
                    <a:pt x="202406" y="2197100"/>
                  </a:lnTo>
                  <a:lnTo>
                    <a:pt x="215900" y="219710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5" name="object 135"/>
            <p:cNvSpPr/>
            <p:nvPr/>
          </p:nvSpPr>
          <p:spPr>
            <a:xfrm>
              <a:off x="7607300" y="5099049"/>
              <a:ext cx="203200" cy="0"/>
            </a:xfrm>
            <a:custGeom>
              <a:avLst/>
              <a:gdLst/>
              <a:ahLst/>
              <a:cxnLst/>
              <a:rect l="l" t="t" r="r" b="b"/>
              <a:pathLst>
                <a:path w="203200">
                  <a:moveTo>
                    <a:pt x="203200"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6" name="object 136"/>
            <p:cNvSpPr/>
            <p:nvPr/>
          </p:nvSpPr>
          <p:spPr>
            <a:xfrm>
              <a:off x="7607300" y="5975349"/>
              <a:ext cx="203200" cy="0"/>
            </a:xfrm>
            <a:custGeom>
              <a:avLst/>
              <a:gdLst/>
              <a:ahLst/>
              <a:cxnLst/>
              <a:rect l="l" t="t" r="r" b="b"/>
              <a:pathLst>
                <a:path w="203200">
                  <a:moveTo>
                    <a:pt x="203200"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7" name="object 137"/>
            <p:cNvSpPr/>
            <p:nvPr/>
          </p:nvSpPr>
          <p:spPr>
            <a:xfrm>
              <a:off x="7607300" y="6851649"/>
              <a:ext cx="203200" cy="0"/>
            </a:xfrm>
            <a:custGeom>
              <a:avLst/>
              <a:gdLst/>
              <a:ahLst/>
              <a:cxnLst/>
              <a:rect l="l" t="t" r="r" b="b"/>
              <a:pathLst>
                <a:path w="203200">
                  <a:moveTo>
                    <a:pt x="203200"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8" name="object 138"/>
            <p:cNvSpPr/>
            <p:nvPr/>
          </p:nvSpPr>
          <p:spPr>
            <a:xfrm>
              <a:off x="6819900" y="6032499"/>
              <a:ext cx="736600" cy="736600"/>
            </a:xfrm>
            <a:custGeom>
              <a:avLst/>
              <a:gdLst/>
              <a:ahLst/>
              <a:cxnLst/>
              <a:rect l="l" t="t" r="r" b="b"/>
              <a:pathLst>
                <a:path w="736600" h="736600">
                  <a:moveTo>
                    <a:pt x="368300" y="0"/>
                  </a:moveTo>
                  <a:lnTo>
                    <a:pt x="322101" y="2869"/>
                  </a:lnTo>
                  <a:lnTo>
                    <a:pt x="277614" y="11248"/>
                  </a:lnTo>
                  <a:lnTo>
                    <a:pt x="235186" y="24790"/>
                  </a:lnTo>
                  <a:lnTo>
                    <a:pt x="195160" y="43152"/>
                  </a:lnTo>
                  <a:lnTo>
                    <a:pt x="157882" y="65986"/>
                  </a:lnTo>
                  <a:lnTo>
                    <a:pt x="123697" y="92950"/>
                  </a:lnTo>
                  <a:lnTo>
                    <a:pt x="92950" y="123697"/>
                  </a:lnTo>
                  <a:lnTo>
                    <a:pt x="65986" y="157882"/>
                  </a:lnTo>
                  <a:lnTo>
                    <a:pt x="43152" y="195160"/>
                  </a:lnTo>
                  <a:lnTo>
                    <a:pt x="24790" y="235186"/>
                  </a:lnTo>
                  <a:lnTo>
                    <a:pt x="11248" y="277614"/>
                  </a:lnTo>
                  <a:lnTo>
                    <a:pt x="2869" y="322101"/>
                  </a:lnTo>
                  <a:lnTo>
                    <a:pt x="0" y="368300"/>
                  </a:lnTo>
                  <a:lnTo>
                    <a:pt x="2869" y="414498"/>
                  </a:lnTo>
                  <a:lnTo>
                    <a:pt x="11248" y="458985"/>
                  </a:lnTo>
                  <a:lnTo>
                    <a:pt x="24790" y="501413"/>
                  </a:lnTo>
                  <a:lnTo>
                    <a:pt x="43152" y="541439"/>
                  </a:lnTo>
                  <a:lnTo>
                    <a:pt x="65986" y="578717"/>
                  </a:lnTo>
                  <a:lnTo>
                    <a:pt x="92950" y="612902"/>
                  </a:lnTo>
                  <a:lnTo>
                    <a:pt x="123697" y="643649"/>
                  </a:lnTo>
                  <a:lnTo>
                    <a:pt x="157882" y="670613"/>
                  </a:lnTo>
                  <a:lnTo>
                    <a:pt x="195160" y="693447"/>
                  </a:lnTo>
                  <a:lnTo>
                    <a:pt x="235186" y="711809"/>
                  </a:lnTo>
                  <a:lnTo>
                    <a:pt x="277614" y="725351"/>
                  </a:lnTo>
                  <a:lnTo>
                    <a:pt x="322101" y="733730"/>
                  </a:lnTo>
                  <a:lnTo>
                    <a:pt x="368300" y="736600"/>
                  </a:lnTo>
                  <a:lnTo>
                    <a:pt x="414498" y="733730"/>
                  </a:lnTo>
                  <a:lnTo>
                    <a:pt x="458985" y="725351"/>
                  </a:lnTo>
                  <a:lnTo>
                    <a:pt x="501413" y="711809"/>
                  </a:lnTo>
                  <a:lnTo>
                    <a:pt x="541439" y="693447"/>
                  </a:lnTo>
                  <a:lnTo>
                    <a:pt x="578717" y="670613"/>
                  </a:lnTo>
                  <a:lnTo>
                    <a:pt x="612902" y="643649"/>
                  </a:lnTo>
                  <a:lnTo>
                    <a:pt x="643649" y="612902"/>
                  </a:lnTo>
                  <a:lnTo>
                    <a:pt x="670613" y="578717"/>
                  </a:lnTo>
                  <a:lnTo>
                    <a:pt x="693447" y="541439"/>
                  </a:lnTo>
                  <a:lnTo>
                    <a:pt x="711809" y="501413"/>
                  </a:lnTo>
                  <a:lnTo>
                    <a:pt x="725351" y="458985"/>
                  </a:lnTo>
                  <a:lnTo>
                    <a:pt x="733730" y="414498"/>
                  </a:lnTo>
                  <a:lnTo>
                    <a:pt x="736600" y="368300"/>
                  </a:lnTo>
                  <a:lnTo>
                    <a:pt x="733730" y="322101"/>
                  </a:lnTo>
                  <a:lnTo>
                    <a:pt x="725351" y="277614"/>
                  </a:lnTo>
                  <a:lnTo>
                    <a:pt x="711809" y="235186"/>
                  </a:lnTo>
                  <a:lnTo>
                    <a:pt x="693447" y="195160"/>
                  </a:lnTo>
                  <a:lnTo>
                    <a:pt x="670613" y="157882"/>
                  </a:lnTo>
                  <a:lnTo>
                    <a:pt x="643649" y="123697"/>
                  </a:lnTo>
                  <a:lnTo>
                    <a:pt x="612902" y="92950"/>
                  </a:lnTo>
                  <a:lnTo>
                    <a:pt x="578717" y="65986"/>
                  </a:lnTo>
                  <a:lnTo>
                    <a:pt x="541439" y="43152"/>
                  </a:lnTo>
                  <a:lnTo>
                    <a:pt x="501413" y="24790"/>
                  </a:lnTo>
                  <a:lnTo>
                    <a:pt x="458985" y="11248"/>
                  </a:lnTo>
                  <a:lnTo>
                    <a:pt x="414498" y="2869"/>
                  </a:lnTo>
                  <a:lnTo>
                    <a:pt x="3683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39" name="object 139"/>
          <p:cNvSpPr txBox="1"/>
          <p:nvPr/>
        </p:nvSpPr>
        <p:spPr>
          <a:xfrm>
            <a:off x="3492673" y="3073400"/>
            <a:ext cx="203200" cy="236855"/>
          </a:xfrm>
          <a:prstGeom prst="rect">
            <a:avLst/>
          </a:prstGeom>
        </p:spPr>
        <p:txBody>
          <a:bodyPr vert="horz" wrap="square" lIns="0" tIns="6350" rIns="0" bIns="0" rtlCol="0">
            <a:spAutoFit/>
          </a:bodyPr>
          <a:lstStyle/>
          <a:p>
            <a:pPr marL="6350">
              <a:spcBef>
                <a:spcPts val="50"/>
              </a:spcBef>
            </a:pPr>
            <a:r>
              <a:rPr sz="1500" dirty="0">
                <a:solidFill>
                  <a:srgbClr val="FFFFFF"/>
                </a:solidFill>
                <a:latin typeface="江城圆体 400W" panose="020B0800000000000000" pitchFamily="34" charset="-128"/>
                <a:ea typeface="江城圆体 400W" panose="020B0800000000000000" pitchFamily="34" charset="-128"/>
                <a:cs typeface="Microsoft JhengHei"/>
              </a:rPr>
              <a:t>你</a:t>
            </a:r>
            <a:endParaRPr sz="1500">
              <a:latin typeface="江城圆体 400W" panose="020B0800000000000000" pitchFamily="34" charset="-128"/>
              <a:ea typeface="江城圆体 400W" panose="020B0800000000000000" pitchFamily="34" charset="-128"/>
              <a:cs typeface="Microsoft JhengHei"/>
            </a:endParaRPr>
          </a:p>
        </p:txBody>
      </p:sp>
      <p:sp>
        <p:nvSpPr>
          <p:cNvPr id="140" name="object 140"/>
          <p:cNvSpPr/>
          <p:nvPr/>
        </p:nvSpPr>
        <p:spPr>
          <a:xfrm>
            <a:off x="3816350" y="3863975"/>
            <a:ext cx="101600" cy="0"/>
          </a:xfrm>
          <a:custGeom>
            <a:avLst/>
            <a:gdLst/>
            <a:ahLst/>
            <a:cxnLst/>
            <a:rect l="l" t="t" r="r" b="b"/>
            <a:pathLst>
              <a:path w="203200">
                <a:moveTo>
                  <a:pt x="203200"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41" name="object 141"/>
          <p:cNvSpPr txBox="1"/>
          <p:nvPr/>
        </p:nvSpPr>
        <p:spPr>
          <a:xfrm>
            <a:off x="2104374" y="1953956"/>
            <a:ext cx="1027113" cy="254635"/>
          </a:xfrm>
          <a:prstGeom prst="rect">
            <a:avLst/>
          </a:prstGeom>
        </p:spPr>
        <p:txBody>
          <a:bodyPr vert="horz" wrap="square" lIns="0" tIns="11430" rIns="0" bIns="0" rtlCol="0">
            <a:spAutoFit/>
          </a:bodyPr>
          <a:lstStyle/>
          <a:p>
            <a:pPr marL="158750" marR="2540" indent="-152400">
              <a:lnSpc>
                <a:spcPts val="950"/>
              </a:lnSpc>
              <a:spcBef>
                <a:spcPts val="90"/>
              </a:spcBef>
            </a:pPr>
            <a:r>
              <a:rPr sz="800" spc="-8"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重点做第二象限的事，</a:t>
            </a:r>
            <a:r>
              <a:rPr sz="80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为其制定周计划</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pic>
        <p:nvPicPr>
          <p:cNvPr id="143" name="object 143"/>
          <p:cNvPicPr/>
          <p:nvPr/>
        </p:nvPicPr>
        <p:blipFill>
          <a:blip r:embed="rId2" cstate="print"/>
          <a:stretch>
            <a:fillRect/>
          </a:stretch>
        </p:blipFill>
        <p:spPr>
          <a:xfrm>
            <a:off x="3187700" y="8851900"/>
            <a:ext cx="486698" cy="292100"/>
          </a:xfrm>
          <a:prstGeom prst="rect">
            <a:avLst/>
          </a:prstGeom>
        </p:spPr>
      </p:pic>
      <p:sp>
        <p:nvSpPr>
          <p:cNvPr id="144" name="object 6"/>
          <p:cNvSpPr txBox="1"/>
          <p:nvPr/>
        </p:nvSpPr>
        <p:spPr>
          <a:xfrm>
            <a:off x="1654091" y="1339754"/>
            <a:ext cx="226066" cy="325120"/>
          </a:xfrm>
          <a:prstGeom prst="rect">
            <a:avLst/>
          </a:prstGeom>
        </p:spPr>
        <p:txBody>
          <a:bodyPr vert="horz" wrap="square" lIns="0" tIns="6350" rIns="0" bIns="0" rtlCol="0">
            <a:spAutoFit/>
          </a:bodyPr>
          <a:lstStyle/>
          <a:p>
            <a:pPr marL="19050">
              <a:spcBef>
                <a:spcPts val="50"/>
              </a:spcBef>
              <a:tabLst>
                <a:tab pos="245745" algn="l"/>
              </a:tabLst>
            </a:pPr>
            <a:r>
              <a:rPr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a:t>
            </a:r>
            <a:r>
              <a:rPr lang="en-US" altLang="zh-CN"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3</a:t>
            </a:r>
            <a:r>
              <a:rPr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a:t>
            </a:r>
            <a:endParaRPr sz="2000" b="1" dirty="0">
              <a:latin typeface="江城圆体 600W" panose="020B0800000000000000" pitchFamily="34" charset="-128"/>
              <a:ea typeface="江城圆体 600W" panose="020B0800000000000000" pitchFamily="34" charset="-128"/>
              <a:cs typeface="Microsoft JhengHei"/>
            </a:endParaRPr>
          </a:p>
        </p:txBody>
      </p:sp>
      <p:sp>
        <p:nvSpPr>
          <p:cNvPr id="145" name="文本框 144"/>
          <p:cNvSpPr txBox="1"/>
          <p:nvPr/>
        </p:nvSpPr>
        <p:spPr>
          <a:xfrm>
            <a:off x="1879126" y="1229368"/>
            <a:ext cx="3612597" cy="368300"/>
          </a:xfrm>
          <a:prstGeom prst="rect">
            <a:avLst/>
          </a:prstGeom>
          <a:noFill/>
        </p:spPr>
        <p:txBody>
          <a:bodyPr wrap="square">
            <a:spAutoFit/>
          </a:bodyPr>
          <a:lstStyle/>
          <a:p>
            <a:pPr marL="25400">
              <a:spcBef>
                <a:spcPts val="50"/>
              </a:spcBef>
              <a:tabLst>
                <a:tab pos="258445" algn="l"/>
              </a:tabLst>
            </a:pPr>
            <a:r>
              <a:rPr lang="zh-CN" altLang="en-US" b="1" dirty="0">
                <a:solidFill>
                  <a:srgbClr val="212121"/>
                </a:solidFill>
                <a:latin typeface="江城圆体 600W" panose="020B0800000000000000" pitchFamily="34" charset="-128"/>
                <a:ea typeface="江城圆体 600W" panose="020B0800000000000000" pitchFamily="34" charset="-128"/>
                <a:cs typeface="Microsoft JhengHei"/>
              </a:rPr>
              <a:t>「自我管理」的原则 </a:t>
            </a:r>
            <a:r>
              <a:rPr lang="en-US" altLang="zh-CN" b="1" dirty="0">
                <a:solidFill>
                  <a:srgbClr val="212121"/>
                </a:solidFill>
                <a:latin typeface="江城圆体 600W" panose="020B0800000000000000" pitchFamily="34" charset="-128"/>
                <a:ea typeface="江城圆体 600W" panose="020B0800000000000000" pitchFamily="34" charset="-128"/>
                <a:cs typeface="Microsoft JhengHei"/>
              </a:rPr>
              <a:t>--- </a:t>
            </a:r>
            <a:r>
              <a:rPr lang="zh-CN" altLang="en-US" b="1" dirty="0">
                <a:solidFill>
                  <a:srgbClr val="212121"/>
                </a:solidFill>
                <a:latin typeface="江城圆体 600W" panose="020B0800000000000000" pitchFamily="34" charset="-128"/>
                <a:ea typeface="江城圆体 600W" panose="020B0800000000000000" pitchFamily="34" charset="-128"/>
                <a:cs typeface="Microsoft JhengHei"/>
              </a:rPr>
              <a:t>要事第一</a:t>
            </a:r>
            <a:endParaRPr lang="zh-CN" altLang="en-US" b="1" dirty="0">
              <a:latin typeface="江城圆体 600W" panose="020B0800000000000000" pitchFamily="34" charset="-128"/>
              <a:ea typeface="江城圆体 600W" panose="020B0800000000000000" pitchFamily="34" charset="-128"/>
              <a:cs typeface="Microsoft JhengHei"/>
            </a:endParaRPr>
          </a:p>
        </p:txBody>
      </p:sp>
      <p:sp>
        <p:nvSpPr>
          <p:cNvPr id="147" name="文本框 146"/>
          <p:cNvSpPr txBox="1"/>
          <p:nvPr/>
        </p:nvSpPr>
        <p:spPr>
          <a:xfrm>
            <a:off x="3987671" y="1737003"/>
            <a:ext cx="1066166" cy="368300"/>
          </a:xfrm>
          <a:prstGeom prst="rect">
            <a:avLst/>
          </a:prstGeom>
          <a:noFill/>
        </p:spPr>
        <p:txBody>
          <a:bodyPr wrap="square">
            <a:spAutoFit/>
          </a:bodyPr>
          <a:lstStyle/>
          <a:p>
            <a:pPr marR="60960" algn="r">
              <a:tabLst>
                <a:tab pos="647065" algn="l"/>
              </a:tabLst>
            </a:pPr>
            <a:r>
              <a:rPr lang="zh-CN" altLang="en-US" sz="900" spc="-5" dirty="0">
                <a:solidFill>
                  <a:srgbClr val="212121"/>
                </a:solidFill>
                <a:latin typeface="江城圆体 400W" panose="020B0800000000000000" pitchFamily="34" charset="-128"/>
                <a:ea typeface="江城圆体 400W" panose="020B0800000000000000" pitchFamily="34" charset="-128"/>
                <a:cs typeface="Microsoft JhengHei"/>
              </a:rPr>
              <a:t>角</a:t>
            </a:r>
            <a:r>
              <a:rPr lang="zh-CN" altLang="en-US" sz="900" spc="-25" dirty="0">
                <a:solidFill>
                  <a:srgbClr val="212121"/>
                </a:solidFill>
                <a:latin typeface="江城圆体 400W" panose="020B0800000000000000" pitchFamily="34" charset="-128"/>
                <a:ea typeface="江城圆体 400W" panose="020B0800000000000000" pitchFamily="34" charset="-128"/>
                <a:cs typeface="Microsoft JhengHei"/>
              </a:rPr>
              <a:t>色</a:t>
            </a:r>
            <a:r>
              <a:rPr lang="zh-CN" altLang="en-US" sz="900" dirty="0">
                <a:solidFill>
                  <a:srgbClr val="212121"/>
                </a:solidFill>
                <a:latin typeface="江城圆体 400W" panose="020B0800000000000000" pitchFamily="34" charset="-128"/>
                <a:ea typeface="江城圆体 400W" panose="020B0800000000000000" pitchFamily="34" charset="-128"/>
                <a:cs typeface="Microsoft JhengHei"/>
              </a:rPr>
              <a:t>	</a:t>
            </a:r>
            <a:r>
              <a:rPr lang="zh-CN" altLang="en-US" sz="900" spc="-5" dirty="0">
                <a:solidFill>
                  <a:srgbClr val="212121"/>
                </a:solidFill>
                <a:latin typeface="江城圆体 400W" panose="020B0800000000000000" pitchFamily="34" charset="-128"/>
                <a:ea typeface="江城圆体 400W" panose="020B0800000000000000" pitchFamily="34" charset="-128"/>
                <a:cs typeface="Microsoft JhengHei"/>
              </a:rPr>
              <a:t>目</a:t>
            </a:r>
            <a:r>
              <a:rPr lang="zh-CN" altLang="en-US" sz="900" spc="-30" dirty="0">
                <a:solidFill>
                  <a:srgbClr val="212121"/>
                </a:solidFill>
                <a:latin typeface="江城圆体 400W" panose="020B0800000000000000" pitchFamily="34" charset="-128"/>
                <a:ea typeface="江城圆体 400W" panose="020B0800000000000000" pitchFamily="34" charset="-128"/>
                <a:cs typeface="Microsoft JhengHei"/>
              </a:rPr>
              <a:t>标</a:t>
            </a:r>
            <a:endParaRPr lang="zh-CN" altLang="en-US" sz="900" dirty="0">
              <a:latin typeface="江城圆体 400W" panose="020B0800000000000000" pitchFamily="34" charset="-128"/>
              <a:ea typeface="江城圆体 400W" panose="020B0800000000000000" pitchFamily="34" charset="-128"/>
              <a:cs typeface="Microsoft JhengHei"/>
            </a:endParaRPr>
          </a:p>
        </p:txBody>
      </p:sp>
      <p:grpSp>
        <p:nvGrpSpPr>
          <p:cNvPr id="163" name="组合 162"/>
          <p:cNvGrpSpPr/>
          <p:nvPr/>
        </p:nvGrpSpPr>
        <p:grpSpPr>
          <a:xfrm>
            <a:off x="934060" y="2345754"/>
            <a:ext cx="2121716" cy="2063786"/>
            <a:chOff x="9028636" y="5928179"/>
            <a:chExt cx="3087164" cy="3002873"/>
          </a:xfrm>
        </p:grpSpPr>
        <p:grpSp>
          <p:nvGrpSpPr>
            <p:cNvPr id="148" name="组合 147"/>
            <p:cNvGrpSpPr/>
            <p:nvPr/>
          </p:nvGrpSpPr>
          <p:grpSpPr>
            <a:xfrm>
              <a:off x="9028636" y="5928179"/>
              <a:ext cx="3087164" cy="3002873"/>
              <a:chOff x="9071797" y="5976735"/>
              <a:chExt cx="3087164" cy="3002873"/>
            </a:xfrm>
          </p:grpSpPr>
          <p:sp>
            <p:nvSpPr>
              <p:cNvPr id="149" name="矩形 148"/>
              <p:cNvSpPr/>
              <p:nvPr/>
            </p:nvSpPr>
            <p:spPr>
              <a:xfrm>
                <a:off x="10749067" y="5976735"/>
                <a:ext cx="1409894" cy="1398466"/>
              </a:xfrm>
              <a:prstGeom prst="rect">
                <a:avLst/>
              </a:prstGeom>
              <a:solidFill>
                <a:srgbClr val="0FA766"/>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150" name="矩形 149"/>
              <p:cNvSpPr/>
              <p:nvPr/>
            </p:nvSpPr>
            <p:spPr>
              <a:xfrm>
                <a:off x="9566103" y="6181001"/>
                <a:ext cx="2371897" cy="2371897"/>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151" name="矩形 150"/>
              <p:cNvSpPr/>
              <p:nvPr/>
            </p:nvSpPr>
            <p:spPr>
              <a:xfrm>
                <a:off x="9563277" y="8557793"/>
                <a:ext cx="2371897" cy="421815"/>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152" name="矩形 151"/>
              <p:cNvSpPr/>
              <p:nvPr/>
            </p:nvSpPr>
            <p:spPr>
              <a:xfrm rot="5400000">
                <a:off x="8130231" y="7119537"/>
                <a:ext cx="2371900" cy="488768"/>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cxnSp>
            <p:nvCxnSpPr>
              <p:cNvPr id="153" name="直线连接符 152"/>
              <p:cNvCxnSpPr>
                <a:stCxn id="150" idx="0"/>
                <a:endCxn id="151" idx="2"/>
              </p:cNvCxnSpPr>
              <p:nvPr/>
            </p:nvCxnSpPr>
            <p:spPr>
              <a:xfrm flipH="1">
                <a:off x="10749226" y="6181001"/>
                <a:ext cx="2826" cy="2798607"/>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直线连接符 153"/>
              <p:cNvCxnSpPr>
                <a:stCxn id="150" idx="3"/>
                <a:endCxn id="152" idx="2"/>
              </p:cNvCxnSpPr>
              <p:nvPr/>
            </p:nvCxnSpPr>
            <p:spPr>
              <a:xfrm flipH="1" flipV="1">
                <a:off x="9071797" y="7363921"/>
                <a:ext cx="2866203" cy="3029"/>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5" name="文本框 154"/>
            <p:cNvSpPr txBox="1"/>
            <p:nvPr/>
          </p:nvSpPr>
          <p:spPr>
            <a:xfrm>
              <a:off x="9071522" y="6428564"/>
              <a:ext cx="315639" cy="490615"/>
            </a:xfrm>
            <a:prstGeom prst="rect">
              <a:avLst/>
            </a:prstGeom>
            <a:noFill/>
          </p:spPr>
          <p:txBody>
            <a:bodyPr wrap="square">
              <a:spAutoFit/>
            </a:bodyPr>
            <a:lstStyle/>
            <a:p>
              <a:pPr marL="53975" algn="ctr">
                <a:spcBef>
                  <a:spcPts val="325"/>
                </a:spcBef>
              </a:pPr>
              <a:r>
                <a:rPr lang="zh-CN" altLang="en-US" sz="800" spc="-15" dirty="0">
                  <a:solidFill>
                    <a:srgbClr val="212121"/>
                  </a:solidFill>
                  <a:latin typeface="江城圆体 400W" panose="020B0800000000000000" pitchFamily="34" charset="-128"/>
                  <a:ea typeface="江城圆体 400W" panose="020B0800000000000000" pitchFamily="34" charset="-128"/>
                  <a:cs typeface="Microsoft JhengHei"/>
                </a:rPr>
                <a:t>重要</a:t>
              </a:r>
              <a:endParaRPr lang="zh-CN" altLang="en-US" sz="800" dirty="0">
                <a:latin typeface="江城圆体 400W" panose="020B0800000000000000" pitchFamily="34" charset="-128"/>
                <a:ea typeface="江城圆体 400W" panose="020B0800000000000000" pitchFamily="34" charset="-128"/>
                <a:cs typeface="Microsoft JhengHei"/>
              </a:endParaRPr>
            </a:p>
          </p:txBody>
        </p:sp>
        <p:sp>
          <p:nvSpPr>
            <p:cNvPr id="156" name="文本框 155"/>
            <p:cNvSpPr txBox="1"/>
            <p:nvPr/>
          </p:nvSpPr>
          <p:spPr>
            <a:xfrm>
              <a:off x="9071121" y="7586212"/>
              <a:ext cx="315639" cy="669860"/>
            </a:xfrm>
            <a:prstGeom prst="rect">
              <a:avLst/>
            </a:prstGeom>
            <a:noFill/>
          </p:spPr>
          <p:txBody>
            <a:bodyPr wrap="square">
              <a:spAutoFit/>
            </a:bodyPr>
            <a:lstStyle/>
            <a:p>
              <a:pPr marL="53975" algn="ctr">
                <a:spcBef>
                  <a:spcPts val="325"/>
                </a:spcBef>
              </a:pPr>
              <a:r>
                <a:rPr lang="zh-CN" altLang="en-US" sz="800" spc="-15" dirty="0">
                  <a:solidFill>
                    <a:srgbClr val="212121"/>
                  </a:solidFill>
                  <a:latin typeface="江城圆体 400W" panose="020B0800000000000000" pitchFamily="34" charset="-128"/>
                  <a:ea typeface="江城圆体 400W" panose="020B0800000000000000" pitchFamily="34" charset="-128"/>
                  <a:cs typeface="Microsoft JhengHei"/>
                </a:rPr>
                <a:t>不重要</a:t>
              </a:r>
              <a:endParaRPr lang="zh-CN" altLang="en-US" sz="800" dirty="0">
                <a:latin typeface="江城圆体 400W" panose="020B0800000000000000" pitchFamily="34" charset="-128"/>
                <a:ea typeface="江城圆体 400W" panose="020B0800000000000000" pitchFamily="34" charset="-128"/>
                <a:cs typeface="Microsoft JhengHei"/>
              </a:endParaRPr>
            </a:p>
          </p:txBody>
        </p:sp>
        <p:sp>
          <p:nvSpPr>
            <p:cNvPr id="157" name="文本框 156"/>
            <p:cNvSpPr txBox="1"/>
            <p:nvPr/>
          </p:nvSpPr>
          <p:spPr>
            <a:xfrm>
              <a:off x="9706158" y="8588514"/>
              <a:ext cx="740290" cy="311369"/>
            </a:xfrm>
            <a:prstGeom prst="rect">
              <a:avLst/>
            </a:prstGeom>
            <a:noFill/>
          </p:spPr>
          <p:txBody>
            <a:bodyPr wrap="square">
              <a:spAutoFit/>
            </a:bodyPr>
            <a:lstStyle/>
            <a:p>
              <a:pPr marL="53975" algn="ctr">
                <a:spcBef>
                  <a:spcPts val="325"/>
                </a:spcBef>
              </a:pPr>
              <a:r>
                <a:rPr lang="zh-CN" altLang="en-US" sz="800" spc="-15" dirty="0">
                  <a:solidFill>
                    <a:srgbClr val="212121"/>
                  </a:solidFill>
                  <a:latin typeface="江城圆体 400W" panose="020B0800000000000000" pitchFamily="34" charset="-128"/>
                  <a:ea typeface="江城圆体 400W" panose="020B0800000000000000" pitchFamily="34" charset="-128"/>
                  <a:cs typeface="Microsoft JhengHei"/>
                </a:rPr>
                <a:t>紧急</a:t>
              </a:r>
              <a:endParaRPr lang="zh-CN" altLang="en-US" sz="800" dirty="0">
                <a:latin typeface="江城圆体 400W" panose="020B0800000000000000" pitchFamily="34" charset="-128"/>
                <a:ea typeface="江城圆体 400W" panose="020B0800000000000000" pitchFamily="34" charset="-128"/>
                <a:cs typeface="Microsoft JhengHei"/>
              </a:endParaRPr>
            </a:p>
          </p:txBody>
        </p:sp>
        <p:sp>
          <p:nvSpPr>
            <p:cNvPr id="158" name="文本框 157"/>
            <p:cNvSpPr txBox="1"/>
            <p:nvPr/>
          </p:nvSpPr>
          <p:spPr>
            <a:xfrm>
              <a:off x="10753048" y="8592511"/>
              <a:ext cx="989410" cy="311369"/>
            </a:xfrm>
            <a:prstGeom prst="rect">
              <a:avLst/>
            </a:prstGeom>
            <a:noFill/>
          </p:spPr>
          <p:txBody>
            <a:bodyPr wrap="square">
              <a:spAutoFit/>
            </a:bodyPr>
            <a:lstStyle/>
            <a:p>
              <a:pPr marL="53975" algn="ctr">
                <a:spcBef>
                  <a:spcPts val="325"/>
                </a:spcBef>
              </a:pPr>
              <a:r>
                <a:rPr lang="zh-CN" altLang="en-US" sz="800" spc="-15" dirty="0">
                  <a:solidFill>
                    <a:srgbClr val="212121"/>
                  </a:solidFill>
                  <a:latin typeface="江城圆体 400W" panose="020B0800000000000000" pitchFamily="34" charset="-128"/>
                  <a:ea typeface="江城圆体 400W" panose="020B0800000000000000" pitchFamily="34" charset="-128"/>
                  <a:cs typeface="Microsoft JhengHei"/>
                </a:rPr>
                <a:t>不紧急</a:t>
              </a:r>
              <a:endParaRPr lang="zh-CN" altLang="en-US" sz="800" dirty="0">
                <a:latin typeface="江城圆体 400W" panose="020B0800000000000000" pitchFamily="34" charset="-128"/>
                <a:ea typeface="江城圆体 400W" panose="020B0800000000000000" pitchFamily="34" charset="-128"/>
                <a:cs typeface="Microsoft JhengHei"/>
              </a:endParaRPr>
            </a:p>
          </p:txBody>
        </p:sp>
        <p:sp>
          <p:nvSpPr>
            <p:cNvPr id="159" name="文本框 158"/>
            <p:cNvSpPr txBox="1"/>
            <p:nvPr/>
          </p:nvSpPr>
          <p:spPr>
            <a:xfrm>
              <a:off x="9484554" y="6393056"/>
              <a:ext cx="1246924" cy="729916"/>
            </a:xfrm>
            <a:prstGeom prst="rect">
              <a:avLst/>
            </a:prstGeom>
            <a:noFill/>
          </p:spPr>
          <p:txBody>
            <a:bodyPr wrap="square">
              <a:spAutoFit/>
            </a:bodyPr>
            <a:lstStyle/>
            <a:p>
              <a:pPr algn="ctr">
                <a:lnSpc>
                  <a:spcPct val="100000"/>
                </a:lnSpc>
              </a:pPr>
              <a:r>
                <a:rPr lang="zh-CN" altLang="en-US" sz="800" spc="-13"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立刻做</a:t>
              </a:r>
              <a:endParaRPr lang="zh-CN" altLang="en-US" sz="800" dirty="0">
                <a:latin typeface="江城圆体 400W" panose="020B0800000000000000" pitchFamily="34" charset="-128"/>
                <a:ea typeface="江城圆体 400W" panose="020B0800000000000000" pitchFamily="34" charset="-128"/>
                <a:cs typeface="PMingLiU" panose="02020500000000000000" charset="-120"/>
              </a:endParaRPr>
            </a:p>
            <a:p>
              <a:pPr marL="83185" marR="82550" algn="ctr">
                <a:lnSpc>
                  <a:spcPct val="104000"/>
                </a:lnSpc>
                <a:spcBef>
                  <a:spcPts val="250"/>
                </a:spcBef>
              </a:pPr>
              <a:r>
                <a:rPr lang="zh-CN" altLang="en-US" sz="80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试着清空紧急</a:t>
              </a:r>
              <a:r>
                <a:rPr lang="zh-CN" altLang="en-US" sz="800" spc="-1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的事</a:t>
              </a:r>
              <a:endParaRPr lang="zh-CN" altLang="en-US"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60" name="文本框 159"/>
            <p:cNvSpPr txBox="1"/>
            <p:nvPr/>
          </p:nvSpPr>
          <p:spPr>
            <a:xfrm>
              <a:off x="9326469" y="7495272"/>
              <a:ext cx="1564003" cy="905466"/>
            </a:xfrm>
            <a:prstGeom prst="rect">
              <a:avLst/>
            </a:prstGeom>
            <a:noFill/>
          </p:spPr>
          <p:txBody>
            <a:bodyPr wrap="square">
              <a:spAutoFit/>
            </a:bodyPr>
            <a:lstStyle/>
            <a:p>
              <a:pPr>
                <a:spcBef>
                  <a:spcPts val="5"/>
                </a:spcBef>
              </a:pPr>
              <a:endParaRPr lang="zh-CN" altLang="en-US" sz="700" dirty="0">
                <a:latin typeface="江城圆体 400W" panose="020B0800000000000000" pitchFamily="34" charset="-128"/>
                <a:ea typeface="江城圆体 400W" panose="020B0800000000000000" pitchFamily="34" charset="-128"/>
                <a:cs typeface="Times New Roman" panose="02020603050405020304"/>
              </a:endParaRPr>
            </a:p>
            <a:p>
              <a:pPr marR="12065" algn="ctr"/>
              <a:r>
                <a:rPr lang="zh-CN" altLang="en-US" sz="800" spc="-13"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授权做</a:t>
              </a:r>
              <a:endParaRPr lang="zh-CN" altLang="en-US" sz="800" dirty="0">
                <a:latin typeface="江城圆体 400W" panose="020B0800000000000000" pitchFamily="34" charset="-128"/>
                <a:ea typeface="江城圆体 400W" panose="020B0800000000000000" pitchFamily="34" charset="-128"/>
                <a:cs typeface="PMingLiU" panose="02020500000000000000" charset="-120"/>
              </a:endParaRPr>
            </a:p>
            <a:p>
              <a:pPr marL="124460" marR="117475" algn="ctr">
                <a:lnSpc>
                  <a:spcPct val="104000"/>
                </a:lnSpc>
                <a:spcBef>
                  <a:spcPts val="350"/>
                </a:spcBef>
              </a:pPr>
              <a:r>
                <a:rPr lang="zh-CN" altLang="en-US" sz="80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枯燥但紧急</a:t>
              </a:r>
              <a:r>
                <a:rPr lang="zh-CN" altLang="en-US" sz="800" spc="-1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的事</a:t>
              </a:r>
              <a:endParaRPr lang="zh-CN" altLang="en-US"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61" name="文本框 160"/>
            <p:cNvSpPr txBox="1"/>
            <p:nvPr/>
          </p:nvSpPr>
          <p:spPr>
            <a:xfrm>
              <a:off x="10599554" y="7420996"/>
              <a:ext cx="1409894" cy="905466"/>
            </a:xfrm>
            <a:prstGeom prst="rect">
              <a:avLst/>
            </a:prstGeom>
            <a:noFill/>
          </p:spPr>
          <p:txBody>
            <a:bodyPr wrap="square">
              <a:spAutoFit/>
            </a:bodyPr>
            <a:lstStyle/>
            <a:p>
              <a:pPr>
                <a:spcBef>
                  <a:spcPts val="5"/>
                </a:spcBef>
              </a:pPr>
              <a:endParaRPr lang="zh-CN" altLang="en-US" sz="700" dirty="0">
                <a:latin typeface="江城圆体 400W" panose="020B0800000000000000" pitchFamily="34" charset="-128"/>
                <a:ea typeface="江城圆体 400W" panose="020B0800000000000000" pitchFamily="34" charset="-128"/>
                <a:cs typeface="Times New Roman" panose="02020603050405020304"/>
              </a:endParaRPr>
            </a:p>
            <a:p>
              <a:pPr marR="31750" algn="ctr"/>
              <a:r>
                <a:rPr lang="zh-CN" altLang="en-US" sz="800" spc="-1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不做</a:t>
              </a:r>
              <a:endParaRPr lang="zh-CN" altLang="en-US" sz="800" dirty="0">
                <a:latin typeface="江城圆体 400W" panose="020B0800000000000000" pitchFamily="34" charset="-128"/>
                <a:ea typeface="江城圆体 400W" panose="020B0800000000000000" pitchFamily="34" charset="-128"/>
                <a:cs typeface="PMingLiU" panose="02020500000000000000" charset="-120"/>
              </a:endParaRPr>
            </a:p>
            <a:p>
              <a:pPr marL="38735" marR="50800" algn="ctr">
                <a:lnSpc>
                  <a:spcPct val="104000"/>
                </a:lnSpc>
                <a:spcBef>
                  <a:spcPts val="350"/>
                </a:spcBef>
              </a:pPr>
              <a:r>
                <a:rPr lang="zh-CN" altLang="en-US" sz="80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无用且浪费时间</a:t>
              </a:r>
              <a:r>
                <a:rPr lang="zh-CN" altLang="en-US" sz="800" spc="-1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的事</a:t>
              </a:r>
              <a:endParaRPr lang="zh-CN" altLang="en-US"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62" name="文本框 161"/>
            <p:cNvSpPr txBox="1"/>
            <p:nvPr/>
          </p:nvSpPr>
          <p:spPr>
            <a:xfrm>
              <a:off x="10502638" y="6250679"/>
              <a:ext cx="1498590" cy="886063"/>
            </a:xfrm>
            <a:prstGeom prst="rect">
              <a:avLst/>
            </a:prstGeom>
            <a:noFill/>
          </p:spPr>
          <p:txBody>
            <a:bodyPr wrap="square">
              <a:spAutoFit/>
            </a:bodyPr>
            <a:lstStyle/>
            <a:p>
              <a:pPr>
                <a:spcBef>
                  <a:spcPts val="5"/>
                </a:spcBef>
              </a:pPr>
              <a:endParaRPr lang="zh-CN" altLang="en-US" sz="700" dirty="0">
                <a:solidFill>
                  <a:schemeClr val="bg1"/>
                </a:solidFill>
                <a:latin typeface="江城圆体 400W" panose="020B0800000000000000" pitchFamily="34" charset="-128"/>
                <a:ea typeface="江城圆体 400W" panose="020B0800000000000000" pitchFamily="34" charset="-128"/>
                <a:cs typeface="Times New Roman" panose="02020603050405020304"/>
              </a:endParaRPr>
            </a:p>
            <a:p>
              <a:pPr marL="41275" algn="ctr"/>
              <a:r>
                <a:rPr lang="zh-CN" altLang="en-US" sz="800" spc="-1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花时间做</a:t>
              </a:r>
              <a:endParaRPr lang="zh-CN" altLang="en-US" sz="800" dirty="0">
                <a:latin typeface="江城圆体 400W" panose="020B0800000000000000" pitchFamily="34" charset="-128"/>
                <a:ea typeface="江城圆体 400W" panose="020B0800000000000000" pitchFamily="34" charset="-128"/>
                <a:cs typeface="PMingLiU" panose="02020500000000000000" charset="-120"/>
              </a:endParaRPr>
            </a:p>
            <a:p>
              <a:pPr marL="105410" marR="59690" algn="ctr">
                <a:lnSpc>
                  <a:spcPct val="104000"/>
                </a:lnSpc>
                <a:spcBef>
                  <a:spcPts val="250"/>
                </a:spcBef>
              </a:pPr>
              <a:r>
                <a:rPr lang="zh-CN" altLang="en-US" sz="800" spc="-1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有用和有价値</a:t>
              </a:r>
              <a:r>
                <a:rPr lang="zh-CN" altLang="en-US" sz="800" spc="-15"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的事</a:t>
              </a:r>
              <a:endParaRPr lang="zh-CN" altLang="en-US" sz="800" dirty="0">
                <a:latin typeface="江城圆体 400W" panose="020B0800000000000000" pitchFamily="34" charset="-128"/>
                <a:ea typeface="江城圆体 400W" panose="020B0800000000000000" pitchFamily="34" charset="-128"/>
                <a:cs typeface="PMingLiU" panose="02020500000000000000" charset="-120"/>
              </a:endParaRPr>
            </a:p>
          </p:txBody>
        </p:sp>
      </p:grpSp>
      <p:sp>
        <p:nvSpPr>
          <p:cNvPr id="142" name="object 142"/>
          <p:cNvSpPr/>
          <p:nvPr/>
        </p:nvSpPr>
        <p:spPr>
          <a:xfrm>
            <a:off x="2558781" y="3146426"/>
            <a:ext cx="921068" cy="123508"/>
          </a:xfrm>
          <a:custGeom>
            <a:avLst/>
            <a:gdLst/>
            <a:ahLst/>
            <a:cxnLst/>
            <a:rect l="l" t="t" r="r" b="b"/>
            <a:pathLst>
              <a:path w="1842134" h="247015">
                <a:moveTo>
                  <a:pt x="121095" y="0"/>
                </a:moveTo>
                <a:lnTo>
                  <a:pt x="74098" y="9306"/>
                </a:lnTo>
                <a:lnTo>
                  <a:pt x="35652" y="35021"/>
                </a:lnTo>
                <a:lnTo>
                  <a:pt x="9654" y="73275"/>
                </a:lnTo>
                <a:lnTo>
                  <a:pt x="0" y="120201"/>
                </a:lnTo>
                <a:lnTo>
                  <a:pt x="9307" y="167199"/>
                </a:lnTo>
                <a:lnTo>
                  <a:pt x="35021" y="205644"/>
                </a:lnTo>
                <a:lnTo>
                  <a:pt x="73275" y="231642"/>
                </a:lnTo>
                <a:lnTo>
                  <a:pt x="120202" y="241297"/>
                </a:lnTo>
                <a:lnTo>
                  <a:pt x="162940" y="233678"/>
                </a:lnTo>
                <a:lnTo>
                  <a:pt x="199018" y="212382"/>
                </a:lnTo>
                <a:lnTo>
                  <a:pt x="225571" y="180254"/>
                </a:lnTo>
                <a:lnTo>
                  <a:pt x="239732" y="140139"/>
                </a:lnTo>
                <a:lnTo>
                  <a:pt x="1600655" y="145172"/>
                </a:lnTo>
                <a:lnTo>
                  <a:pt x="1600293" y="246777"/>
                </a:lnTo>
                <a:lnTo>
                  <a:pt x="1842038" y="127022"/>
                </a:lnTo>
                <a:lnTo>
                  <a:pt x="1601186" y="5480"/>
                </a:lnTo>
                <a:lnTo>
                  <a:pt x="1600808" y="107085"/>
                </a:lnTo>
                <a:lnTo>
                  <a:pt x="239872" y="102035"/>
                </a:lnTo>
                <a:lnTo>
                  <a:pt x="226008" y="61818"/>
                </a:lnTo>
                <a:lnTo>
                  <a:pt x="199694" y="29496"/>
                </a:lnTo>
                <a:lnTo>
                  <a:pt x="163775" y="7934"/>
                </a:lnTo>
                <a:lnTo>
                  <a:pt x="121095"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宫了了的思维工具箱</a:t>
            </a:r>
            <a:endParaRPr sz="90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3" name="object 3"/>
          <p:cNvGrpSpPr/>
          <p:nvPr/>
        </p:nvGrpSpPr>
        <p:grpSpPr>
          <a:xfrm>
            <a:off x="1647825" y="1241425"/>
            <a:ext cx="259398" cy="259080"/>
            <a:chOff x="3244850" y="2482850"/>
            <a:chExt cx="518795" cy="518159"/>
          </a:xfrm>
        </p:grpSpPr>
        <p:sp>
          <p:nvSpPr>
            <p:cNvPr id="4" name="object 4"/>
            <p:cNvSpPr/>
            <p:nvPr/>
          </p:nvSpPr>
          <p:spPr>
            <a:xfrm>
              <a:off x="3251200" y="2489200"/>
              <a:ext cx="506095" cy="505459"/>
            </a:xfrm>
            <a:custGeom>
              <a:avLst/>
              <a:gdLst/>
              <a:ahLst/>
              <a:cxnLst/>
              <a:rect l="l" t="t" r="r" b="b"/>
              <a:pathLst>
                <a:path w="506095" h="505460">
                  <a:moveTo>
                    <a:pt x="252529" y="0"/>
                  </a:moveTo>
                  <a:lnTo>
                    <a:pt x="207137" y="4068"/>
                  </a:lnTo>
                  <a:lnTo>
                    <a:pt x="164413" y="15798"/>
                  </a:lnTo>
                  <a:lnTo>
                    <a:pt x="125073" y="34476"/>
                  </a:lnTo>
                  <a:lnTo>
                    <a:pt x="89828" y="59389"/>
                  </a:lnTo>
                  <a:lnTo>
                    <a:pt x="59391" y="89825"/>
                  </a:lnTo>
                  <a:lnTo>
                    <a:pt x="34477" y="125069"/>
                  </a:lnTo>
                  <a:lnTo>
                    <a:pt x="15798" y="164410"/>
                  </a:lnTo>
                  <a:lnTo>
                    <a:pt x="4068" y="207133"/>
                  </a:lnTo>
                  <a:lnTo>
                    <a:pt x="0" y="252526"/>
                  </a:lnTo>
                  <a:lnTo>
                    <a:pt x="4068" y="297920"/>
                  </a:lnTo>
                  <a:lnTo>
                    <a:pt x="15798" y="340643"/>
                  </a:lnTo>
                  <a:lnTo>
                    <a:pt x="34477" y="379984"/>
                  </a:lnTo>
                  <a:lnTo>
                    <a:pt x="59391" y="415228"/>
                  </a:lnTo>
                  <a:lnTo>
                    <a:pt x="89828" y="445664"/>
                  </a:lnTo>
                  <a:lnTo>
                    <a:pt x="125073" y="470577"/>
                  </a:lnTo>
                  <a:lnTo>
                    <a:pt x="164413" y="489255"/>
                  </a:lnTo>
                  <a:lnTo>
                    <a:pt x="207137" y="500985"/>
                  </a:lnTo>
                  <a:lnTo>
                    <a:pt x="252529" y="505053"/>
                  </a:lnTo>
                  <a:lnTo>
                    <a:pt x="287809" y="502610"/>
                  </a:lnTo>
                  <a:lnTo>
                    <a:pt x="321592" y="495498"/>
                  </a:lnTo>
                  <a:lnTo>
                    <a:pt x="353550" y="484045"/>
                  </a:lnTo>
                  <a:lnTo>
                    <a:pt x="383353" y="468579"/>
                  </a:lnTo>
                  <a:lnTo>
                    <a:pt x="502900" y="468579"/>
                  </a:lnTo>
                  <a:lnTo>
                    <a:pt x="493532" y="437051"/>
                  </a:lnTo>
                  <a:lnTo>
                    <a:pt x="480073" y="394304"/>
                  </a:lnTo>
                  <a:lnTo>
                    <a:pt x="478115" y="366153"/>
                  </a:lnTo>
                  <a:lnTo>
                    <a:pt x="489596" y="339734"/>
                  </a:lnTo>
                  <a:lnTo>
                    <a:pt x="498050" y="311854"/>
                  </a:lnTo>
                  <a:lnTo>
                    <a:pt x="503272" y="282718"/>
                  </a:lnTo>
                  <a:lnTo>
                    <a:pt x="505058" y="252526"/>
                  </a:lnTo>
                  <a:lnTo>
                    <a:pt x="500990" y="207133"/>
                  </a:lnTo>
                  <a:lnTo>
                    <a:pt x="489259" y="164410"/>
                  </a:lnTo>
                  <a:lnTo>
                    <a:pt x="470580" y="125069"/>
                  </a:lnTo>
                  <a:lnTo>
                    <a:pt x="445666" y="89825"/>
                  </a:lnTo>
                  <a:lnTo>
                    <a:pt x="415230" y="59389"/>
                  </a:lnTo>
                  <a:lnTo>
                    <a:pt x="379985" y="34476"/>
                  </a:lnTo>
                  <a:lnTo>
                    <a:pt x="340644" y="15798"/>
                  </a:lnTo>
                  <a:lnTo>
                    <a:pt x="297921" y="4068"/>
                  </a:lnTo>
                  <a:lnTo>
                    <a:pt x="252529" y="0"/>
                  </a:lnTo>
                  <a:close/>
                </a:path>
                <a:path w="506095" h="505460">
                  <a:moveTo>
                    <a:pt x="502900" y="468579"/>
                  </a:moveTo>
                  <a:lnTo>
                    <a:pt x="383353" y="468579"/>
                  </a:lnTo>
                  <a:lnTo>
                    <a:pt x="408707" y="471511"/>
                  </a:lnTo>
                  <a:lnTo>
                    <a:pt x="445823" y="488716"/>
                  </a:lnTo>
                  <a:lnTo>
                    <a:pt x="482130" y="504971"/>
                  </a:lnTo>
                  <a:lnTo>
                    <a:pt x="505058" y="505053"/>
                  </a:lnTo>
                  <a:lnTo>
                    <a:pt x="506018" y="479074"/>
                  </a:lnTo>
                  <a:lnTo>
                    <a:pt x="502900" y="468579"/>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 name="object 5"/>
            <p:cNvSpPr/>
            <p:nvPr/>
          </p:nvSpPr>
          <p:spPr>
            <a:xfrm>
              <a:off x="3251200" y="2489200"/>
              <a:ext cx="506095" cy="505459"/>
            </a:xfrm>
            <a:custGeom>
              <a:avLst/>
              <a:gdLst/>
              <a:ahLst/>
              <a:cxnLst/>
              <a:rect l="l" t="t" r="r" b="b"/>
              <a:pathLst>
                <a:path w="506095" h="505460">
                  <a:moveTo>
                    <a:pt x="252529" y="505058"/>
                  </a:moveTo>
                  <a:lnTo>
                    <a:pt x="287809" y="502613"/>
                  </a:lnTo>
                  <a:lnTo>
                    <a:pt x="321592" y="495498"/>
                  </a:lnTo>
                  <a:lnTo>
                    <a:pt x="353550" y="484042"/>
                  </a:lnTo>
                  <a:lnTo>
                    <a:pt x="383353" y="468572"/>
                  </a:lnTo>
                  <a:lnTo>
                    <a:pt x="408707" y="471508"/>
                  </a:lnTo>
                  <a:lnTo>
                    <a:pt x="445822" y="488716"/>
                  </a:lnTo>
                  <a:lnTo>
                    <a:pt x="482130" y="504973"/>
                  </a:lnTo>
                  <a:lnTo>
                    <a:pt x="505058" y="505058"/>
                  </a:lnTo>
                  <a:lnTo>
                    <a:pt x="506018" y="479079"/>
                  </a:lnTo>
                  <a:lnTo>
                    <a:pt x="493532" y="437055"/>
                  </a:lnTo>
                  <a:lnTo>
                    <a:pt x="480074" y="394304"/>
                  </a:lnTo>
                  <a:lnTo>
                    <a:pt x="478116" y="366147"/>
                  </a:lnTo>
                  <a:lnTo>
                    <a:pt x="489596" y="339734"/>
                  </a:lnTo>
                  <a:lnTo>
                    <a:pt x="498050" y="311856"/>
                  </a:lnTo>
                  <a:lnTo>
                    <a:pt x="503272" y="282720"/>
                  </a:lnTo>
                  <a:lnTo>
                    <a:pt x="505058" y="252529"/>
                  </a:lnTo>
                  <a:lnTo>
                    <a:pt x="500990" y="207136"/>
                  </a:lnTo>
                  <a:lnTo>
                    <a:pt x="489259" y="164413"/>
                  </a:lnTo>
                  <a:lnTo>
                    <a:pt x="470581" y="125072"/>
                  </a:lnTo>
                  <a:lnTo>
                    <a:pt x="445666" y="89827"/>
                  </a:lnTo>
                  <a:lnTo>
                    <a:pt x="415230" y="59391"/>
                  </a:lnTo>
                  <a:lnTo>
                    <a:pt x="379985" y="34477"/>
                  </a:lnTo>
                  <a:lnTo>
                    <a:pt x="340645" y="15798"/>
                  </a:lnTo>
                  <a:lnTo>
                    <a:pt x="297921" y="4068"/>
                  </a:lnTo>
                  <a:lnTo>
                    <a:pt x="252529" y="0"/>
                  </a:lnTo>
                  <a:lnTo>
                    <a:pt x="207136" y="4068"/>
                  </a:lnTo>
                  <a:lnTo>
                    <a:pt x="164413" y="15798"/>
                  </a:lnTo>
                  <a:lnTo>
                    <a:pt x="125072" y="34477"/>
                  </a:lnTo>
                  <a:lnTo>
                    <a:pt x="89827" y="59391"/>
                  </a:lnTo>
                  <a:lnTo>
                    <a:pt x="59391" y="89827"/>
                  </a:lnTo>
                  <a:lnTo>
                    <a:pt x="34477" y="125072"/>
                  </a:lnTo>
                  <a:lnTo>
                    <a:pt x="15798" y="164413"/>
                  </a:lnTo>
                  <a:lnTo>
                    <a:pt x="4068" y="207136"/>
                  </a:lnTo>
                  <a:lnTo>
                    <a:pt x="0" y="252529"/>
                  </a:lnTo>
                  <a:lnTo>
                    <a:pt x="4068" y="297921"/>
                  </a:lnTo>
                  <a:lnTo>
                    <a:pt x="15798" y="340645"/>
                  </a:lnTo>
                  <a:lnTo>
                    <a:pt x="34477" y="379985"/>
                  </a:lnTo>
                  <a:lnTo>
                    <a:pt x="59391" y="415230"/>
                  </a:lnTo>
                  <a:lnTo>
                    <a:pt x="89827" y="445666"/>
                  </a:lnTo>
                  <a:lnTo>
                    <a:pt x="125072" y="470581"/>
                  </a:lnTo>
                  <a:lnTo>
                    <a:pt x="164413" y="489259"/>
                  </a:lnTo>
                  <a:lnTo>
                    <a:pt x="207136" y="500990"/>
                  </a:lnTo>
                  <a:lnTo>
                    <a:pt x="252529" y="505058"/>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6" name="object 6"/>
          <p:cNvSpPr txBox="1"/>
          <p:nvPr/>
        </p:nvSpPr>
        <p:spPr>
          <a:xfrm>
            <a:off x="1677982" y="1231900"/>
            <a:ext cx="3732218" cy="283210"/>
          </a:xfrm>
          <a:prstGeom prst="rect">
            <a:avLst/>
          </a:prstGeom>
        </p:spPr>
        <p:txBody>
          <a:bodyPr vert="horz" wrap="square" lIns="0" tIns="6350" rIns="0" bIns="0" rtlCol="0">
            <a:spAutoFit/>
          </a:bodyPr>
          <a:lstStyle/>
          <a:p>
            <a:pPr marL="19050">
              <a:spcBef>
                <a:spcPts val="50"/>
              </a:spcBef>
              <a:tabLst>
                <a:tab pos="245745" algn="l"/>
              </a:tabLst>
            </a:pPr>
            <a:r>
              <a:rPr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a:t>
            </a:r>
            <a:r>
              <a:rPr b="1" dirty="0">
                <a:solidFill>
                  <a:srgbClr val="212121"/>
                </a:solidFill>
                <a:latin typeface="江城圆体 600W" panose="020B0800000000000000" pitchFamily="34" charset="-128"/>
                <a:ea typeface="江城圆体 600W" panose="020B0800000000000000" pitchFamily="34" charset="-128"/>
                <a:cs typeface="Microsoft JhengHei"/>
              </a:rPr>
              <a:t>「人际领导」的原则 --- 双赢思维</a:t>
            </a:r>
            <a:endParaRPr b="1" dirty="0">
              <a:latin typeface="江城圆体 600W" panose="020B0800000000000000" pitchFamily="34" charset="-128"/>
              <a:ea typeface="江城圆体 600W" panose="020B0800000000000000" pitchFamily="34" charset="-128"/>
              <a:cs typeface="Microsoft JhengHei"/>
            </a:endParaRPr>
          </a:p>
        </p:txBody>
      </p:sp>
      <p:grpSp>
        <p:nvGrpSpPr>
          <p:cNvPr id="7" name="object 7"/>
          <p:cNvGrpSpPr/>
          <p:nvPr/>
        </p:nvGrpSpPr>
        <p:grpSpPr>
          <a:xfrm>
            <a:off x="904875" y="2244725"/>
            <a:ext cx="476250" cy="476250"/>
            <a:chOff x="1809750" y="4489450"/>
            <a:chExt cx="952500" cy="952500"/>
          </a:xfrm>
        </p:grpSpPr>
        <p:pic>
          <p:nvPicPr>
            <p:cNvPr id="8" name="object 8"/>
            <p:cNvPicPr/>
            <p:nvPr/>
          </p:nvPicPr>
          <p:blipFill>
            <a:blip r:embed="rId2" cstate="print"/>
            <a:stretch>
              <a:fillRect/>
            </a:stretch>
          </p:blipFill>
          <p:spPr>
            <a:xfrm>
              <a:off x="2654300" y="4686300"/>
              <a:ext cx="88900" cy="622300"/>
            </a:xfrm>
            <a:prstGeom prst="rect">
              <a:avLst/>
            </a:prstGeom>
          </p:spPr>
        </p:pic>
        <p:pic>
          <p:nvPicPr>
            <p:cNvPr id="9" name="object 9"/>
            <p:cNvPicPr/>
            <p:nvPr/>
          </p:nvPicPr>
          <p:blipFill>
            <a:blip r:embed="rId3" cstate="print"/>
            <a:stretch>
              <a:fillRect/>
            </a:stretch>
          </p:blipFill>
          <p:spPr>
            <a:xfrm>
              <a:off x="2565400" y="4597400"/>
              <a:ext cx="88900" cy="800100"/>
            </a:xfrm>
            <a:prstGeom prst="rect">
              <a:avLst/>
            </a:prstGeom>
          </p:spPr>
        </p:pic>
        <p:pic>
          <p:nvPicPr>
            <p:cNvPr id="10" name="object 10"/>
            <p:cNvPicPr/>
            <p:nvPr/>
          </p:nvPicPr>
          <p:blipFill>
            <a:blip r:embed="rId4" cstate="print"/>
            <a:stretch>
              <a:fillRect/>
            </a:stretch>
          </p:blipFill>
          <p:spPr>
            <a:xfrm>
              <a:off x="2476500" y="4508500"/>
              <a:ext cx="88900" cy="889000"/>
            </a:xfrm>
            <a:prstGeom prst="rect">
              <a:avLst/>
            </a:prstGeom>
          </p:spPr>
        </p:pic>
        <p:pic>
          <p:nvPicPr>
            <p:cNvPr id="11" name="object 11"/>
            <p:cNvPicPr/>
            <p:nvPr/>
          </p:nvPicPr>
          <p:blipFill>
            <a:blip r:embed="rId5" cstate="print"/>
            <a:stretch>
              <a:fillRect/>
            </a:stretch>
          </p:blipFill>
          <p:spPr>
            <a:xfrm>
              <a:off x="2387600" y="4508500"/>
              <a:ext cx="88900" cy="914400"/>
            </a:xfrm>
            <a:prstGeom prst="rect">
              <a:avLst/>
            </a:prstGeom>
          </p:spPr>
        </p:pic>
        <p:pic>
          <p:nvPicPr>
            <p:cNvPr id="12" name="object 12"/>
            <p:cNvPicPr/>
            <p:nvPr/>
          </p:nvPicPr>
          <p:blipFill>
            <a:blip r:embed="rId6" cstate="print"/>
            <a:stretch>
              <a:fillRect/>
            </a:stretch>
          </p:blipFill>
          <p:spPr>
            <a:xfrm>
              <a:off x="2298700" y="4508500"/>
              <a:ext cx="88900" cy="914400"/>
            </a:xfrm>
            <a:prstGeom prst="rect">
              <a:avLst/>
            </a:prstGeom>
          </p:spPr>
        </p:pic>
        <p:pic>
          <p:nvPicPr>
            <p:cNvPr id="13" name="object 13"/>
            <p:cNvPicPr/>
            <p:nvPr/>
          </p:nvPicPr>
          <p:blipFill>
            <a:blip r:embed="rId7" cstate="print"/>
            <a:stretch>
              <a:fillRect/>
            </a:stretch>
          </p:blipFill>
          <p:spPr>
            <a:xfrm>
              <a:off x="2209800" y="4508500"/>
              <a:ext cx="88900" cy="914400"/>
            </a:xfrm>
            <a:prstGeom prst="rect">
              <a:avLst/>
            </a:prstGeom>
          </p:spPr>
        </p:pic>
        <p:pic>
          <p:nvPicPr>
            <p:cNvPr id="14" name="object 14"/>
            <p:cNvPicPr/>
            <p:nvPr/>
          </p:nvPicPr>
          <p:blipFill>
            <a:blip r:embed="rId8" cstate="print"/>
            <a:stretch>
              <a:fillRect/>
            </a:stretch>
          </p:blipFill>
          <p:spPr>
            <a:xfrm>
              <a:off x="2120900" y="4508500"/>
              <a:ext cx="88900" cy="914400"/>
            </a:xfrm>
            <a:prstGeom prst="rect">
              <a:avLst/>
            </a:prstGeom>
          </p:spPr>
        </p:pic>
        <p:pic>
          <p:nvPicPr>
            <p:cNvPr id="15" name="object 15"/>
            <p:cNvPicPr/>
            <p:nvPr/>
          </p:nvPicPr>
          <p:blipFill>
            <a:blip r:embed="rId9" cstate="print"/>
            <a:stretch>
              <a:fillRect/>
            </a:stretch>
          </p:blipFill>
          <p:spPr>
            <a:xfrm>
              <a:off x="2032000" y="4508500"/>
              <a:ext cx="88900" cy="889000"/>
            </a:xfrm>
            <a:prstGeom prst="rect">
              <a:avLst/>
            </a:prstGeom>
          </p:spPr>
        </p:pic>
        <p:pic>
          <p:nvPicPr>
            <p:cNvPr id="16" name="object 16"/>
            <p:cNvPicPr/>
            <p:nvPr/>
          </p:nvPicPr>
          <p:blipFill>
            <a:blip r:embed="rId10" cstate="print"/>
            <a:stretch>
              <a:fillRect/>
            </a:stretch>
          </p:blipFill>
          <p:spPr>
            <a:xfrm>
              <a:off x="1943100" y="4508500"/>
              <a:ext cx="88900" cy="889000"/>
            </a:xfrm>
            <a:prstGeom prst="rect">
              <a:avLst/>
            </a:prstGeom>
          </p:spPr>
        </p:pic>
        <p:pic>
          <p:nvPicPr>
            <p:cNvPr id="17" name="object 17"/>
            <p:cNvPicPr/>
            <p:nvPr/>
          </p:nvPicPr>
          <p:blipFill>
            <a:blip r:embed="rId11" cstate="print"/>
            <a:stretch>
              <a:fillRect/>
            </a:stretch>
          </p:blipFill>
          <p:spPr>
            <a:xfrm>
              <a:off x="1828800" y="4597400"/>
              <a:ext cx="114300" cy="711200"/>
            </a:xfrm>
            <a:prstGeom prst="rect">
              <a:avLst/>
            </a:prstGeom>
          </p:spPr>
        </p:pic>
        <p:sp>
          <p:nvSpPr>
            <p:cNvPr id="18" name="object 18"/>
            <p:cNvSpPr/>
            <p:nvPr/>
          </p:nvSpPr>
          <p:spPr>
            <a:xfrm>
              <a:off x="1828800" y="4508500"/>
              <a:ext cx="914400" cy="914400"/>
            </a:xfrm>
            <a:custGeom>
              <a:avLst/>
              <a:gdLst/>
              <a:ahLst/>
              <a:cxnLst/>
              <a:rect l="l" t="t" r="r" b="b"/>
              <a:pathLst>
                <a:path w="914400" h="914400">
                  <a:moveTo>
                    <a:pt x="457200" y="914400"/>
                  </a:moveTo>
                  <a:lnTo>
                    <a:pt x="410453" y="912039"/>
                  </a:lnTo>
                  <a:lnTo>
                    <a:pt x="365058" y="905111"/>
                  </a:lnTo>
                  <a:lnTo>
                    <a:pt x="321242" y="893845"/>
                  </a:lnTo>
                  <a:lnTo>
                    <a:pt x="279237" y="878470"/>
                  </a:lnTo>
                  <a:lnTo>
                    <a:pt x="239271" y="859218"/>
                  </a:lnTo>
                  <a:lnTo>
                    <a:pt x="201575" y="836317"/>
                  </a:lnTo>
                  <a:lnTo>
                    <a:pt x="166378" y="809997"/>
                  </a:lnTo>
                  <a:lnTo>
                    <a:pt x="133910" y="780489"/>
                  </a:lnTo>
                  <a:lnTo>
                    <a:pt x="104402" y="748021"/>
                  </a:lnTo>
                  <a:lnTo>
                    <a:pt x="78082" y="712824"/>
                  </a:lnTo>
                  <a:lnTo>
                    <a:pt x="55181" y="675128"/>
                  </a:lnTo>
                  <a:lnTo>
                    <a:pt x="35929" y="635162"/>
                  </a:lnTo>
                  <a:lnTo>
                    <a:pt x="20554" y="593157"/>
                  </a:lnTo>
                  <a:lnTo>
                    <a:pt x="9288" y="549341"/>
                  </a:lnTo>
                  <a:lnTo>
                    <a:pt x="2360" y="503946"/>
                  </a:lnTo>
                  <a:lnTo>
                    <a:pt x="0" y="457200"/>
                  </a:lnTo>
                  <a:lnTo>
                    <a:pt x="2360" y="410453"/>
                  </a:lnTo>
                  <a:lnTo>
                    <a:pt x="9288" y="365058"/>
                  </a:lnTo>
                  <a:lnTo>
                    <a:pt x="20554" y="321242"/>
                  </a:lnTo>
                  <a:lnTo>
                    <a:pt x="35929" y="279237"/>
                  </a:lnTo>
                  <a:lnTo>
                    <a:pt x="55181" y="239271"/>
                  </a:lnTo>
                  <a:lnTo>
                    <a:pt x="78082" y="201575"/>
                  </a:lnTo>
                  <a:lnTo>
                    <a:pt x="104402" y="166378"/>
                  </a:lnTo>
                  <a:lnTo>
                    <a:pt x="133910" y="133910"/>
                  </a:lnTo>
                  <a:lnTo>
                    <a:pt x="166378" y="104402"/>
                  </a:lnTo>
                  <a:lnTo>
                    <a:pt x="201575" y="78082"/>
                  </a:lnTo>
                  <a:lnTo>
                    <a:pt x="239271" y="55181"/>
                  </a:lnTo>
                  <a:lnTo>
                    <a:pt x="279237" y="35929"/>
                  </a:lnTo>
                  <a:lnTo>
                    <a:pt x="321242" y="20554"/>
                  </a:lnTo>
                  <a:lnTo>
                    <a:pt x="365058" y="9288"/>
                  </a:lnTo>
                  <a:lnTo>
                    <a:pt x="410453" y="2360"/>
                  </a:lnTo>
                  <a:lnTo>
                    <a:pt x="457200" y="0"/>
                  </a:lnTo>
                  <a:lnTo>
                    <a:pt x="503946" y="2360"/>
                  </a:lnTo>
                  <a:lnTo>
                    <a:pt x="549341" y="9288"/>
                  </a:lnTo>
                  <a:lnTo>
                    <a:pt x="593157" y="20554"/>
                  </a:lnTo>
                  <a:lnTo>
                    <a:pt x="635162" y="35929"/>
                  </a:lnTo>
                  <a:lnTo>
                    <a:pt x="675128" y="55181"/>
                  </a:lnTo>
                  <a:lnTo>
                    <a:pt x="712824" y="78082"/>
                  </a:lnTo>
                  <a:lnTo>
                    <a:pt x="748021" y="104402"/>
                  </a:lnTo>
                  <a:lnTo>
                    <a:pt x="780489" y="133910"/>
                  </a:lnTo>
                  <a:lnTo>
                    <a:pt x="809997" y="166378"/>
                  </a:lnTo>
                  <a:lnTo>
                    <a:pt x="836317" y="201575"/>
                  </a:lnTo>
                  <a:lnTo>
                    <a:pt x="859218" y="239271"/>
                  </a:lnTo>
                  <a:lnTo>
                    <a:pt x="878470" y="279237"/>
                  </a:lnTo>
                  <a:lnTo>
                    <a:pt x="893845" y="321242"/>
                  </a:lnTo>
                  <a:lnTo>
                    <a:pt x="905111" y="365058"/>
                  </a:lnTo>
                  <a:lnTo>
                    <a:pt x="912039" y="410453"/>
                  </a:lnTo>
                  <a:lnTo>
                    <a:pt x="914400" y="457200"/>
                  </a:lnTo>
                  <a:lnTo>
                    <a:pt x="912039" y="503946"/>
                  </a:lnTo>
                  <a:lnTo>
                    <a:pt x="905111" y="549341"/>
                  </a:lnTo>
                  <a:lnTo>
                    <a:pt x="893845" y="593157"/>
                  </a:lnTo>
                  <a:lnTo>
                    <a:pt x="878470" y="635162"/>
                  </a:lnTo>
                  <a:lnTo>
                    <a:pt x="859218" y="675128"/>
                  </a:lnTo>
                  <a:lnTo>
                    <a:pt x="836317" y="712824"/>
                  </a:lnTo>
                  <a:lnTo>
                    <a:pt x="809997" y="748021"/>
                  </a:lnTo>
                  <a:lnTo>
                    <a:pt x="780489" y="780489"/>
                  </a:lnTo>
                  <a:lnTo>
                    <a:pt x="748021" y="809997"/>
                  </a:lnTo>
                  <a:lnTo>
                    <a:pt x="712824" y="836317"/>
                  </a:lnTo>
                  <a:lnTo>
                    <a:pt x="675128" y="859218"/>
                  </a:lnTo>
                  <a:lnTo>
                    <a:pt x="635162" y="878470"/>
                  </a:lnTo>
                  <a:lnTo>
                    <a:pt x="593157" y="893845"/>
                  </a:lnTo>
                  <a:lnTo>
                    <a:pt x="549341" y="905111"/>
                  </a:lnTo>
                  <a:lnTo>
                    <a:pt x="503946" y="912039"/>
                  </a:lnTo>
                  <a:lnTo>
                    <a:pt x="457200" y="91440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9" name="object 19"/>
          <p:cNvGrpSpPr/>
          <p:nvPr/>
        </p:nvGrpSpPr>
        <p:grpSpPr>
          <a:xfrm>
            <a:off x="904875" y="3336925"/>
            <a:ext cx="476250" cy="476250"/>
            <a:chOff x="1809750" y="6673850"/>
            <a:chExt cx="952500" cy="952500"/>
          </a:xfrm>
        </p:grpSpPr>
        <p:pic>
          <p:nvPicPr>
            <p:cNvPr id="20" name="object 20"/>
            <p:cNvPicPr/>
            <p:nvPr/>
          </p:nvPicPr>
          <p:blipFill>
            <a:blip r:embed="rId2" cstate="print"/>
            <a:stretch>
              <a:fillRect/>
            </a:stretch>
          </p:blipFill>
          <p:spPr>
            <a:xfrm>
              <a:off x="2654300" y="6870700"/>
              <a:ext cx="88900" cy="622300"/>
            </a:xfrm>
            <a:prstGeom prst="rect">
              <a:avLst/>
            </a:prstGeom>
          </p:spPr>
        </p:pic>
        <p:pic>
          <p:nvPicPr>
            <p:cNvPr id="21" name="object 21"/>
            <p:cNvPicPr/>
            <p:nvPr/>
          </p:nvPicPr>
          <p:blipFill>
            <a:blip r:embed="rId3" cstate="print"/>
            <a:stretch>
              <a:fillRect/>
            </a:stretch>
          </p:blipFill>
          <p:spPr>
            <a:xfrm>
              <a:off x="2565400" y="6781800"/>
              <a:ext cx="88900" cy="800100"/>
            </a:xfrm>
            <a:prstGeom prst="rect">
              <a:avLst/>
            </a:prstGeom>
          </p:spPr>
        </p:pic>
        <p:pic>
          <p:nvPicPr>
            <p:cNvPr id="22" name="object 22"/>
            <p:cNvPicPr/>
            <p:nvPr/>
          </p:nvPicPr>
          <p:blipFill>
            <a:blip r:embed="rId4" cstate="print"/>
            <a:stretch>
              <a:fillRect/>
            </a:stretch>
          </p:blipFill>
          <p:spPr>
            <a:xfrm>
              <a:off x="2476500" y="6692900"/>
              <a:ext cx="88900" cy="889000"/>
            </a:xfrm>
            <a:prstGeom prst="rect">
              <a:avLst/>
            </a:prstGeom>
          </p:spPr>
        </p:pic>
        <p:pic>
          <p:nvPicPr>
            <p:cNvPr id="23" name="object 23"/>
            <p:cNvPicPr/>
            <p:nvPr/>
          </p:nvPicPr>
          <p:blipFill>
            <a:blip r:embed="rId5" cstate="print"/>
            <a:stretch>
              <a:fillRect/>
            </a:stretch>
          </p:blipFill>
          <p:spPr>
            <a:xfrm>
              <a:off x="2387600" y="6692900"/>
              <a:ext cx="88900" cy="914400"/>
            </a:xfrm>
            <a:prstGeom prst="rect">
              <a:avLst/>
            </a:prstGeom>
          </p:spPr>
        </p:pic>
        <p:pic>
          <p:nvPicPr>
            <p:cNvPr id="24" name="object 24"/>
            <p:cNvPicPr/>
            <p:nvPr/>
          </p:nvPicPr>
          <p:blipFill>
            <a:blip r:embed="rId6" cstate="print"/>
            <a:stretch>
              <a:fillRect/>
            </a:stretch>
          </p:blipFill>
          <p:spPr>
            <a:xfrm>
              <a:off x="2298700" y="6692900"/>
              <a:ext cx="88900" cy="914400"/>
            </a:xfrm>
            <a:prstGeom prst="rect">
              <a:avLst/>
            </a:prstGeom>
          </p:spPr>
        </p:pic>
        <p:pic>
          <p:nvPicPr>
            <p:cNvPr id="25" name="object 25"/>
            <p:cNvPicPr/>
            <p:nvPr/>
          </p:nvPicPr>
          <p:blipFill>
            <a:blip r:embed="rId7" cstate="print"/>
            <a:stretch>
              <a:fillRect/>
            </a:stretch>
          </p:blipFill>
          <p:spPr>
            <a:xfrm>
              <a:off x="2209800" y="6692900"/>
              <a:ext cx="88900" cy="914400"/>
            </a:xfrm>
            <a:prstGeom prst="rect">
              <a:avLst/>
            </a:prstGeom>
          </p:spPr>
        </p:pic>
        <p:pic>
          <p:nvPicPr>
            <p:cNvPr id="26" name="object 26"/>
            <p:cNvPicPr/>
            <p:nvPr/>
          </p:nvPicPr>
          <p:blipFill>
            <a:blip r:embed="rId8" cstate="print"/>
            <a:stretch>
              <a:fillRect/>
            </a:stretch>
          </p:blipFill>
          <p:spPr>
            <a:xfrm>
              <a:off x="2120900" y="6692900"/>
              <a:ext cx="88900" cy="914400"/>
            </a:xfrm>
            <a:prstGeom prst="rect">
              <a:avLst/>
            </a:prstGeom>
          </p:spPr>
        </p:pic>
        <p:pic>
          <p:nvPicPr>
            <p:cNvPr id="27" name="object 27"/>
            <p:cNvPicPr/>
            <p:nvPr/>
          </p:nvPicPr>
          <p:blipFill>
            <a:blip r:embed="rId9" cstate="print"/>
            <a:stretch>
              <a:fillRect/>
            </a:stretch>
          </p:blipFill>
          <p:spPr>
            <a:xfrm>
              <a:off x="2032000" y="6692900"/>
              <a:ext cx="88900" cy="889000"/>
            </a:xfrm>
            <a:prstGeom prst="rect">
              <a:avLst/>
            </a:prstGeom>
          </p:spPr>
        </p:pic>
        <p:pic>
          <p:nvPicPr>
            <p:cNvPr id="28" name="object 28"/>
            <p:cNvPicPr/>
            <p:nvPr/>
          </p:nvPicPr>
          <p:blipFill>
            <a:blip r:embed="rId10" cstate="print"/>
            <a:stretch>
              <a:fillRect/>
            </a:stretch>
          </p:blipFill>
          <p:spPr>
            <a:xfrm>
              <a:off x="1943100" y="6692900"/>
              <a:ext cx="88900" cy="889000"/>
            </a:xfrm>
            <a:prstGeom prst="rect">
              <a:avLst/>
            </a:prstGeom>
          </p:spPr>
        </p:pic>
        <p:pic>
          <p:nvPicPr>
            <p:cNvPr id="29" name="object 29"/>
            <p:cNvPicPr/>
            <p:nvPr/>
          </p:nvPicPr>
          <p:blipFill>
            <a:blip r:embed="rId11" cstate="print"/>
            <a:stretch>
              <a:fillRect/>
            </a:stretch>
          </p:blipFill>
          <p:spPr>
            <a:xfrm>
              <a:off x="1828800" y="6781800"/>
              <a:ext cx="114300" cy="711200"/>
            </a:xfrm>
            <a:prstGeom prst="rect">
              <a:avLst/>
            </a:prstGeom>
          </p:spPr>
        </p:pic>
        <p:sp>
          <p:nvSpPr>
            <p:cNvPr id="30" name="object 30"/>
            <p:cNvSpPr/>
            <p:nvPr/>
          </p:nvSpPr>
          <p:spPr>
            <a:xfrm>
              <a:off x="1828800" y="6692900"/>
              <a:ext cx="914400" cy="914400"/>
            </a:xfrm>
            <a:custGeom>
              <a:avLst/>
              <a:gdLst/>
              <a:ahLst/>
              <a:cxnLst/>
              <a:rect l="l" t="t" r="r" b="b"/>
              <a:pathLst>
                <a:path w="914400" h="914400">
                  <a:moveTo>
                    <a:pt x="457200" y="914400"/>
                  </a:moveTo>
                  <a:lnTo>
                    <a:pt x="410453" y="912039"/>
                  </a:lnTo>
                  <a:lnTo>
                    <a:pt x="365058" y="905111"/>
                  </a:lnTo>
                  <a:lnTo>
                    <a:pt x="321242" y="893845"/>
                  </a:lnTo>
                  <a:lnTo>
                    <a:pt x="279237" y="878470"/>
                  </a:lnTo>
                  <a:lnTo>
                    <a:pt x="239271" y="859218"/>
                  </a:lnTo>
                  <a:lnTo>
                    <a:pt x="201575" y="836317"/>
                  </a:lnTo>
                  <a:lnTo>
                    <a:pt x="166378" y="809997"/>
                  </a:lnTo>
                  <a:lnTo>
                    <a:pt x="133910" y="780489"/>
                  </a:lnTo>
                  <a:lnTo>
                    <a:pt x="104402" y="748021"/>
                  </a:lnTo>
                  <a:lnTo>
                    <a:pt x="78082" y="712824"/>
                  </a:lnTo>
                  <a:lnTo>
                    <a:pt x="55181" y="675128"/>
                  </a:lnTo>
                  <a:lnTo>
                    <a:pt x="35929" y="635162"/>
                  </a:lnTo>
                  <a:lnTo>
                    <a:pt x="20554" y="593157"/>
                  </a:lnTo>
                  <a:lnTo>
                    <a:pt x="9288" y="549341"/>
                  </a:lnTo>
                  <a:lnTo>
                    <a:pt x="2360" y="503946"/>
                  </a:lnTo>
                  <a:lnTo>
                    <a:pt x="0" y="457200"/>
                  </a:lnTo>
                  <a:lnTo>
                    <a:pt x="2360" y="410453"/>
                  </a:lnTo>
                  <a:lnTo>
                    <a:pt x="9288" y="365058"/>
                  </a:lnTo>
                  <a:lnTo>
                    <a:pt x="20554" y="321242"/>
                  </a:lnTo>
                  <a:lnTo>
                    <a:pt x="35929" y="279237"/>
                  </a:lnTo>
                  <a:lnTo>
                    <a:pt x="55181" y="239271"/>
                  </a:lnTo>
                  <a:lnTo>
                    <a:pt x="78082" y="201575"/>
                  </a:lnTo>
                  <a:lnTo>
                    <a:pt x="104402" y="166378"/>
                  </a:lnTo>
                  <a:lnTo>
                    <a:pt x="133910" y="133910"/>
                  </a:lnTo>
                  <a:lnTo>
                    <a:pt x="166378" y="104402"/>
                  </a:lnTo>
                  <a:lnTo>
                    <a:pt x="201575" y="78082"/>
                  </a:lnTo>
                  <a:lnTo>
                    <a:pt x="239271" y="55181"/>
                  </a:lnTo>
                  <a:lnTo>
                    <a:pt x="279237" y="35929"/>
                  </a:lnTo>
                  <a:lnTo>
                    <a:pt x="321242" y="20554"/>
                  </a:lnTo>
                  <a:lnTo>
                    <a:pt x="365058" y="9288"/>
                  </a:lnTo>
                  <a:lnTo>
                    <a:pt x="410453" y="2360"/>
                  </a:lnTo>
                  <a:lnTo>
                    <a:pt x="457200" y="0"/>
                  </a:lnTo>
                  <a:lnTo>
                    <a:pt x="503946" y="2360"/>
                  </a:lnTo>
                  <a:lnTo>
                    <a:pt x="549341" y="9288"/>
                  </a:lnTo>
                  <a:lnTo>
                    <a:pt x="593157" y="20554"/>
                  </a:lnTo>
                  <a:lnTo>
                    <a:pt x="635162" y="35929"/>
                  </a:lnTo>
                  <a:lnTo>
                    <a:pt x="675128" y="55181"/>
                  </a:lnTo>
                  <a:lnTo>
                    <a:pt x="712824" y="78082"/>
                  </a:lnTo>
                  <a:lnTo>
                    <a:pt x="748021" y="104402"/>
                  </a:lnTo>
                  <a:lnTo>
                    <a:pt x="780489" y="133910"/>
                  </a:lnTo>
                  <a:lnTo>
                    <a:pt x="809997" y="166378"/>
                  </a:lnTo>
                  <a:lnTo>
                    <a:pt x="836317" y="201575"/>
                  </a:lnTo>
                  <a:lnTo>
                    <a:pt x="859218" y="239271"/>
                  </a:lnTo>
                  <a:lnTo>
                    <a:pt x="878470" y="279237"/>
                  </a:lnTo>
                  <a:lnTo>
                    <a:pt x="893845" y="321242"/>
                  </a:lnTo>
                  <a:lnTo>
                    <a:pt x="905111" y="365058"/>
                  </a:lnTo>
                  <a:lnTo>
                    <a:pt x="912039" y="410453"/>
                  </a:lnTo>
                  <a:lnTo>
                    <a:pt x="914400" y="457200"/>
                  </a:lnTo>
                  <a:lnTo>
                    <a:pt x="912039" y="503946"/>
                  </a:lnTo>
                  <a:lnTo>
                    <a:pt x="905111" y="549341"/>
                  </a:lnTo>
                  <a:lnTo>
                    <a:pt x="893845" y="593157"/>
                  </a:lnTo>
                  <a:lnTo>
                    <a:pt x="878470" y="635162"/>
                  </a:lnTo>
                  <a:lnTo>
                    <a:pt x="859218" y="675128"/>
                  </a:lnTo>
                  <a:lnTo>
                    <a:pt x="836317" y="712824"/>
                  </a:lnTo>
                  <a:lnTo>
                    <a:pt x="809997" y="748021"/>
                  </a:lnTo>
                  <a:lnTo>
                    <a:pt x="780489" y="780489"/>
                  </a:lnTo>
                  <a:lnTo>
                    <a:pt x="748021" y="809997"/>
                  </a:lnTo>
                  <a:lnTo>
                    <a:pt x="712824" y="836317"/>
                  </a:lnTo>
                  <a:lnTo>
                    <a:pt x="675128" y="859218"/>
                  </a:lnTo>
                  <a:lnTo>
                    <a:pt x="635162" y="878470"/>
                  </a:lnTo>
                  <a:lnTo>
                    <a:pt x="593157" y="893845"/>
                  </a:lnTo>
                  <a:lnTo>
                    <a:pt x="549341" y="905111"/>
                  </a:lnTo>
                  <a:lnTo>
                    <a:pt x="503946" y="912039"/>
                  </a:lnTo>
                  <a:lnTo>
                    <a:pt x="457200" y="91440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31" name="object 31"/>
          <p:cNvGrpSpPr/>
          <p:nvPr/>
        </p:nvGrpSpPr>
        <p:grpSpPr>
          <a:xfrm>
            <a:off x="904875" y="2784475"/>
            <a:ext cx="476250" cy="476250"/>
            <a:chOff x="1809750" y="5568950"/>
            <a:chExt cx="952500" cy="952500"/>
          </a:xfrm>
        </p:grpSpPr>
        <p:sp>
          <p:nvSpPr>
            <p:cNvPr id="32" name="object 32"/>
            <p:cNvSpPr/>
            <p:nvPr/>
          </p:nvSpPr>
          <p:spPr>
            <a:xfrm>
              <a:off x="1828800" y="5588000"/>
              <a:ext cx="914400" cy="914400"/>
            </a:xfrm>
            <a:custGeom>
              <a:avLst/>
              <a:gdLst/>
              <a:ahLst/>
              <a:cxnLst/>
              <a:rect l="l" t="t" r="r" b="b"/>
              <a:pathLst>
                <a:path w="914400" h="914400">
                  <a:moveTo>
                    <a:pt x="457200" y="0"/>
                  </a:moveTo>
                  <a:lnTo>
                    <a:pt x="410453" y="2360"/>
                  </a:lnTo>
                  <a:lnTo>
                    <a:pt x="365058" y="9288"/>
                  </a:lnTo>
                  <a:lnTo>
                    <a:pt x="321242" y="20554"/>
                  </a:lnTo>
                  <a:lnTo>
                    <a:pt x="279236" y="35928"/>
                  </a:lnTo>
                  <a:lnTo>
                    <a:pt x="239271" y="55181"/>
                  </a:lnTo>
                  <a:lnTo>
                    <a:pt x="201574" y="78082"/>
                  </a:lnTo>
                  <a:lnTo>
                    <a:pt x="166378" y="104402"/>
                  </a:lnTo>
                  <a:lnTo>
                    <a:pt x="133910" y="133910"/>
                  </a:lnTo>
                  <a:lnTo>
                    <a:pt x="104402" y="166378"/>
                  </a:lnTo>
                  <a:lnTo>
                    <a:pt x="78082" y="201574"/>
                  </a:lnTo>
                  <a:lnTo>
                    <a:pt x="55181" y="239271"/>
                  </a:lnTo>
                  <a:lnTo>
                    <a:pt x="35928" y="279236"/>
                  </a:lnTo>
                  <a:lnTo>
                    <a:pt x="20554" y="321242"/>
                  </a:lnTo>
                  <a:lnTo>
                    <a:pt x="9288" y="365058"/>
                  </a:lnTo>
                  <a:lnTo>
                    <a:pt x="2360" y="410453"/>
                  </a:lnTo>
                  <a:lnTo>
                    <a:pt x="0" y="457200"/>
                  </a:lnTo>
                  <a:lnTo>
                    <a:pt x="2360" y="503946"/>
                  </a:lnTo>
                  <a:lnTo>
                    <a:pt x="9288" y="549341"/>
                  </a:lnTo>
                  <a:lnTo>
                    <a:pt x="20554" y="593157"/>
                  </a:lnTo>
                  <a:lnTo>
                    <a:pt x="35928" y="635163"/>
                  </a:lnTo>
                  <a:lnTo>
                    <a:pt x="55181" y="675128"/>
                  </a:lnTo>
                  <a:lnTo>
                    <a:pt x="78082" y="712825"/>
                  </a:lnTo>
                  <a:lnTo>
                    <a:pt x="104402" y="748021"/>
                  </a:lnTo>
                  <a:lnTo>
                    <a:pt x="133910" y="780489"/>
                  </a:lnTo>
                  <a:lnTo>
                    <a:pt x="166378" y="809997"/>
                  </a:lnTo>
                  <a:lnTo>
                    <a:pt x="201574" y="836317"/>
                  </a:lnTo>
                  <a:lnTo>
                    <a:pt x="239271" y="859218"/>
                  </a:lnTo>
                  <a:lnTo>
                    <a:pt x="279236" y="878471"/>
                  </a:lnTo>
                  <a:lnTo>
                    <a:pt x="321242" y="893845"/>
                  </a:lnTo>
                  <a:lnTo>
                    <a:pt x="365058" y="905111"/>
                  </a:lnTo>
                  <a:lnTo>
                    <a:pt x="410453" y="912039"/>
                  </a:lnTo>
                  <a:lnTo>
                    <a:pt x="457200" y="914400"/>
                  </a:lnTo>
                  <a:lnTo>
                    <a:pt x="503946" y="912039"/>
                  </a:lnTo>
                  <a:lnTo>
                    <a:pt x="549341" y="905111"/>
                  </a:lnTo>
                  <a:lnTo>
                    <a:pt x="593157" y="893845"/>
                  </a:lnTo>
                  <a:lnTo>
                    <a:pt x="635163" y="878471"/>
                  </a:lnTo>
                  <a:lnTo>
                    <a:pt x="675128" y="859218"/>
                  </a:lnTo>
                  <a:lnTo>
                    <a:pt x="712825" y="836317"/>
                  </a:lnTo>
                  <a:lnTo>
                    <a:pt x="748021" y="809997"/>
                  </a:lnTo>
                  <a:lnTo>
                    <a:pt x="780489" y="780489"/>
                  </a:lnTo>
                  <a:lnTo>
                    <a:pt x="809997" y="748021"/>
                  </a:lnTo>
                  <a:lnTo>
                    <a:pt x="836317" y="712825"/>
                  </a:lnTo>
                  <a:lnTo>
                    <a:pt x="859218" y="675128"/>
                  </a:lnTo>
                  <a:lnTo>
                    <a:pt x="878471" y="635163"/>
                  </a:lnTo>
                  <a:lnTo>
                    <a:pt x="893845" y="593157"/>
                  </a:lnTo>
                  <a:lnTo>
                    <a:pt x="905111" y="549341"/>
                  </a:lnTo>
                  <a:lnTo>
                    <a:pt x="912039" y="503946"/>
                  </a:lnTo>
                  <a:lnTo>
                    <a:pt x="914400" y="457200"/>
                  </a:lnTo>
                  <a:lnTo>
                    <a:pt x="912039" y="410453"/>
                  </a:lnTo>
                  <a:lnTo>
                    <a:pt x="905111" y="365058"/>
                  </a:lnTo>
                  <a:lnTo>
                    <a:pt x="893845" y="321242"/>
                  </a:lnTo>
                  <a:lnTo>
                    <a:pt x="878471" y="279236"/>
                  </a:lnTo>
                  <a:lnTo>
                    <a:pt x="859218" y="239271"/>
                  </a:lnTo>
                  <a:lnTo>
                    <a:pt x="836317" y="201574"/>
                  </a:lnTo>
                  <a:lnTo>
                    <a:pt x="809997" y="166378"/>
                  </a:lnTo>
                  <a:lnTo>
                    <a:pt x="780489" y="133910"/>
                  </a:lnTo>
                  <a:lnTo>
                    <a:pt x="748021" y="104402"/>
                  </a:lnTo>
                  <a:lnTo>
                    <a:pt x="712825" y="78082"/>
                  </a:lnTo>
                  <a:lnTo>
                    <a:pt x="675128" y="55181"/>
                  </a:lnTo>
                  <a:lnTo>
                    <a:pt x="635163" y="35928"/>
                  </a:lnTo>
                  <a:lnTo>
                    <a:pt x="593157" y="20554"/>
                  </a:lnTo>
                  <a:lnTo>
                    <a:pt x="549341" y="9288"/>
                  </a:lnTo>
                  <a:lnTo>
                    <a:pt x="503946" y="2360"/>
                  </a:lnTo>
                  <a:lnTo>
                    <a:pt x="4572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 name="object 33"/>
            <p:cNvSpPr/>
            <p:nvPr/>
          </p:nvSpPr>
          <p:spPr>
            <a:xfrm>
              <a:off x="1828800" y="5588000"/>
              <a:ext cx="914400" cy="914400"/>
            </a:xfrm>
            <a:custGeom>
              <a:avLst/>
              <a:gdLst/>
              <a:ahLst/>
              <a:cxnLst/>
              <a:rect l="l" t="t" r="r" b="b"/>
              <a:pathLst>
                <a:path w="914400" h="914400">
                  <a:moveTo>
                    <a:pt x="457200" y="914400"/>
                  </a:moveTo>
                  <a:lnTo>
                    <a:pt x="503946" y="912039"/>
                  </a:lnTo>
                  <a:lnTo>
                    <a:pt x="549341" y="905111"/>
                  </a:lnTo>
                  <a:lnTo>
                    <a:pt x="593157" y="893845"/>
                  </a:lnTo>
                  <a:lnTo>
                    <a:pt x="635162" y="878470"/>
                  </a:lnTo>
                  <a:lnTo>
                    <a:pt x="675128" y="859218"/>
                  </a:lnTo>
                  <a:lnTo>
                    <a:pt x="712824" y="836317"/>
                  </a:lnTo>
                  <a:lnTo>
                    <a:pt x="748021" y="809997"/>
                  </a:lnTo>
                  <a:lnTo>
                    <a:pt x="780489" y="780489"/>
                  </a:lnTo>
                  <a:lnTo>
                    <a:pt x="809997" y="748021"/>
                  </a:lnTo>
                  <a:lnTo>
                    <a:pt x="836317" y="712824"/>
                  </a:lnTo>
                  <a:lnTo>
                    <a:pt x="859218" y="675128"/>
                  </a:lnTo>
                  <a:lnTo>
                    <a:pt x="878470" y="635162"/>
                  </a:lnTo>
                  <a:lnTo>
                    <a:pt x="893845" y="593157"/>
                  </a:lnTo>
                  <a:lnTo>
                    <a:pt x="905111" y="549341"/>
                  </a:lnTo>
                  <a:lnTo>
                    <a:pt x="912039" y="503946"/>
                  </a:lnTo>
                  <a:lnTo>
                    <a:pt x="914400" y="457200"/>
                  </a:lnTo>
                  <a:lnTo>
                    <a:pt x="912039" y="410453"/>
                  </a:lnTo>
                  <a:lnTo>
                    <a:pt x="905111" y="365058"/>
                  </a:lnTo>
                  <a:lnTo>
                    <a:pt x="893845" y="321242"/>
                  </a:lnTo>
                  <a:lnTo>
                    <a:pt x="878470" y="279237"/>
                  </a:lnTo>
                  <a:lnTo>
                    <a:pt x="859218" y="239271"/>
                  </a:lnTo>
                  <a:lnTo>
                    <a:pt x="836317" y="201575"/>
                  </a:lnTo>
                  <a:lnTo>
                    <a:pt x="809997" y="166378"/>
                  </a:lnTo>
                  <a:lnTo>
                    <a:pt x="780489" y="133910"/>
                  </a:lnTo>
                  <a:lnTo>
                    <a:pt x="748021" y="104402"/>
                  </a:lnTo>
                  <a:lnTo>
                    <a:pt x="712824" y="78082"/>
                  </a:lnTo>
                  <a:lnTo>
                    <a:pt x="675128" y="55181"/>
                  </a:lnTo>
                  <a:lnTo>
                    <a:pt x="635162" y="35929"/>
                  </a:lnTo>
                  <a:lnTo>
                    <a:pt x="593157" y="20554"/>
                  </a:lnTo>
                  <a:lnTo>
                    <a:pt x="549341" y="9288"/>
                  </a:lnTo>
                  <a:lnTo>
                    <a:pt x="503946" y="2360"/>
                  </a:lnTo>
                  <a:lnTo>
                    <a:pt x="457200" y="0"/>
                  </a:lnTo>
                  <a:lnTo>
                    <a:pt x="410453" y="2360"/>
                  </a:lnTo>
                  <a:lnTo>
                    <a:pt x="365058" y="9288"/>
                  </a:lnTo>
                  <a:lnTo>
                    <a:pt x="321242" y="20554"/>
                  </a:lnTo>
                  <a:lnTo>
                    <a:pt x="279237" y="35929"/>
                  </a:lnTo>
                  <a:lnTo>
                    <a:pt x="239271" y="55181"/>
                  </a:lnTo>
                  <a:lnTo>
                    <a:pt x="201575" y="78082"/>
                  </a:lnTo>
                  <a:lnTo>
                    <a:pt x="166378" y="104402"/>
                  </a:lnTo>
                  <a:lnTo>
                    <a:pt x="133910" y="133910"/>
                  </a:lnTo>
                  <a:lnTo>
                    <a:pt x="104402" y="166378"/>
                  </a:lnTo>
                  <a:lnTo>
                    <a:pt x="78082" y="201575"/>
                  </a:lnTo>
                  <a:lnTo>
                    <a:pt x="55181" y="239271"/>
                  </a:lnTo>
                  <a:lnTo>
                    <a:pt x="35929" y="279237"/>
                  </a:lnTo>
                  <a:lnTo>
                    <a:pt x="20554" y="321242"/>
                  </a:lnTo>
                  <a:lnTo>
                    <a:pt x="9288" y="365058"/>
                  </a:lnTo>
                  <a:lnTo>
                    <a:pt x="2360" y="410453"/>
                  </a:lnTo>
                  <a:lnTo>
                    <a:pt x="0" y="457200"/>
                  </a:lnTo>
                  <a:lnTo>
                    <a:pt x="2360" y="503946"/>
                  </a:lnTo>
                  <a:lnTo>
                    <a:pt x="9288" y="549341"/>
                  </a:lnTo>
                  <a:lnTo>
                    <a:pt x="20554" y="593157"/>
                  </a:lnTo>
                  <a:lnTo>
                    <a:pt x="35929" y="635162"/>
                  </a:lnTo>
                  <a:lnTo>
                    <a:pt x="55181" y="675128"/>
                  </a:lnTo>
                  <a:lnTo>
                    <a:pt x="78082" y="712824"/>
                  </a:lnTo>
                  <a:lnTo>
                    <a:pt x="104402" y="748021"/>
                  </a:lnTo>
                  <a:lnTo>
                    <a:pt x="133910" y="780489"/>
                  </a:lnTo>
                  <a:lnTo>
                    <a:pt x="166378" y="809997"/>
                  </a:lnTo>
                  <a:lnTo>
                    <a:pt x="201575" y="836317"/>
                  </a:lnTo>
                  <a:lnTo>
                    <a:pt x="239271" y="859218"/>
                  </a:lnTo>
                  <a:lnTo>
                    <a:pt x="279237" y="878470"/>
                  </a:lnTo>
                  <a:lnTo>
                    <a:pt x="321242" y="893845"/>
                  </a:lnTo>
                  <a:lnTo>
                    <a:pt x="365058" y="905111"/>
                  </a:lnTo>
                  <a:lnTo>
                    <a:pt x="410453" y="912039"/>
                  </a:lnTo>
                  <a:lnTo>
                    <a:pt x="457200" y="914400"/>
                  </a:lnTo>
                  <a:close/>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34" name="object 34"/>
          <p:cNvSpPr/>
          <p:nvPr/>
        </p:nvSpPr>
        <p:spPr>
          <a:xfrm>
            <a:off x="914400" y="3898900"/>
            <a:ext cx="457200" cy="457200"/>
          </a:xfrm>
          <a:custGeom>
            <a:avLst/>
            <a:gdLst/>
            <a:ahLst/>
            <a:cxnLst/>
            <a:rect l="l" t="t" r="r" b="b"/>
            <a:pathLst>
              <a:path w="914400" h="914400">
                <a:moveTo>
                  <a:pt x="457200" y="914400"/>
                </a:moveTo>
                <a:lnTo>
                  <a:pt x="503946" y="912039"/>
                </a:lnTo>
                <a:lnTo>
                  <a:pt x="549341" y="905111"/>
                </a:lnTo>
                <a:lnTo>
                  <a:pt x="593157" y="893845"/>
                </a:lnTo>
                <a:lnTo>
                  <a:pt x="635162" y="878470"/>
                </a:lnTo>
                <a:lnTo>
                  <a:pt x="675128" y="859218"/>
                </a:lnTo>
                <a:lnTo>
                  <a:pt x="712824" y="836317"/>
                </a:lnTo>
                <a:lnTo>
                  <a:pt x="748021" y="809997"/>
                </a:lnTo>
                <a:lnTo>
                  <a:pt x="780489" y="780489"/>
                </a:lnTo>
                <a:lnTo>
                  <a:pt x="809997" y="748021"/>
                </a:lnTo>
                <a:lnTo>
                  <a:pt x="836317" y="712824"/>
                </a:lnTo>
                <a:lnTo>
                  <a:pt x="859218" y="675128"/>
                </a:lnTo>
                <a:lnTo>
                  <a:pt x="878470" y="635162"/>
                </a:lnTo>
                <a:lnTo>
                  <a:pt x="893845" y="593157"/>
                </a:lnTo>
                <a:lnTo>
                  <a:pt x="905111" y="549341"/>
                </a:lnTo>
                <a:lnTo>
                  <a:pt x="912039" y="503946"/>
                </a:lnTo>
                <a:lnTo>
                  <a:pt x="914400" y="457200"/>
                </a:lnTo>
                <a:lnTo>
                  <a:pt x="912039" y="410453"/>
                </a:lnTo>
                <a:lnTo>
                  <a:pt x="905111" y="365058"/>
                </a:lnTo>
                <a:lnTo>
                  <a:pt x="893845" y="321242"/>
                </a:lnTo>
                <a:lnTo>
                  <a:pt x="878470" y="279237"/>
                </a:lnTo>
                <a:lnTo>
                  <a:pt x="859218" y="239271"/>
                </a:lnTo>
                <a:lnTo>
                  <a:pt x="836317" y="201575"/>
                </a:lnTo>
                <a:lnTo>
                  <a:pt x="809997" y="166378"/>
                </a:lnTo>
                <a:lnTo>
                  <a:pt x="780489" y="133910"/>
                </a:lnTo>
                <a:lnTo>
                  <a:pt x="748021" y="104402"/>
                </a:lnTo>
                <a:lnTo>
                  <a:pt x="712824" y="78082"/>
                </a:lnTo>
                <a:lnTo>
                  <a:pt x="675128" y="55181"/>
                </a:lnTo>
                <a:lnTo>
                  <a:pt x="635162" y="35929"/>
                </a:lnTo>
                <a:lnTo>
                  <a:pt x="593157" y="20554"/>
                </a:lnTo>
                <a:lnTo>
                  <a:pt x="549341" y="9288"/>
                </a:lnTo>
                <a:lnTo>
                  <a:pt x="503946" y="2360"/>
                </a:lnTo>
                <a:lnTo>
                  <a:pt x="457200" y="0"/>
                </a:lnTo>
                <a:lnTo>
                  <a:pt x="410453" y="2360"/>
                </a:lnTo>
                <a:lnTo>
                  <a:pt x="365058" y="9288"/>
                </a:lnTo>
                <a:lnTo>
                  <a:pt x="321242" y="20554"/>
                </a:lnTo>
                <a:lnTo>
                  <a:pt x="279237" y="35929"/>
                </a:lnTo>
                <a:lnTo>
                  <a:pt x="239271" y="55181"/>
                </a:lnTo>
                <a:lnTo>
                  <a:pt x="201575" y="78082"/>
                </a:lnTo>
                <a:lnTo>
                  <a:pt x="166378" y="104402"/>
                </a:lnTo>
                <a:lnTo>
                  <a:pt x="133910" y="133910"/>
                </a:lnTo>
                <a:lnTo>
                  <a:pt x="104402" y="166378"/>
                </a:lnTo>
                <a:lnTo>
                  <a:pt x="78082" y="201575"/>
                </a:lnTo>
                <a:lnTo>
                  <a:pt x="55181" y="239271"/>
                </a:lnTo>
                <a:lnTo>
                  <a:pt x="35929" y="279237"/>
                </a:lnTo>
                <a:lnTo>
                  <a:pt x="20554" y="321242"/>
                </a:lnTo>
                <a:lnTo>
                  <a:pt x="9288" y="365058"/>
                </a:lnTo>
                <a:lnTo>
                  <a:pt x="2360" y="410453"/>
                </a:lnTo>
                <a:lnTo>
                  <a:pt x="0" y="457200"/>
                </a:lnTo>
                <a:lnTo>
                  <a:pt x="2360" y="503946"/>
                </a:lnTo>
                <a:lnTo>
                  <a:pt x="9288" y="549341"/>
                </a:lnTo>
                <a:lnTo>
                  <a:pt x="20554" y="593157"/>
                </a:lnTo>
                <a:lnTo>
                  <a:pt x="35929" y="635162"/>
                </a:lnTo>
                <a:lnTo>
                  <a:pt x="55181" y="675128"/>
                </a:lnTo>
                <a:lnTo>
                  <a:pt x="78082" y="712824"/>
                </a:lnTo>
                <a:lnTo>
                  <a:pt x="104402" y="748021"/>
                </a:lnTo>
                <a:lnTo>
                  <a:pt x="133910" y="780489"/>
                </a:lnTo>
                <a:lnTo>
                  <a:pt x="166378" y="809997"/>
                </a:lnTo>
                <a:lnTo>
                  <a:pt x="201575" y="836317"/>
                </a:lnTo>
                <a:lnTo>
                  <a:pt x="239271" y="859218"/>
                </a:lnTo>
                <a:lnTo>
                  <a:pt x="279237" y="878470"/>
                </a:lnTo>
                <a:lnTo>
                  <a:pt x="321242" y="893845"/>
                </a:lnTo>
                <a:lnTo>
                  <a:pt x="365058" y="905111"/>
                </a:lnTo>
                <a:lnTo>
                  <a:pt x="410453" y="912039"/>
                </a:lnTo>
                <a:lnTo>
                  <a:pt x="457200" y="91440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 name="object 35"/>
          <p:cNvSpPr/>
          <p:nvPr/>
        </p:nvSpPr>
        <p:spPr>
          <a:xfrm>
            <a:off x="914400" y="4406900"/>
            <a:ext cx="457200" cy="457200"/>
          </a:xfrm>
          <a:custGeom>
            <a:avLst/>
            <a:gdLst/>
            <a:ahLst/>
            <a:cxnLst/>
            <a:rect l="l" t="t" r="r" b="b"/>
            <a:pathLst>
              <a:path w="914400" h="914400">
                <a:moveTo>
                  <a:pt x="457200" y="914400"/>
                </a:moveTo>
                <a:lnTo>
                  <a:pt x="503946" y="912039"/>
                </a:lnTo>
                <a:lnTo>
                  <a:pt x="549341" y="905111"/>
                </a:lnTo>
                <a:lnTo>
                  <a:pt x="593157" y="893845"/>
                </a:lnTo>
                <a:lnTo>
                  <a:pt x="635162" y="878470"/>
                </a:lnTo>
                <a:lnTo>
                  <a:pt x="675128" y="859218"/>
                </a:lnTo>
                <a:lnTo>
                  <a:pt x="712824" y="836317"/>
                </a:lnTo>
                <a:lnTo>
                  <a:pt x="748021" y="809997"/>
                </a:lnTo>
                <a:lnTo>
                  <a:pt x="780489" y="780489"/>
                </a:lnTo>
                <a:lnTo>
                  <a:pt x="809997" y="748021"/>
                </a:lnTo>
                <a:lnTo>
                  <a:pt x="836317" y="712824"/>
                </a:lnTo>
                <a:lnTo>
                  <a:pt x="859218" y="675128"/>
                </a:lnTo>
                <a:lnTo>
                  <a:pt x="878470" y="635162"/>
                </a:lnTo>
                <a:lnTo>
                  <a:pt x="893845" y="593157"/>
                </a:lnTo>
                <a:lnTo>
                  <a:pt x="905111" y="549341"/>
                </a:lnTo>
                <a:lnTo>
                  <a:pt x="912039" y="503946"/>
                </a:lnTo>
                <a:lnTo>
                  <a:pt x="914400" y="457200"/>
                </a:lnTo>
                <a:lnTo>
                  <a:pt x="912039" y="410453"/>
                </a:lnTo>
                <a:lnTo>
                  <a:pt x="905111" y="365058"/>
                </a:lnTo>
                <a:lnTo>
                  <a:pt x="893845" y="321242"/>
                </a:lnTo>
                <a:lnTo>
                  <a:pt x="878470" y="279237"/>
                </a:lnTo>
                <a:lnTo>
                  <a:pt x="859218" y="239271"/>
                </a:lnTo>
                <a:lnTo>
                  <a:pt x="836317" y="201575"/>
                </a:lnTo>
                <a:lnTo>
                  <a:pt x="809997" y="166378"/>
                </a:lnTo>
                <a:lnTo>
                  <a:pt x="780489" y="133910"/>
                </a:lnTo>
                <a:lnTo>
                  <a:pt x="748021" y="104402"/>
                </a:lnTo>
                <a:lnTo>
                  <a:pt x="712824" y="78082"/>
                </a:lnTo>
                <a:lnTo>
                  <a:pt x="675128" y="55181"/>
                </a:lnTo>
                <a:lnTo>
                  <a:pt x="635162" y="35929"/>
                </a:lnTo>
                <a:lnTo>
                  <a:pt x="593157" y="20554"/>
                </a:lnTo>
                <a:lnTo>
                  <a:pt x="549341" y="9288"/>
                </a:lnTo>
                <a:lnTo>
                  <a:pt x="503946" y="2360"/>
                </a:lnTo>
                <a:lnTo>
                  <a:pt x="457200" y="0"/>
                </a:lnTo>
                <a:lnTo>
                  <a:pt x="410453" y="2360"/>
                </a:lnTo>
                <a:lnTo>
                  <a:pt x="365058" y="9288"/>
                </a:lnTo>
                <a:lnTo>
                  <a:pt x="321242" y="20554"/>
                </a:lnTo>
                <a:lnTo>
                  <a:pt x="279237" y="35929"/>
                </a:lnTo>
                <a:lnTo>
                  <a:pt x="239271" y="55181"/>
                </a:lnTo>
                <a:lnTo>
                  <a:pt x="201575" y="78082"/>
                </a:lnTo>
                <a:lnTo>
                  <a:pt x="166378" y="104402"/>
                </a:lnTo>
                <a:lnTo>
                  <a:pt x="133910" y="133910"/>
                </a:lnTo>
                <a:lnTo>
                  <a:pt x="104402" y="166378"/>
                </a:lnTo>
                <a:lnTo>
                  <a:pt x="78082" y="201575"/>
                </a:lnTo>
                <a:lnTo>
                  <a:pt x="55181" y="239271"/>
                </a:lnTo>
                <a:lnTo>
                  <a:pt x="35929" y="279237"/>
                </a:lnTo>
                <a:lnTo>
                  <a:pt x="20554" y="321242"/>
                </a:lnTo>
                <a:lnTo>
                  <a:pt x="9288" y="365058"/>
                </a:lnTo>
                <a:lnTo>
                  <a:pt x="2360" y="410453"/>
                </a:lnTo>
                <a:lnTo>
                  <a:pt x="0" y="457200"/>
                </a:lnTo>
                <a:lnTo>
                  <a:pt x="2360" y="503946"/>
                </a:lnTo>
                <a:lnTo>
                  <a:pt x="9288" y="549341"/>
                </a:lnTo>
                <a:lnTo>
                  <a:pt x="20554" y="593157"/>
                </a:lnTo>
                <a:lnTo>
                  <a:pt x="35929" y="635162"/>
                </a:lnTo>
                <a:lnTo>
                  <a:pt x="55181" y="675128"/>
                </a:lnTo>
                <a:lnTo>
                  <a:pt x="78082" y="712824"/>
                </a:lnTo>
                <a:lnTo>
                  <a:pt x="104402" y="748021"/>
                </a:lnTo>
                <a:lnTo>
                  <a:pt x="133910" y="780489"/>
                </a:lnTo>
                <a:lnTo>
                  <a:pt x="166378" y="809997"/>
                </a:lnTo>
                <a:lnTo>
                  <a:pt x="201575" y="836317"/>
                </a:lnTo>
                <a:lnTo>
                  <a:pt x="239271" y="859218"/>
                </a:lnTo>
                <a:lnTo>
                  <a:pt x="279237" y="878470"/>
                </a:lnTo>
                <a:lnTo>
                  <a:pt x="321242" y="893845"/>
                </a:lnTo>
                <a:lnTo>
                  <a:pt x="365058" y="905111"/>
                </a:lnTo>
                <a:lnTo>
                  <a:pt x="410453" y="912039"/>
                </a:lnTo>
                <a:lnTo>
                  <a:pt x="457200" y="91440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36" name="object 36"/>
          <p:cNvGrpSpPr/>
          <p:nvPr/>
        </p:nvGrpSpPr>
        <p:grpSpPr>
          <a:xfrm>
            <a:off x="904875" y="4949825"/>
            <a:ext cx="476250" cy="476250"/>
            <a:chOff x="1809750" y="9899650"/>
            <a:chExt cx="952500" cy="952500"/>
          </a:xfrm>
        </p:grpSpPr>
        <p:sp>
          <p:nvSpPr>
            <p:cNvPr id="37" name="object 37"/>
            <p:cNvSpPr/>
            <p:nvPr/>
          </p:nvSpPr>
          <p:spPr>
            <a:xfrm>
              <a:off x="1828800" y="9918700"/>
              <a:ext cx="914400" cy="914400"/>
            </a:xfrm>
            <a:custGeom>
              <a:avLst/>
              <a:gdLst/>
              <a:ahLst/>
              <a:cxnLst/>
              <a:rect l="l" t="t" r="r" b="b"/>
              <a:pathLst>
                <a:path w="914400" h="914400">
                  <a:moveTo>
                    <a:pt x="457200" y="0"/>
                  </a:moveTo>
                  <a:lnTo>
                    <a:pt x="410453" y="2360"/>
                  </a:lnTo>
                  <a:lnTo>
                    <a:pt x="365058" y="9288"/>
                  </a:lnTo>
                  <a:lnTo>
                    <a:pt x="321242" y="20554"/>
                  </a:lnTo>
                  <a:lnTo>
                    <a:pt x="279236" y="35928"/>
                  </a:lnTo>
                  <a:lnTo>
                    <a:pt x="239271" y="55181"/>
                  </a:lnTo>
                  <a:lnTo>
                    <a:pt x="201574" y="78082"/>
                  </a:lnTo>
                  <a:lnTo>
                    <a:pt x="166378" y="104402"/>
                  </a:lnTo>
                  <a:lnTo>
                    <a:pt x="133910" y="133910"/>
                  </a:lnTo>
                  <a:lnTo>
                    <a:pt x="104402" y="166378"/>
                  </a:lnTo>
                  <a:lnTo>
                    <a:pt x="78082" y="201574"/>
                  </a:lnTo>
                  <a:lnTo>
                    <a:pt x="55181" y="239271"/>
                  </a:lnTo>
                  <a:lnTo>
                    <a:pt x="35928" y="279236"/>
                  </a:lnTo>
                  <a:lnTo>
                    <a:pt x="20554" y="321242"/>
                  </a:lnTo>
                  <a:lnTo>
                    <a:pt x="9288" y="365058"/>
                  </a:lnTo>
                  <a:lnTo>
                    <a:pt x="2360" y="410453"/>
                  </a:lnTo>
                  <a:lnTo>
                    <a:pt x="0" y="457200"/>
                  </a:lnTo>
                  <a:lnTo>
                    <a:pt x="2360" y="503946"/>
                  </a:lnTo>
                  <a:lnTo>
                    <a:pt x="9288" y="549341"/>
                  </a:lnTo>
                  <a:lnTo>
                    <a:pt x="20554" y="593157"/>
                  </a:lnTo>
                  <a:lnTo>
                    <a:pt x="35928" y="635163"/>
                  </a:lnTo>
                  <a:lnTo>
                    <a:pt x="55181" y="675128"/>
                  </a:lnTo>
                  <a:lnTo>
                    <a:pt x="78082" y="712825"/>
                  </a:lnTo>
                  <a:lnTo>
                    <a:pt x="104402" y="748021"/>
                  </a:lnTo>
                  <a:lnTo>
                    <a:pt x="133910" y="780489"/>
                  </a:lnTo>
                  <a:lnTo>
                    <a:pt x="166378" y="809997"/>
                  </a:lnTo>
                  <a:lnTo>
                    <a:pt x="201574" y="836317"/>
                  </a:lnTo>
                  <a:lnTo>
                    <a:pt x="239271" y="859218"/>
                  </a:lnTo>
                  <a:lnTo>
                    <a:pt x="279236" y="878471"/>
                  </a:lnTo>
                  <a:lnTo>
                    <a:pt x="321242" y="893845"/>
                  </a:lnTo>
                  <a:lnTo>
                    <a:pt x="365058" y="905111"/>
                  </a:lnTo>
                  <a:lnTo>
                    <a:pt x="410453" y="912039"/>
                  </a:lnTo>
                  <a:lnTo>
                    <a:pt x="457200" y="914400"/>
                  </a:lnTo>
                  <a:lnTo>
                    <a:pt x="503946" y="912039"/>
                  </a:lnTo>
                  <a:lnTo>
                    <a:pt x="549341" y="905111"/>
                  </a:lnTo>
                  <a:lnTo>
                    <a:pt x="593157" y="893845"/>
                  </a:lnTo>
                  <a:lnTo>
                    <a:pt x="635163" y="878471"/>
                  </a:lnTo>
                  <a:lnTo>
                    <a:pt x="675128" y="859218"/>
                  </a:lnTo>
                  <a:lnTo>
                    <a:pt x="712825" y="836317"/>
                  </a:lnTo>
                  <a:lnTo>
                    <a:pt x="748021" y="809997"/>
                  </a:lnTo>
                  <a:lnTo>
                    <a:pt x="780489" y="780489"/>
                  </a:lnTo>
                  <a:lnTo>
                    <a:pt x="809997" y="748021"/>
                  </a:lnTo>
                  <a:lnTo>
                    <a:pt x="836317" y="712825"/>
                  </a:lnTo>
                  <a:lnTo>
                    <a:pt x="859218" y="675128"/>
                  </a:lnTo>
                  <a:lnTo>
                    <a:pt x="878471" y="635163"/>
                  </a:lnTo>
                  <a:lnTo>
                    <a:pt x="893845" y="593157"/>
                  </a:lnTo>
                  <a:lnTo>
                    <a:pt x="905111" y="549341"/>
                  </a:lnTo>
                  <a:lnTo>
                    <a:pt x="912039" y="503946"/>
                  </a:lnTo>
                  <a:lnTo>
                    <a:pt x="914400" y="457200"/>
                  </a:lnTo>
                  <a:lnTo>
                    <a:pt x="912039" y="410453"/>
                  </a:lnTo>
                  <a:lnTo>
                    <a:pt x="905111" y="365058"/>
                  </a:lnTo>
                  <a:lnTo>
                    <a:pt x="893845" y="321242"/>
                  </a:lnTo>
                  <a:lnTo>
                    <a:pt x="878471" y="279236"/>
                  </a:lnTo>
                  <a:lnTo>
                    <a:pt x="859218" y="239271"/>
                  </a:lnTo>
                  <a:lnTo>
                    <a:pt x="836317" y="201574"/>
                  </a:lnTo>
                  <a:lnTo>
                    <a:pt x="809997" y="166378"/>
                  </a:lnTo>
                  <a:lnTo>
                    <a:pt x="780489" y="133910"/>
                  </a:lnTo>
                  <a:lnTo>
                    <a:pt x="748021" y="104402"/>
                  </a:lnTo>
                  <a:lnTo>
                    <a:pt x="712825" y="78082"/>
                  </a:lnTo>
                  <a:lnTo>
                    <a:pt x="675128" y="55181"/>
                  </a:lnTo>
                  <a:lnTo>
                    <a:pt x="635163" y="35928"/>
                  </a:lnTo>
                  <a:lnTo>
                    <a:pt x="593157" y="20554"/>
                  </a:lnTo>
                  <a:lnTo>
                    <a:pt x="549341" y="9288"/>
                  </a:lnTo>
                  <a:lnTo>
                    <a:pt x="503946" y="2360"/>
                  </a:lnTo>
                  <a:lnTo>
                    <a:pt x="4572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8" name="object 38"/>
            <p:cNvSpPr/>
            <p:nvPr/>
          </p:nvSpPr>
          <p:spPr>
            <a:xfrm>
              <a:off x="1828800" y="9918700"/>
              <a:ext cx="914400" cy="914400"/>
            </a:xfrm>
            <a:custGeom>
              <a:avLst/>
              <a:gdLst/>
              <a:ahLst/>
              <a:cxnLst/>
              <a:rect l="l" t="t" r="r" b="b"/>
              <a:pathLst>
                <a:path w="914400" h="914400">
                  <a:moveTo>
                    <a:pt x="457200" y="914400"/>
                  </a:moveTo>
                  <a:lnTo>
                    <a:pt x="503946" y="912039"/>
                  </a:lnTo>
                  <a:lnTo>
                    <a:pt x="549341" y="905111"/>
                  </a:lnTo>
                  <a:lnTo>
                    <a:pt x="593157" y="893845"/>
                  </a:lnTo>
                  <a:lnTo>
                    <a:pt x="635162" y="878470"/>
                  </a:lnTo>
                  <a:lnTo>
                    <a:pt x="675128" y="859218"/>
                  </a:lnTo>
                  <a:lnTo>
                    <a:pt x="712824" y="836317"/>
                  </a:lnTo>
                  <a:lnTo>
                    <a:pt x="748021" y="809997"/>
                  </a:lnTo>
                  <a:lnTo>
                    <a:pt x="780489" y="780489"/>
                  </a:lnTo>
                  <a:lnTo>
                    <a:pt x="809997" y="748021"/>
                  </a:lnTo>
                  <a:lnTo>
                    <a:pt x="836317" y="712824"/>
                  </a:lnTo>
                  <a:lnTo>
                    <a:pt x="859218" y="675128"/>
                  </a:lnTo>
                  <a:lnTo>
                    <a:pt x="878470" y="635162"/>
                  </a:lnTo>
                  <a:lnTo>
                    <a:pt x="893845" y="593157"/>
                  </a:lnTo>
                  <a:lnTo>
                    <a:pt x="905111" y="549341"/>
                  </a:lnTo>
                  <a:lnTo>
                    <a:pt x="912039" y="503946"/>
                  </a:lnTo>
                  <a:lnTo>
                    <a:pt x="914400" y="457200"/>
                  </a:lnTo>
                  <a:lnTo>
                    <a:pt x="912039" y="410453"/>
                  </a:lnTo>
                  <a:lnTo>
                    <a:pt x="905111" y="365058"/>
                  </a:lnTo>
                  <a:lnTo>
                    <a:pt x="893845" y="321242"/>
                  </a:lnTo>
                  <a:lnTo>
                    <a:pt x="878470" y="279237"/>
                  </a:lnTo>
                  <a:lnTo>
                    <a:pt x="859218" y="239271"/>
                  </a:lnTo>
                  <a:lnTo>
                    <a:pt x="836317" y="201575"/>
                  </a:lnTo>
                  <a:lnTo>
                    <a:pt x="809997" y="166378"/>
                  </a:lnTo>
                  <a:lnTo>
                    <a:pt x="780489" y="133910"/>
                  </a:lnTo>
                  <a:lnTo>
                    <a:pt x="748021" y="104402"/>
                  </a:lnTo>
                  <a:lnTo>
                    <a:pt x="712824" y="78082"/>
                  </a:lnTo>
                  <a:lnTo>
                    <a:pt x="675128" y="55181"/>
                  </a:lnTo>
                  <a:lnTo>
                    <a:pt x="635162" y="35929"/>
                  </a:lnTo>
                  <a:lnTo>
                    <a:pt x="593157" y="20554"/>
                  </a:lnTo>
                  <a:lnTo>
                    <a:pt x="549341" y="9288"/>
                  </a:lnTo>
                  <a:lnTo>
                    <a:pt x="503946" y="2360"/>
                  </a:lnTo>
                  <a:lnTo>
                    <a:pt x="457200" y="0"/>
                  </a:lnTo>
                  <a:lnTo>
                    <a:pt x="410453" y="2360"/>
                  </a:lnTo>
                  <a:lnTo>
                    <a:pt x="365058" y="9288"/>
                  </a:lnTo>
                  <a:lnTo>
                    <a:pt x="321242" y="20554"/>
                  </a:lnTo>
                  <a:lnTo>
                    <a:pt x="279237" y="35929"/>
                  </a:lnTo>
                  <a:lnTo>
                    <a:pt x="239271" y="55181"/>
                  </a:lnTo>
                  <a:lnTo>
                    <a:pt x="201575" y="78082"/>
                  </a:lnTo>
                  <a:lnTo>
                    <a:pt x="166378" y="104402"/>
                  </a:lnTo>
                  <a:lnTo>
                    <a:pt x="133910" y="133910"/>
                  </a:lnTo>
                  <a:lnTo>
                    <a:pt x="104402" y="166378"/>
                  </a:lnTo>
                  <a:lnTo>
                    <a:pt x="78082" y="201575"/>
                  </a:lnTo>
                  <a:lnTo>
                    <a:pt x="55181" y="239271"/>
                  </a:lnTo>
                  <a:lnTo>
                    <a:pt x="35929" y="279237"/>
                  </a:lnTo>
                  <a:lnTo>
                    <a:pt x="20554" y="321242"/>
                  </a:lnTo>
                  <a:lnTo>
                    <a:pt x="9288" y="365058"/>
                  </a:lnTo>
                  <a:lnTo>
                    <a:pt x="2360" y="410453"/>
                  </a:lnTo>
                  <a:lnTo>
                    <a:pt x="0" y="457200"/>
                  </a:lnTo>
                  <a:lnTo>
                    <a:pt x="2360" y="503946"/>
                  </a:lnTo>
                  <a:lnTo>
                    <a:pt x="9288" y="549341"/>
                  </a:lnTo>
                  <a:lnTo>
                    <a:pt x="20554" y="593157"/>
                  </a:lnTo>
                  <a:lnTo>
                    <a:pt x="35929" y="635162"/>
                  </a:lnTo>
                  <a:lnTo>
                    <a:pt x="55181" y="675128"/>
                  </a:lnTo>
                  <a:lnTo>
                    <a:pt x="78082" y="712824"/>
                  </a:lnTo>
                  <a:lnTo>
                    <a:pt x="104402" y="748021"/>
                  </a:lnTo>
                  <a:lnTo>
                    <a:pt x="133910" y="780489"/>
                  </a:lnTo>
                  <a:lnTo>
                    <a:pt x="166378" y="809997"/>
                  </a:lnTo>
                  <a:lnTo>
                    <a:pt x="201575" y="836317"/>
                  </a:lnTo>
                  <a:lnTo>
                    <a:pt x="239271" y="859218"/>
                  </a:lnTo>
                  <a:lnTo>
                    <a:pt x="279237" y="878470"/>
                  </a:lnTo>
                  <a:lnTo>
                    <a:pt x="321242" y="893845"/>
                  </a:lnTo>
                  <a:lnTo>
                    <a:pt x="365058" y="905111"/>
                  </a:lnTo>
                  <a:lnTo>
                    <a:pt x="410453" y="912039"/>
                  </a:lnTo>
                  <a:lnTo>
                    <a:pt x="457200" y="914400"/>
                  </a:lnTo>
                  <a:close/>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39" name="object 39"/>
          <p:cNvGrpSpPr/>
          <p:nvPr/>
        </p:nvGrpSpPr>
        <p:grpSpPr>
          <a:xfrm>
            <a:off x="1431925" y="2244725"/>
            <a:ext cx="476250" cy="476250"/>
            <a:chOff x="2863850" y="4489450"/>
            <a:chExt cx="952500" cy="952500"/>
          </a:xfrm>
        </p:grpSpPr>
        <p:sp>
          <p:nvSpPr>
            <p:cNvPr id="40" name="object 40"/>
            <p:cNvSpPr/>
            <p:nvPr/>
          </p:nvSpPr>
          <p:spPr>
            <a:xfrm>
              <a:off x="2882900" y="4508500"/>
              <a:ext cx="914400" cy="914400"/>
            </a:xfrm>
            <a:custGeom>
              <a:avLst/>
              <a:gdLst/>
              <a:ahLst/>
              <a:cxnLst/>
              <a:rect l="l" t="t" r="r" b="b"/>
              <a:pathLst>
                <a:path w="914400" h="914400">
                  <a:moveTo>
                    <a:pt x="457200" y="0"/>
                  </a:moveTo>
                  <a:lnTo>
                    <a:pt x="410453" y="2360"/>
                  </a:lnTo>
                  <a:lnTo>
                    <a:pt x="365058" y="9288"/>
                  </a:lnTo>
                  <a:lnTo>
                    <a:pt x="321242" y="20555"/>
                  </a:lnTo>
                  <a:lnTo>
                    <a:pt x="279236" y="35929"/>
                  </a:lnTo>
                  <a:lnTo>
                    <a:pt x="239271" y="55182"/>
                  </a:lnTo>
                  <a:lnTo>
                    <a:pt x="201574" y="78083"/>
                  </a:lnTo>
                  <a:lnTo>
                    <a:pt x="166378" y="104403"/>
                  </a:lnTo>
                  <a:lnTo>
                    <a:pt x="133910" y="133911"/>
                  </a:lnTo>
                  <a:lnTo>
                    <a:pt x="104402" y="166379"/>
                  </a:lnTo>
                  <a:lnTo>
                    <a:pt x="78082" y="201576"/>
                  </a:lnTo>
                  <a:lnTo>
                    <a:pt x="55181" y="239272"/>
                  </a:lnTo>
                  <a:lnTo>
                    <a:pt x="35928" y="279238"/>
                  </a:lnTo>
                  <a:lnTo>
                    <a:pt x="20554" y="321243"/>
                  </a:lnTo>
                  <a:lnTo>
                    <a:pt x="9288" y="365059"/>
                  </a:lnTo>
                  <a:lnTo>
                    <a:pt x="2360" y="410454"/>
                  </a:lnTo>
                  <a:lnTo>
                    <a:pt x="0" y="457200"/>
                  </a:lnTo>
                  <a:lnTo>
                    <a:pt x="2360" y="503945"/>
                  </a:lnTo>
                  <a:lnTo>
                    <a:pt x="9288" y="549340"/>
                  </a:lnTo>
                  <a:lnTo>
                    <a:pt x="20554" y="593156"/>
                  </a:lnTo>
                  <a:lnTo>
                    <a:pt x="35928" y="635161"/>
                  </a:lnTo>
                  <a:lnTo>
                    <a:pt x="55181" y="675127"/>
                  </a:lnTo>
                  <a:lnTo>
                    <a:pt x="78082" y="712823"/>
                  </a:lnTo>
                  <a:lnTo>
                    <a:pt x="104402" y="748020"/>
                  </a:lnTo>
                  <a:lnTo>
                    <a:pt x="133910" y="780488"/>
                  </a:lnTo>
                  <a:lnTo>
                    <a:pt x="166378" y="809996"/>
                  </a:lnTo>
                  <a:lnTo>
                    <a:pt x="201574" y="836316"/>
                  </a:lnTo>
                  <a:lnTo>
                    <a:pt x="239271" y="859217"/>
                  </a:lnTo>
                  <a:lnTo>
                    <a:pt x="279236" y="878470"/>
                  </a:lnTo>
                  <a:lnTo>
                    <a:pt x="321242" y="893844"/>
                  </a:lnTo>
                  <a:lnTo>
                    <a:pt x="365058" y="905111"/>
                  </a:lnTo>
                  <a:lnTo>
                    <a:pt x="410453" y="912039"/>
                  </a:lnTo>
                  <a:lnTo>
                    <a:pt x="457200" y="914400"/>
                  </a:lnTo>
                  <a:lnTo>
                    <a:pt x="503946" y="912039"/>
                  </a:lnTo>
                  <a:lnTo>
                    <a:pt x="549341" y="905111"/>
                  </a:lnTo>
                  <a:lnTo>
                    <a:pt x="593157" y="893844"/>
                  </a:lnTo>
                  <a:lnTo>
                    <a:pt x="635163" y="878470"/>
                  </a:lnTo>
                  <a:lnTo>
                    <a:pt x="675128" y="859217"/>
                  </a:lnTo>
                  <a:lnTo>
                    <a:pt x="712825" y="836316"/>
                  </a:lnTo>
                  <a:lnTo>
                    <a:pt x="748021" y="809996"/>
                  </a:lnTo>
                  <a:lnTo>
                    <a:pt x="780489" y="780488"/>
                  </a:lnTo>
                  <a:lnTo>
                    <a:pt x="809997" y="748020"/>
                  </a:lnTo>
                  <a:lnTo>
                    <a:pt x="836317" y="712823"/>
                  </a:lnTo>
                  <a:lnTo>
                    <a:pt x="859218" y="675127"/>
                  </a:lnTo>
                  <a:lnTo>
                    <a:pt x="878471" y="635161"/>
                  </a:lnTo>
                  <a:lnTo>
                    <a:pt x="893845" y="593156"/>
                  </a:lnTo>
                  <a:lnTo>
                    <a:pt x="905111" y="549340"/>
                  </a:lnTo>
                  <a:lnTo>
                    <a:pt x="912039" y="503945"/>
                  </a:lnTo>
                  <a:lnTo>
                    <a:pt x="914400" y="457200"/>
                  </a:lnTo>
                  <a:lnTo>
                    <a:pt x="912039" y="410454"/>
                  </a:lnTo>
                  <a:lnTo>
                    <a:pt x="905111" y="365059"/>
                  </a:lnTo>
                  <a:lnTo>
                    <a:pt x="893845" y="321243"/>
                  </a:lnTo>
                  <a:lnTo>
                    <a:pt x="878471" y="279238"/>
                  </a:lnTo>
                  <a:lnTo>
                    <a:pt x="859218" y="239272"/>
                  </a:lnTo>
                  <a:lnTo>
                    <a:pt x="836317" y="201576"/>
                  </a:lnTo>
                  <a:lnTo>
                    <a:pt x="809997" y="166379"/>
                  </a:lnTo>
                  <a:lnTo>
                    <a:pt x="780489" y="133911"/>
                  </a:lnTo>
                  <a:lnTo>
                    <a:pt x="748021" y="104403"/>
                  </a:lnTo>
                  <a:lnTo>
                    <a:pt x="712825" y="78083"/>
                  </a:lnTo>
                  <a:lnTo>
                    <a:pt x="675128" y="55182"/>
                  </a:lnTo>
                  <a:lnTo>
                    <a:pt x="635163" y="35929"/>
                  </a:lnTo>
                  <a:lnTo>
                    <a:pt x="593157" y="20555"/>
                  </a:lnTo>
                  <a:lnTo>
                    <a:pt x="549341" y="9288"/>
                  </a:lnTo>
                  <a:lnTo>
                    <a:pt x="503946" y="2360"/>
                  </a:lnTo>
                  <a:lnTo>
                    <a:pt x="4572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1" name="object 41"/>
            <p:cNvSpPr/>
            <p:nvPr/>
          </p:nvSpPr>
          <p:spPr>
            <a:xfrm>
              <a:off x="2882900" y="4508500"/>
              <a:ext cx="914400" cy="914400"/>
            </a:xfrm>
            <a:custGeom>
              <a:avLst/>
              <a:gdLst/>
              <a:ahLst/>
              <a:cxnLst/>
              <a:rect l="l" t="t" r="r" b="b"/>
              <a:pathLst>
                <a:path w="914400" h="914400">
                  <a:moveTo>
                    <a:pt x="457200" y="914400"/>
                  </a:moveTo>
                  <a:lnTo>
                    <a:pt x="503946" y="912039"/>
                  </a:lnTo>
                  <a:lnTo>
                    <a:pt x="549341" y="905111"/>
                  </a:lnTo>
                  <a:lnTo>
                    <a:pt x="593157" y="893845"/>
                  </a:lnTo>
                  <a:lnTo>
                    <a:pt x="635162" y="878470"/>
                  </a:lnTo>
                  <a:lnTo>
                    <a:pt x="675128" y="859218"/>
                  </a:lnTo>
                  <a:lnTo>
                    <a:pt x="712824" y="836317"/>
                  </a:lnTo>
                  <a:lnTo>
                    <a:pt x="748021" y="809997"/>
                  </a:lnTo>
                  <a:lnTo>
                    <a:pt x="780489" y="780489"/>
                  </a:lnTo>
                  <a:lnTo>
                    <a:pt x="809997" y="748021"/>
                  </a:lnTo>
                  <a:lnTo>
                    <a:pt x="836317" y="712824"/>
                  </a:lnTo>
                  <a:lnTo>
                    <a:pt x="859218" y="675128"/>
                  </a:lnTo>
                  <a:lnTo>
                    <a:pt x="878470" y="635162"/>
                  </a:lnTo>
                  <a:lnTo>
                    <a:pt x="893845" y="593157"/>
                  </a:lnTo>
                  <a:lnTo>
                    <a:pt x="905111" y="549341"/>
                  </a:lnTo>
                  <a:lnTo>
                    <a:pt x="912039" y="503946"/>
                  </a:lnTo>
                  <a:lnTo>
                    <a:pt x="914400" y="457200"/>
                  </a:lnTo>
                  <a:lnTo>
                    <a:pt x="912039" y="410453"/>
                  </a:lnTo>
                  <a:lnTo>
                    <a:pt x="905111" y="365058"/>
                  </a:lnTo>
                  <a:lnTo>
                    <a:pt x="893845" y="321242"/>
                  </a:lnTo>
                  <a:lnTo>
                    <a:pt x="878470" y="279237"/>
                  </a:lnTo>
                  <a:lnTo>
                    <a:pt x="859218" y="239271"/>
                  </a:lnTo>
                  <a:lnTo>
                    <a:pt x="836317" y="201575"/>
                  </a:lnTo>
                  <a:lnTo>
                    <a:pt x="809997" y="166378"/>
                  </a:lnTo>
                  <a:lnTo>
                    <a:pt x="780489" y="133910"/>
                  </a:lnTo>
                  <a:lnTo>
                    <a:pt x="748021" y="104402"/>
                  </a:lnTo>
                  <a:lnTo>
                    <a:pt x="712824" y="78082"/>
                  </a:lnTo>
                  <a:lnTo>
                    <a:pt x="675128" y="55181"/>
                  </a:lnTo>
                  <a:lnTo>
                    <a:pt x="635162" y="35929"/>
                  </a:lnTo>
                  <a:lnTo>
                    <a:pt x="593157" y="20554"/>
                  </a:lnTo>
                  <a:lnTo>
                    <a:pt x="549341" y="9288"/>
                  </a:lnTo>
                  <a:lnTo>
                    <a:pt x="503946" y="2360"/>
                  </a:lnTo>
                  <a:lnTo>
                    <a:pt x="457200" y="0"/>
                  </a:lnTo>
                  <a:lnTo>
                    <a:pt x="410453" y="2360"/>
                  </a:lnTo>
                  <a:lnTo>
                    <a:pt x="365058" y="9288"/>
                  </a:lnTo>
                  <a:lnTo>
                    <a:pt x="321242" y="20554"/>
                  </a:lnTo>
                  <a:lnTo>
                    <a:pt x="279237" y="35929"/>
                  </a:lnTo>
                  <a:lnTo>
                    <a:pt x="239271" y="55181"/>
                  </a:lnTo>
                  <a:lnTo>
                    <a:pt x="201575" y="78082"/>
                  </a:lnTo>
                  <a:lnTo>
                    <a:pt x="166378" y="104402"/>
                  </a:lnTo>
                  <a:lnTo>
                    <a:pt x="133910" y="133910"/>
                  </a:lnTo>
                  <a:lnTo>
                    <a:pt x="104402" y="166378"/>
                  </a:lnTo>
                  <a:lnTo>
                    <a:pt x="78082" y="201575"/>
                  </a:lnTo>
                  <a:lnTo>
                    <a:pt x="55181" y="239271"/>
                  </a:lnTo>
                  <a:lnTo>
                    <a:pt x="35929" y="279237"/>
                  </a:lnTo>
                  <a:lnTo>
                    <a:pt x="20554" y="321242"/>
                  </a:lnTo>
                  <a:lnTo>
                    <a:pt x="9288" y="365058"/>
                  </a:lnTo>
                  <a:lnTo>
                    <a:pt x="2360" y="410453"/>
                  </a:lnTo>
                  <a:lnTo>
                    <a:pt x="0" y="457200"/>
                  </a:lnTo>
                  <a:lnTo>
                    <a:pt x="2360" y="503946"/>
                  </a:lnTo>
                  <a:lnTo>
                    <a:pt x="9288" y="549341"/>
                  </a:lnTo>
                  <a:lnTo>
                    <a:pt x="20554" y="593157"/>
                  </a:lnTo>
                  <a:lnTo>
                    <a:pt x="35929" y="635162"/>
                  </a:lnTo>
                  <a:lnTo>
                    <a:pt x="55181" y="675128"/>
                  </a:lnTo>
                  <a:lnTo>
                    <a:pt x="78082" y="712824"/>
                  </a:lnTo>
                  <a:lnTo>
                    <a:pt x="104402" y="748021"/>
                  </a:lnTo>
                  <a:lnTo>
                    <a:pt x="133910" y="780489"/>
                  </a:lnTo>
                  <a:lnTo>
                    <a:pt x="166378" y="809997"/>
                  </a:lnTo>
                  <a:lnTo>
                    <a:pt x="201575" y="836317"/>
                  </a:lnTo>
                  <a:lnTo>
                    <a:pt x="239271" y="859218"/>
                  </a:lnTo>
                  <a:lnTo>
                    <a:pt x="279237" y="878470"/>
                  </a:lnTo>
                  <a:lnTo>
                    <a:pt x="321242" y="893845"/>
                  </a:lnTo>
                  <a:lnTo>
                    <a:pt x="365058" y="905111"/>
                  </a:lnTo>
                  <a:lnTo>
                    <a:pt x="410453" y="912039"/>
                  </a:lnTo>
                  <a:lnTo>
                    <a:pt x="457200" y="914400"/>
                  </a:lnTo>
                  <a:close/>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42" name="object 42"/>
          <p:cNvGrpSpPr/>
          <p:nvPr/>
        </p:nvGrpSpPr>
        <p:grpSpPr>
          <a:xfrm>
            <a:off x="1431925" y="2784475"/>
            <a:ext cx="476250" cy="476250"/>
            <a:chOff x="2863850" y="5568950"/>
            <a:chExt cx="952500" cy="952500"/>
          </a:xfrm>
        </p:grpSpPr>
        <p:pic>
          <p:nvPicPr>
            <p:cNvPr id="43" name="object 43"/>
            <p:cNvPicPr/>
            <p:nvPr/>
          </p:nvPicPr>
          <p:blipFill>
            <a:blip r:embed="rId2" cstate="print"/>
            <a:stretch>
              <a:fillRect/>
            </a:stretch>
          </p:blipFill>
          <p:spPr>
            <a:xfrm>
              <a:off x="3708400" y="5765800"/>
              <a:ext cx="88900" cy="622300"/>
            </a:xfrm>
            <a:prstGeom prst="rect">
              <a:avLst/>
            </a:prstGeom>
          </p:spPr>
        </p:pic>
        <p:pic>
          <p:nvPicPr>
            <p:cNvPr id="44" name="object 44"/>
            <p:cNvPicPr/>
            <p:nvPr/>
          </p:nvPicPr>
          <p:blipFill>
            <a:blip r:embed="rId3" cstate="print"/>
            <a:stretch>
              <a:fillRect/>
            </a:stretch>
          </p:blipFill>
          <p:spPr>
            <a:xfrm>
              <a:off x="3619500" y="5676900"/>
              <a:ext cx="88900" cy="800100"/>
            </a:xfrm>
            <a:prstGeom prst="rect">
              <a:avLst/>
            </a:prstGeom>
          </p:spPr>
        </p:pic>
        <p:pic>
          <p:nvPicPr>
            <p:cNvPr id="45" name="object 45"/>
            <p:cNvPicPr/>
            <p:nvPr/>
          </p:nvPicPr>
          <p:blipFill>
            <a:blip r:embed="rId4" cstate="print"/>
            <a:stretch>
              <a:fillRect/>
            </a:stretch>
          </p:blipFill>
          <p:spPr>
            <a:xfrm>
              <a:off x="3530600" y="5588000"/>
              <a:ext cx="88900" cy="889000"/>
            </a:xfrm>
            <a:prstGeom prst="rect">
              <a:avLst/>
            </a:prstGeom>
          </p:spPr>
        </p:pic>
        <p:pic>
          <p:nvPicPr>
            <p:cNvPr id="46" name="object 46"/>
            <p:cNvPicPr/>
            <p:nvPr/>
          </p:nvPicPr>
          <p:blipFill>
            <a:blip r:embed="rId5" cstate="print"/>
            <a:stretch>
              <a:fillRect/>
            </a:stretch>
          </p:blipFill>
          <p:spPr>
            <a:xfrm>
              <a:off x="3441700" y="5588000"/>
              <a:ext cx="88900" cy="914400"/>
            </a:xfrm>
            <a:prstGeom prst="rect">
              <a:avLst/>
            </a:prstGeom>
          </p:spPr>
        </p:pic>
        <p:pic>
          <p:nvPicPr>
            <p:cNvPr id="47" name="object 47"/>
            <p:cNvPicPr/>
            <p:nvPr/>
          </p:nvPicPr>
          <p:blipFill>
            <a:blip r:embed="rId6" cstate="print"/>
            <a:stretch>
              <a:fillRect/>
            </a:stretch>
          </p:blipFill>
          <p:spPr>
            <a:xfrm>
              <a:off x="3352800" y="5588000"/>
              <a:ext cx="88900" cy="914400"/>
            </a:xfrm>
            <a:prstGeom prst="rect">
              <a:avLst/>
            </a:prstGeom>
          </p:spPr>
        </p:pic>
        <p:pic>
          <p:nvPicPr>
            <p:cNvPr id="48" name="object 48"/>
            <p:cNvPicPr/>
            <p:nvPr/>
          </p:nvPicPr>
          <p:blipFill>
            <a:blip r:embed="rId7" cstate="print"/>
            <a:stretch>
              <a:fillRect/>
            </a:stretch>
          </p:blipFill>
          <p:spPr>
            <a:xfrm>
              <a:off x="3263900" y="5588000"/>
              <a:ext cx="88900" cy="914400"/>
            </a:xfrm>
            <a:prstGeom prst="rect">
              <a:avLst/>
            </a:prstGeom>
          </p:spPr>
        </p:pic>
        <p:pic>
          <p:nvPicPr>
            <p:cNvPr id="49" name="object 49"/>
            <p:cNvPicPr/>
            <p:nvPr/>
          </p:nvPicPr>
          <p:blipFill>
            <a:blip r:embed="rId8" cstate="print"/>
            <a:stretch>
              <a:fillRect/>
            </a:stretch>
          </p:blipFill>
          <p:spPr>
            <a:xfrm>
              <a:off x="3175000" y="5588000"/>
              <a:ext cx="88900" cy="914400"/>
            </a:xfrm>
            <a:prstGeom prst="rect">
              <a:avLst/>
            </a:prstGeom>
          </p:spPr>
        </p:pic>
        <p:pic>
          <p:nvPicPr>
            <p:cNvPr id="50" name="object 50"/>
            <p:cNvPicPr/>
            <p:nvPr/>
          </p:nvPicPr>
          <p:blipFill>
            <a:blip r:embed="rId9" cstate="print"/>
            <a:stretch>
              <a:fillRect/>
            </a:stretch>
          </p:blipFill>
          <p:spPr>
            <a:xfrm>
              <a:off x="3086100" y="5588000"/>
              <a:ext cx="88900" cy="889000"/>
            </a:xfrm>
            <a:prstGeom prst="rect">
              <a:avLst/>
            </a:prstGeom>
          </p:spPr>
        </p:pic>
        <p:pic>
          <p:nvPicPr>
            <p:cNvPr id="51" name="object 51"/>
            <p:cNvPicPr/>
            <p:nvPr/>
          </p:nvPicPr>
          <p:blipFill>
            <a:blip r:embed="rId10" cstate="print"/>
            <a:stretch>
              <a:fillRect/>
            </a:stretch>
          </p:blipFill>
          <p:spPr>
            <a:xfrm>
              <a:off x="2997200" y="5588000"/>
              <a:ext cx="88900" cy="889000"/>
            </a:xfrm>
            <a:prstGeom prst="rect">
              <a:avLst/>
            </a:prstGeom>
          </p:spPr>
        </p:pic>
        <p:pic>
          <p:nvPicPr>
            <p:cNvPr id="52" name="object 52"/>
            <p:cNvPicPr/>
            <p:nvPr/>
          </p:nvPicPr>
          <p:blipFill>
            <a:blip r:embed="rId11" cstate="print"/>
            <a:stretch>
              <a:fillRect/>
            </a:stretch>
          </p:blipFill>
          <p:spPr>
            <a:xfrm>
              <a:off x="2882900" y="5676900"/>
              <a:ext cx="114300" cy="711200"/>
            </a:xfrm>
            <a:prstGeom prst="rect">
              <a:avLst/>
            </a:prstGeom>
          </p:spPr>
        </p:pic>
        <p:sp>
          <p:nvSpPr>
            <p:cNvPr id="53" name="object 53"/>
            <p:cNvSpPr/>
            <p:nvPr/>
          </p:nvSpPr>
          <p:spPr>
            <a:xfrm>
              <a:off x="2882900" y="5588000"/>
              <a:ext cx="914400" cy="914400"/>
            </a:xfrm>
            <a:custGeom>
              <a:avLst/>
              <a:gdLst/>
              <a:ahLst/>
              <a:cxnLst/>
              <a:rect l="l" t="t" r="r" b="b"/>
              <a:pathLst>
                <a:path w="914400" h="914400">
                  <a:moveTo>
                    <a:pt x="457200" y="914400"/>
                  </a:moveTo>
                  <a:lnTo>
                    <a:pt x="410453" y="912039"/>
                  </a:lnTo>
                  <a:lnTo>
                    <a:pt x="365058" y="905111"/>
                  </a:lnTo>
                  <a:lnTo>
                    <a:pt x="321242" y="893845"/>
                  </a:lnTo>
                  <a:lnTo>
                    <a:pt x="279237" y="878470"/>
                  </a:lnTo>
                  <a:lnTo>
                    <a:pt x="239271" y="859218"/>
                  </a:lnTo>
                  <a:lnTo>
                    <a:pt x="201575" y="836317"/>
                  </a:lnTo>
                  <a:lnTo>
                    <a:pt x="166378" y="809997"/>
                  </a:lnTo>
                  <a:lnTo>
                    <a:pt x="133910" y="780489"/>
                  </a:lnTo>
                  <a:lnTo>
                    <a:pt x="104402" y="748021"/>
                  </a:lnTo>
                  <a:lnTo>
                    <a:pt x="78082" y="712824"/>
                  </a:lnTo>
                  <a:lnTo>
                    <a:pt x="55181" y="675128"/>
                  </a:lnTo>
                  <a:lnTo>
                    <a:pt x="35929" y="635162"/>
                  </a:lnTo>
                  <a:lnTo>
                    <a:pt x="20554" y="593157"/>
                  </a:lnTo>
                  <a:lnTo>
                    <a:pt x="9288" y="549341"/>
                  </a:lnTo>
                  <a:lnTo>
                    <a:pt x="2360" y="503946"/>
                  </a:lnTo>
                  <a:lnTo>
                    <a:pt x="0" y="457200"/>
                  </a:lnTo>
                  <a:lnTo>
                    <a:pt x="2360" y="410453"/>
                  </a:lnTo>
                  <a:lnTo>
                    <a:pt x="9288" y="365058"/>
                  </a:lnTo>
                  <a:lnTo>
                    <a:pt x="20554" y="321242"/>
                  </a:lnTo>
                  <a:lnTo>
                    <a:pt x="35929" y="279237"/>
                  </a:lnTo>
                  <a:lnTo>
                    <a:pt x="55181" y="239271"/>
                  </a:lnTo>
                  <a:lnTo>
                    <a:pt x="78082" y="201575"/>
                  </a:lnTo>
                  <a:lnTo>
                    <a:pt x="104402" y="166378"/>
                  </a:lnTo>
                  <a:lnTo>
                    <a:pt x="133910" y="133910"/>
                  </a:lnTo>
                  <a:lnTo>
                    <a:pt x="166378" y="104402"/>
                  </a:lnTo>
                  <a:lnTo>
                    <a:pt x="201575" y="78082"/>
                  </a:lnTo>
                  <a:lnTo>
                    <a:pt x="239271" y="55181"/>
                  </a:lnTo>
                  <a:lnTo>
                    <a:pt x="279237" y="35929"/>
                  </a:lnTo>
                  <a:lnTo>
                    <a:pt x="321242" y="20554"/>
                  </a:lnTo>
                  <a:lnTo>
                    <a:pt x="365058" y="9288"/>
                  </a:lnTo>
                  <a:lnTo>
                    <a:pt x="410453" y="2360"/>
                  </a:lnTo>
                  <a:lnTo>
                    <a:pt x="457200" y="0"/>
                  </a:lnTo>
                  <a:lnTo>
                    <a:pt x="503946" y="2360"/>
                  </a:lnTo>
                  <a:lnTo>
                    <a:pt x="549341" y="9288"/>
                  </a:lnTo>
                  <a:lnTo>
                    <a:pt x="593157" y="20554"/>
                  </a:lnTo>
                  <a:lnTo>
                    <a:pt x="635162" y="35929"/>
                  </a:lnTo>
                  <a:lnTo>
                    <a:pt x="675128" y="55181"/>
                  </a:lnTo>
                  <a:lnTo>
                    <a:pt x="712824" y="78082"/>
                  </a:lnTo>
                  <a:lnTo>
                    <a:pt x="748021" y="104402"/>
                  </a:lnTo>
                  <a:lnTo>
                    <a:pt x="780489" y="133910"/>
                  </a:lnTo>
                  <a:lnTo>
                    <a:pt x="809997" y="166378"/>
                  </a:lnTo>
                  <a:lnTo>
                    <a:pt x="836317" y="201575"/>
                  </a:lnTo>
                  <a:lnTo>
                    <a:pt x="859218" y="239271"/>
                  </a:lnTo>
                  <a:lnTo>
                    <a:pt x="878470" y="279237"/>
                  </a:lnTo>
                  <a:lnTo>
                    <a:pt x="893845" y="321242"/>
                  </a:lnTo>
                  <a:lnTo>
                    <a:pt x="905111" y="365058"/>
                  </a:lnTo>
                  <a:lnTo>
                    <a:pt x="912039" y="410453"/>
                  </a:lnTo>
                  <a:lnTo>
                    <a:pt x="914400" y="457200"/>
                  </a:lnTo>
                  <a:lnTo>
                    <a:pt x="912039" y="503946"/>
                  </a:lnTo>
                  <a:lnTo>
                    <a:pt x="905111" y="549341"/>
                  </a:lnTo>
                  <a:lnTo>
                    <a:pt x="893845" y="593157"/>
                  </a:lnTo>
                  <a:lnTo>
                    <a:pt x="878470" y="635162"/>
                  </a:lnTo>
                  <a:lnTo>
                    <a:pt x="859218" y="675128"/>
                  </a:lnTo>
                  <a:lnTo>
                    <a:pt x="836317" y="712824"/>
                  </a:lnTo>
                  <a:lnTo>
                    <a:pt x="809997" y="748021"/>
                  </a:lnTo>
                  <a:lnTo>
                    <a:pt x="780489" y="780489"/>
                  </a:lnTo>
                  <a:lnTo>
                    <a:pt x="748021" y="809997"/>
                  </a:lnTo>
                  <a:lnTo>
                    <a:pt x="712824" y="836317"/>
                  </a:lnTo>
                  <a:lnTo>
                    <a:pt x="675128" y="859218"/>
                  </a:lnTo>
                  <a:lnTo>
                    <a:pt x="635162" y="878470"/>
                  </a:lnTo>
                  <a:lnTo>
                    <a:pt x="593157" y="893845"/>
                  </a:lnTo>
                  <a:lnTo>
                    <a:pt x="549341" y="905111"/>
                  </a:lnTo>
                  <a:lnTo>
                    <a:pt x="503946" y="912039"/>
                  </a:lnTo>
                  <a:lnTo>
                    <a:pt x="457200" y="91440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54" name="object 54"/>
          <p:cNvGrpSpPr/>
          <p:nvPr/>
        </p:nvGrpSpPr>
        <p:grpSpPr>
          <a:xfrm>
            <a:off x="1431925" y="3336925"/>
            <a:ext cx="476250" cy="476250"/>
            <a:chOff x="2863850" y="6673850"/>
            <a:chExt cx="952500" cy="952500"/>
          </a:xfrm>
        </p:grpSpPr>
        <p:pic>
          <p:nvPicPr>
            <p:cNvPr id="55" name="object 55"/>
            <p:cNvPicPr/>
            <p:nvPr/>
          </p:nvPicPr>
          <p:blipFill>
            <a:blip r:embed="rId2" cstate="print"/>
            <a:stretch>
              <a:fillRect/>
            </a:stretch>
          </p:blipFill>
          <p:spPr>
            <a:xfrm>
              <a:off x="3708400" y="6870700"/>
              <a:ext cx="88900" cy="622300"/>
            </a:xfrm>
            <a:prstGeom prst="rect">
              <a:avLst/>
            </a:prstGeom>
          </p:spPr>
        </p:pic>
        <p:pic>
          <p:nvPicPr>
            <p:cNvPr id="56" name="object 56"/>
            <p:cNvPicPr/>
            <p:nvPr/>
          </p:nvPicPr>
          <p:blipFill>
            <a:blip r:embed="rId3" cstate="print"/>
            <a:stretch>
              <a:fillRect/>
            </a:stretch>
          </p:blipFill>
          <p:spPr>
            <a:xfrm>
              <a:off x="3619500" y="6781800"/>
              <a:ext cx="88900" cy="800100"/>
            </a:xfrm>
            <a:prstGeom prst="rect">
              <a:avLst/>
            </a:prstGeom>
          </p:spPr>
        </p:pic>
        <p:pic>
          <p:nvPicPr>
            <p:cNvPr id="57" name="object 57"/>
            <p:cNvPicPr/>
            <p:nvPr/>
          </p:nvPicPr>
          <p:blipFill>
            <a:blip r:embed="rId4" cstate="print"/>
            <a:stretch>
              <a:fillRect/>
            </a:stretch>
          </p:blipFill>
          <p:spPr>
            <a:xfrm>
              <a:off x="3530600" y="6692900"/>
              <a:ext cx="88900" cy="889000"/>
            </a:xfrm>
            <a:prstGeom prst="rect">
              <a:avLst/>
            </a:prstGeom>
          </p:spPr>
        </p:pic>
        <p:pic>
          <p:nvPicPr>
            <p:cNvPr id="58" name="object 58"/>
            <p:cNvPicPr/>
            <p:nvPr/>
          </p:nvPicPr>
          <p:blipFill>
            <a:blip r:embed="rId5" cstate="print"/>
            <a:stretch>
              <a:fillRect/>
            </a:stretch>
          </p:blipFill>
          <p:spPr>
            <a:xfrm>
              <a:off x="3441700" y="6692900"/>
              <a:ext cx="88900" cy="914400"/>
            </a:xfrm>
            <a:prstGeom prst="rect">
              <a:avLst/>
            </a:prstGeom>
          </p:spPr>
        </p:pic>
        <p:pic>
          <p:nvPicPr>
            <p:cNvPr id="59" name="object 59"/>
            <p:cNvPicPr/>
            <p:nvPr/>
          </p:nvPicPr>
          <p:blipFill>
            <a:blip r:embed="rId6" cstate="print"/>
            <a:stretch>
              <a:fillRect/>
            </a:stretch>
          </p:blipFill>
          <p:spPr>
            <a:xfrm>
              <a:off x="3352800" y="6692900"/>
              <a:ext cx="88900" cy="914400"/>
            </a:xfrm>
            <a:prstGeom prst="rect">
              <a:avLst/>
            </a:prstGeom>
          </p:spPr>
        </p:pic>
        <p:pic>
          <p:nvPicPr>
            <p:cNvPr id="60" name="object 60"/>
            <p:cNvPicPr/>
            <p:nvPr/>
          </p:nvPicPr>
          <p:blipFill>
            <a:blip r:embed="rId7" cstate="print"/>
            <a:stretch>
              <a:fillRect/>
            </a:stretch>
          </p:blipFill>
          <p:spPr>
            <a:xfrm>
              <a:off x="3263900" y="6692900"/>
              <a:ext cx="88900" cy="914400"/>
            </a:xfrm>
            <a:prstGeom prst="rect">
              <a:avLst/>
            </a:prstGeom>
          </p:spPr>
        </p:pic>
        <p:pic>
          <p:nvPicPr>
            <p:cNvPr id="61" name="object 61"/>
            <p:cNvPicPr/>
            <p:nvPr/>
          </p:nvPicPr>
          <p:blipFill>
            <a:blip r:embed="rId8" cstate="print"/>
            <a:stretch>
              <a:fillRect/>
            </a:stretch>
          </p:blipFill>
          <p:spPr>
            <a:xfrm>
              <a:off x="3175000" y="6692900"/>
              <a:ext cx="88900" cy="914400"/>
            </a:xfrm>
            <a:prstGeom prst="rect">
              <a:avLst/>
            </a:prstGeom>
          </p:spPr>
        </p:pic>
        <p:pic>
          <p:nvPicPr>
            <p:cNvPr id="62" name="object 62"/>
            <p:cNvPicPr/>
            <p:nvPr/>
          </p:nvPicPr>
          <p:blipFill>
            <a:blip r:embed="rId9" cstate="print"/>
            <a:stretch>
              <a:fillRect/>
            </a:stretch>
          </p:blipFill>
          <p:spPr>
            <a:xfrm>
              <a:off x="3086100" y="6692900"/>
              <a:ext cx="88900" cy="889000"/>
            </a:xfrm>
            <a:prstGeom prst="rect">
              <a:avLst/>
            </a:prstGeom>
          </p:spPr>
        </p:pic>
        <p:pic>
          <p:nvPicPr>
            <p:cNvPr id="63" name="object 63"/>
            <p:cNvPicPr/>
            <p:nvPr/>
          </p:nvPicPr>
          <p:blipFill>
            <a:blip r:embed="rId10" cstate="print"/>
            <a:stretch>
              <a:fillRect/>
            </a:stretch>
          </p:blipFill>
          <p:spPr>
            <a:xfrm>
              <a:off x="2997200" y="6692900"/>
              <a:ext cx="88900" cy="889000"/>
            </a:xfrm>
            <a:prstGeom prst="rect">
              <a:avLst/>
            </a:prstGeom>
          </p:spPr>
        </p:pic>
        <p:pic>
          <p:nvPicPr>
            <p:cNvPr id="64" name="object 64"/>
            <p:cNvPicPr/>
            <p:nvPr/>
          </p:nvPicPr>
          <p:blipFill>
            <a:blip r:embed="rId11" cstate="print"/>
            <a:stretch>
              <a:fillRect/>
            </a:stretch>
          </p:blipFill>
          <p:spPr>
            <a:xfrm>
              <a:off x="2882900" y="6781800"/>
              <a:ext cx="114300" cy="711200"/>
            </a:xfrm>
            <a:prstGeom prst="rect">
              <a:avLst/>
            </a:prstGeom>
          </p:spPr>
        </p:pic>
        <p:sp>
          <p:nvSpPr>
            <p:cNvPr id="65" name="object 65"/>
            <p:cNvSpPr/>
            <p:nvPr/>
          </p:nvSpPr>
          <p:spPr>
            <a:xfrm>
              <a:off x="2882900" y="6692900"/>
              <a:ext cx="914400" cy="914400"/>
            </a:xfrm>
            <a:custGeom>
              <a:avLst/>
              <a:gdLst/>
              <a:ahLst/>
              <a:cxnLst/>
              <a:rect l="l" t="t" r="r" b="b"/>
              <a:pathLst>
                <a:path w="914400" h="914400">
                  <a:moveTo>
                    <a:pt x="457200" y="914400"/>
                  </a:moveTo>
                  <a:lnTo>
                    <a:pt x="410453" y="912039"/>
                  </a:lnTo>
                  <a:lnTo>
                    <a:pt x="365058" y="905111"/>
                  </a:lnTo>
                  <a:lnTo>
                    <a:pt x="321242" y="893845"/>
                  </a:lnTo>
                  <a:lnTo>
                    <a:pt x="279237" y="878470"/>
                  </a:lnTo>
                  <a:lnTo>
                    <a:pt x="239271" y="859218"/>
                  </a:lnTo>
                  <a:lnTo>
                    <a:pt x="201575" y="836317"/>
                  </a:lnTo>
                  <a:lnTo>
                    <a:pt x="166378" y="809997"/>
                  </a:lnTo>
                  <a:lnTo>
                    <a:pt x="133910" y="780489"/>
                  </a:lnTo>
                  <a:lnTo>
                    <a:pt x="104402" y="748021"/>
                  </a:lnTo>
                  <a:lnTo>
                    <a:pt x="78082" y="712824"/>
                  </a:lnTo>
                  <a:lnTo>
                    <a:pt x="55181" y="675128"/>
                  </a:lnTo>
                  <a:lnTo>
                    <a:pt x="35929" y="635162"/>
                  </a:lnTo>
                  <a:lnTo>
                    <a:pt x="20554" y="593157"/>
                  </a:lnTo>
                  <a:lnTo>
                    <a:pt x="9288" y="549341"/>
                  </a:lnTo>
                  <a:lnTo>
                    <a:pt x="2360" y="503946"/>
                  </a:lnTo>
                  <a:lnTo>
                    <a:pt x="0" y="457200"/>
                  </a:lnTo>
                  <a:lnTo>
                    <a:pt x="2360" y="410453"/>
                  </a:lnTo>
                  <a:lnTo>
                    <a:pt x="9288" y="365058"/>
                  </a:lnTo>
                  <a:lnTo>
                    <a:pt x="20554" y="321242"/>
                  </a:lnTo>
                  <a:lnTo>
                    <a:pt x="35929" y="279237"/>
                  </a:lnTo>
                  <a:lnTo>
                    <a:pt x="55181" y="239271"/>
                  </a:lnTo>
                  <a:lnTo>
                    <a:pt x="78082" y="201575"/>
                  </a:lnTo>
                  <a:lnTo>
                    <a:pt x="104402" y="166378"/>
                  </a:lnTo>
                  <a:lnTo>
                    <a:pt x="133910" y="133910"/>
                  </a:lnTo>
                  <a:lnTo>
                    <a:pt x="166378" y="104402"/>
                  </a:lnTo>
                  <a:lnTo>
                    <a:pt x="201575" y="78082"/>
                  </a:lnTo>
                  <a:lnTo>
                    <a:pt x="239271" y="55181"/>
                  </a:lnTo>
                  <a:lnTo>
                    <a:pt x="279237" y="35929"/>
                  </a:lnTo>
                  <a:lnTo>
                    <a:pt x="321242" y="20554"/>
                  </a:lnTo>
                  <a:lnTo>
                    <a:pt x="365058" y="9288"/>
                  </a:lnTo>
                  <a:lnTo>
                    <a:pt x="410453" y="2360"/>
                  </a:lnTo>
                  <a:lnTo>
                    <a:pt x="457200" y="0"/>
                  </a:lnTo>
                  <a:lnTo>
                    <a:pt x="503946" y="2360"/>
                  </a:lnTo>
                  <a:lnTo>
                    <a:pt x="549341" y="9288"/>
                  </a:lnTo>
                  <a:lnTo>
                    <a:pt x="593157" y="20554"/>
                  </a:lnTo>
                  <a:lnTo>
                    <a:pt x="635162" y="35929"/>
                  </a:lnTo>
                  <a:lnTo>
                    <a:pt x="675128" y="55181"/>
                  </a:lnTo>
                  <a:lnTo>
                    <a:pt x="712824" y="78082"/>
                  </a:lnTo>
                  <a:lnTo>
                    <a:pt x="748021" y="104402"/>
                  </a:lnTo>
                  <a:lnTo>
                    <a:pt x="780489" y="133910"/>
                  </a:lnTo>
                  <a:lnTo>
                    <a:pt x="809997" y="166378"/>
                  </a:lnTo>
                  <a:lnTo>
                    <a:pt x="836317" y="201575"/>
                  </a:lnTo>
                  <a:lnTo>
                    <a:pt x="859218" y="239271"/>
                  </a:lnTo>
                  <a:lnTo>
                    <a:pt x="878470" y="279237"/>
                  </a:lnTo>
                  <a:lnTo>
                    <a:pt x="893845" y="321242"/>
                  </a:lnTo>
                  <a:lnTo>
                    <a:pt x="905111" y="365058"/>
                  </a:lnTo>
                  <a:lnTo>
                    <a:pt x="912039" y="410453"/>
                  </a:lnTo>
                  <a:lnTo>
                    <a:pt x="914400" y="457200"/>
                  </a:lnTo>
                  <a:lnTo>
                    <a:pt x="912039" y="503946"/>
                  </a:lnTo>
                  <a:lnTo>
                    <a:pt x="905111" y="549341"/>
                  </a:lnTo>
                  <a:lnTo>
                    <a:pt x="893845" y="593157"/>
                  </a:lnTo>
                  <a:lnTo>
                    <a:pt x="878470" y="635162"/>
                  </a:lnTo>
                  <a:lnTo>
                    <a:pt x="859218" y="675128"/>
                  </a:lnTo>
                  <a:lnTo>
                    <a:pt x="836317" y="712824"/>
                  </a:lnTo>
                  <a:lnTo>
                    <a:pt x="809997" y="748021"/>
                  </a:lnTo>
                  <a:lnTo>
                    <a:pt x="780489" y="780489"/>
                  </a:lnTo>
                  <a:lnTo>
                    <a:pt x="748021" y="809997"/>
                  </a:lnTo>
                  <a:lnTo>
                    <a:pt x="712824" y="836317"/>
                  </a:lnTo>
                  <a:lnTo>
                    <a:pt x="675128" y="859218"/>
                  </a:lnTo>
                  <a:lnTo>
                    <a:pt x="635162" y="878470"/>
                  </a:lnTo>
                  <a:lnTo>
                    <a:pt x="593157" y="893845"/>
                  </a:lnTo>
                  <a:lnTo>
                    <a:pt x="549341" y="905111"/>
                  </a:lnTo>
                  <a:lnTo>
                    <a:pt x="503946" y="912039"/>
                  </a:lnTo>
                  <a:lnTo>
                    <a:pt x="457200" y="91440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66" name="object 66"/>
          <p:cNvGrpSpPr/>
          <p:nvPr/>
        </p:nvGrpSpPr>
        <p:grpSpPr>
          <a:xfrm>
            <a:off x="1431925" y="3889375"/>
            <a:ext cx="476250" cy="476250"/>
            <a:chOff x="2863850" y="7778750"/>
            <a:chExt cx="952500" cy="952500"/>
          </a:xfrm>
        </p:grpSpPr>
        <p:sp>
          <p:nvSpPr>
            <p:cNvPr id="67" name="object 67"/>
            <p:cNvSpPr/>
            <p:nvPr/>
          </p:nvSpPr>
          <p:spPr>
            <a:xfrm>
              <a:off x="2882900" y="7797800"/>
              <a:ext cx="914400" cy="914400"/>
            </a:xfrm>
            <a:custGeom>
              <a:avLst/>
              <a:gdLst/>
              <a:ahLst/>
              <a:cxnLst/>
              <a:rect l="l" t="t" r="r" b="b"/>
              <a:pathLst>
                <a:path w="914400" h="914400">
                  <a:moveTo>
                    <a:pt x="457200" y="0"/>
                  </a:moveTo>
                  <a:lnTo>
                    <a:pt x="410453" y="2360"/>
                  </a:lnTo>
                  <a:lnTo>
                    <a:pt x="365058" y="9288"/>
                  </a:lnTo>
                  <a:lnTo>
                    <a:pt x="321242" y="20554"/>
                  </a:lnTo>
                  <a:lnTo>
                    <a:pt x="279236" y="35928"/>
                  </a:lnTo>
                  <a:lnTo>
                    <a:pt x="239271" y="55181"/>
                  </a:lnTo>
                  <a:lnTo>
                    <a:pt x="201574" y="78082"/>
                  </a:lnTo>
                  <a:lnTo>
                    <a:pt x="166378" y="104402"/>
                  </a:lnTo>
                  <a:lnTo>
                    <a:pt x="133910" y="133910"/>
                  </a:lnTo>
                  <a:lnTo>
                    <a:pt x="104402" y="166378"/>
                  </a:lnTo>
                  <a:lnTo>
                    <a:pt x="78082" y="201574"/>
                  </a:lnTo>
                  <a:lnTo>
                    <a:pt x="55181" y="239271"/>
                  </a:lnTo>
                  <a:lnTo>
                    <a:pt x="35928" y="279236"/>
                  </a:lnTo>
                  <a:lnTo>
                    <a:pt x="20554" y="321242"/>
                  </a:lnTo>
                  <a:lnTo>
                    <a:pt x="9288" y="365058"/>
                  </a:lnTo>
                  <a:lnTo>
                    <a:pt x="2360" y="410453"/>
                  </a:lnTo>
                  <a:lnTo>
                    <a:pt x="0" y="457200"/>
                  </a:lnTo>
                  <a:lnTo>
                    <a:pt x="2360" y="503946"/>
                  </a:lnTo>
                  <a:lnTo>
                    <a:pt x="9288" y="549341"/>
                  </a:lnTo>
                  <a:lnTo>
                    <a:pt x="20554" y="593157"/>
                  </a:lnTo>
                  <a:lnTo>
                    <a:pt x="35928" y="635163"/>
                  </a:lnTo>
                  <a:lnTo>
                    <a:pt x="55181" y="675128"/>
                  </a:lnTo>
                  <a:lnTo>
                    <a:pt x="78082" y="712825"/>
                  </a:lnTo>
                  <a:lnTo>
                    <a:pt x="104402" y="748021"/>
                  </a:lnTo>
                  <a:lnTo>
                    <a:pt x="133910" y="780489"/>
                  </a:lnTo>
                  <a:lnTo>
                    <a:pt x="166378" y="809997"/>
                  </a:lnTo>
                  <a:lnTo>
                    <a:pt x="201574" y="836317"/>
                  </a:lnTo>
                  <a:lnTo>
                    <a:pt x="239271" y="859218"/>
                  </a:lnTo>
                  <a:lnTo>
                    <a:pt x="279236" y="878471"/>
                  </a:lnTo>
                  <a:lnTo>
                    <a:pt x="321242" y="893845"/>
                  </a:lnTo>
                  <a:lnTo>
                    <a:pt x="365058" y="905111"/>
                  </a:lnTo>
                  <a:lnTo>
                    <a:pt x="410453" y="912039"/>
                  </a:lnTo>
                  <a:lnTo>
                    <a:pt x="457200" y="914400"/>
                  </a:lnTo>
                  <a:lnTo>
                    <a:pt x="503946" y="912039"/>
                  </a:lnTo>
                  <a:lnTo>
                    <a:pt x="549341" y="905111"/>
                  </a:lnTo>
                  <a:lnTo>
                    <a:pt x="593157" y="893845"/>
                  </a:lnTo>
                  <a:lnTo>
                    <a:pt x="635163" y="878471"/>
                  </a:lnTo>
                  <a:lnTo>
                    <a:pt x="675128" y="859218"/>
                  </a:lnTo>
                  <a:lnTo>
                    <a:pt x="712825" y="836317"/>
                  </a:lnTo>
                  <a:lnTo>
                    <a:pt x="748021" y="809997"/>
                  </a:lnTo>
                  <a:lnTo>
                    <a:pt x="780489" y="780489"/>
                  </a:lnTo>
                  <a:lnTo>
                    <a:pt x="809997" y="748021"/>
                  </a:lnTo>
                  <a:lnTo>
                    <a:pt x="836317" y="712825"/>
                  </a:lnTo>
                  <a:lnTo>
                    <a:pt x="859218" y="675128"/>
                  </a:lnTo>
                  <a:lnTo>
                    <a:pt x="878471" y="635163"/>
                  </a:lnTo>
                  <a:lnTo>
                    <a:pt x="893845" y="593157"/>
                  </a:lnTo>
                  <a:lnTo>
                    <a:pt x="905111" y="549341"/>
                  </a:lnTo>
                  <a:lnTo>
                    <a:pt x="912039" y="503946"/>
                  </a:lnTo>
                  <a:lnTo>
                    <a:pt x="914400" y="457200"/>
                  </a:lnTo>
                  <a:lnTo>
                    <a:pt x="912039" y="410453"/>
                  </a:lnTo>
                  <a:lnTo>
                    <a:pt x="905111" y="365058"/>
                  </a:lnTo>
                  <a:lnTo>
                    <a:pt x="893845" y="321242"/>
                  </a:lnTo>
                  <a:lnTo>
                    <a:pt x="878471" y="279236"/>
                  </a:lnTo>
                  <a:lnTo>
                    <a:pt x="859218" y="239271"/>
                  </a:lnTo>
                  <a:lnTo>
                    <a:pt x="836317" y="201574"/>
                  </a:lnTo>
                  <a:lnTo>
                    <a:pt x="809997" y="166378"/>
                  </a:lnTo>
                  <a:lnTo>
                    <a:pt x="780489" y="133910"/>
                  </a:lnTo>
                  <a:lnTo>
                    <a:pt x="748021" y="104402"/>
                  </a:lnTo>
                  <a:lnTo>
                    <a:pt x="712825" y="78082"/>
                  </a:lnTo>
                  <a:lnTo>
                    <a:pt x="675128" y="55181"/>
                  </a:lnTo>
                  <a:lnTo>
                    <a:pt x="635163" y="35928"/>
                  </a:lnTo>
                  <a:lnTo>
                    <a:pt x="593157" y="20554"/>
                  </a:lnTo>
                  <a:lnTo>
                    <a:pt x="549341" y="9288"/>
                  </a:lnTo>
                  <a:lnTo>
                    <a:pt x="503946" y="2360"/>
                  </a:lnTo>
                  <a:lnTo>
                    <a:pt x="4572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8" name="object 68"/>
            <p:cNvSpPr/>
            <p:nvPr/>
          </p:nvSpPr>
          <p:spPr>
            <a:xfrm>
              <a:off x="2882900" y="7797800"/>
              <a:ext cx="914400" cy="914400"/>
            </a:xfrm>
            <a:custGeom>
              <a:avLst/>
              <a:gdLst/>
              <a:ahLst/>
              <a:cxnLst/>
              <a:rect l="l" t="t" r="r" b="b"/>
              <a:pathLst>
                <a:path w="914400" h="914400">
                  <a:moveTo>
                    <a:pt x="457200" y="914400"/>
                  </a:moveTo>
                  <a:lnTo>
                    <a:pt x="503946" y="912039"/>
                  </a:lnTo>
                  <a:lnTo>
                    <a:pt x="549341" y="905111"/>
                  </a:lnTo>
                  <a:lnTo>
                    <a:pt x="593157" y="893845"/>
                  </a:lnTo>
                  <a:lnTo>
                    <a:pt x="635162" y="878470"/>
                  </a:lnTo>
                  <a:lnTo>
                    <a:pt x="675128" y="859218"/>
                  </a:lnTo>
                  <a:lnTo>
                    <a:pt x="712824" y="836317"/>
                  </a:lnTo>
                  <a:lnTo>
                    <a:pt x="748021" y="809997"/>
                  </a:lnTo>
                  <a:lnTo>
                    <a:pt x="780489" y="780489"/>
                  </a:lnTo>
                  <a:lnTo>
                    <a:pt x="809997" y="748021"/>
                  </a:lnTo>
                  <a:lnTo>
                    <a:pt x="836317" y="712824"/>
                  </a:lnTo>
                  <a:lnTo>
                    <a:pt x="859218" y="675128"/>
                  </a:lnTo>
                  <a:lnTo>
                    <a:pt x="878470" y="635162"/>
                  </a:lnTo>
                  <a:lnTo>
                    <a:pt x="893845" y="593157"/>
                  </a:lnTo>
                  <a:lnTo>
                    <a:pt x="905111" y="549341"/>
                  </a:lnTo>
                  <a:lnTo>
                    <a:pt x="912039" y="503946"/>
                  </a:lnTo>
                  <a:lnTo>
                    <a:pt x="914400" y="457200"/>
                  </a:lnTo>
                  <a:lnTo>
                    <a:pt x="912039" y="410453"/>
                  </a:lnTo>
                  <a:lnTo>
                    <a:pt x="905111" y="365058"/>
                  </a:lnTo>
                  <a:lnTo>
                    <a:pt x="893845" y="321242"/>
                  </a:lnTo>
                  <a:lnTo>
                    <a:pt x="878470" y="279237"/>
                  </a:lnTo>
                  <a:lnTo>
                    <a:pt x="859218" y="239271"/>
                  </a:lnTo>
                  <a:lnTo>
                    <a:pt x="836317" y="201575"/>
                  </a:lnTo>
                  <a:lnTo>
                    <a:pt x="809997" y="166378"/>
                  </a:lnTo>
                  <a:lnTo>
                    <a:pt x="780489" y="133910"/>
                  </a:lnTo>
                  <a:lnTo>
                    <a:pt x="748021" y="104402"/>
                  </a:lnTo>
                  <a:lnTo>
                    <a:pt x="712824" y="78082"/>
                  </a:lnTo>
                  <a:lnTo>
                    <a:pt x="675128" y="55181"/>
                  </a:lnTo>
                  <a:lnTo>
                    <a:pt x="635162" y="35929"/>
                  </a:lnTo>
                  <a:lnTo>
                    <a:pt x="593157" y="20554"/>
                  </a:lnTo>
                  <a:lnTo>
                    <a:pt x="549341" y="9288"/>
                  </a:lnTo>
                  <a:lnTo>
                    <a:pt x="503946" y="2360"/>
                  </a:lnTo>
                  <a:lnTo>
                    <a:pt x="457200" y="0"/>
                  </a:lnTo>
                  <a:lnTo>
                    <a:pt x="410453" y="2360"/>
                  </a:lnTo>
                  <a:lnTo>
                    <a:pt x="365058" y="9288"/>
                  </a:lnTo>
                  <a:lnTo>
                    <a:pt x="321242" y="20554"/>
                  </a:lnTo>
                  <a:lnTo>
                    <a:pt x="279237" y="35929"/>
                  </a:lnTo>
                  <a:lnTo>
                    <a:pt x="239271" y="55181"/>
                  </a:lnTo>
                  <a:lnTo>
                    <a:pt x="201575" y="78082"/>
                  </a:lnTo>
                  <a:lnTo>
                    <a:pt x="166378" y="104402"/>
                  </a:lnTo>
                  <a:lnTo>
                    <a:pt x="133910" y="133910"/>
                  </a:lnTo>
                  <a:lnTo>
                    <a:pt x="104402" y="166378"/>
                  </a:lnTo>
                  <a:lnTo>
                    <a:pt x="78082" y="201575"/>
                  </a:lnTo>
                  <a:lnTo>
                    <a:pt x="55181" y="239271"/>
                  </a:lnTo>
                  <a:lnTo>
                    <a:pt x="35929" y="279237"/>
                  </a:lnTo>
                  <a:lnTo>
                    <a:pt x="20554" y="321242"/>
                  </a:lnTo>
                  <a:lnTo>
                    <a:pt x="9288" y="365058"/>
                  </a:lnTo>
                  <a:lnTo>
                    <a:pt x="2360" y="410453"/>
                  </a:lnTo>
                  <a:lnTo>
                    <a:pt x="0" y="457200"/>
                  </a:lnTo>
                  <a:lnTo>
                    <a:pt x="2360" y="503946"/>
                  </a:lnTo>
                  <a:lnTo>
                    <a:pt x="9288" y="549341"/>
                  </a:lnTo>
                  <a:lnTo>
                    <a:pt x="20554" y="593157"/>
                  </a:lnTo>
                  <a:lnTo>
                    <a:pt x="35929" y="635162"/>
                  </a:lnTo>
                  <a:lnTo>
                    <a:pt x="55181" y="675128"/>
                  </a:lnTo>
                  <a:lnTo>
                    <a:pt x="78082" y="712824"/>
                  </a:lnTo>
                  <a:lnTo>
                    <a:pt x="104402" y="748021"/>
                  </a:lnTo>
                  <a:lnTo>
                    <a:pt x="133910" y="780489"/>
                  </a:lnTo>
                  <a:lnTo>
                    <a:pt x="166378" y="809997"/>
                  </a:lnTo>
                  <a:lnTo>
                    <a:pt x="201575" y="836317"/>
                  </a:lnTo>
                  <a:lnTo>
                    <a:pt x="239271" y="859218"/>
                  </a:lnTo>
                  <a:lnTo>
                    <a:pt x="279237" y="878470"/>
                  </a:lnTo>
                  <a:lnTo>
                    <a:pt x="321242" y="893845"/>
                  </a:lnTo>
                  <a:lnTo>
                    <a:pt x="365058" y="905111"/>
                  </a:lnTo>
                  <a:lnTo>
                    <a:pt x="410453" y="912039"/>
                  </a:lnTo>
                  <a:lnTo>
                    <a:pt x="457200" y="914400"/>
                  </a:lnTo>
                  <a:close/>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69" name="object 69"/>
          <p:cNvSpPr/>
          <p:nvPr/>
        </p:nvSpPr>
        <p:spPr>
          <a:xfrm>
            <a:off x="1441450" y="4406900"/>
            <a:ext cx="457200" cy="457200"/>
          </a:xfrm>
          <a:custGeom>
            <a:avLst/>
            <a:gdLst/>
            <a:ahLst/>
            <a:cxnLst/>
            <a:rect l="l" t="t" r="r" b="b"/>
            <a:pathLst>
              <a:path w="914400" h="914400">
                <a:moveTo>
                  <a:pt x="457200" y="914400"/>
                </a:moveTo>
                <a:lnTo>
                  <a:pt x="503946" y="912039"/>
                </a:lnTo>
                <a:lnTo>
                  <a:pt x="549341" y="905111"/>
                </a:lnTo>
                <a:lnTo>
                  <a:pt x="593157" y="893845"/>
                </a:lnTo>
                <a:lnTo>
                  <a:pt x="635162" y="878470"/>
                </a:lnTo>
                <a:lnTo>
                  <a:pt x="675128" y="859218"/>
                </a:lnTo>
                <a:lnTo>
                  <a:pt x="712824" y="836317"/>
                </a:lnTo>
                <a:lnTo>
                  <a:pt x="748021" y="809997"/>
                </a:lnTo>
                <a:lnTo>
                  <a:pt x="780489" y="780489"/>
                </a:lnTo>
                <a:lnTo>
                  <a:pt x="809997" y="748021"/>
                </a:lnTo>
                <a:lnTo>
                  <a:pt x="836317" y="712824"/>
                </a:lnTo>
                <a:lnTo>
                  <a:pt x="859218" y="675128"/>
                </a:lnTo>
                <a:lnTo>
                  <a:pt x="878470" y="635162"/>
                </a:lnTo>
                <a:lnTo>
                  <a:pt x="893845" y="593157"/>
                </a:lnTo>
                <a:lnTo>
                  <a:pt x="905111" y="549341"/>
                </a:lnTo>
                <a:lnTo>
                  <a:pt x="912039" y="503946"/>
                </a:lnTo>
                <a:lnTo>
                  <a:pt x="914400" y="457200"/>
                </a:lnTo>
                <a:lnTo>
                  <a:pt x="912039" y="410453"/>
                </a:lnTo>
                <a:lnTo>
                  <a:pt x="905111" y="365058"/>
                </a:lnTo>
                <a:lnTo>
                  <a:pt x="893845" y="321242"/>
                </a:lnTo>
                <a:lnTo>
                  <a:pt x="878470" y="279237"/>
                </a:lnTo>
                <a:lnTo>
                  <a:pt x="859218" y="239271"/>
                </a:lnTo>
                <a:lnTo>
                  <a:pt x="836317" y="201575"/>
                </a:lnTo>
                <a:lnTo>
                  <a:pt x="809997" y="166378"/>
                </a:lnTo>
                <a:lnTo>
                  <a:pt x="780489" y="133910"/>
                </a:lnTo>
                <a:lnTo>
                  <a:pt x="748021" y="104402"/>
                </a:lnTo>
                <a:lnTo>
                  <a:pt x="712824" y="78082"/>
                </a:lnTo>
                <a:lnTo>
                  <a:pt x="675128" y="55181"/>
                </a:lnTo>
                <a:lnTo>
                  <a:pt x="635162" y="35929"/>
                </a:lnTo>
                <a:lnTo>
                  <a:pt x="593157" y="20554"/>
                </a:lnTo>
                <a:lnTo>
                  <a:pt x="549341" y="9288"/>
                </a:lnTo>
                <a:lnTo>
                  <a:pt x="503946" y="2360"/>
                </a:lnTo>
                <a:lnTo>
                  <a:pt x="457200" y="0"/>
                </a:lnTo>
                <a:lnTo>
                  <a:pt x="410453" y="2360"/>
                </a:lnTo>
                <a:lnTo>
                  <a:pt x="365058" y="9288"/>
                </a:lnTo>
                <a:lnTo>
                  <a:pt x="321242" y="20554"/>
                </a:lnTo>
                <a:lnTo>
                  <a:pt x="279237" y="35929"/>
                </a:lnTo>
                <a:lnTo>
                  <a:pt x="239271" y="55181"/>
                </a:lnTo>
                <a:lnTo>
                  <a:pt x="201575" y="78082"/>
                </a:lnTo>
                <a:lnTo>
                  <a:pt x="166378" y="104402"/>
                </a:lnTo>
                <a:lnTo>
                  <a:pt x="133910" y="133910"/>
                </a:lnTo>
                <a:lnTo>
                  <a:pt x="104402" y="166378"/>
                </a:lnTo>
                <a:lnTo>
                  <a:pt x="78082" y="201575"/>
                </a:lnTo>
                <a:lnTo>
                  <a:pt x="55181" y="239271"/>
                </a:lnTo>
                <a:lnTo>
                  <a:pt x="35929" y="279237"/>
                </a:lnTo>
                <a:lnTo>
                  <a:pt x="20554" y="321242"/>
                </a:lnTo>
                <a:lnTo>
                  <a:pt x="9288" y="365058"/>
                </a:lnTo>
                <a:lnTo>
                  <a:pt x="2360" y="410453"/>
                </a:lnTo>
                <a:lnTo>
                  <a:pt x="0" y="457200"/>
                </a:lnTo>
                <a:lnTo>
                  <a:pt x="2360" y="503946"/>
                </a:lnTo>
                <a:lnTo>
                  <a:pt x="9288" y="549341"/>
                </a:lnTo>
                <a:lnTo>
                  <a:pt x="20554" y="593157"/>
                </a:lnTo>
                <a:lnTo>
                  <a:pt x="35929" y="635162"/>
                </a:lnTo>
                <a:lnTo>
                  <a:pt x="55181" y="675128"/>
                </a:lnTo>
                <a:lnTo>
                  <a:pt x="78082" y="712824"/>
                </a:lnTo>
                <a:lnTo>
                  <a:pt x="104402" y="748021"/>
                </a:lnTo>
                <a:lnTo>
                  <a:pt x="133910" y="780489"/>
                </a:lnTo>
                <a:lnTo>
                  <a:pt x="166378" y="809997"/>
                </a:lnTo>
                <a:lnTo>
                  <a:pt x="201575" y="836317"/>
                </a:lnTo>
                <a:lnTo>
                  <a:pt x="239271" y="859218"/>
                </a:lnTo>
                <a:lnTo>
                  <a:pt x="279237" y="878470"/>
                </a:lnTo>
                <a:lnTo>
                  <a:pt x="321242" y="893845"/>
                </a:lnTo>
                <a:lnTo>
                  <a:pt x="365058" y="905111"/>
                </a:lnTo>
                <a:lnTo>
                  <a:pt x="410453" y="912039"/>
                </a:lnTo>
                <a:lnTo>
                  <a:pt x="457200" y="91440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70" name="object 70"/>
          <p:cNvGrpSpPr/>
          <p:nvPr/>
        </p:nvGrpSpPr>
        <p:grpSpPr>
          <a:xfrm>
            <a:off x="1431925" y="4949825"/>
            <a:ext cx="476250" cy="476250"/>
            <a:chOff x="2863850" y="9899650"/>
            <a:chExt cx="952500" cy="952500"/>
          </a:xfrm>
        </p:grpSpPr>
        <p:sp>
          <p:nvSpPr>
            <p:cNvPr id="71" name="object 71"/>
            <p:cNvSpPr/>
            <p:nvPr/>
          </p:nvSpPr>
          <p:spPr>
            <a:xfrm>
              <a:off x="2882900" y="9918700"/>
              <a:ext cx="914400" cy="914400"/>
            </a:xfrm>
            <a:custGeom>
              <a:avLst/>
              <a:gdLst/>
              <a:ahLst/>
              <a:cxnLst/>
              <a:rect l="l" t="t" r="r" b="b"/>
              <a:pathLst>
                <a:path w="914400" h="914400">
                  <a:moveTo>
                    <a:pt x="457200" y="0"/>
                  </a:moveTo>
                  <a:lnTo>
                    <a:pt x="410453" y="2360"/>
                  </a:lnTo>
                  <a:lnTo>
                    <a:pt x="365058" y="9288"/>
                  </a:lnTo>
                  <a:lnTo>
                    <a:pt x="321242" y="20554"/>
                  </a:lnTo>
                  <a:lnTo>
                    <a:pt x="279236" y="35928"/>
                  </a:lnTo>
                  <a:lnTo>
                    <a:pt x="239271" y="55181"/>
                  </a:lnTo>
                  <a:lnTo>
                    <a:pt x="201574" y="78082"/>
                  </a:lnTo>
                  <a:lnTo>
                    <a:pt x="166378" y="104402"/>
                  </a:lnTo>
                  <a:lnTo>
                    <a:pt x="133910" y="133910"/>
                  </a:lnTo>
                  <a:lnTo>
                    <a:pt x="104402" y="166378"/>
                  </a:lnTo>
                  <a:lnTo>
                    <a:pt x="78082" y="201574"/>
                  </a:lnTo>
                  <a:lnTo>
                    <a:pt x="55181" y="239271"/>
                  </a:lnTo>
                  <a:lnTo>
                    <a:pt x="35928" y="279236"/>
                  </a:lnTo>
                  <a:lnTo>
                    <a:pt x="20554" y="321242"/>
                  </a:lnTo>
                  <a:lnTo>
                    <a:pt x="9288" y="365058"/>
                  </a:lnTo>
                  <a:lnTo>
                    <a:pt x="2360" y="410453"/>
                  </a:lnTo>
                  <a:lnTo>
                    <a:pt x="0" y="457200"/>
                  </a:lnTo>
                  <a:lnTo>
                    <a:pt x="2360" y="503946"/>
                  </a:lnTo>
                  <a:lnTo>
                    <a:pt x="9288" y="549341"/>
                  </a:lnTo>
                  <a:lnTo>
                    <a:pt x="20554" y="593157"/>
                  </a:lnTo>
                  <a:lnTo>
                    <a:pt x="35928" y="635163"/>
                  </a:lnTo>
                  <a:lnTo>
                    <a:pt x="55181" y="675128"/>
                  </a:lnTo>
                  <a:lnTo>
                    <a:pt x="78082" y="712825"/>
                  </a:lnTo>
                  <a:lnTo>
                    <a:pt x="104402" y="748021"/>
                  </a:lnTo>
                  <a:lnTo>
                    <a:pt x="133910" y="780489"/>
                  </a:lnTo>
                  <a:lnTo>
                    <a:pt x="166378" y="809997"/>
                  </a:lnTo>
                  <a:lnTo>
                    <a:pt x="201574" y="836317"/>
                  </a:lnTo>
                  <a:lnTo>
                    <a:pt x="239271" y="859218"/>
                  </a:lnTo>
                  <a:lnTo>
                    <a:pt x="279236" y="878471"/>
                  </a:lnTo>
                  <a:lnTo>
                    <a:pt x="321242" y="893845"/>
                  </a:lnTo>
                  <a:lnTo>
                    <a:pt x="365058" y="905111"/>
                  </a:lnTo>
                  <a:lnTo>
                    <a:pt x="410453" y="912039"/>
                  </a:lnTo>
                  <a:lnTo>
                    <a:pt x="457200" y="914400"/>
                  </a:lnTo>
                  <a:lnTo>
                    <a:pt x="503946" y="912039"/>
                  </a:lnTo>
                  <a:lnTo>
                    <a:pt x="549341" y="905111"/>
                  </a:lnTo>
                  <a:lnTo>
                    <a:pt x="593157" y="893845"/>
                  </a:lnTo>
                  <a:lnTo>
                    <a:pt x="635163" y="878471"/>
                  </a:lnTo>
                  <a:lnTo>
                    <a:pt x="675128" y="859218"/>
                  </a:lnTo>
                  <a:lnTo>
                    <a:pt x="712825" y="836317"/>
                  </a:lnTo>
                  <a:lnTo>
                    <a:pt x="748021" y="809997"/>
                  </a:lnTo>
                  <a:lnTo>
                    <a:pt x="780489" y="780489"/>
                  </a:lnTo>
                  <a:lnTo>
                    <a:pt x="809997" y="748021"/>
                  </a:lnTo>
                  <a:lnTo>
                    <a:pt x="836317" y="712825"/>
                  </a:lnTo>
                  <a:lnTo>
                    <a:pt x="859218" y="675128"/>
                  </a:lnTo>
                  <a:lnTo>
                    <a:pt x="878471" y="635163"/>
                  </a:lnTo>
                  <a:lnTo>
                    <a:pt x="893845" y="593157"/>
                  </a:lnTo>
                  <a:lnTo>
                    <a:pt x="905111" y="549341"/>
                  </a:lnTo>
                  <a:lnTo>
                    <a:pt x="912039" y="503946"/>
                  </a:lnTo>
                  <a:lnTo>
                    <a:pt x="914400" y="457200"/>
                  </a:lnTo>
                  <a:lnTo>
                    <a:pt x="912039" y="410453"/>
                  </a:lnTo>
                  <a:lnTo>
                    <a:pt x="905111" y="365058"/>
                  </a:lnTo>
                  <a:lnTo>
                    <a:pt x="893845" y="321242"/>
                  </a:lnTo>
                  <a:lnTo>
                    <a:pt x="878471" y="279236"/>
                  </a:lnTo>
                  <a:lnTo>
                    <a:pt x="859218" y="239271"/>
                  </a:lnTo>
                  <a:lnTo>
                    <a:pt x="836317" y="201574"/>
                  </a:lnTo>
                  <a:lnTo>
                    <a:pt x="809997" y="166378"/>
                  </a:lnTo>
                  <a:lnTo>
                    <a:pt x="780489" y="133910"/>
                  </a:lnTo>
                  <a:lnTo>
                    <a:pt x="748021" y="104402"/>
                  </a:lnTo>
                  <a:lnTo>
                    <a:pt x="712825" y="78082"/>
                  </a:lnTo>
                  <a:lnTo>
                    <a:pt x="675128" y="55181"/>
                  </a:lnTo>
                  <a:lnTo>
                    <a:pt x="635163" y="35928"/>
                  </a:lnTo>
                  <a:lnTo>
                    <a:pt x="593157" y="20554"/>
                  </a:lnTo>
                  <a:lnTo>
                    <a:pt x="549341" y="9288"/>
                  </a:lnTo>
                  <a:lnTo>
                    <a:pt x="503946" y="2360"/>
                  </a:lnTo>
                  <a:lnTo>
                    <a:pt x="4572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2" name="object 72"/>
            <p:cNvSpPr/>
            <p:nvPr/>
          </p:nvSpPr>
          <p:spPr>
            <a:xfrm>
              <a:off x="2882900" y="9918700"/>
              <a:ext cx="914400" cy="914400"/>
            </a:xfrm>
            <a:custGeom>
              <a:avLst/>
              <a:gdLst/>
              <a:ahLst/>
              <a:cxnLst/>
              <a:rect l="l" t="t" r="r" b="b"/>
              <a:pathLst>
                <a:path w="914400" h="914400">
                  <a:moveTo>
                    <a:pt x="457200" y="914400"/>
                  </a:moveTo>
                  <a:lnTo>
                    <a:pt x="503946" y="912039"/>
                  </a:lnTo>
                  <a:lnTo>
                    <a:pt x="549341" y="905111"/>
                  </a:lnTo>
                  <a:lnTo>
                    <a:pt x="593157" y="893845"/>
                  </a:lnTo>
                  <a:lnTo>
                    <a:pt x="635162" y="878470"/>
                  </a:lnTo>
                  <a:lnTo>
                    <a:pt x="675128" y="859218"/>
                  </a:lnTo>
                  <a:lnTo>
                    <a:pt x="712824" y="836317"/>
                  </a:lnTo>
                  <a:lnTo>
                    <a:pt x="748021" y="809997"/>
                  </a:lnTo>
                  <a:lnTo>
                    <a:pt x="780489" y="780489"/>
                  </a:lnTo>
                  <a:lnTo>
                    <a:pt x="809997" y="748021"/>
                  </a:lnTo>
                  <a:lnTo>
                    <a:pt x="836317" y="712824"/>
                  </a:lnTo>
                  <a:lnTo>
                    <a:pt x="859218" y="675128"/>
                  </a:lnTo>
                  <a:lnTo>
                    <a:pt x="878470" y="635162"/>
                  </a:lnTo>
                  <a:lnTo>
                    <a:pt x="893845" y="593157"/>
                  </a:lnTo>
                  <a:lnTo>
                    <a:pt x="905111" y="549341"/>
                  </a:lnTo>
                  <a:lnTo>
                    <a:pt x="912039" y="503946"/>
                  </a:lnTo>
                  <a:lnTo>
                    <a:pt x="914400" y="457200"/>
                  </a:lnTo>
                  <a:lnTo>
                    <a:pt x="912039" y="410453"/>
                  </a:lnTo>
                  <a:lnTo>
                    <a:pt x="905111" y="365058"/>
                  </a:lnTo>
                  <a:lnTo>
                    <a:pt x="893845" y="321242"/>
                  </a:lnTo>
                  <a:lnTo>
                    <a:pt x="878470" y="279237"/>
                  </a:lnTo>
                  <a:lnTo>
                    <a:pt x="859218" y="239271"/>
                  </a:lnTo>
                  <a:lnTo>
                    <a:pt x="836317" y="201575"/>
                  </a:lnTo>
                  <a:lnTo>
                    <a:pt x="809997" y="166378"/>
                  </a:lnTo>
                  <a:lnTo>
                    <a:pt x="780489" y="133910"/>
                  </a:lnTo>
                  <a:lnTo>
                    <a:pt x="748021" y="104402"/>
                  </a:lnTo>
                  <a:lnTo>
                    <a:pt x="712824" y="78082"/>
                  </a:lnTo>
                  <a:lnTo>
                    <a:pt x="675128" y="55181"/>
                  </a:lnTo>
                  <a:lnTo>
                    <a:pt x="635162" y="35929"/>
                  </a:lnTo>
                  <a:lnTo>
                    <a:pt x="593157" y="20554"/>
                  </a:lnTo>
                  <a:lnTo>
                    <a:pt x="549341" y="9288"/>
                  </a:lnTo>
                  <a:lnTo>
                    <a:pt x="503946" y="2360"/>
                  </a:lnTo>
                  <a:lnTo>
                    <a:pt x="457200" y="0"/>
                  </a:lnTo>
                  <a:lnTo>
                    <a:pt x="410453" y="2360"/>
                  </a:lnTo>
                  <a:lnTo>
                    <a:pt x="365058" y="9288"/>
                  </a:lnTo>
                  <a:lnTo>
                    <a:pt x="321242" y="20554"/>
                  </a:lnTo>
                  <a:lnTo>
                    <a:pt x="279237" y="35929"/>
                  </a:lnTo>
                  <a:lnTo>
                    <a:pt x="239271" y="55181"/>
                  </a:lnTo>
                  <a:lnTo>
                    <a:pt x="201575" y="78082"/>
                  </a:lnTo>
                  <a:lnTo>
                    <a:pt x="166378" y="104402"/>
                  </a:lnTo>
                  <a:lnTo>
                    <a:pt x="133910" y="133910"/>
                  </a:lnTo>
                  <a:lnTo>
                    <a:pt x="104402" y="166378"/>
                  </a:lnTo>
                  <a:lnTo>
                    <a:pt x="78082" y="201575"/>
                  </a:lnTo>
                  <a:lnTo>
                    <a:pt x="55181" y="239271"/>
                  </a:lnTo>
                  <a:lnTo>
                    <a:pt x="35929" y="279237"/>
                  </a:lnTo>
                  <a:lnTo>
                    <a:pt x="20554" y="321242"/>
                  </a:lnTo>
                  <a:lnTo>
                    <a:pt x="9288" y="365058"/>
                  </a:lnTo>
                  <a:lnTo>
                    <a:pt x="2360" y="410453"/>
                  </a:lnTo>
                  <a:lnTo>
                    <a:pt x="0" y="457200"/>
                  </a:lnTo>
                  <a:lnTo>
                    <a:pt x="2360" y="503946"/>
                  </a:lnTo>
                  <a:lnTo>
                    <a:pt x="9288" y="549341"/>
                  </a:lnTo>
                  <a:lnTo>
                    <a:pt x="20554" y="593157"/>
                  </a:lnTo>
                  <a:lnTo>
                    <a:pt x="35929" y="635162"/>
                  </a:lnTo>
                  <a:lnTo>
                    <a:pt x="55181" y="675128"/>
                  </a:lnTo>
                  <a:lnTo>
                    <a:pt x="78082" y="712824"/>
                  </a:lnTo>
                  <a:lnTo>
                    <a:pt x="104402" y="748021"/>
                  </a:lnTo>
                  <a:lnTo>
                    <a:pt x="133910" y="780489"/>
                  </a:lnTo>
                  <a:lnTo>
                    <a:pt x="166378" y="809997"/>
                  </a:lnTo>
                  <a:lnTo>
                    <a:pt x="201575" y="836317"/>
                  </a:lnTo>
                  <a:lnTo>
                    <a:pt x="239271" y="859218"/>
                  </a:lnTo>
                  <a:lnTo>
                    <a:pt x="279237" y="878470"/>
                  </a:lnTo>
                  <a:lnTo>
                    <a:pt x="321242" y="893845"/>
                  </a:lnTo>
                  <a:lnTo>
                    <a:pt x="365058" y="905111"/>
                  </a:lnTo>
                  <a:lnTo>
                    <a:pt x="410453" y="912039"/>
                  </a:lnTo>
                  <a:lnTo>
                    <a:pt x="457200" y="914400"/>
                  </a:lnTo>
                  <a:close/>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73" name="object 73"/>
          <p:cNvSpPr txBox="1"/>
          <p:nvPr/>
        </p:nvSpPr>
        <p:spPr>
          <a:xfrm>
            <a:off x="1073271" y="2393950"/>
            <a:ext cx="146050"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你</a:t>
            </a:r>
            <a:endParaRPr sz="1050">
              <a:latin typeface="江城圆体 400W" panose="020B0800000000000000" pitchFamily="34" charset="-128"/>
              <a:ea typeface="江城圆体 400W" panose="020B0800000000000000" pitchFamily="34" charset="-128"/>
              <a:cs typeface="Microsoft JhengHei"/>
            </a:endParaRPr>
          </a:p>
        </p:txBody>
      </p:sp>
      <p:sp>
        <p:nvSpPr>
          <p:cNvPr id="74" name="object 74"/>
          <p:cNvSpPr txBox="1"/>
          <p:nvPr/>
        </p:nvSpPr>
        <p:spPr>
          <a:xfrm>
            <a:off x="1073271" y="2933700"/>
            <a:ext cx="146050"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Microsoft JhengHei"/>
              </a:rPr>
              <a:t>你</a:t>
            </a:r>
            <a:endParaRPr sz="1050">
              <a:latin typeface="江城圆体 400W" panose="020B0800000000000000" pitchFamily="34" charset="-128"/>
              <a:ea typeface="江城圆体 400W" panose="020B0800000000000000" pitchFamily="34" charset="-128"/>
              <a:cs typeface="Microsoft JhengHei"/>
            </a:endParaRPr>
          </a:p>
        </p:txBody>
      </p:sp>
      <p:sp>
        <p:nvSpPr>
          <p:cNvPr id="75" name="object 75"/>
          <p:cNvSpPr txBox="1"/>
          <p:nvPr/>
        </p:nvSpPr>
        <p:spPr>
          <a:xfrm>
            <a:off x="1073271" y="3486150"/>
            <a:ext cx="146050"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你</a:t>
            </a:r>
            <a:endParaRPr sz="1050">
              <a:latin typeface="江城圆体 400W" panose="020B0800000000000000" pitchFamily="34" charset="-128"/>
              <a:ea typeface="江城圆体 400W" panose="020B0800000000000000" pitchFamily="34" charset="-128"/>
              <a:cs typeface="Microsoft JhengHei"/>
            </a:endParaRPr>
          </a:p>
        </p:txBody>
      </p:sp>
      <p:sp>
        <p:nvSpPr>
          <p:cNvPr id="76" name="object 76"/>
          <p:cNvSpPr txBox="1"/>
          <p:nvPr/>
        </p:nvSpPr>
        <p:spPr>
          <a:xfrm>
            <a:off x="1073271" y="4038600"/>
            <a:ext cx="146050"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你</a:t>
            </a:r>
            <a:endParaRPr sz="1050">
              <a:latin typeface="江城圆体 400W" panose="020B0800000000000000" pitchFamily="34" charset="-128"/>
              <a:ea typeface="江城圆体 400W" panose="020B0800000000000000" pitchFamily="34" charset="-128"/>
              <a:cs typeface="Microsoft JhengHei"/>
            </a:endParaRPr>
          </a:p>
        </p:txBody>
      </p:sp>
      <p:sp>
        <p:nvSpPr>
          <p:cNvPr id="77" name="object 77"/>
          <p:cNvSpPr txBox="1"/>
          <p:nvPr/>
        </p:nvSpPr>
        <p:spPr>
          <a:xfrm>
            <a:off x="1073271" y="4546600"/>
            <a:ext cx="146050"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你</a:t>
            </a:r>
            <a:endParaRPr sz="1050">
              <a:latin typeface="江城圆体 400W" panose="020B0800000000000000" pitchFamily="34" charset="-128"/>
              <a:ea typeface="江城圆体 400W" panose="020B0800000000000000" pitchFamily="34" charset="-128"/>
              <a:cs typeface="Microsoft JhengHei"/>
            </a:endParaRPr>
          </a:p>
        </p:txBody>
      </p:sp>
      <p:sp>
        <p:nvSpPr>
          <p:cNvPr id="78" name="object 78"/>
          <p:cNvSpPr txBox="1"/>
          <p:nvPr/>
        </p:nvSpPr>
        <p:spPr>
          <a:xfrm>
            <a:off x="1073271" y="5099050"/>
            <a:ext cx="146050"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Microsoft JhengHei"/>
              </a:rPr>
              <a:t>你</a:t>
            </a:r>
            <a:endParaRPr sz="1050" dirty="0">
              <a:latin typeface="江城圆体 400W" panose="020B0800000000000000" pitchFamily="34" charset="-128"/>
              <a:ea typeface="江城圆体 400W" panose="020B0800000000000000" pitchFamily="34" charset="-128"/>
              <a:cs typeface="Microsoft JhengHei"/>
            </a:endParaRPr>
          </a:p>
        </p:txBody>
      </p:sp>
      <p:sp>
        <p:nvSpPr>
          <p:cNvPr id="79" name="object 79"/>
          <p:cNvSpPr txBox="1"/>
          <p:nvPr/>
        </p:nvSpPr>
        <p:spPr>
          <a:xfrm>
            <a:off x="1600321" y="2393950"/>
            <a:ext cx="146050"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Microsoft JhengHei"/>
              </a:rPr>
              <a:t>我</a:t>
            </a:r>
            <a:endParaRPr sz="1050">
              <a:latin typeface="江城圆体 400W" panose="020B0800000000000000" pitchFamily="34" charset="-128"/>
              <a:ea typeface="江城圆体 400W" panose="020B0800000000000000" pitchFamily="34" charset="-128"/>
              <a:cs typeface="Microsoft JhengHei"/>
            </a:endParaRPr>
          </a:p>
        </p:txBody>
      </p:sp>
      <p:sp>
        <p:nvSpPr>
          <p:cNvPr id="80" name="object 80"/>
          <p:cNvSpPr txBox="1"/>
          <p:nvPr/>
        </p:nvSpPr>
        <p:spPr>
          <a:xfrm>
            <a:off x="1600321" y="2933700"/>
            <a:ext cx="146050"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我</a:t>
            </a:r>
            <a:endParaRPr sz="1050">
              <a:latin typeface="江城圆体 400W" panose="020B0800000000000000" pitchFamily="34" charset="-128"/>
              <a:ea typeface="江城圆体 400W" panose="020B0800000000000000" pitchFamily="34" charset="-128"/>
              <a:cs typeface="Microsoft JhengHei"/>
            </a:endParaRPr>
          </a:p>
        </p:txBody>
      </p:sp>
      <p:sp>
        <p:nvSpPr>
          <p:cNvPr id="81" name="object 81"/>
          <p:cNvSpPr txBox="1"/>
          <p:nvPr/>
        </p:nvSpPr>
        <p:spPr>
          <a:xfrm>
            <a:off x="1600321" y="3486150"/>
            <a:ext cx="146050"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我</a:t>
            </a:r>
            <a:endParaRPr sz="1050">
              <a:latin typeface="江城圆体 400W" panose="020B0800000000000000" pitchFamily="34" charset="-128"/>
              <a:ea typeface="江城圆体 400W" panose="020B0800000000000000" pitchFamily="34" charset="-128"/>
              <a:cs typeface="Microsoft JhengHei"/>
            </a:endParaRPr>
          </a:p>
        </p:txBody>
      </p:sp>
      <p:sp>
        <p:nvSpPr>
          <p:cNvPr id="82" name="object 82"/>
          <p:cNvSpPr txBox="1"/>
          <p:nvPr/>
        </p:nvSpPr>
        <p:spPr>
          <a:xfrm>
            <a:off x="1600321" y="4038600"/>
            <a:ext cx="146050"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Microsoft JhengHei"/>
              </a:rPr>
              <a:t>我</a:t>
            </a:r>
            <a:endParaRPr sz="1050">
              <a:latin typeface="江城圆体 400W" panose="020B0800000000000000" pitchFamily="34" charset="-128"/>
              <a:ea typeface="江城圆体 400W" panose="020B0800000000000000" pitchFamily="34" charset="-128"/>
              <a:cs typeface="Microsoft JhengHei"/>
            </a:endParaRPr>
          </a:p>
        </p:txBody>
      </p:sp>
      <p:sp>
        <p:nvSpPr>
          <p:cNvPr id="83" name="object 83"/>
          <p:cNvSpPr txBox="1"/>
          <p:nvPr/>
        </p:nvSpPr>
        <p:spPr>
          <a:xfrm>
            <a:off x="1600321" y="4546600"/>
            <a:ext cx="146050"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我</a:t>
            </a:r>
            <a:endParaRPr sz="1050" dirty="0">
              <a:latin typeface="江城圆体 400W" panose="020B0800000000000000" pitchFamily="34" charset="-128"/>
              <a:ea typeface="江城圆体 400W" panose="020B0800000000000000" pitchFamily="34" charset="-128"/>
              <a:cs typeface="Microsoft JhengHei"/>
            </a:endParaRPr>
          </a:p>
        </p:txBody>
      </p:sp>
      <p:sp>
        <p:nvSpPr>
          <p:cNvPr id="84" name="object 84"/>
          <p:cNvSpPr txBox="1"/>
          <p:nvPr/>
        </p:nvSpPr>
        <p:spPr>
          <a:xfrm>
            <a:off x="1600321" y="5099050"/>
            <a:ext cx="146050"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Microsoft JhengHei"/>
              </a:rPr>
              <a:t>我</a:t>
            </a:r>
            <a:endParaRPr sz="1050">
              <a:latin typeface="江城圆体 400W" panose="020B0800000000000000" pitchFamily="34" charset="-128"/>
              <a:ea typeface="江城圆体 400W" panose="020B0800000000000000" pitchFamily="34" charset="-128"/>
              <a:cs typeface="Microsoft JhengHei"/>
            </a:endParaRPr>
          </a:p>
        </p:txBody>
      </p:sp>
      <p:sp>
        <p:nvSpPr>
          <p:cNvPr id="85" name="object 85"/>
          <p:cNvSpPr txBox="1"/>
          <p:nvPr/>
        </p:nvSpPr>
        <p:spPr>
          <a:xfrm>
            <a:off x="2184885" y="2393950"/>
            <a:ext cx="545148" cy="167640"/>
          </a:xfrm>
          <a:prstGeom prst="rect">
            <a:avLst/>
          </a:prstGeom>
        </p:spPr>
        <p:txBody>
          <a:bodyPr vert="horz" wrap="square" lIns="0" tIns="6350" rIns="0" bIns="0" rtlCol="0">
            <a:spAutoFit/>
          </a:bodyPr>
          <a:lstStyle/>
          <a:p>
            <a:pPr marL="6350">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损人利己</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86" name="object 86"/>
          <p:cNvSpPr txBox="1"/>
          <p:nvPr/>
        </p:nvSpPr>
        <p:spPr>
          <a:xfrm>
            <a:off x="2184885" y="2933700"/>
            <a:ext cx="545148" cy="167640"/>
          </a:xfrm>
          <a:prstGeom prst="rect">
            <a:avLst/>
          </a:prstGeom>
        </p:spPr>
        <p:txBody>
          <a:bodyPr vert="horz" wrap="square" lIns="0" tIns="6350" rIns="0" bIns="0" rtlCol="0">
            <a:spAutoFit/>
          </a:bodyPr>
          <a:lstStyle/>
          <a:p>
            <a:pPr marL="6350">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舍己利人</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87" name="object 87"/>
          <p:cNvSpPr txBox="1"/>
          <p:nvPr/>
        </p:nvSpPr>
        <p:spPr>
          <a:xfrm>
            <a:off x="2184885" y="3486150"/>
            <a:ext cx="545148" cy="167640"/>
          </a:xfrm>
          <a:prstGeom prst="rect">
            <a:avLst/>
          </a:prstGeom>
        </p:spPr>
        <p:txBody>
          <a:bodyPr vert="horz" wrap="square" lIns="0" tIns="6350" rIns="0" bIns="0" rtlCol="0">
            <a:spAutoFit/>
          </a:bodyPr>
          <a:lstStyle/>
          <a:p>
            <a:pPr marL="6350">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两败俱伤</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88" name="object 88"/>
          <p:cNvSpPr txBox="1"/>
          <p:nvPr/>
        </p:nvSpPr>
        <p:spPr>
          <a:xfrm>
            <a:off x="2184885" y="4038600"/>
            <a:ext cx="545148" cy="167640"/>
          </a:xfrm>
          <a:prstGeom prst="rect">
            <a:avLst/>
          </a:prstGeom>
        </p:spPr>
        <p:txBody>
          <a:bodyPr vert="horz" wrap="square" lIns="0" tIns="6350" rIns="0" bIns="0" rtlCol="0">
            <a:spAutoFit/>
          </a:bodyPr>
          <a:lstStyle/>
          <a:p>
            <a:pPr marL="6350">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独善其身</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89" name="object 89"/>
          <p:cNvSpPr txBox="1"/>
          <p:nvPr/>
        </p:nvSpPr>
        <p:spPr>
          <a:xfrm>
            <a:off x="2251439" y="4546600"/>
            <a:ext cx="412115" cy="167640"/>
          </a:xfrm>
          <a:prstGeom prst="rect">
            <a:avLst/>
          </a:prstGeom>
        </p:spPr>
        <p:txBody>
          <a:bodyPr vert="horz" wrap="square" lIns="0" tIns="6350" rIns="0" bIns="0" rtlCol="0">
            <a:spAutoFit/>
          </a:bodyPr>
          <a:lstStyle/>
          <a:p>
            <a:pPr marL="6350">
              <a:spcBef>
                <a:spcPts val="50"/>
              </a:spcBef>
            </a:pPr>
            <a:r>
              <a:rPr sz="1050" spc="-13"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无交易</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90" name="object 90"/>
          <p:cNvSpPr txBox="1"/>
          <p:nvPr/>
        </p:nvSpPr>
        <p:spPr>
          <a:xfrm>
            <a:off x="2184885" y="5099050"/>
            <a:ext cx="545148" cy="167640"/>
          </a:xfrm>
          <a:prstGeom prst="rect">
            <a:avLst/>
          </a:prstGeom>
        </p:spPr>
        <p:txBody>
          <a:bodyPr vert="horz" wrap="square" lIns="0" tIns="6350" rIns="0" bIns="0" rtlCol="0">
            <a:spAutoFit/>
          </a:bodyPr>
          <a:lstStyle/>
          <a:p>
            <a:pPr marL="6350">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利人利己</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91" name="object 91"/>
          <p:cNvSpPr/>
          <p:nvPr/>
        </p:nvSpPr>
        <p:spPr>
          <a:xfrm>
            <a:off x="2114038" y="2613025"/>
            <a:ext cx="699135" cy="0"/>
          </a:xfrm>
          <a:custGeom>
            <a:avLst/>
            <a:gdLst/>
            <a:ahLst/>
            <a:cxnLst/>
            <a:rect l="l" t="t" r="r" b="b"/>
            <a:pathLst>
              <a:path w="1398270">
                <a:moveTo>
                  <a:pt x="0" y="0"/>
                </a:moveTo>
                <a:lnTo>
                  <a:pt x="1398024"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2" name="object 92"/>
          <p:cNvSpPr/>
          <p:nvPr/>
        </p:nvSpPr>
        <p:spPr>
          <a:xfrm>
            <a:off x="2029883" y="2613025"/>
            <a:ext cx="21273" cy="0"/>
          </a:xfrm>
          <a:custGeom>
            <a:avLst/>
            <a:gdLst/>
            <a:ahLst/>
            <a:cxnLst/>
            <a:rect l="l" t="t" r="r" b="b"/>
            <a:pathLst>
              <a:path w="42545">
                <a:moveTo>
                  <a:pt x="0" y="0"/>
                </a:moveTo>
                <a:lnTo>
                  <a:pt x="42333"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3" name="object 93"/>
          <p:cNvSpPr/>
          <p:nvPr/>
        </p:nvSpPr>
        <p:spPr>
          <a:xfrm>
            <a:off x="2114038" y="3159125"/>
            <a:ext cx="699135" cy="0"/>
          </a:xfrm>
          <a:custGeom>
            <a:avLst/>
            <a:gdLst/>
            <a:ahLst/>
            <a:cxnLst/>
            <a:rect l="l" t="t" r="r" b="b"/>
            <a:pathLst>
              <a:path w="1398270">
                <a:moveTo>
                  <a:pt x="0" y="0"/>
                </a:moveTo>
                <a:lnTo>
                  <a:pt x="1398024"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4" name="object 94"/>
          <p:cNvSpPr/>
          <p:nvPr/>
        </p:nvSpPr>
        <p:spPr>
          <a:xfrm>
            <a:off x="2029883" y="3159125"/>
            <a:ext cx="21273" cy="0"/>
          </a:xfrm>
          <a:custGeom>
            <a:avLst/>
            <a:gdLst/>
            <a:ahLst/>
            <a:cxnLst/>
            <a:rect l="l" t="t" r="r" b="b"/>
            <a:pathLst>
              <a:path w="42545">
                <a:moveTo>
                  <a:pt x="0" y="0"/>
                </a:moveTo>
                <a:lnTo>
                  <a:pt x="42333"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5" name="object 95"/>
          <p:cNvSpPr/>
          <p:nvPr/>
        </p:nvSpPr>
        <p:spPr>
          <a:xfrm>
            <a:off x="2114038" y="3705225"/>
            <a:ext cx="699135" cy="0"/>
          </a:xfrm>
          <a:custGeom>
            <a:avLst/>
            <a:gdLst/>
            <a:ahLst/>
            <a:cxnLst/>
            <a:rect l="l" t="t" r="r" b="b"/>
            <a:pathLst>
              <a:path w="1398270">
                <a:moveTo>
                  <a:pt x="0" y="0"/>
                </a:moveTo>
                <a:lnTo>
                  <a:pt x="1398024"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6" name="object 96"/>
          <p:cNvSpPr/>
          <p:nvPr/>
        </p:nvSpPr>
        <p:spPr>
          <a:xfrm>
            <a:off x="2029883" y="3705225"/>
            <a:ext cx="21273" cy="0"/>
          </a:xfrm>
          <a:custGeom>
            <a:avLst/>
            <a:gdLst/>
            <a:ahLst/>
            <a:cxnLst/>
            <a:rect l="l" t="t" r="r" b="b"/>
            <a:pathLst>
              <a:path w="42545">
                <a:moveTo>
                  <a:pt x="0" y="0"/>
                </a:moveTo>
                <a:lnTo>
                  <a:pt x="42333"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7" name="object 97"/>
          <p:cNvSpPr/>
          <p:nvPr/>
        </p:nvSpPr>
        <p:spPr>
          <a:xfrm>
            <a:off x="2114038" y="4257675"/>
            <a:ext cx="699135" cy="0"/>
          </a:xfrm>
          <a:custGeom>
            <a:avLst/>
            <a:gdLst/>
            <a:ahLst/>
            <a:cxnLst/>
            <a:rect l="l" t="t" r="r" b="b"/>
            <a:pathLst>
              <a:path w="1398270">
                <a:moveTo>
                  <a:pt x="0" y="0"/>
                </a:moveTo>
                <a:lnTo>
                  <a:pt x="1398024"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8" name="object 98"/>
          <p:cNvSpPr/>
          <p:nvPr/>
        </p:nvSpPr>
        <p:spPr>
          <a:xfrm>
            <a:off x="2029883" y="4257675"/>
            <a:ext cx="21273" cy="0"/>
          </a:xfrm>
          <a:custGeom>
            <a:avLst/>
            <a:gdLst/>
            <a:ahLst/>
            <a:cxnLst/>
            <a:rect l="l" t="t" r="r" b="b"/>
            <a:pathLst>
              <a:path w="42545">
                <a:moveTo>
                  <a:pt x="0" y="0"/>
                </a:moveTo>
                <a:lnTo>
                  <a:pt x="42333"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9" name="object 99"/>
          <p:cNvSpPr/>
          <p:nvPr/>
        </p:nvSpPr>
        <p:spPr>
          <a:xfrm>
            <a:off x="2114038" y="4772025"/>
            <a:ext cx="699135" cy="0"/>
          </a:xfrm>
          <a:custGeom>
            <a:avLst/>
            <a:gdLst/>
            <a:ahLst/>
            <a:cxnLst/>
            <a:rect l="l" t="t" r="r" b="b"/>
            <a:pathLst>
              <a:path w="1398270">
                <a:moveTo>
                  <a:pt x="0" y="0"/>
                </a:moveTo>
                <a:lnTo>
                  <a:pt x="1398024"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0" name="object 100"/>
          <p:cNvSpPr/>
          <p:nvPr/>
        </p:nvSpPr>
        <p:spPr>
          <a:xfrm>
            <a:off x="2029883" y="4772025"/>
            <a:ext cx="21273" cy="0"/>
          </a:xfrm>
          <a:custGeom>
            <a:avLst/>
            <a:gdLst/>
            <a:ahLst/>
            <a:cxnLst/>
            <a:rect l="l" t="t" r="r" b="b"/>
            <a:pathLst>
              <a:path w="42545">
                <a:moveTo>
                  <a:pt x="0" y="0"/>
                </a:moveTo>
                <a:lnTo>
                  <a:pt x="42333"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1" name="object 101"/>
          <p:cNvSpPr/>
          <p:nvPr/>
        </p:nvSpPr>
        <p:spPr>
          <a:xfrm>
            <a:off x="2114038" y="5318125"/>
            <a:ext cx="699135" cy="0"/>
          </a:xfrm>
          <a:custGeom>
            <a:avLst/>
            <a:gdLst/>
            <a:ahLst/>
            <a:cxnLst/>
            <a:rect l="l" t="t" r="r" b="b"/>
            <a:pathLst>
              <a:path w="1398270">
                <a:moveTo>
                  <a:pt x="0" y="0"/>
                </a:moveTo>
                <a:lnTo>
                  <a:pt x="1398024"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2" name="object 102"/>
          <p:cNvSpPr/>
          <p:nvPr/>
        </p:nvSpPr>
        <p:spPr>
          <a:xfrm>
            <a:off x="2029883" y="5318125"/>
            <a:ext cx="21273" cy="0"/>
          </a:xfrm>
          <a:custGeom>
            <a:avLst/>
            <a:gdLst/>
            <a:ahLst/>
            <a:cxnLst/>
            <a:rect l="l" t="t" r="r" b="b"/>
            <a:pathLst>
              <a:path w="42545">
                <a:moveTo>
                  <a:pt x="0" y="0"/>
                </a:moveTo>
                <a:lnTo>
                  <a:pt x="42333"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3" name="object 103"/>
          <p:cNvSpPr txBox="1"/>
          <p:nvPr/>
        </p:nvSpPr>
        <p:spPr>
          <a:xfrm>
            <a:off x="1285794" y="1968500"/>
            <a:ext cx="1156018" cy="167640"/>
          </a:xfrm>
          <a:prstGeom prst="rect">
            <a:avLst/>
          </a:prstGeom>
        </p:spPr>
        <p:txBody>
          <a:bodyPr vert="horz" wrap="square" lIns="0" tIns="6350" rIns="0" bIns="0" rtlCol="0">
            <a:spAutoFit/>
          </a:bodyPr>
          <a:lstStyle/>
          <a:p>
            <a:pPr marL="6350">
              <a:spcBef>
                <a:spcPts val="50"/>
              </a:spcBef>
            </a:pPr>
            <a:r>
              <a:rPr sz="1050" spc="-5" dirty="0">
                <a:solidFill>
                  <a:srgbClr val="212121"/>
                </a:solidFill>
                <a:latin typeface="江城圆体 400W" panose="020B0800000000000000" pitchFamily="34" charset="-128"/>
                <a:ea typeface="江城圆体 400W" panose="020B0800000000000000" pitchFamily="34" charset="-128"/>
                <a:cs typeface="Microsoft JhengHei"/>
              </a:rPr>
              <a:t>人际交往的6</a:t>
            </a:r>
            <a:r>
              <a:rPr sz="1050" spc="-13" dirty="0">
                <a:solidFill>
                  <a:srgbClr val="212121"/>
                </a:solidFill>
                <a:latin typeface="江城圆体 400W" panose="020B0800000000000000" pitchFamily="34" charset="-128"/>
                <a:ea typeface="江城圆体 400W" panose="020B0800000000000000" pitchFamily="34" charset="-128"/>
                <a:cs typeface="Microsoft JhengHei"/>
              </a:rPr>
              <a:t>种模式</a:t>
            </a:r>
            <a:endParaRPr sz="1050">
              <a:latin typeface="江城圆体 400W" panose="020B0800000000000000" pitchFamily="34" charset="-128"/>
              <a:ea typeface="江城圆体 400W" panose="020B0800000000000000" pitchFamily="34" charset="-128"/>
              <a:cs typeface="Microsoft JhengHei"/>
            </a:endParaRPr>
          </a:p>
        </p:txBody>
      </p:sp>
      <p:sp>
        <p:nvSpPr>
          <p:cNvPr id="104" name="object 104"/>
          <p:cNvSpPr txBox="1"/>
          <p:nvPr/>
        </p:nvSpPr>
        <p:spPr>
          <a:xfrm>
            <a:off x="3062785" y="6127750"/>
            <a:ext cx="949960"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 4步达成双赢 」</a:t>
            </a:r>
            <a:endParaRPr sz="1050" dirty="0">
              <a:latin typeface="江城圆体 400W" panose="020B0800000000000000" pitchFamily="34" charset="-128"/>
              <a:ea typeface="江城圆体 400W" panose="020B0800000000000000" pitchFamily="34" charset="-128"/>
              <a:cs typeface="Microsoft JhengHei"/>
            </a:endParaRPr>
          </a:p>
        </p:txBody>
      </p:sp>
      <p:grpSp>
        <p:nvGrpSpPr>
          <p:cNvPr id="105" name="object 105"/>
          <p:cNvGrpSpPr/>
          <p:nvPr/>
        </p:nvGrpSpPr>
        <p:grpSpPr>
          <a:xfrm>
            <a:off x="1943100" y="6400800"/>
            <a:ext cx="2913698" cy="247650"/>
            <a:chOff x="3886200" y="12801600"/>
            <a:chExt cx="5827395" cy="495300"/>
          </a:xfrm>
        </p:grpSpPr>
        <p:sp>
          <p:nvSpPr>
            <p:cNvPr id="106" name="object 106"/>
            <p:cNvSpPr/>
            <p:nvPr/>
          </p:nvSpPr>
          <p:spPr>
            <a:xfrm>
              <a:off x="3886200" y="12801600"/>
              <a:ext cx="977900" cy="495300"/>
            </a:xfrm>
            <a:custGeom>
              <a:avLst/>
              <a:gdLst/>
              <a:ahLst/>
              <a:cxnLst/>
              <a:rect l="l" t="t" r="r" b="b"/>
              <a:pathLst>
                <a:path w="977900" h="495300">
                  <a:moveTo>
                    <a:pt x="736600" y="0"/>
                  </a:moveTo>
                  <a:lnTo>
                    <a:pt x="241300" y="0"/>
                  </a:lnTo>
                  <a:lnTo>
                    <a:pt x="192669" y="4902"/>
                  </a:lnTo>
                  <a:lnTo>
                    <a:pt x="147375" y="18962"/>
                  </a:lnTo>
                  <a:lnTo>
                    <a:pt x="106386" y="41210"/>
                  </a:lnTo>
                  <a:lnTo>
                    <a:pt x="70675" y="70675"/>
                  </a:lnTo>
                  <a:lnTo>
                    <a:pt x="41210" y="106386"/>
                  </a:lnTo>
                  <a:lnTo>
                    <a:pt x="18962" y="147375"/>
                  </a:lnTo>
                  <a:lnTo>
                    <a:pt x="4902" y="192669"/>
                  </a:lnTo>
                  <a:lnTo>
                    <a:pt x="0" y="241300"/>
                  </a:lnTo>
                  <a:lnTo>
                    <a:pt x="0" y="253431"/>
                  </a:lnTo>
                  <a:lnTo>
                    <a:pt x="4902" y="302061"/>
                  </a:lnTo>
                  <a:lnTo>
                    <a:pt x="18962" y="347355"/>
                  </a:lnTo>
                  <a:lnTo>
                    <a:pt x="41210" y="388344"/>
                  </a:lnTo>
                  <a:lnTo>
                    <a:pt x="70675" y="424055"/>
                  </a:lnTo>
                  <a:lnTo>
                    <a:pt x="106386" y="453520"/>
                  </a:lnTo>
                  <a:lnTo>
                    <a:pt x="147375" y="475768"/>
                  </a:lnTo>
                  <a:lnTo>
                    <a:pt x="192669" y="489828"/>
                  </a:lnTo>
                  <a:lnTo>
                    <a:pt x="241300" y="494731"/>
                  </a:lnTo>
                  <a:lnTo>
                    <a:pt x="736600" y="494731"/>
                  </a:lnTo>
                  <a:lnTo>
                    <a:pt x="785230" y="489828"/>
                  </a:lnTo>
                  <a:lnTo>
                    <a:pt x="830524" y="475768"/>
                  </a:lnTo>
                  <a:lnTo>
                    <a:pt x="871513" y="453520"/>
                  </a:lnTo>
                  <a:lnTo>
                    <a:pt x="907224" y="424055"/>
                  </a:lnTo>
                  <a:lnTo>
                    <a:pt x="936689" y="388344"/>
                  </a:lnTo>
                  <a:lnTo>
                    <a:pt x="958937" y="347355"/>
                  </a:lnTo>
                  <a:lnTo>
                    <a:pt x="972997" y="302061"/>
                  </a:lnTo>
                  <a:lnTo>
                    <a:pt x="977900" y="253431"/>
                  </a:lnTo>
                  <a:lnTo>
                    <a:pt x="977900" y="241300"/>
                  </a:lnTo>
                  <a:lnTo>
                    <a:pt x="972997" y="192669"/>
                  </a:lnTo>
                  <a:lnTo>
                    <a:pt x="958937" y="147375"/>
                  </a:lnTo>
                  <a:lnTo>
                    <a:pt x="936689" y="106386"/>
                  </a:lnTo>
                  <a:lnTo>
                    <a:pt x="907224" y="70675"/>
                  </a:lnTo>
                  <a:lnTo>
                    <a:pt x="871513" y="41210"/>
                  </a:lnTo>
                  <a:lnTo>
                    <a:pt x="830524" y="18962"/>
                  </a:lnTo>
                  <a:lnTo>
                    <a:pt x="785230" y="4902"/>
                  </a:lnTo>
                  <a:lnTo>
                    <a:pt x="73660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7" name="object 107"/>
            <p:cNvSpPr/>
            <p:nvPr/>
          </p:nvSpPr>
          <p:spPr>
            <a:xfrm>
              <a:off x="4902200" y="12801600"/>
              <a:ext cx="4811395" cy="495300"/>
            </a:xfrm>
            <a:custGeom>
              <a:avLst/>
              <a:gdLst/>
              <a:ahLst/>
              <a:cxnLst/>
              <a:rect l="l" t="t" r="r" b="b"/>
              <a:pathLst>
                <a:path w="4811395" h="495300">
                  <a:moveTo>
                    <a:pt x="4582236" y="0"/>
                  </a:moveTo>
                  <a:lnTo>
                    <a:pt x="228600" y="0"/>
                  </a:lnTo>
                  <a:lnTo>
                    <a:pt x="182529" y="4644"/>
                  </a:lnTo>
                  <a:lnTo>
                    <a:pt x="139618" y="17964"/>
                  </a:lnTo>
                  <a:lnTo>
                    <a:pt x="100787" y="39041"/>
                  </a:lnTo>
                  <a:lnTo>
                    <a:pt x="66955" y="66955"/>
                  </a:lnTo>
                  <a:lnTo>
                    <a:pt x="39041" y="100787"/>
                  </a:lnTo>
                  <a:lnTo>
                    <a:pt x="17964" y="139618"/>
                  </a:lnTo>
                  <a:lnTo>
                    <a:pt x="4644" y="182529"/>
                  </a:lnTo>
                  <a:lnTo>
                    <a:pt x="0" y="228600"/>
                  </a:lnTo>
                  <a:lnTo>
                    <a:pt x="0" y="266131"/>
                  </a:lnTo>
                  <a:lnTo>
                    <a:pt x="4644" y="312201"/>
                  </a:lnTo>
                  <a:lnTo>
                    <a:pt x="17964" y="355112"/>
                  </a:lnTo>
                  <a:lnTo>
                    <a:pt x="39041" y="393943"/>
                  </a:lnTo>
                  <a:lnTo>
                    <a:pt x="66955" y="427775"/>
                  </a:lnTo>
                  <a:lnTo>
                    <a:pt x="100787" y="455689"/>
                  </a:lnTo>
                  <a:lnTo>
                    <a:pt x="139618" y="476766"/>
                  </a:lnTo>
                  <a:lnTo>
                    <a:pt x="182529" y="490086"/>
                  </a:lnTo>
                  <a:lnTo>
                    <a:pt x="228600" y="494731"/>
                  </a:lnTo>
                  <a:lnTo>
                    <a:pt x="4582236" y="494731"/>
                  </a:lnTo>
                  <a:lnTo>
                    <a:pt x="4628306" y="490086"/>
                  </a:lnTo>
                  <a:lnTo>
                    <a:pt x="4671217" y="476766"/>
                  </a:lnTo>
                  <a:lnTo>
                    <a:pt x="4710048" y="455689"/>
                  </a:lnTo>
                  <a:lnTo>
                    <a:pt x="4743880" y="427775"/>
                  </a:lnTo>
                  <a:lnTo>
                    <a:pt x="4771794" y="393943"/>
                  </a:lnTo>
                  <a:lnTo>
                    <a:pt x="4792871" y="355112"/>
                  </a:lnTo>
                  <a:lnTo>
                    <a:pt x="4806191" y="312201"/>
                  </a:lnTo>
                  <a:lnTo>
                    <a:pt x="4810836" y="266131"/>
                  </a:lnTo>
                  <a:lnTo>
                    <a:pt x="4810836" y="228600"/>
                  </a:lnTo>
                  <a:lnTo>
                    <a:pt x="4806191" y="182529"/>
                  </a:lnTo>
                  <a:lnTo>
                    <a:pt x="4792871" y="139618"/>
                  </a:lnTo>
                  <a:lnTo>
                    <a:pt x="4771794" y="100787"/>
                  </a:lnTo>
                  <a:lnTo>
                    <a:pt x="4743880" y="66955"/>
                  </a:lnTo>
                  <a:lnTo>
                    <a:pt x="4710048" y="39041"/>
                  </a:lnTo>
                  <a:lnTo>
                    <a:pt x="4671217" y="17964"/>
                  </a:lnTo>
                  <a:lnTo>
                    <a:pt x="4628306" y="4644"/>
                  </a:lnTo>
                  <a:lnTo>
                    <a:pt x="4582236"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08" name="object 108"/>
          <p:cNvGrpSpPr/>
          <p:nvPr/>
        </p:nvGrpSpPr>
        <p:grpSpPr>
          <a:xfrm>
            <a:off x="1943100" y="6838950"/>
            <a:ext cx="2913698" cy="247650"/>
            <a:chOff x="3886200" y="13677900"/>
            <a:chExt cx="5827395" cy="495300"/>
          </a:xfrm>
        </p:grpSpPr>
        <p:sp>
          <p:nvSpPr>
            <p:cNvPr id="109" name="object 109"/>
            <p:cNvSpPr/>
            <p:nvPr/>
          </p:nvSpPr>
          <p:spPr>
            <a:xfrm>
              <a:off x="3886200" y="13677900"/>
              <a:ext cx="977900" cy="495300"/>
            </a:xfrm>
            <a:custGeom>
              <a:avLst/>
              <a:gdLst/>
              <a:ahLst/>
              <a:cxnLst/>
              <a:rect l="l" t="t" r="r" b="b"/>
              <a:pathLst>
                <a:path w="977900" h="495300">
                  <a:moveTo>
                    <a:pt x="736600" y="0"/>
                  </a:moveTo>
                  <a:lnTo>
                    <a:pt x="241300" y="0"/>
                  </a:lnTo>
                  <a:lnTo>
                    <a:pt x="192669" y="4902"/>
                  </a:lnTo>
                  <a:lnTo>
                    <a:pt x="147375" y="18962"/>
                  </a:lnTo>
                  <a:lnTo>
                    <a:pt x="106386" y="41210"/>
                  </a:lnTo>
                  <a:lnTo>
                    <a:pt x="70675" y="70675"/>
                  </a:lnTo>
                  <a:lnTo>
                    <a:pt x="41210" y="106386"/>
                  </a:lnTo>
                  <a:lnTo>
                    <a:pt x="18962" y="147375"/>
                  </a:lnTo>
                  <a:lnTo>
                    <a:pt x="4902" y="192669"/>
                  </a:lnTo>
                  <a:lnTo>
                    <a:pt x="0" y="241300"/>
                  </a:lnTo>
                  <a:lnTo>
                    <a:pt x="0" y="253431"/>
                  </a:lnTo>
                  <a:lnTo>
                    <a:pt x="4902" y="302061"/>
                  </a:lnTo>
                  <a:lnTo>
                    <a:pt x="18962" y="347355"/>
                  </a:lnTo>
                  <a:lnTo>
                    <a:pt x="41210" y="388344"/>
                  </a:lnTo>
                  <a:lnTo>
                    <a:pt x="70675" y="424055"/>
                  </a:lnTo>
                  <a:lnTo>
                    <a:pt x="106386" y="453520"/>
                  </a:lnTo>
                  <a:lnTo>
                    <a:pt x="147375" y="475768"/>
                  </a:lnTo>
                  <a:lnTo>
                    <a:pt x="192669" y="489828"/>
                  </a:lnTo>
                  <a:lnTo>
                    <a:pt x="241300" y="494731"/>
                  </a:lnTo>
                  <a:lnTo>
                    <a:pt x="736600" y="494731"/>
                  </a:lnTo>
                  <a:lnTo>
                    <a:pt x="785230" y="489828"/>
                  </a:lnTo>
                  <a:lnTo>
                    <a:pt x="830524" y="475768"/>
                  </a:lnTo>
                  <a:lnTo>
                    <a:pt x="871513" y="453520"/>
                  </a:lnTo>
                  <a:lnTo>
                    <a:pt x="907224" y="424055"/>
                  </a:lnTo>
                  <a:lnTo>
                    <a:pt x="936689" y="388344"/>
                  </a:lnTo>
                  <a:lnTo>
                    <a:pt x="958937" y="347355"/>
                  </a:lnTo>
                  <a:lnTo>
                    <a:pt x="972997" y="302061"/>
                  </a:lnTo>
                  <a:lnTo>
                    <a:pt x="977900" y="253431"/>
                  </a:lnTo>
                  <a:lnTo>
                    <a:pt x="977900" y="241300"/>
                  </a:lnTo>
                  <a:lnTo>
                    <a:pt x="972997" y="192669"/>
                  </a:lnTo>
                  <a:lnTo>
                    <a:pt x="958937" y="147375"/>
                  </a:lnTo>
                  <a:lnTo>
                    <a:pt x="936689" y="106386"/>
                  </a:lnTo>
                  <a:lnTo>
                    <a:pt x="907224" y="70675"/>
                  </a:lnTo>
                  <a:lnTo>
                    <a:pt x="871513" y="41210"/>
                  </a:lnTo>
                  <a:lnTo>
                    <a:pt x="830524" y="18962"/>
                  </a:lnTo>
                  <a:lnTo>
                    <a:pt x="785230" y="4902"/>
                  </a:lnTo>
                  <a:lnTo>
                    <a:pt x="73660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0" name="object 110"/>
            <p:cNvSpPr/>
            <p:nvPr/>
          </p:nvSpPr>
          <p:spPr>
            <a:xfrm>
              <a:off x="4902200" y="13677900"/>
              <a:ext cx="4811395" cy="495300"/>
            </a:xfrm>
            <a:custGeom>
              <a:avLst/>
              <a:gdLst/>
              <a:ahLst/>
              <a:cxnLst/>
              <a:rect l="l" t="t" r="r" b="b"/>
              <a:pathLst>
                <a:path w="4811395" h="495300">
                  <a:moveTo>
                    <a:pt x="4582236" y="0"/>
                  </a:moveTo>
                  <a:lnTo>
                    <a:pt x="228600" y="0"/>
                  </a:lnTo>
                  <a:lnTo>
                    <a:pt x="182529" y="4644"/>
                  </a:lnTo>
                  <a:lnTo>
                    <a:pt x="139618" y="17964"/>
                  </a:lnTo>
                  <a:lnTo>
                    <a:pt x="100787" y="39041"/>
                  </a:lnTo>
                  <a:lnTo>
                    <a:pt x="66955" y="66955"/>
                  </a:lnTo>
                  <a:lnTo>
                    <a:pt x="39041" y="100787"/>
                  </a:lnTo>
                  <a:lnTo>
                    <a:pt x="17964" y="139618"/>
                  </a:lnTo>
                  <a:lnTo>
                    <a:pt x="4644" y="182529"/>
                  </a:lnTo>
                  <a:lnTo>
                    <a:pt x="0" y="228600"/>
                  </a:lnTo>
                  <a:lnTo>
                    <a:pt x="0" y="266131"/>
                  </a:lnTo>
                  <a:lnTo>
                    <a:pt x="4644" y="312201"/>
                  </a:lnTo>
                  <a:lnTo>
                    <a:pt x="17964" y="355112"/>
                  </a:lnTo>
                  <a:lnTo>
                    <a:pt x="39041" y="393943"/>
                  </a:lnTo>
                  <a:lnTo>
                    <a:pt x="66955" y="427775"/>
                  </a:lnTo>
                  <a:lnTo>
                    <a:pt x="100787" y="455689"/>
                  </a:lnTo>
                  <a:lnTo>
                    <a:pt x="139618" y="476766"/>
                  </a:lnTo>
                  <a:lnTo>
                    <a:pt x="182529" y="490086"/>
                  </a:lnTo>
                  <a:lnTo>
                    <a:pt x="228600" y="494731"/>
                  </a:lnTo>
                  <a:lnTo>
                    <a:pt x="4582236" y="494731"/>
                  </a:lnTo>
                  <a:lnTo>
                    <a:pt x="4628306" y="490086"/>
                  </a:lnTo>
                  <a:lnTo>
                    <a:pt x="4671217" y="476766"/>
                  </a:lnTo>
                  <a:lnTo>
                    <a:pt x="4710048" y="455689"/>
                  </a:lnTo>
                  <a:lnTo>
                    <a:pt x="4743880" y="427775"/>
                  </a:lnTo>
                  <a:lnTo>
                    <a:pt x="4771794" y="393943"/>
                  </a:lnTo>
                  <a:lnTo>
                    <a:pt x="4792871" y="355112"/>
                  </a:lnTo>
                  <a:lnTo>
                    <a:pt x="4806191" y="312201"/>
                  </a:lnTo>
                  <a:lnTo>
                    <a:pt x="4810836" y="266131"/>
                  </a:lnTo>
                  <a:lnTo>
                    <a:pt x="4810836" y="228600"/>
                  </a:lnTo>
                  <a:lnTo>
                    <a:pt x="4806191" y="182529"/>
                  </a:lnTo>
                  <a:lnTo>
                    <a:pt x="4792871" y="139618"/>
                  </a:lnTo>
                  <a:lnTo>
                    <a:pt x="4771794" y="100787"/>
                  </a:lnTo>
                  <a:lnTo>
                    <a:pt x="4743880" y="66955"/>
                  </a:lnTo>
                  <a:lnTo>
                    <a:pt x="4710048" y="39041"/>
                  </a:lnTo>
                  <a:lnTo>
                    <a:pt x="4671217" y="17964"/>
                  </a:lnTo>
                  <a:lnTo>
                    <a:pt x="4628306" y="4644"/>
                  </a:lnTo>
                  <a:lnTo>
                    <a:pt x="4582236"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11" name="object 111"/>
          <p:cNvGrpSpPr/>
          <p:nvPr/>
        </p:nvGrpSpPr>
        <p:grpSpPr>
          <a:xfrm>
            <a:off x="1943100" y="7283450"/>
            <a:ext cx="2913698" cy="247650"/>
            <a:chOff x="3886200" y="14566900"/>
            <a:chExt cx="5827395" cy="495300"/>
          </a:xfrm>
        </p:grpSpPr>
        <p:sp>
          <p:nvSpPr>
            <p:cNvPr id="112" name="object 112"/>
            <p:cNvSpPr/>
            <p:nvPr/>
          </p:nvSpPr>
          <p:spPr>
            <a:xfrm>
              <a:off x="3886200" y="14566900"/>
              <a:ext cx="977900" cy="495300"/>
            </a:xfrm>
            <a:custGeom>
              <a:avLst/>
              <a:gdLst/>
              <a:ahLst/>
              <a:cxnLst/>
              <a:rect l="l" t="t" r="r" b="b"/>
              <a:pathLst>
                <a:path w="977900" h="495300">
                  <a:moveTo>
                    <a:pt x="736600" y="0"/>
                  </a:moveTo>
                  <a:lnTo>
                    <a:pt x="241300" y="0"/>
                  </a:lnTo>
                  <a:lnTo>
                    <a:pt x="192669" y="4902"/>
                  </a:lnTo>
                  <a:lnTo>
                    <a:pt x="147375" y="18962"/>
                  </a:lnTo>
                  <a:lnTo>
                    <a:pt x="106386" y="41210"/>
                  </a:lnTo>
                  <a:lnTo>
                    <a:pt x="70675" y="70675"/>
                  </a:lnTo>
                  <a:lnTo>
                    <a:pt x="41210" y="106386"/>
                  </a:lnTo>
                  <a:lnTo>
                    <a:pt x="18962" y="147375"/>
                  </a:lnTo>
                  <a:lnTo>
                    <a:pt x="4902" y="192669"/>
                  </a:lnTo>
                  <a:lnTo>
                    <a:pt x="0" y="241300"/>
                  </a:lnTo>
                  <a:lnTo>
                    <a:pt x="0" y="253431"/>
                  </a:lnTo>
                  <a:lnTo>
                    <a:pt x="4902" y="302061"/>
                  </a:lnTo>
                  <a:lnTo>
                    <a:pt x="18962" y="347355"/>
                  </a:lnTo>
                  <a:lnTo>
                    <a:pt x="41210" y="388344"/>
                  </a:lnTo>
                  <a:lnTo>
                    <a:pt x="70675" y="424055"/>
                  </a:lnTo>
                  <a:lnTo>
                    <a:pt x="106386" y="453520"/>
                  </a:lnTo>
                  <a:lnTo>
                    <a:pt x="147375" y="475768"/>
                  </a:lnTo>
                  <a:lnTo>
                    <a:pt x="192669" y="489828"/>
                  </a:lnTo>
                  <a:lnTo>
                    <a:pt x="241300" y="494731"/>
                  </a:lnTo>
                  <a:lnTo>
                    <a:pt x="736600" y="494731"/>
                  </a:lnTo>
                  <a:lnTo>
                    <a:pt x="785230" y="489828"/>
                  </a:lnTo>
                  <a:lnTo>
                    <a:pt x="830524" y="475768"/>
                  </a:lnTo>
                  <a:lnTo>
                    <a:pt x="871513" y="453520"/>
                  </a:lnTo>
                  <a:lnTo>
                    <a:pt x="907224" y="424055"/>
                  </a:lnTo>
                  <a:lnTo>
                    <a:pt x="936689" y="388344"/>
                  </a:lnTo>
                  <a:lnTo>
                    <a:pt x="958937" y="347355"/>
                  </a:lnTo>
                  <a:lnTo>
                    <a:pt x="972997" y="302061"/>
                  </a:lnTo>
                  <a:lnTo>
                    <a:pt x="977900" y="253431"/>
                  </a:lnTo>
                  <a:lnTo>
                    <a:pt x="977900" y="241300"/>
                  </a:lnTo>
                  <a:lnTo>
                    <a:pt x="972997" y="192669"/>
                  </a:lnTo>
                  <a:lnTo>
                    <a:pt x="958937" y="147375"/>
                  </a:lnTo>
                  <a:lnTo>
                    <a:pt x="936689" y="106386"/>
                  </a:lnTo>
                  <a:lnTo>
                    <a:pt x="907224" y="70675"/>
                  </a:lnTo>
                  <a:lnTo>
                    <a:pt x="871513" y="41210"/>
                  </a:lnTo>
                  <a:lnTo>
                    <a:pt x="830524" y="18962"/>
                  </a:lnTo>
                  <a:lnTo>
                    <a:pt x="785230" y="4902"/>
                  </a:lnTo>
                  <a:lnTo>
                    <a:pt x="73660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3" name="object 113"/>
            <p:cNvSpPr/>
            <p:nvPr/>
          </p:nvSpPr>
          <p:spPr>
            <a:xfrm>
              <a:off x="4902200" y="14566900"/>
              <a:ext cx="4811395" cy="495300"/>
            </a:xfrm>
            <a:custGeom>
              <a:avLst/>
              <a:gdLst/>
              <a:ahLst/>
              <a:cxnLst/>
              <a:rect l="l" t="t" r="r" b="b"/>
              <a:pathLst>
                <a:path w="4811395" h="495300">
                  <a:moveTo>
                    <a:pt x="4582236" y="0"/>
                  </a:moveTo>
                  <a:lnTo>
                    <a:pt x="228600" y="0"/>
                  </a:lnTo>
                  <a:lnTo>
                    <a:pt x="182529" y="4644"/>
                  </a:lnTo>
                  <a:lnTo>
                    <a:pt x="139618" y="17964"/>
                  </a:lnTo>
                  <a:lnTo>
                    <a:pt x="100787" y="39041"/>
                  </a:lnTo>
                  <a:lnTo>
                    <a:pt x="66955" y="66955"/>
                  </a:lnTo>
                  <a:lnTo>
                    <a:pt x="39041" y="100787"/>
                  </a:lnTo>
                  <a:lnTo>
                    <a:pt x="17964" y="139618"/>
                  </a:lnTo>
                  <a:lnTo>
                    <a:pt x="4644" y="182529"/>
                  </a:lnTo>
                  <a:lnTo>
                    <a:pt x="0" y="228600"/>
                  </a:lnTo>
                  <a:lnTo>
                    <a:pt x="0" y="266131"/>
                  </a:lnTo>
                  <a:lnTo>
                    <a:pt x="4644" y="312201"/>
                  </a:lnTo>
                  <a:lnTo>
                    <a:pt x="17964" y="355112"/>
                  </a:lnTo>
                  <a:lnTo>
                    <a:pt x="39041" y="393943"/>
                  </a:lnTo>
                  <a:lnTo>
                    <a:pt x="66955" y="427775"/>
                  </a:lnTo>
                  <a:lnTo>
                    <a:pt x="100787" y="455689"/>
                  </a:lnTo>
                  <a:lnTo>
                    <a:pt x="139618" y="476766"/>
                  </a:lnTo>
                  <a:lnTo>
                    <a:pt x="182529" y="490086"/>
                  </a:lnTo>
                  <a:lnTo>
                    <a:pt x="228600" y="494731"/>
                  </a:lnTo>
                  <a:lnTo>
                    <a:pt x="4582236" y="494731"/>
                  </a:lnTo>
                  <a:lnTo>
                    <a:pt x="4628306" y="490086"/>
                  </a:lnTo>
                  <a:lnTo>
                    <a:pt x="4671217" y="476766"/>
                  </a:lnTo>
                  <a:lnTo>
                    <a:pt x="4710048" y="455689"/>
                  </a:lnTo>
                  <a:lnTo>
                    <a:pt x="4743880" y="427775"/>
                  </a:lnTo>
                  <a:lnTo>
                    <a:pt x="4771794" y="393943"/>
                  </a:lnTo>
                  <a:lnTo>
                    <a:pt x="4792871" y="355112"/>
                  </a:lnTo>
                  <a:lnTo>
                    <a:pt x="4806191" y="312201"/>
                  </a:lnTo>
                  <a:lnTo>
                    <a:pt x="4810836" y="266131"/>
                  </a:lnTo>
                  <a:lnTo>
                    <a:pt x="4810836" y="228600"/>
                  </a:lnTo>
                  <a:lnTo>
                    <a:pt x="4806191" y="182529"/>
                  </a:lnTo>
                  <a:lnTo>
                    <a:pt x="4792871" y="139618"/>
                  </a:lnTo>
                  <a:lnTo>
                    <a:pt x="4771794" y="100787"/>
                  </a:lnTo>
                  <a:lnTo>
                    <a:pt x="4743880" y="66955"/>
                  </a:lnTo>
                  <a:lnTo>
                    <a:pt x="4710048" y="39041"/>
                  </a:lnTo>
                  <a:lnTo>
                    <a:pt x="4671217" y="17964"/>
                  </a:lnTo>
                  <a:lnTo>
                    <a:pt x="4628306" y="4644"/>
                  </a:lnTo>
                  <a:lnTo>
                    <a:pt x="4582236"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14" name="object 114"/>
          <p:cNvGrpSpPr/>
          <p:nvPr/>
        </p:nvGrpSpPr>
        <p:grpSpPr>
          <a:xfrm>
            <a:off x="1943100" y="7747000"/>
            <a:ext cx="2913698" cy="247650"/>
            <a:chOff x="3886200" y="15494000"/>
            <a:chExt cx="5827395" cy="495300"/>
          </a:xfrm>
        </p:grpSpPr>
        <p:sp>
          <p:nvSpPr>
            <p:cNvPr id="115" name="object 115"/>
            <p:cNvSpPr/>
            <p:nvPr/>
          </p:nvSpPr>
          <p:spPr>
            <a:xfrm>
              <a:off x="3886200" y="15494000"/>
              <a:ext cx="977900" cy="495300"/>
            </a:xfrm>
            <a:custGeom>
              <a:avLst/>
              <a:gdLst/>
              <a:ahLst/>
              <a:cxnLst/>
              <a:rect l="l" t="t" r="r" b="b"/>
              <a:pathLst>
                <a:path w="977900" h="495300">
                  <a:moveTo>
                    <a:pt x="736600" y="0"/>
                  </a:moveTo>
                  <a:lnTo>
                    <a:pt x="241300" y="0"/>
                  </a:lnTo>
                  <a:lnTo>
                    <a:pt x="192669" y="4902"/>
                  </a:lnTo>
                  <a:lnTo>
                    <a:pt x="147375" y="18962"/>
                  </a:lnTo>
                  <a:lnTo>
                    <a:pt x="106386" y="41210"/>
                  </a:lnTo>
                  <a:lnTo>
                    <a:pt x="70675" y="70675"/>
                  </a:lnTo>
                  <a:lnTo>
                    <a:pt x="41210" y="106386"/>
                  </a:lnTo>
                  <a:lnTo>
                    <a:pt x="18962" y="147375"/>
                  </a:lnTo>
                  <a:lnTo>
                    <a:pt x="4902" y="192669"/>
                  </a:lnTo>
                  <a:lnTo>
                    <a:pt x="0" y="241300"/>
                  </a:lnTo>
                  <a:lnTo>
                    <a:pt x="0" y="253431"/>
                  </a:lnTo>
                  <a:lnTo>
                    <a:pt x="4902" y="302061"/>
                  </a:lnTo>
                  <a:lnTo>
                    <a:pt x="18962" y="347355"/>
                  </a:lnTo>
                  <a:lnTo>
                    <a:pt x="41210" y="388344"/>
                  </a:lnTo>
                  <a:lnTo>
                    <a:pt x="70675" y="424055"/>
                  </a:lnTo>
                  <a:lnTo>
                    <a:pt x="106386" y="453520"/>
                  </a:lnTo>
                  <a:lnTo>
                    <a:pt x="147375" y="475768"/>
                  </a:lnTo>
                  <a:lnTo>
                    <a:pt x="192669" y="489828"/>
                  </a:lnTo>
                  <a:lnTo>
                    <a:pt x="241300" y="494731"/>
                  </a:lnTo>
                  <a:lnTo>
                    <a:pt x="736600" y="494731"/>
                  </a:lnTo>
                  <a:lnTo>
                    <a:pt x="785230" y="489828"/>
                  </a:lnTo>
                  <a:lnTo>
                    <a:pt x="830524" y="475768"/>
                  </a:lnTo>
                  <a:lnTo>
                    <a:pt x="871513" y="453520"/>
                  </a:lnTo>
                  <a:lnTo>
                    <a:pt x="907224" y="424055"/>
                  </a:lnTo>
                  <a:lnTo>
                    <a:pt x="936689" y="388344"/>
                  </a:lnTo>
                  <a:lnTo>
                    <a:pt x="958937" y="347355"/>
                  </a:lnTo>
                  <a:lnTo>
                    <a:pt x="972997" y="302061"/>
                  </a:lnTo>
                  <a:lnTo>
                    <a:pt x="977900" y="253431"/>
                  </a:lnTo>
                  <a:lnTo>
                    <a:pt x="977900" y="241300"/>
                  </a:lnTo>
                  <a:lnTo>
                    <a:pt x="972997" y="192669"/>
                  </a:lnTo>
                  <a:lnTo>
                    <a:pt x="958937" y="147375"/>
                  </a:lnTo>
                  <a:lnTo>
                    <a:pt x="936689" y="106386"/>
                  </a:lnTo>
                  <a:lnTo>
                    <a:pt x="907224" y="70675"/>
                  </a:lnTo>
                  <a:lnTo>
                    <a:pt x="871513" y="41210"/>
                  </a:lnTo>
                  <a:lnTo>
                    <a:pt x="830524" y="18962"/>
                  </a:lnTo>
                  <a:lnTo>
                    <a:pt x="785230" y="4902"/>
                  </a:lnTo>
                  <a:lnTo>
                    <a:pt x="73660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6" name="object 116"/>
            <p:cNvSpPr/>
            <p:nvPr/>
          </p:nvSpPr>
          <p:spPr>
            <a:xfrm>
              <a:off x="4902200" y="15494000"/>
              <a:ext cx="4811395" cy="495300"/>
            </a:xfrm>
            <a:custGeom>
              <a:avLst/>
              <a:gdLst/>
              <a:ahLst/>
              <a:cxnLst/>
              <a:rect l="l" t="t" r="r" b="b"/>
              <a:pathLst>
                <a:path w="4811395" h="495300">
                  <a:moveTo>
                    <a:pt x="4582236" y="0"/>
                  </a:moveTo>
                  <a:lnTo>
                    <a:pt x="228600" y="0"/>
                  </a:lnTo>
                  <a:lnTo>
                    <a:pt x="182529" y="4644"/>
                  </a:lnTo>
                  <a:lnTo>
                    <a:pt x="139618" y="17964"/>
                  </a:lnTo>
                  <a:lnTo>
                    <a:pt x="100787" y="39041"/>
                  </a:lnTo>
                  <a:lnTo>
                    <a:pt x="66955" y="66955"/>
                  </a:lnTo>
                  <a:lnTo>
                    <a:pt x="39041" y="100787"/>
                  </a:lnTo>
                  <a:lnTo>
                    <a:pt x="17964" y="139618"/>
                  </a:lnTo>
                  <a:lnTo>
                    <a:pt x="4644" y="182529"/>
                  </a:lnTo>
                  <a:lnTo>
                    <a:pt x="0" y="228600"/>
                  </a:lnTo>
                  <a:lnTo>
                    <a:pt x="0" y="266131"/>
                  </a:lnTo>
                  <a:lnTo>
                    <a:pt x="4644" y="312201"/>
                  </a:lnTo>
                  <a:lnTo>
                    <a:pt x="17964" y="355112"/>
                  </a:lnTo>
                  <a:lnTo>
                    <a:pt x="39041" y="393943"/>
                  </a:lnTo>
                  <a:lnTo>
                    <a:pt x="66955" y="427775"/>
                  </a:lnTo>
                  <a:lnTo>
                    <a:pt x="100787" y="455689"/>
                  </a:lnTo>
                  <a:lnTo>
                    <a:pt x="139618" y="476766"/>
                  </a:lnTo>
                  <a:lnTo>
                    <a:pt x="182529" y="490086"/>
                  </a:lnTo>
                  <a:lnTo>
                    <a:pt x="228600" y="494731"/>
                  </a:lnTo>
                  <a:lnTo>
                    <a:pt x="4582236" y="494731"/>
                  </a:lnTo>
                  <a:lnTo>
                    <a:pt x="4628306" y="490086"/>
                  </a:lnTo>
                  <a:lnTo>
                    <a:pt x="4671217" y="476766"/>
                  </a:lnTo>
                  <a:lnTo>
                    <a:pt x="4710048" y="455689"/>
                  </a:lnTo>
                  <a:lnTo>
                    <a:pt x="4743880" y="427775"/>
                  </a:lnTo>
                  <a:lnTo>
                    <a:pt x="4771794" y="393943"/>
                  </a:lnTo>
                  <a:lnTo>
                    <a:pt x="4792871" y="355112"/>
                  </a:lnTo>
                  <a:lnTo>
                    <a:pt x="4806191" y="312201"/>
                  </a:lnTo>
                  <a:lnTo>
                    <a:pt x="4810836" y="266131"/>
                  </a:lnTo>
                  <a:lnTo>
                    <a:pt x="4810836" y="228600"/>
                  </a:lnTo>
                  <a:lnTo>
                    <a:pt x="4806191" y="182529"/>
                  </a:lnTo>
                  <a:lnTo>
                    <a:pt x="4792871" y="139618"/>
                  </a:lnTo>
                  <a:lnTo>
                    <a:pt x="4771794" y="100787"/>
                  </a:lnTo>
                  <a:lnTo>
                    <a:pt x="4743880" y="66955"/>
                  </a:lnTo>
                  <a:lnTo>
                    <a:pt x="4710048" y="39041"/>
                  </a:lnTo>
                  <a:lnTo>
                    <a:pt x="4671217" y="17964"/>
                  </a:lnTo>
                  <a:lnTo>
                    <a:pt x="4628306" y="4644"/>
                  </a:lnTo>
                  <a:lnTo>
                    <a:pt x="4582236"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17" name="object 117"/>
          <p:cNvSpPr txBox="1"/>
          <p:nvPr/>
        </p:nvSpPr>
        <p:spPr>
          <a:xfrm>
            <a:off x="2006655" y="6451600"/>
            <a:ext cx="368618" cy="128905"/>
          </a:xfrm>
          <a:prstGeom prst="rect">
            <a:avLst/>
          </a:prstGeom>
        </p:spPr>
        <p:txBody>
          <a:bodyPr vert="horz" wrap="square" lIns="0" tIns="6350" rIns="0" bIns="0" rtlCol="0">
            <a:spAutoFit/>
          </a:bodyPr>
          <a:lstStyle/>
          <a:p>
            <a:pPr marL="6350">
              <a:spcBef>
                <a:spcPts val="50"/>
              </a:spcBef>
            </a:pPr>
            <a:r>
              <a:rPr sz="800" dirty="0">
                <a:solidFill>
                  <a:srgbClr val="FFFFFF"/>
                </a:solidFill>
                <a:latin typeface="江城圆体 400W" panose="020B0800000000000000" pitchFamily="34" charset="-128"/>
                <a:ea typeface="江城圆体 400W" panose="020B0800000000000000" pitchFamily="34" charset="-128"/>
                <a:cs typeface="Microsoft JhengHei"/>
              </a:rPr>
              <a:t>STEP①</a:t>
            </a:r>
            <a:endParaRPr sz="800">
              <a:latin typeface="江城圆体 400W" panose="020B0800000000000000" pitchFamily="34" charset="-128"/>
              <a:ea typeface="江城圆体 400W" panose="020B0800000000000000" pitchFamily="34" charset="-128"/>
              <a:cs typeface="Microsoft JhengHei"/>
            </a:endParaRPr>
          </a:p>
        </p:txBody>
      </p:sp>
      <p:sp>
        <p:nvSpPr>
          <p:cNvPr id="118" name="object 118"/>
          <p:cNvSpPr txBox="1"/>
          <p:nvPr/>
        </p:nvSpPr>
        <p:spPr>
          <a:xfrm>
            <a:off x="2006655" y="6889750"/>
            <a:ext cx="368618" cy="128905"/>
          </a:xfrm>
          <a:prstGeom prst="rect">
            <a:avLst/>
          </a:prstGeom>
        </p:spPr>
        <p:txBody>
          <a:bodyPr vert="horz" wrap="square" lIns="0" tIns="6350" rIns="0" bIns="0" rtlCol="0">
            <a:spAutoFit/>
          </a:bodyPr>
          <a:lstStyle/>
          <a:p>
            <a:pPr marL="6350">
              <a:spcBef>
                <a:spcPts val="50"/>
              </a:spcBef>
            </a:pPr>
            <a:r>
              <a:rPr sz="800" dirty="0">
                <a:solidFill>
                  <a:srgbClr val="FFFFFF"/>
                </a:solidFill>
                <a:latin typeface="江城圆体 400W" panose="020B0800000000000000" pitchFamily="34" charset="-128"/>
                <a:ea typeface="江城圆体 400W" panose="020B0800000000000000" pitchFamily="34" charset="-128"/>
                <a:cs typeface="Microsoft JhengHei"/>
              </a:rPr>
              <a:t>STEP②</a:t>
            </a:r>
            <a:endParaRPr sz="800">
              <a:latin typeface="江城圆体 400W" panose="020B0800000000000000" pitchFamily="34" charset="-128"/>
              <a:ea typeface="江城圆体 400W" panose="020B0800000000000000" pitchFamily="34" charset="-128"/>
              <a:cs typeface="Microsoft JhengHei"/>
            </a:endParaRPr>
          </a:p>
        </p:txBody>
      </p:sp>
      <p:sp>
        <p:nvSpPr>
          <p:cNvPr id="119" name="object 119"/>
          <p:cNvSpPr txBox="1"/>
          <p:nvPr/>
        </p:nvSpPr>
        <p:spPr>
          <a:xfrm>
            <a:off x="2006655" y="7334250"/>
            <a:ext cx="368618" cy="128905"/>
          </a:xfrm>
          <a:prstGeom prst="rect">
            <a:avLst/>
          </a:prstGeom>
        </p:spPr>
        <p:txBody>
          <a:bodyPr vert="horz" wrap="square" lIns="0" tIns="6350" rIns="0" bIns="0" rtlCol="0">
            <a:spAutoFit/>
          </a:bodyPr>
          <a:lstStyle/>
          <a:p>
            <a:pPr marL="6350">
              <a:spcBef>
                <a:spcPts val="50"/>
              </a:spcBef>
            </a:pPr>
            <a:r>
              <a:rPr sz="800" dirty="0">
                <a:solidFill>
                  <a:srgbClr val="FFFFFF"/>
                </a:solidFill>
                <a:latin typeface="江城圆体 400W" panose="020B0800000000000000" pitchFamily="34" charset="-128"/>
                <a:ea typeface="江城圆体 400W" panose="020B0800000000000000" pitchFamily="34" charset="-128"/>
                <a:cs typeface="Microsoft JhengHei"/>
              </a:rPr>
              <a:t>STEP③</a:t>
            </a:r>
            <a:endParaRPr sz="800">
              <a:latin typeface="江城圆体 400W" panose="020B0800000000000000" pitchFamily="34" charset="-128"/>
              <a:ea typeface="江城圆体 400W" panose="020B0800000000000000" pitchFamily="34" charset="-128"/>
              <a:cs typeface="Microsoft JhengHei"/>
            </a:endParaRPr>
          </a:p>
        </p:txBody>
      </p:sp>
      <p:sp>
        <p:nvSpPr>
          <p:cNvPr id="120" name="object 120"/>
          <p:cNvSpPr txBox="1"/>
          <p:nvPr/>
        </p:nvSpPr>
        <p:spPr>
          <a:xfrm>
            <a:off x="2006655" y="7797800"/>
            <a:ext cx="368618" cy="128905"/>
          </a:xfrm>
          <a:prstGeom prst="rect">
            <a:avLst/>
          </a:prstGeom>
        </p:spPr>
        <p:txBody>
          <a:bodyPr vert="horz" wrap="square" lIns="0" tIns="6350" rIns="0" bIns="0" rtlCol="0">
            <a:spAutoFit/>
          </a:bodyPr>
          <a:lstStyle/>
          <a:p>
            <a:pPr marL="6350">
              <a:spcBef>
                <a:spcPts val="50"/>
              </a:spcBef>
            </a:pPr>
            <a:r>
              <a:rPr sz="800" dirty="0">
                <a:solidFill>
                  <a:srgbClr val="FFFFFF"/>
                </a:solidFill>
                <a:latin typeface="江城圆体 400W" panose="020B0800000000000000" pitchFamily="34" charset="-128"/>
                <a:ea typeface="江城圆体 400W" panose="020B0800000000000000" pitchFamily="34" charset="-128"/>
                <a:cs typeface="Microsoft JhengHei"/>
              </a:rPr>
              <a:t>STEP➃</a:t>
            </a:r>
            <a:endParaRPr sz="800">
              <a:latin typeface="江城圆体 400W" panose="020B0800000000000000" pitchFamily="34" charset="-128"/>
              <a:ea typeface="江城圆体 400W" panose="020B0800000000000000" pitchFamily="34" charset="-128"/>
              <a:cs typeface="Microsoft JhengHei"/>
            </a:endParaRPr>
          </a:p>
        </p:txBody>
      </p:sp>
      <p:sp>
        <p:nvSpPr>
          <p:cNvPr id="121" name="object 121"/>
          <p:cNvSpPr txBox="1"/>
          <p:nvPr/>
        </p:nvSpPr>
        <p:spPr>
          <a:xfrm>
            <a:off x="2994266" y="6451880"/>
            <a:ext cx="1319366"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从对方的角度看问题</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22" name="object 122"/>
          <p:cNvSpPr txBox="1"/>
          <p:nvPr/>
        </p:nvSpPr>
        <p:spPr>
          <a:xfrm>
            <a:off x="2648807" y="6884576"/>
            <a:ext cx="2055455"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认清主要问题和顾虑（而非立场）</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23" name="object 123"/>
          <p:cNvSpPr txBox="1"/>
          <p:nvPr/>
        </p:nvSpPr>
        <p:spPr>
          <a:xfrm>
            <a:off x="2868320" y="7328180"/>
            <a:ext cx="1571257"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确定大家都能接受的结果</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24" name="object 124"/>
          <p:cNvSpPr txBox="1"/>
          <p:nvPr/>
        </p:nvSpPr>
        <p:spPr>
          <a:xfrm>
            <a:off x="2628900" y="7794906"/>
            <a:ext cx="2055455"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找到实现这种结果的各种可能路径</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25" name="object 125"/>
          <p:cNvSpPr/>
          <p:nvPr/>
        </p:nvSpPr>
        <p:spPr>
          <a:xfrm>
            <a:off x="2816495" y="3775075"/>
            <a:ext cx="698500" cy="120650"/>
          </a:xfrm>
          <a:custGeom>
            <a:avLst/>
            <a:gdLst/>
            <a:ahLst/>
            <a:cxnLst/>
            <a:rect l="l" t="t" r="r" b="b"/>
            <a:pathLst>
              <a:path w="1397000" h="241300">
                <a:moveTo>
                  <a:pt x="1155700" y="0"/>
                </a:moveTo>
                <a:lnTo>
                  <a:pt x="1155693" y="101600"/>
                </a:lnTo>
                <a:lnTo>
                  <a:pt x="239802" y="101587"/>
                </a:lnTo>
                <a:lnTo>
                  <a:pt x="225787" y="61424"/>
                </a:lnTo>
                <a:lnTo>
                  <a:pt x="199353" y="29202"/>
                </a:lnTo>
                <a:lnTo>
                  <a:pt x="163356" y="7776"/>
                </a:lnTo>
                <a:lnTo>
                  <a:pt x="120650" y="0"/>
                </a:lnTo>
                <a:lnTo>
                  <a:pt x="73687" y="9481"/>
                </a:lnTo>
                <a:lnTo>
                  <a:pt x="35337" y="35337"/>
                </a:lnTo>
                <a:lnTo>
                  <a:pt x="9481" y="73687"/>
                </a:lnTo>
                <a:lnTo>
                  <a:pt x="0" y="120650"/>
                </a:lnTo>
                <a:lnTo>
                  <a:pt x="9481" y="167612"/>
                </a:lnTo>
                <a:lnTo>
                  <a:pt x="35337" y="205962"/>
                </a:lnTo>
                <a:lnTo>
                  <a:pt x="73687" y="231818"/>
                </a:lnTo>
                <a:lnTo>
                  <a:pt x="120650" y="241300"/>
                </a:lnTo>
                <a:lnTo>
                  <a:pt x="163356" y="233523"/>
                </a:lnTo>
                <a:lnTo>
                  <a:pt x="199353" y="212097"/>
                </a:lnTo>
                <a:lnTo>
                  <a:pt x="225787" y="179875"/>
                </a:lnTo>
                <a:lnTo>
                  <a:pt x="239802" y="139712"/>
                </a:lnTo>
                <a:lnTo>
                  <a:pt x="1155693" y="139700"/>
                </a:lnTo>
                <a:lnTo>
                  <a:pt x="1155700" y="241300"/>
                </a:lnTo>
                <a:lnTo>
                  <a:pt x="1397000" y="120650"/>
                </a:lnTo>
                <a:lnTo>
                  <a:pt x="115570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6" name="object 126"/>
          <p:cNvSpPr/>
          <p:nvPr/>
        </p:nvSpPr>
        <p:spPr>
          <a:xfrm>
            <a:off x="3479800" y="5270770"/>
            <a:ext cx="120650" cy="565150"/>
          </a:xfrm>
          <a:custGeom>
            <a:avLst/>
            <a:gdLst/>
            <a:ahLst/>
            <a:cxnLst/>
            <a:rect l="l" t="t" r="r" b="b"/>
            <a:pathLst>
              <a:path w="241300" h="1130300">
                <a:moveTo>
                  <a:pt x="120650" y="0"/>
                </a:moveTo>
                <a:lnTo>
                  <a:pt x="73687" y="9481"/>
                </a:lnTo>
                <a:lnTo>
                  <a:pt x="35337" y="35337"/>
                </a:lnTo>
                <a:lnTo>
                  <a:pt x="9481" y="73687"/>
                </a:lnTo>
                <a:lnTo>
                  <a:pt x="0" y="120650"/>
                </a:lnTo>
                <a:lnTo>
                  <a:pt x="7776" y="163356"/>
                </a:lnTo>
                <a:lnTo>
                  <a:pt x="29202" y="199353"/>
                </a:lnTo>
                <a:lnTo>
                  <a:pt x="61424" y="225787"/>
                </a:lnTo>
                <a:lnTo>
                  <a:pt x="101587" y="239802"/>
                </a:lnTo>
                <a:lnTo>
                  <a:pt x="101600" y="888460"/>
                </a:lnTo>
                <a:lnTo>
                  <a:pt x="0" y="888460"/>
                </a:lnTo>
                <a:lnTo>
                  <a:pt x="120650" y="1129760"/>
                </a:lnTo>
                <a:lnTo>
                  <a:pt x="241300" y="888460"/>
                </a:lnTo>
                <a:lnTo>
                  <a:pt x="139700" y="888460"/>
                </a:lnTo>
                <a:lnTo>
                  <a:pt x="139712" y="239802"/>
                </a:lnTo>
                <a:lnTo>
                  <a:pt x="179875" y="225787"/>
                </a:lnTo>
                <a:lnTo>
                  <a:pt x="212097" y="199353"/>
                </a:lnTo>
                <a:lnTo>
                  <a:pt x="233523" y="163356"/>
                </a:lnTo>
                <a:lnTo>
                  <a:pt x="241300" y="120650"/>
                </a:lnTo>
                <a:lnTo>
                  <a:pt x="231818" y="73687"/>
                </a:lnTo>
                <a:lnTo>
                  <a:pt x="205962" y="35337"/>
                </a:lnTo>
                <a:lnTo>
                  <a:pt x="167612" y="9481"/>
                </a:lnTo>
                <a:lnTo>
                  <a:pt x="1206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7" name="object 127"/>
          <p:cNvSpPr txBox="1"/>
          <p:nvPr/>
        </p:nvSpPr>
        <p:spPr>
          <a:xfrm>
            <a:off x="3352921" y="2076450"/>
            <a:ext cx="146050"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高</a:t>
            </a:r>
            <a:endParaRPr sz="1050">
              <a:latin typeface="江城圆体 400W" panose="020B0800000000000000" pitchFamily="34" charset="-128"/>
              <a:ea typeface="江城圆体 400W" panose="020B0800000000000000" pitchFamily="34" charset="-128"/>
              <a:cs typeface="Microsoft JhengHei"/>
            </a:endParaRPr>
          </a:p>
        </p:txBody>
      </p:sp>
      <p:sp>
        <p:nvSpPr>
          <p:cNvPr id="128" name="object 128"/>
          <p:cNvSpPr txBox="1"/>
          <p:nvPr/>
        </p:nvSpPr>
        <p:spPr>
          <a:xfrm>
            <a:off x="3029071" y="4641850"/>
            <a:ext cx="146050"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低</a:t>
            </a:r>
            <a:endParaRPr sz="1050">
              <a:latin typeface="江城圆体 400W" panose="020B0800000000000000" pitchFamily="34" charset="-128"/>
              <a:ea typeface="江城圆体 400W" panose="020B0800000000000000" pitchFamily="34" charset="-128"/>
              <a:cs typeface="Microsoft JhengHei"/>
            </a:endParaRPr>
          </a:p>
        </p:txBody>
      </p:sp>
      <p:sp>
        <p:nvSpPr>
          <p:cNvPr id="129" name="object 129"/>
          <p:cNvSpPr txBox="1"/>
          <p:nvPr/>
        </p:nvSpPr>
        <p:spPr>
          <a:xfrm>
            <a:off x="3384671" y="4826000"/>
            <a:ext cx="146050"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低</a:t>
            </a:r>
            <a:endParaRPr sz="1050">
              <a:latin typeface="江城圆体 400W" panose="020B0800000000000000" pitchFamily="34" charset="-128"/>
              <a:ea typeface="江城圆体 400W" panose="020B0800000000000000" pitchFamily="34" charset="-128"/>
              <a:cs typeface="Microsoft JhengHei"/>
            </a:endParaRPr>
          </a:p>
        </p:txBody>
      </p:sp>
      <p:sp>
        <p:nvSpPr>
          <p:cNvPr id="130" name="object 130"/>
          <p:cNvSpPr txBox="1"/>
          <p:nvPr/>
        </p:nvSpPr>
        <p:spPr>
          <a:xfrm>
            <a:off x="5949950" y="4800600"/>
            <a:ext cx="146050"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高</a:t>
            </a:r>
            <a:endParaRPr sz="1050">
              <a:latin typeface="江城圆体 400W" panose="020B0800000000000000" pitchFamily="34" charset="-128"/>
              <a:ea typeface="江城圆体 400W" panose="020B0800000000000000" pitchFamily="34" charset="-128"/>
              <a:cs typeface="Microsoft JhengHei"/>
            </a:endParaRPr>
          </a:p>
        </p:txBody>
      </p:sp>
      <p:sp>
        <p:nvSpPr>
          <p:cNvPr id="131" name="object 131"/>
          <p:cNvSpPr txBox="1"/>
          <p:nvPr/>
        </p:nvSpPr>
        <p:spPr>
          <a:xfrm>
            <a:off x="4604235" y="4800600"/>
            <a:ext cx="545148" cy="167640"/>
          </a:xfrm>
          <a:prstGeom prst="rect">
            <a:avLst/>
          </a:prstGeom>
        </p:spPr>
        <p:txBody>
          <a:bodyPr vert="horz" wrap="square" lIns="0" tIns="6350" rIns="0" bIns="0" rtlCol="0">
            <a:spAutoFit/>
          </a:bodyPr>
          <a:lstStyle/>
          <a:p>
            <a:pPr marL="6350">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Microsoft JhengHei"/>
              </a:rPr>
              <a:t>敢作敢为</a:t>
            </a:r>
            <a:endParaRPr sz="1050">
              <a:latin typeface="江城圆体 400W" panose="020B0800000000000000" pitchFamily="34" charset="-128"/>
              <a:ea typeface="江城圆体 400W" panose="020B0800000000000000" pitchFamily="34" charset="-128"/>
              <a:cs typeface="Microsoft JhengHei"/>
            </a:endParaRPr>
          </a:p>
        </p:txBody>
      </p:sp>
      <p:sp>
        <p:nvSpPr>
          <p:cNvPr id="132" name="object 132"/>
          <p:cNvSpPr txBox="1"/>
          <p:nvPr/>
        </p:nvSpPr>
        <p:spPr>
          <a:xfrm>
            <a:off x="3343396" y="3136900"/>
            <a:ext cx="146050" cy="571500"/>
          </a:xfrm>
          <a:prstGeom prst="rect">
            <a:avLst/>
          </a:prstGeom>
        </p:spPr>
        <p:txBody>
          <a:bodyPr vert="horz" wrap="square" lIns="0" tIns="33020" rIns="0" bIns="0" rtlCol="0">
            <a:spAutoFit/>
          </a:bodyPr>
          <a:lstStyle/>
          <a:p>
            <a:pPr marL="6350" marR="2540" algn="just">
              <a:lnSpc>
                <a:spcPts val="1050"/>
              </a:lnSpc>
              <a:spcBef>
                <a:spcPts val="260"/>
              </a:spcBef>
            </a:pPr>
            <a:r>
              <a:rPr sz="1050" spc="-25" dirty="0">
                <a:solidFill>
                  <a:srgbClr val="212121"/>
                </a:solidFill>
                <a:latin typeface="江城圆体 400W" panose="020B0800000000000000" pitchFamily="34" charset="-128"/>
                <a:ea typeface="江城圆体 400W" panose="020B0800000000000000" pitchFamily="34" charset="-128"/>
                <a:cs typeface="Microsoft JhengHei"/>
              </a:rPr>
              <a:t>善解人意</a:t>
            </a:r>
            <a:endParaRPr sz="1050">
              <a:latin typeface="江城圆体 400W" panose="020B0800000000000000" pitchFamily="34" charset="-128"/>
              <a:ea typeface="江城圆体 400W" panose="020B0800000000000000" pitchFamily="34" charset="-128"/>
              <a:cs typeface="Microsoft JhengHei"/>
            </a:endParaRPr>
          </a:p>
        </p:txBody>
      </p:sp>
      <p:grpSp>
        <p:nvGrpSpPr>
          <p:cNvPr id="133" name="object 133"/>
          <p:cNvGrpSpPr/>
          <p:nvPr/>
        </p:nvGrpSpPr>
        <p:grpSpPr>
          <a:xfrm>
            <a:off x="3185123" y="2095500"/>
            <a:ext cx="2917508" cy="2895600"/>
            <a:chOff x="6370246" y="4191000"/>
            <a:chExt cx="5835015" cy="5791200"/>
          </a:xfrm>
        </p:grpSpPr>
        <p:sp>
          <p:nvSpPr>
            <p:cNvPr id="134" name="object 134"/>
            <p:cNvSpPr/>
            <p:nvPr/>
          </p:nvSpPr>
          <p:spPr>
            <a:xfrm>
              <a:off x="6370244" y="4190999"/>
              <a:ext cx="5835015" cy="5791200"/>
            </a:xfrm>
            <a:custGeom>
              <a:avLst/>
              <a:gdLst/>
              <a:ahLst/>
              <a:cxnLst/>
              <a:rect l="l" t="t" r="r" b="b"/>
              <a:pathLst>
                <a:path w="5835015" h="5791200">
                  <a:moveTo>
                    <a:pt x="5834456" y="5289588"/>
                  </a:moveTo>
                  <a:lnTo>
                    <a:pt x="5832030" y="5280215"/>
                  </a:lnTo>
                  <a:lnTo>
                    <a:pt x="5824753" y="5272976"/>
                  </a:lnTo>
                  <a:lnTo>
                    <a:pt x="5621680" y="5158448"/>
                  </a:lnTo>
                  <a:lnTo>
                    <a:pt x="5614492" y="5156111"/>
                  </a:lnTo>
                  <a:lnTo>
                    <a:pt x="5607215" y="5156695"/>
                  </a:lnTo>
                  <a:lnTo>
                    <a:pt x="5600674" y="5159972"/>
                  </a:lnTo>
                  <a:lnTo>
                    <a:pt x="5595734" y="5165687"/>
                  </a:lnTo>
                  <a:lnTo>
                    <a:pt x="5594909" y="5167325"/>
                  </a:lnTo>
                  <a:lnTo>
                    <a:pt x="5593296" y="5174183"/>
                  </a:lnTo>
                  <a:lnTo>
                    <a:pt x="5594223" y="5180990"/>
                  </a:lnTo>
                  <a:lnTo>
                    <a:pt x="5597512" y="5187035"/>
                  </a:lnTo>
                  <a:lnTo>
                    <a:pt x="5602973" y="5191645"/>
                  </a:lnTo>
                  <a:lnTo>
                    <a:pt x="5742711" y="5270436"/>
                  </a:lnTo>
                  <a:lnTo>
                    <a:pt x="786206" y="5265001"/>
                  </a:lnTo>
                  <a:lnTo>
                    <a:pt x="786206" y="91782"/>
                  </a:lnTo>
                  <a:lnTo>
                    <a:pt x="864844" y="231584"/>
                  </a:lnTo>
                  <a:lnTo>
                    <a:pt x="869784" y="237324"/>
                  </a:lnTo>
                  <a:lnTo>
                    <a:pt x="900379" y="220116"/>
                  </a:lnTo>
                  <a:lnTo>
                    <a:pt x="898055" y="212915"/>
                  </a:lnTo>
                  <a:lnTo>
                    <a:pt x="783755" y="9715"/>
                  </a:lnTo>
                  <a:lnTo>
                    <a:pt x="776516" y="2438"/>
                  </a:lnTo>
                  <a:lnTo>
                    <a:pt x="767156" y="0"/>
                  </a:lnTo>
                  <a:lnTo>
                    <a:pt x="757783" y="2438"/>
                  </a:lnTo>
                  <a:lnTo>
                    <a:pt x="750544" y="9715"/>
                  </a:lnTo>
                  <a:lnTo>
                    <a:pt x="636244" y="212915"/>
                  </a:lnTo>
                  <a:lnTo>
                    <a:pt x="633920" y="220116"/>
                  </a:lnTo>
                  <a:lnTo>
                    <a:pt x="634504" y="227393"/>
                  </a:lnTo>
                  <a:lnTo>
                    <a:pt x="637781" y="233921"/>
                  </a:lnTo>
                  <a:lnTo>
                    <a:pt x="643509" y="238848"/>
                  </a:lnTo>
                  <a:lnTo>
                    <a:pt x="645147" y="239674"/>
                  </a:lnTo>
                  <a:lnTo>
                    <a:pt x="652005" y="241287"/>
                  </a:lnTo>
                  <a:lnTo>
                    <a:pt x="658812" y="240347"/>
                  </a:lnTo>
                  <a:lnTo>
                    <a:pt x="664857" y="237045"/>
                  </a:lnTo>
                  <a:lnTo>
                    <a:pt x="669455" y="231584"/>
                  </a:lnTo>
                  <a:lnTo>
                    <a:pt x="748106" y="91782"/>
                  </a:lnTo>
                  <a:lnTo>
                    <a:pt x="748106" y="5264963"/>
                  </a:lnTo>
                  <a:lnTo>
                    <a:pt x="19062" y="5264150"/>
                  </a:lnTo>
                  <a:lnTo>
                    <a:pt x="0" y="5283187"/>
                  </a:lnTo>
                  <a:lnTo>
                    <a:pt x="1485" y="5290604"/>
                  </a:lnTo>
                  <a:lnTo>
                    <a:pt x="5562" y="5296662"/>
                  </a:lnTo>
                  <a:lnTo>
                    <a:pt x="11607" y="5300751"/>
                  </a:lnTo>
                  <a:lnTo>
                    <a:pt x="19024" y="5302250"/>
                  </a:lnTo>
                  <a:lnTo>
                    <a:pt x="748106" y="5303050"/>
                  </a:lnTo>
                  <a:lnTo>
                    <a:pt x="748106" y="5772150"/>
                  </a:lnTo>
                  <a:lnTo>
                    <a:pt x="749592" y="5779567"/>
                  </a:lnTo>
                  <a:lnTo>
                    <a:pt x="753681" y="5785624"/>
                  </a:lnTo>
                  <a:lnTo>
                    <a:pt x="759739" y="5789714"/>
                  </a:lnTo>
                  <a:lnTo>
                    <a:pt x="767156" y="5791200"/>
                  </a:lnTo>
                  <a:lnTo>
                    <a:pt x="774560" y="5789714"/>
                  </a:lnTo>
                  <a:lnTo>
                    <a:pt x="780618" y="5785624"/>
                  </a:lnTo>
                  <a:lnTo>
                    <a:pt x="784707" y="5779567"/>
                  </a:lnTo>
                  <a:lnTo>
                    <a:pt x="786206" y="5772150"/>
                  </a:lnTo>
                  <a:lnTo>
                    <a:pt x="786206" y="5303101"/>
                  </a:lnTo>
                  <a:lnTo>
                    <a:pt x="5742660" y="5308524"/>
                  </a:lnTo>
                  <a:lnTo>
                    <a:pt x="5602757" y="5387035"/>
                  </a:lnTo>
                  <a:lnTo>
                    <a:pt x="5597017" y="5391963"/>
                  </a:lnTo>
                  <a:lnTo>
                    <a:pt x="5593740" y="5398490"/>
                  </a:lnTo>
                  <a:lnTo>
                    <a:pt x="5593143" y="5405767"/>
                  </a:lnTo>
                  <a:lnTo>
                    <a:pt x="5595467" y="5412968"/>
                  </a:lnTo>
                  <a:lnTo>
                    <a:pt x="5600395" y="5418709"/>
                  </a:lnTo>
                  <a:lnTo>
                    <a:pt x="5606923" y="5421985"/>
                  </a:lnTo>
                  <a:lnTo>
                    <a:pt x="5614200" y="5422582"/>
                  </a:lnTo>
                  <a:lnTo>
                    <a:pt x="5621401" y="5420258"/>
                  </a:lnTo>
                  <a:lnTo>
                    <a:pt x="5824728" y="5306187"/>
                  </a:lnTo>
                  <a:lnTo>
                    <a:pt x="5832018" y="5298960"/>
                  </a:lnTo>
                  <a:lnTo>
                    <a:pt x="5834456" y="5289588"/>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5" name="object 135"/>
            <p:cNvSpPr/>
            <p:nvPr/>
          </p:nvSpPr>
          <p:spPr>
            <a:xfrm>
              <a:off x="7493000" y="4826000"/>
              <a:ext cx="4406900" cy="4406900"/>
            </a:xfrm>
            <a:custGeom>
              <a:avLst/>
              <a:gdLst/>
              <a:ahLst/>
              <a:cxnLst/>
              <a:rect l="l" t="t" r="r" b="b"/>
              <a:pathLst>
                <a:path w="4406900" h="4406900">
                  <a:moveTo>
                    <a:pt x="0" y="0"/>
                  </a:moveTo>
                  <a:lnTo>
                    <a:pt x="4406900" y="0"/>
                  </a:lnTo>
                  <a:lnTo>
                    <a:pt x="4406900" y="4406900"/>
                  </a:lnTo>
                  <a:lnTo>
                    <a:pt x="0" y="4406900"/>
                  </a:lnTo>
                  <a:lnTo>
                    <a:pt x="0" y="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6" name="object 136"/>
            <p:cNvSpPr/>
            <p:nvPr/>
          </p:nvSpPr>
          <p:spPr>
            <a:xfrm>
              <a:off x="7506858" y="7026275"/>
              <a:ext cx="4393565" cy="15875"/>
            </a:xfrm>
            <a:custGeom>
              <a:avLst/>
              <a:gdLst/>
              <a:ahLst/>
              <a:cxnLst/>
              <a:rect l="l" t="t" r="r" b="b"/>
              <a:pathLst>
                <a:path w="4393565" h="15875">
                  <a:moveTo>
                    <a:pt x="0" y="0"/>
                  </a:moveTo>
                  <a:lnTo>
                    <a:pt x="4393041" y="15875"/>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7" name="object 137"/>
            <p:cNvSpPr/>
            <p:nvPr/>
          </p:nvSpPr>
          <p:spPr>
            <a:xfrm>
              <a:off x="9701639" y="4811623"/>
              <a:ext cx="41910" cy="4411345"/>
            </a:xfrm>
            <a:custGeom>
              <a:avLst/>
              <a:gdLst/>
              <a:ahLst/>
              <a:cxnLst/>
              <a:rect l="l" t="t" r="r" b="b"/>
              <a:pathLst>
                <a:path w="41909" h="4411345">
                  <a:moveTo>
                    <a:pt x="41566" y="0"/>
                  </a:moveTo>
                  <a:lnTo>
                    <a:pt x="0" y="4410870"/>
                  </a:lnTo>
                </a:path>
              </a:pathLst>
            </a:custGeom>
            <a:ln w="25399">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8" name="object 138"/>
            <p:cNvSpPr/>
            <p:nvPr/>
          </p:nvSpPr>
          <p:spPr>
            <a:xfrm>
              <a:off x="7607300" y="5238750"/>
              <a:ext cx="965200" cy="965200"/>
            </a:xfrm>
            <a:custGeom>
              <a:avLst/>
              <a:gdLst/>
              <a:ahLst/>
              <a:cxnLst/>
              <a:rect l="l" t="t" r="r" b="b"/>
              <a:pathLst>
                <a:path w="965200" h="965200">
                  <a:moveTo>
                    <a:pt x="482600" y="0"/>
                  </a:moveTo>
                  <a:lnTo>
                    <a:pt x="436122" y="2209"/>
                  </a:lnTo>
                  <a:lnTo>
                    <a:pt x="390894" y="8701"/>
                  </a:lnTo>
                  <a:lnTo>
                    <a:pt x="347119" y="19275"/>
                  </a:lnTo>
                  <a:lnTo>
                    <a:pt x="304998" y="33729"/>
                  </a:lnTo>
                  <a:lnTo>
                    <a:pt x="264734" y="51859"/>
                  </a:lnTo>
                  <a:lnTo>
                    <a:pt x="226528" y="73463"/>
                  </a:lnTo>
                  <a:lnTo>
                    <a:pt x="190584" y="98340"/>
                  </a:lnTo>
                  <a:lnTo>
                    <a:pt x="157103" y="126287"/>
                  </a:lnTo>
                  <a:lnTo>
                    <a:pt x="126288" y="157102"/>
                  </a:lnTo>
                  <a:lnTo>
                    <a:pt x="98341" y="190583"/>
                  </a:lnTo>
                  <a:lnTo>
                    <a:pt x="73464" y="226527"/>
                  </a:lnTo>
                  <a:lnTo>
                    <a:pt x="51859" y="264733"/>
                  </a:lnTo>
                  <a:lnTo>
                    <a:pt x="33729" y="304997"/>
                  </a:lnTo>
                  <a:lnTo>
                    <a:pt x="19276" y="347118"/>
                  </a:lnTo>
                  <a:lnTo>
                    <a:pt x="8702" y="390894"/>
                  </a:lnTo>
                  <a:lnTo>
                    <a:pt x="2209" y="436122"/>
                  </a:lnTo>
                  <a:lnTo>
                    <a:pt x="0" y="482600"/>
                  </a:lnTo>
                  <a:lnTo>
                    <a:pt x="2209" y="529077"/>
                  </a:lnTo>
                  <a:lnTo>
                    <a:pt x="8702" y="574305"/>
                  </a:lnTo>
                  <a:lnTo>
                    <a:pt x="19276" y="618080"/>
                  </a:lnTo>
                  <a:lnTo>
                    <a:pt x="33729" y="660201"/>
                  </a:lnTo>
                  <a:lnTo>
                    <a:pt x="51859" y="700465"/>
                  </a:lnTo>
                  <a:lnTo>
                    <a:pt x="73464" y="738671"/>
                  </a:lnTo>
                  <a:lnTo>
                    <a:pt x="98341" y="774615"/>
                  </a:lnTo>
                  <a:lnTo>
                    <a:pt x="126288" y="808096"/>
                  </a:lnTo>
                  <a:lnTo>
                    <a:pt x="157103" y="838911"/>
                  </a:lnTo>
                  <a:lnTo>
                    <a:pt x="190584" y="866858"/>
                  </a:lnTo>
                  <a:lnTo>
                    <a:pt x="226528" y="891735"/>
                  </a:lnTo>
                  <a:lnTo>
                    <a:pt x="264734" y="913340"/>
                  </a:lnTo>
                  <a:lnTo>
                    <a:pt x="304998" y="931470"/>
                  </a:lnTo>
                  <a:lnTo>
                    <a:pt x="347119" y="945923"/>
                  </a:lnTo>
                  <a:lnTo>
                    <a:pt x="390894" y="956497"/>
                  </a:lnTo>
                  <a:lnTo>
                    <a:pt x="436122" y="962990"/>
                  </a:lnTo>
                  <a:lnTo>
                    <a:pt x="482600" y="965200"/>
                  </a:lnTo>
                  <a:lnTo>
                    <a:pt x="529077" y="962990"/>
                  </a:lnTo>
                  <a:lnTo>
                    <a:pt x="574305" y="956497"/>
                  </a:lnTo>
                  <a:lnTo>
                    <a:pt x="618080" y="945923"/>
                  </a:lnTo>
                  <a:lnTo>
                    <a:pt x="660201" y="931470"/>
                  </a:lnTo>
                  <a:lnTo>
                    <a:pt x="700465" y="913340"/>
                  </a:lnTo>
                  <a:lnTo>
                    <a:pt x="738671" y="891735"/>
                  </a:lnTo>
                  <a:lnTo>
                    <a:pt x="774615" y="866858"/>
                  </a:lnTo>
                  <a:lnTo>
                    <a:pt x="808096" y="838911"/>
                  </a:lnTo>
                  <a:lnTo>
                    <a:pt x="838911" y="808096"/>
                  </a:lnTo>
                  <a:lnTo>
                    <a:pt x="866858" y="774615"/>
                  </a:lnTo>
                  <a:lnTo>
                    <a:pt x="891735" y="738671"/>
                  </a:lnTo>
                  <a:lnTo>
                    <a:pt x="913340" y="700465"/>
                  </a:lnTo>
                  <a:lnTo>
                    <a:pt x="931470" y="660201"/>
                  </a:lnTo>
                  <a:lnTo>
                    <a:pt x="945923" y="618080"/>
                  </a:lnTo>
                  <a:lnTo>
                    <a:pt x="956497" y="574305"/>
                  </a:lnTo>
                  <a:lnTo>
                    <a:pt x="962990" y="529077"/>
                  </a:lnTo>
                  <a:lnTo>
                    <a:pt x="965200" y="482600"/>
                  </a:lnTo>
                  <a:lnTo>
                    <a:pt x="962990" y="436122"/>
                  </a:lnTo>
                  <a:lnTo>
                    <a:pt x="956497" y="390894"/>
                  </a:lnTo>
                  <a:lnTo>
                    <a:pt x="945923" y="347118"/>
                  </a:lnTo>
                  <a:lnTo>
                    <a:pt x="931470" y="304997"/>
                  </a:lnTo>
                  <a:lnTo>
                    <a:pt x="913340" y="264733"/>
                  </a:lnTo>
                  <a:lnTo>
                    <a:pt x="891735" y="226527"/>
                  </a:lnTo>
                  <a:lnTo>
                    <a:pt x="866858" y="190583"/>
                  </a:lnTo>
                  <a:lnTo>
                    <a:pt x="838911" y="157102"/>
                  </a:lnTo>
                  <a:lnTo>
                    <a:pt x="808096" y="126287"/>
                  </a:lnTo>
                  <a:lnTo>
                    <a:pt x="774615" y="98340"/>
                  </a:lnTo>
                  <a:lnTo>
                    <a:pt x="738671" y="73463"/>
                  </a:lnTo>
                  <a:lnTo>
                    <a:pt x="700465" y="51859"/>
                  </a:lnTo>
                  <a:lnTo>
                    <a:pt x="660201" y="33729"/>
                  </a:lnTo>
                  <a:lnTo>
                    <a:pt x="618080" y="19275"/>
                  </a:lnTo>
                  <a:lnTo>
                    <a:pt x="574305" y="8701"/>
                  </a:lnTo>
                  <a:lnTo>
                    <a:pt x="529077" y="2209"/>
                  </a:lnTo>
                  <a:lnTo>
                    <a:pt x="4826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9" name="object 139"/>
            <p:cNvSpPr/>
            <p:nvPr/>
          </p:nvSpPr>
          <p:spPr>
            <a:xfrm>
              <a:off x="7607300" y="5238750"/>
              <a:ext cx="965200" cy="965200"/>
            </a:xfrm>
            <a:custGeom>
              <a:avLst/>
              <a:gdLst/>
              <a:ahLst/>
              <a:cxnLst/>
              <a:rect l="l" t="t" r="r" b="b"/>
              <a:pathLst>
                <a:path w="965200" h="965200">
                  <a:moveTo>
                    <a:pt x="482600" y="965200"/>
                  </a:moveTo>
                  <a:lnTo>
                    <a:pt x="529077" y="962990"/>
                  </a:lnTo>
                  <a:lnTo>
                    <a:pt x="574305" y="956497"/>
                  </a:lnTo>
                  <a:lnTo>
                    <a:pt x="618080" y="945923"/>
                  </a:lnTo>
                  <a:lnTo>
                    <a:pt x="660201" y="931470"/>
                  </a:lnTo>
                  <a:lnTo>
                    <a:pt x="700465" y="913340"/>
                  </a:lnTo>
                  <a:lnTo>
                    <a:pt x="738671" y="891735"/>
                  </a:lnTo>
                  <a:lnTo>
                    <a:pt x="774615" y="866858"/>
                  </a:lnTo>
                  <a:lnTo>
                    <a:pt x="808096" y="838911"/>
                  </a:lnTo>
                  <a:lnTo>
                    <a:pt x="838911" y="808096"/>
                  </a:lnTo>
                  <a:lnTo>
                    <a:pt x="866858" y="774615"/>
                  </a:lnTo>
                  <a:lnTo>
                    <a:pt x="891735" y="738671"/>
                  </a:lnTo>
                  <a:lnTo>
                    <a:pt x="913340" y="700465"/>
                  </a:lnTo>
                  <a:lnTo>
                    <a:pt x="931470" y="660201"/>
                  </a:lnTo>
                  <a:lnTo>
                    <a:pt x="945923" y="618080"/>
                  </a:lnTo>
                  <a:lnTo>
                    <a:pt x="956497" y="574305"/>
                  </a:lnTo>
                  <a:lnTo>
                    <a:pt x="962990" y="529077"/>
                  </a:lnTo>
                  <a:lnTo>
                    <a:pt x="965200" y="482600"/>
                  </a:lnTo>
                  <a:lnTo>
                    <a:pt x="962990" y="436122"/>
                  </a:lnTo>
                  <a:lnTo>
                    <a:pt x="956497" y="390894"/>
                  </a:lnTo>
                  <a:lnTo>
                    <a:pt x="945923" y="347119"/>
                  </a:lnTo>
                  <a:lnTo>
                    <a:pt x="931470" y="304998"/>
                  </a:lnTo>
                  <a:lnTo>
                    <a:pt x="913340" y="264734"/>
                  </a:lnTo>
                  <a:lnTo>
                    <a:pt x="891735" y="226528"/>
                  </a:lnTo>
                  <a:lnTo>
                    <a:pt x="866858" y="190584"/>
                  </a:lnTo>
                  <a:lnTo>
                    <a:pt x="838911" y="157103"/>
                  </a:lnTo>
                  <a:lnTo>
                    <a:pt x="808096" y="126288"/>
                  </a:lnTo>
                  <a:lnTo>
                    <a:pt x="774615" y="98341"/>
                  </a:lnTo>
                  <a:lnTo>
                    <a:pt x="738671" y="73464"/>
                  </a:lnTo>
                  <a:lnTo>
                    <a:pt x="700465" y="51859"/>
                  </a:lnTo>
                  <a:lnTo>
                    <a:pt x="660201" y="33729"/>
                  </a:lnTo>
                  <a:lnTo>
                    <a:pt x="618080" y="19276"/>
                  </a:lnTo>
                  <a:lnTo>
                    <a:pt x="574305" y="8702"/>
                  </a:lnTo>
                  <a:lnTo>
                    <a:pt x="529077" y="2209"/>
                  </a:lnTo>
                  <a:lnTo>
                    <a:pt x="482600" y="0"/>
                  </a:lnTo>
                  <a:lnTo>
                    <a:pt x="436122" y="2209"/>
                  </a:lnTo>
                  <a:lnTo>
                    <a:pt x="390894" y="8702"/>
                  </a:lnTo>
                  <a:lnTo>
                    <a:pt x="347119" y="19276"/>
                  </a:lnTo>
                  <a:lnTo>
                    <a:pt x="304998" y="33729"/>
                  </a:lnTo>
                  <a:lnTo>
                    <a:pt x="264734" y="51859"/>
                  </a:lnTo>
                  <a:lnTo>
                    <a:pt x="226528" y="73464"/>
                  </a:lnTo>
                  <a:lnTo>
                    <a:pt x="190584" y="98341"/>
                  </a:lnTo>
                  <a:lnTo>
                    <a:pt x="157103" y="126288"/>
                  </a:lnTo>
                  <a:lnTo>
                    <a:pt x="126288" y="157103"/>
                  </a:lnTo>
                  <a:lnTo>
                    <a:pt x="98341" y="190584"/>
                  </a:lnTo>
                  <a:lnTo>
                    <a:pt x="73464" y="226528"/>
                  </a:lnTo>
                  <a:lnTo>
                    <a:pt x="51859" y="264734"/>
                  </a:lnTo>
                  <a:lnTo>
                    <a:pt x="33729" y="304998"/>
                  </a:lnTo>
                  <a:lnTo>
                    <a:pt x="19276" y="347119"/>
                  </a:lnTo>
                  <a:lnTo>
                    <a:pt x="8702" y="390894"/>
                  </a:lnTo>
                  <a:lnTo>
                    <a:pt x="2209" y="436122"/>
                  </a:lnTo>
                  <a:lnTo>
                    <a:pt x="0" y="482600"/>
                  </a:lnTo>
                  <a:lnTo>
                    <a:pt x="2209" y="529077"/>
                  </a:lnTo>
                  <a:lnTo>
                    <a:pt x="8702" y="574305"/>
                  </a:lnTo>
                  <a:lnTo>
                    <a:pt x="19276" y="618080"/>
                  </a:lnTo>
                  <a:lnTo>
                    <a:pt x="33729" y="660201"/>
                  </a:lnTo>
                  <a:lnTo>
                    <a:pt x="51859" y="700465"/>
                  </a:lnTo>
                  <a:lnTo>
                    <a:pt x="73464" y="738671"/>
                  </a:lnTo>
                  <a:lnTo>
                    <a:pt x="98341" y="774615"/>
                  </a:lnTo>
                  <a:lnTo>
                    <a:pt x="126288" y="808096"/>
                  </a:lnTo>
                  <a:lnTo>
                    <a:pt x="157103" y="838911"/>
                  </a:lnTo>
                  <a:lnTo>
                    <a:pt x="190584" y="866858"/>
                  </a:lnTo>
                  <a:lnTo>
                    <a:pt x="226528" y="891735"/>
                  </a:lnTo>
                  <a:lnTo>
                    <a:pt x="264734" y="913340"/>
                  </a:lnTo>
                  <a:lnTo>
                    <a:pt x="304998" y="931470"/>
                  </a:lnTo>
                  <a:lnTo>
                    <a:pt x="347119" y="945923"/>
                  </a:lnTo>
                  <a:lnTo>
                    <a:pt x="390894" y="956497"/>
                  </a:lnTo>
                  <a:lnTo>
                    <a:pt x="436122" y="962990"/>
                  </a:lnTo>
                  <a:lnTo>
                    <a:pt x="482600" y="965200"/>
                  </a:lnTo>
                  <a:close/>
                </a:path>
              </a:pathLst>
            </a:custGeom>
            <a:ln w="254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140" name="object 140"/>
            <p:cNvPicPr/>
            <p:nvPr/>
          </p:nvPicPr>
          <p:blipFill>
            <a:blip r:embed="rId12" cstate="print"/>
            <a:stretch>
              <a:fillRect/>
            </a:stretch>
          </p:blipFill>
          <p:spPr>
            <a:xfrm>
              <a:off x="9537700" y="5416550"/>
              <a:ext cx="88900" cy="622300"/>
            </a:xfrm>
            <a:prstGeom prst="rect">
              <a:avLst/>
            </a:prstGeom>
          </p:spPr>
        </p:pic>
        <p:pic>
          <p:nvPicPr>
            <p:cNvPr id="141" name="object 141"/>
            <p:cNvPicPr/>
            <p:nvPr/>
          </p:nvPicPr>
          <p:blipFill>
            <a:blip r:embed="rId13" cstate="print"/>
            <a:stretch>
              <a:fillRect/>
            </a:stretch>
          </p:blipFill>
          <p:spPr>
            <a:xfrm>
              <a:off x="9448800" y="5327650"/>
              <a:ext cx="88900" cy="800100"/>
            </a:xfrm>
            <a:prstGeom prst="rect">
              <a:avLst/>
            </a:prstGeom>
          </p:spPr>
        </p:pic>
        <p:pic>
          <p:nvPicPr>
            <p:cNvPr id="142" name="object 142"/>
            <p:cNvPicPr/>
            <p:nvPr/>
          </p:nvPicPr>
          <p:blipFill>
            <a:blip r:embed="rId14" cstate="print"/>
            <a:stretch>
              <a:fillRect/>
            </a:stretch>
          </p:blipFill>
          <p:spPr>
            <a:xfrm>
              <a:off x="9359900" y="5238750"/>
              <a:ext cx="88900" cy="965200"/>
            </a:xfrm>
            <a:prstGeom prst="rect">
              <a:avLst/>
            </a:prstGeom>
          </p:spPr>
        </p:pic>
        <p:pic>
          <p:nvPicPr>
            <p:cNvPr id="143" name="object 143"/>
            <p:cNvPicPr/>
            <p:nvPr/>
          </p:nvPicPr>
          <p:blipFill>
            <a:blip r:embed="rId15" cstate="print"/>
            <a:stretch>
              <a:fillRect/>
            </a:stretch>
          </p:blipFill>
          <p:spPr>
            <a:xfrm>
              <a:off x="9271000" y="5238750"/>
              <a:ext cx="88900" cy="965200"/>
            </a:xfrm>
            <a:prstGeom prst="rect">
              <a:avLst/>
            </a:prstGeom>
          </p:spPr>
        </p:pic>
        <p:pic>
          <p:nvPicPr>
            <p:cNvPr id="144" name="object 144"/>
            <p:cNvPicPr/>
            <p:nvPr/>
          </p:nvPicPr>
          <p:blipFill>
            <a:blip r:embed="rId16" cstate="print"/>
            <a:stretch>
              <a:fillRect/>
            </a:stretch>
          </p:blipFill>
          <p:spPr>
            <a:xfrm>
              <a:off x="9182100" y="5238750"/>
              <a:ext cx="88900" cy="965200"/>
            </a:xfrm>
            <a:prstGeom prst="rect">
              <a:avLst/>
            </a:prstGeom>
          </p:spPr>
        </p:pic>
        <p:pic>
          <p:nvPicPr>
            <p:cNvPr id="145" name="object 145"/>
            <p:cNvPicPr/>
            <p:nvPr/>
          </p:nvPicPr>
          <p:blipFill>
            <a:blip r:embed="rId17" cstate="print"/>
            <a:stretch>
              <a:fillRect/>
            </a:stretch>
          </p:blipFill>
          <p:spPr>
            <a:xfrm>
              <a:off x="9093200" y="5238750"/>
              <a:ext cx="88900" cy="965200"/>
            </a:xfrm>
            <a:prstGeom prst="rect">
              <a:avLst/>
            </a:prstGeom>
          </p:spPr>
        </p:pic>
        <p:pic>
          <p:nvPicPr>
            <p:cNvPr id="146" name="object 146"/>
            <p:cNvPicPr/>
            <p:nvPr/>
          </p:nvPicPr>
          <p:blipFill>
            <a:blip r:embed="rId18" cstate="print"/>
            <a:stretch>
              <a:fillRect/>
            </a:stretch>
          </p:blipFill>
          <p:spPr>
            <a:xfrm>
              <a:off x="9004300" y="5238750"/>
              <a:ext cx="88900" cy="965200"/>
            </a:xfrm>
            <a:prstGeom prst="rect">
              <a:avLst/>
            </a:prstGeom>
          </p:spPr>
        </p:pic>
        <p:pic>
          <p:nvPicPr>
            <p:cNvPr id="147" name="object 147"/>
            <p:cNvPicPr/>
            <p:nvPr/>
          </p:nvPicPr>
          <p:blipFill>
            <a:blip r:embed="rId19" cstate="print"/>
            <a:stretch>
              <a:fillRect/>
            </a:stretch>
          </p:blipFill>
          <p:spPr>
            <a:xfrm>
              <a:off x="8915400" y="5238750"/>
              <a:ext cx="88900" cy="965200"/>
            </a:xfrm>
            <a:prstGeom prst="rect">
              <a:avLst/>
            </a:prstGeom>
          </p:spPr>
        </p:pic>
        <p:pic>
          <p:nvPicPr>
            <p:cNvPr id="148" name="object 148"/>
            <p:cNvPicPr/>
            <p:nvPr/>
          </p:nvPicPr>
          <p:blipFill>
            <a:blip r:embed="rId20" cstate="print"/>
            <a:stretch>
              <a:fillRect/>
            </a:stretch>
          </p:blipFill>
          <p:spPr>
            <a:xfrm>
              <a:off x="8826500" y="5238750"/>
              <a:ext cx="88900" cy="965200"/>
            </a:xfrm>
            <a:prstGeom prst="rect">
              <a:avLst/>
            </a:prstGeom>
          </p:spPr>
        </p:pic>
        <p:pic>
          <p:nvPicPr>
            <p:cNvPr id="149" name="object 149"/>
            <p:cNvPicPr/>
            <p:nvPr/>
          </p:nvPicPr>
          <p:blipFill>
            <a:blip r:embed="rId21" cstate="print"/>
            <a:stretch>
              <a:fillRect/>
            </a:stretch>
          </p:blipFill>
          <p:spPr>
            <a:xfrm>
              <a:off x="8737600" y="5327650"/>
              <a:ext cx="88900" cy="800100"/>
            </a:xfrm>
            <a:prstGeom prst="rect">
              <a:avLst/>
            </a:prstGeom>
          </p:spPr>
        </p:pic>
        <p:pic>
          <p:nvPicPr>
            <p:cNvPr id="150" name="object 150"/>
            <p:cNvPicPr/>
            <p:nvPr/>
          </p:nvPicPr>
          <p:blipFill>
            <a:blip r:embed="rId22" cstate="print"/>
            <a:stretch>
              <a:fillRect/>
            </a:stretch>
          </p:blipFill>
          <p:spPr>
            <a:xfrm>
              <a:off x="8661400" y="5416550"/>
              <a:ext cx="76200" cy="622300"/>
            </a:xfrm>
            <a:prstGeom prst="rect">
              <a:avLst/>
            </a:prstGeom>
          </p:spPr>
        </p:pic>
        <p:sp>
          <p:nvSpPr>
            <p:cNvPr id="151" name="object 151"/>
            <p:cNvSpPr/>
            <p:nvPr/>
          </p:nvSpPr>
          <p:spPr>
            <a:xfrm>
              <a:off x="8661400" y="5238750"/>
              <a:ext cx="965200" cy="965200"/>
            </a:xfrm>
            <a:custGeom>
              <a:avLst/>
              <a:gdLst/>
              <a:ahLst/>
              <a:cxnLst/>
              <a:rect l="l" t="t" r="r" b="b"/>
              <a:pathLst>
                <a:path w="965200" h="965200">
                  <a:moveTo>
                    <a:pt x="482600" y="965200"/>
                  </a:moveTo>
                  <a:lnTo>
                    <a:pt x="436122" y="962990"/>
                  </a:lnTo>
                  <a:lnTo>
                    <a:pt x="390894" y="956497"/>
                  </a:lnTo>
                  <a:lnTo>
                    <a:pt x="347119" y="945923"/>
                  </a:lnTo>
                  <a:lnTo>
                    <a:pt x="304998" y="931470"/>
                  </a:lnTo>
                  <a:lnTo>
                    <a:pt x="264734" y="913340"/>
                  </a:lnTo>
                  <a:lnTo>
                    <a:pt x="226528" y="891735"/>
                  </a:lnTo>
                  <a:lnTo>
                    <a:pt x="190584" y="866858"/>
                  </a:lnTo>
                  <a:lnTo>
                    <a:pt x="157103" y="838911"/>
                  </a:lnTo>
                  <a:lnTo>
                    <a:pt x="126288" y="808096"/>
                  </a:lnTo>
                  <a:lnTo>
                    <a:pt x="98341" y="774615"/>
                  </a:lnTo>
                  <a:lnTo>
                    <a:pt x="73464" y="738671"/>
                  </a:lnTo>
                  <a:lnTo>
                    <a:pt x="51859" y="700465"/>
                  </a:lnTo>
                  <a:lnTo>
                    <a:pt x="33729" y="660201"/>
                  </a:lnTo>
                  <a:lnTo>
                    <a:pt x="19276" y="618080"/>
                  </a:lnTo>
                  <a:lnTo>
                    <a:pt x="8702" y="574305"/>
                  </a:lnTo>
                  <a:lnTo>
                    <a:pt x="2209" y="529077"/>
                  </a:lnTo>
                  <a:lnTo>
                    <a:pt x="0" y="482600"/>
                  </a:lnTo>
                  <a:lnTo>
                    <a:pt x="2209" y="436122"/>
                  </a:lnTo>
                  <a:lnTo>
                    <a:pt x="8702" y="390894"/>
                  </a:lnTo>
                  <a:lnTo>
                    <a:pt x="19276" y="347119"/>
                  </a:lnTo>
                  <a:lnTo>
                    <a:pt x="33729" y="304998"/>
                  </a:lnTo>
                  <a:lnTo>
                    <a:pt x="51859" y="264734"/>
                  </a:lnTo>
                  <a:lnTo>
                    <a:pt x="73464" y="226528"/>
                  </a:lnTo>
                  <a:lnTo>
                    <a:pt x="98341" y="190584"/>
                  </a:lnTo>
                  <a:lnTo>
                    <a:pt x="126288" y="157103"/>
                  </a:lnTo>
                  <a:lnTo>
                    <a:pt x="157103" y="126288"/>
                  </a:lnTo>
                  <a:lnTo>
                    <a:pt x="190584" y="98341"/>
                  </a:lnTo>
                  <a:lnTo>
                    <a:pt x="226528" y="73464"/>
                  </a:lnTo>
                  <a:lnTo>
                    <a:pt x="264734" y="51859"/>
                  </a:lnTo>
                  <a:lnTo>
                    <a:pt x="304998" y="33729"/>
                  </a:lnTo>
                  <a:lnTo>
                    <a:pt x="347119" y="19276"/>
                  </a:lnTo>
                  <a:lnTo>
                    <a:pt x="390894" y="8702"/>
                  </a:lnTo>
                  <a:lnTo>
                    <a:pt x="436122" y="2209"/>
                  </a:lnTo>
                  <a:lnTo>
                    <a:pt x="482600" y="0"/>
                  </a:lnTo>
                  <a:lnTo>
                    <a:pt x="529077" y="2209"/>
                  </a:lnTo>
                  <a:lnTo>
                    <a:pt x="574305" y="8702"/>
                  </a:lnTo>
                  <a:lnTo>
                    <a:pt x="618080" y="19276"/>
                  </a:lnTo>
                  <a:lnTo>
                    <a:pt x="660201" y="33729"/>
                  </a:lnTo>
                  <a:lnTo>
                    <a:pt x="700465" y="51859"/>
                  </a:lnTo>
                  <a:lnTo>
                    <a:pt x="738671" y="73464"/>
                  </a:lnTo>
                  <a:lnTo>
                    <a:pt x="774615" y="98341"/>
                  </a:lnTo>
                  <a:lnTo>
                    <a:pt x="808096" y="126288"/>
                  </a:lnTo>
                  <a:lnTo>
                    <a:pt x="838911" y="157103"/>
                  </a:lnTo>
                  <a:lnTo>
                    <a:pt x="866858" y="190584"/>
                  </a:lnTo>
                  <a:lnTo>
                    <a:pt x="891735" y="226528"/>
                  </a:lnTo>
                  <a:lnTo>
                    <a:pt x="913340" y="264734"/>
                  </a:lnTo>
                  <a:lnTo>
                    <a:pt x="931470" y="304998"/>
                  </a:lnTo>
                  <a:lnTo>
                    <a:pt x="945923" y="347119"/>
                  </a:lnTo>
                  <a:lnTo>
                    <a:pt x="956497" y="390894"/>
                  </a:lnTo>
                  <a:lnTo>
                    <a:pt x="962990" y="436122"/>
                  </a:lnTo>
                  <a:lnTo>
                    <a:pt x="965200" y="482600"/>
                  </a:lnTo>
                  <a:lnTo>
                    <a:pt x="962990" y="529077"/>
                  </a:lnTo>
                  <a:lnTo>
                    <a:pt x="956497" y="574305"/>
                  </a:lnTo>
                  <a:lnTo>
                    <a:pt x="945923" y="618080"/>
                  </a:lnTo>
                  <a:lnTo>
                    <a:pt x="931470" y="660201"/>
                  </a:lnTo>
                  <a:lnTo>
                    <a:pt x="913340" y="700465"/>
                  </a:lnTo>
                  <a:lnTo>
                    <a:pt x="891735" y="738671"/>
                  </a:lnTo>
                  <a:lnTo>
                    <a:pt x="866858" y="774615"/>
                  </a:lnTo>
                  <a:lnTo>
                    <a:pt x="838911" y="808096"/>
                  </a:lnTo>
                  <a:lnTo>
                    <a:pt x="808096" y="838911"/>
                  </a:lnTo>
                  <a:lnTo>
                    <a:pt x="774615" y="866858"/>
                  </a:lnTo>
                  <a:lnTo>
                    <a:pt x="738671" y="891735"/>
                  </a:lnTo>
                  <a:lnTo>
                    <a:pt x="700465" y="913340"/>
                  </a:lnTo>
                  <a:lnTo>
                    <a:pt x="660201" y="931470"/>
                  </a:lnTo>
                  <a:lnTo>
                    <a:pt x="618080" y="945923"/>
                  </a:lnTo>
                  <a:lnTo>
                    <a:pt x="574305" y="956497"/>
                  </a:lnTo>
                  <a:lnTo>
                    <a:pt x="529077" y="962990"/>
                  </a:lnTo>
                  <a:lnTo>
                    <a:pt x="482600" y="96520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52" name="object 152"/>
          <p:cNvSpPr txBox="1"/>
          <p:nvPr/>
        </p:nvSpPr>
        <p:spPr>
          <a:xfrm>
            <a:off x="3981571" y="2765425"/>
            <a:ext cx="139700" cy="167640"/>
          </a:xfrm>
          <a:prstGeom prst="rect">
            <a:avLst/>
          </a:prstGeom>
        </p:spPr>
        <p:txBody>
          <a:bodyPr vert="horz" wrap="square" lIns="0" tIns="6350" rIns="0" bIns="0" rtlCol="0">
            <a:spAutoFit/>
          </a:bodyPr>
          <a:lstStyle/>
          <a:p>
            <a:pPr>
              <a:spcBef>
                <a:spcPts val="50"/>
              </a:spcBef>
            </a:pPr>
            <a:r>
              <a:rPr sz="1050" dirty="0">
                <a:solidFill>
                  <a:srgbClr val="FFFFFF"/>
                </a:solidFill>
                <a:latin typeface="江城圆体 400W" panose="020B0800000000000000" pitchFamily="34" charset="-128"/>
                <a:ea typeface="江城圆体 400W" panose="020B0800000000000000" pitchFamily="34" charset="-128"/>
                <a:cs typeface="Microsoft JhengHei"/>
              </a:rPr>
              <a:t>你</a:t>
            </a:r>
            <a:endParaRPr sz="1050">
              <a:latin typeface="江城圆体 400W" panose="020B0800000000000000" pitchFamily="34" charset="-128"/>
              <a:ea typeface="江城圆体 400W" panose="020B0800000000000000" pitchFamily="34" charset="-128"/>
              <a:cs typeface="Microsoft JhengHei"/>
            </a:endParaRPr>
          </a:p>
        </p:txBody>
      </p:sp>
      <p:sp>
        <p:nvSpPr>
          <p:cNvPr id="153" name="object 153"/>
          <p:cNvSpPr txBox="1"/>
          <p:nvPr/>
        </p:nvSpPr>
        <p:spPr>
          <a:xfrm>
            <a:off x="4508621" y="2771775"/>
            <a:ext cx="139700" cy="167640"/>
          </a:xfrm>
          <a:prstGeom prst="rect">
            <a:avLst/>
          </a:prstGeom>
        </p:spPr>
        <p:txBody>
          <a:bodyPr vert="horz" wrap="square" lIns="0" tIns="6350" rIns="0" bIns="0" rtlCol="0">
            <a:spAutoFit/>
          </a:bodyPr>
          <a:lstStyle/>
          <a:p>
            <a:pPr>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我</a:t>
            </a:r>
            <a:endParaRPr sz="1050">
              <a:latin typeface="江城圆体 400W" panose="020B0800000000000000" pitchFamily="34" charset="-128"/>
              <a:ea typeface="江城圆体 400W" panose="020B0800000000000000" pitchFamily="34" charset="-128"/>
              <a:cs typeface="Microsoft JhengHei"/>
            </a:endParaRPr>
          </a:p>
        </p:txBody>
      </p:sp>
      <p:sp>
        <p:nvSpPr>
          <p:cNvPr id="154" name="object 154"/>
          <p:cNvSpPr txBox="1"/>
          <p:nvPr/>
        </p:nvSpPr>
        <p:spPr>
          <a:xfrm>
            <a:off x="4032735" y="3209925"/>
            <a:ext cx="538798" cy="167640"/>
          </a:xfrm>
          <a:prstGeom prst="rect">
            <a:avLst/>
          </a:prstGeom>
        </p:spPr>
        <p:txBody>
          <a:bodyPr vert="horz" wrap="square" lIns="0" tIns="6350" rIns="0" bIns="0" rtlCol="0">
            <a:spAutoFit/>
          </a:bodyPr>
          <a:lstStyle/>
          <a:p>
            <a:pPr>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Microsoft JhengHei"/>
              </a:rPr>
              <a:t>舍己利人</a:t>
            </a:r>
            <a:endParaRPr sz="1050" dirty="0">
              <a:latin typeface="江城圆体 400W" panose="020B0800000000000000" pitchFamily="34" charset="-128"/>
              <a:ea typeface="江城圆体 400W" panose="020B0800000000000000" pitchFamily="34" charset="-128"/>
              <a:cs typeface="Microsoft JhengHei"/>
            </a:endParaRPr>
          </a:p>
        </p:txBody>
      </p:sp>
      <p:grpSp>
        <p:nvGrpSpPr>
          <p:cNvPr id="155" name="object 155"/>
          <p:cNvGrpSpPr/>
          <p:nvPr/>
        </p:nvGrpSpPr>
        <p:grpSpPr>
          <a:xfrm>
            <a:off x="3810759" y="2638425"/>
            <a:ext cx="2101215" cy="812800"/>
            <a:chOff x="7621518" y="5276850"/>
            <a:chExt cx="4202430" cy="1625600"/>
          </a:xfrm>
        </p:grpSpPr>
        <p:sp>
          <p:nvSpPr>
            <p:cNvPr id="156" name="object 156"/>
            <p:cNvSpPr/>
            <p:nvPr/>
          </p:nvSpPr>
          <p:spPr>
            <a:xfrm>
              <a:off x="7847728" y="6889750"/>
              <a:ext cx="1741170" cy="0"/>
            </a:xfrm>
            <a:custGeom>
              <a:avLst/>
              <a:gdLst/>
              <a:ahLst/>
              <a:cxnLst/>
              <a:rect l="l" t="t" r="r" b="b"/>
              <a:pathLst>
                <a:path w="1741170">
                  <a:moveTo>
                    <a:pt x="0" y="0"/>
                  </a:moveTo>
                  <a:lnTo>
                    <a:pt x="174077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7" name="object 157"/>
            <p:cNvSpPr/>
            <p:nvPr/>
          </p:nvSpPr>
          <p:spPr>
            <a:xfrm>
              <a:off x="7634218" y="6889750"/>
              <a:ext cx="53975" cy="0"/>
            </a:xfrm>
            <a:custGeom>
              <a:avLst/>
              <a:gdLst/>
              <a:ahLst/>
              <a:cxnLst/>
              <a:rect l="l" t="t" r="r" b="b"/>
              <a:pathLst>
                <a:path w="53975">
                  <a:moveTo>
                    <a:pt x="0" y="0"/>
                  </a:moveTo>
                  <a:lnTo>
                    <a:pt x="5383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8" name="object 158"/>
            <p:cNvSpPr/>
            <p:nvPr/>
          </p:nvSpPr>
          <p:spPr>
            <a:xfrm>
              <a:off x="9804400" y="5289550"/>
              <a:ext cx="965200" cy="965200"/>
            </a:xfrm>
            <a:custGeom>
              <a:avLst/>
              <a:gdLst/>
              <a:ahLst/>
              <a:cxnLst/>
              <a:rect l="l" t="t" r="r" b="b"/>
              <a:pathLst>
                <a:path w="965200" h="965200">
                  <a:moveTo>
                    <a:pt x="482600" y="0"/>
                  </a:moveTo>
                  <a:lnTo>
                    <a:pt x="436122" y="2209"/>
                  </a:lnTo>
                  <a:lnTo>
                    <a:pt x="390894" y="8701"/>
                  </a:lnTo>
                  <a:lnTo>
                    <a:pt x="347119" y="19275"/>
                  </a:lnTo>
                  <a:lnTo>
                    <a:pt x="304998" y="33729"/>
                  </a:lnTo>
                  <a:lnTo>
                    <a:pt x="264734" y="51859"/>
                  </a:lnTo>
                  <a:lnTo>
                    <a:pt x="226528" y="73463"/>
                  </a:lnTo>
                  <a:lnTo>
                    <a:pt x="190584" y="98340"/>
                  </a:lnTo>
                  <a:lnTo>
                    <a:pt x="157103" y="126287"/>
                  </a:lnTo>
                  <a:lnTo>
                    <a:pt x="126288" y="157102"/>
                  </a:lnTo>
                  <a:lnTo>
                    <a:pt x="98341" y="190583"/>
                  </a:lnTo>
                  <a:lnTo>
                    <a:pt x="73464" y="226527"/>
                  </a:lnTo>
                  <a:lnTo>
                    <a:pt x="51859" y="264733"/>
                  </a:lnTo>
                  <a:lnTo>
                    <a:pt x="33729" y="304997"/>
                  </a:lnTo>
                  <a:lnTo>
                    <a:pt x="19276" y="347118"/>
                  </a:lnTo>
                  <a:lnTo>
                    <a:pt x="8702" y="390894"/>
                  </a:lnTo>
                  <a:lnTo>
                    <a:pt x="2209" y="436122"/>
                  </a:lnTo>
                  <a:lnTo>
                    <a:pt x="0" y="482600"/>
                  </a:lnTo>
                  <a:lnTo>
                    <a:pt x="2209" y="529077"/>
                  </a:lnTo>
                  <a:lnTo>
                    <a:pt x="8702" y="574305"/>
                  </a:lnTo>
                  <a:lnTo>
                    <a:pt x="19276" y="618080"/>
                  </a:lnTo>
                  <a:lnTo>
                    <a:pt x="33729" y="660201"/>
                  </a:lnTo>
                  <a:lnTo>
                    <a:pt x="51859" y="700465"/>
                  </a:lnTo>
                  <a:lnTo>
                    <a:pt x="73464" y="738671"/>
                  </a:lnTo>
                  <a:lnTo>
                    <a:pt x="98341" y="774615"/>
                  </a:lnTo>
                  <a:lnTo>
                    <a:pt x="126288" y="808096"/>
                  </a:lnTo>
                  <a:lnTo>
                    <a:pt x="157103" y="838911"/>
                  </a:lnTo>
                  <a:lnTo>
                    <a:pt x="190584" y="866858"/>
                  </a:lnTo>
                  <a:lnTo>
                    <a:pt x="226528" y="891735"/>
                  </a:lnTo>
                  <a:lnTo>
                    <a:pt x="264734" y="913340"/>
                  </a:lnTo>
                  <a:lnTo>
                    <a:pt x="304998" y="931470"/>
                  </a:lnTo>
                  <a:lnTo>
                    <a:pt x="347119" y="945923"/>
                  </a:lnTo>
                  <a:lnTo>
                    <a:pt x="390894" y="956497"/>
                  </a:lnTo>
                  <a:lnTo>
                    <a:pt x="436122" y="962990"/>
                  </a:lnTo>
                  <a:lnTo>
                    <a:pt x="482600" y="965200"/>
                  </a:lnTo>
                  <a:lnTo>
                    <a:pt x="529077" y="962990"/>
                  </a:lnTo>
                  <a:lnTo>
                    <a:pt x="574305" y="956497"/>
                  </a:lnTo>
                  <a:lnTo>
                    <a:pt x="618080" y="945923"/>
                  </a:lnTo>
                  <a:lnTo>
                    <a:pt x="660201" y="931470"/>
                  </a:lnTo>
                  <a:lnTo>
                    <a:pt x="700465" y="913340"/>
                  </a:lnTo>
                  <a:lnTo>
                    <a:pt x="738671" y="891735"/>
                  </a:lnTo>
                  <a:lnTo>
                    <a:pt x="774615" y="866858"/>
                  </a:lnTo>
                  <a:lnTo>
                    <a:pt x="808096" y="838911"/>
                  </a:lnTo>
                  <a:lnTo>
                    <a:pt x="838911" y="808096"/>
                  </a:lnTo>
                  <a:lnTo>
                    <a:pt x="866858" y="774615"/>
                  </a:lnTo>
                  <a:lnTo>
                    <a:pt x="891735" y="738671"/>
                  </a:lnTo>
                  <a:lnTo>
                    <a:pt x="913340" y="700465"/>
                  </a:lnTo>
                  <a:lnTo>
                    <a:pt x="931470" y="660201"/>
                  </a:lnTo>
                  <a:lnTo>
                    <a:pt x="945923" y="618080"/>
                  </a:lnTo>
                  <a:lnTo>
                    <a:pt x="956497" y="574305"/>
                  </a:lnTo>
                  <a:lnTo>
                    <a:pt x="962990" y="529077"/>
                  </a:lnTo>
                  <a:lnTo>
                    <a:pt x="965200" y="482600"/>
                  </a:lnTo>
                  <a:lnTo>
                    <a:pt x="962990" y="436122"/>
                  </a:lnTo>
                  <a:lnTo>
                    <a:pt x="956497" y="390894"/>
                  </a:lnTo>
                  <a:lnTo>
                    <a:pt x="945923" y="347118"/>
                  </a:lnTo>
                  <a:lnTo>
                    <a:pt x="931470" y="304997"/>
                  </a:lnTo>
                  <a:lnTo>
                    <a:pt x="913340" y="264733"/>
                  </a:lnTo>
                  <a:lnTo>
                    <a:pt x="891735" y="226527"/>
                  </a:lnTo>
                  <a:lnTo>
                    <a:pt x="866858" y="190583"/>
                  </a:lnTo>
                  <a:lnTo>
                    <a:pt x="838911" y="157102"/>
                  </a:lnTo>
                  <a:lnTo>
                    <a:pt x="808096" y="126287"/>
                  </a:lnTo>
                  <a:lnTo>
                    <a:pt x="774615" y="98340"/>
                  </a:lnTo>
                  <a:lnTo>
                    <a:pt x="738671" y="73463"/>
                  </a:lnTo>
                  <a:lnTo>
                    <a:pt x="700465" y="51859"/>
                  </a:lnTo>
                  <a:lnTo>
                    <a:pt x="660201" y="33729"/>
                  </a:lnTo>
                  <a:lnTo>
                    <a:pt x="618080" y="19275"/>
                  </a:lnTo>
                  <a:lnTo>
                    <a:pt x="574305" y="8701"/>
                  </a:lnTo>
                  <a:lnTo>
                    <a:pt x="529077" y="2209"/>
                  </a:lnTo>
                  <a:lnTo>
                    <a:pt x="4826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9" name="object 159"/>
            <p:cNvSpPr/>
            <p:nvPr/>
          </p:nvSpPr>
          <p:spPr>
            <a:xfrm>
              <a:off x="9804400" y="5289550"/>
              <a:ext cx="965200" cy="965200"/>
            </a:xfrm>
            <a:custGeom>
              <a:avLst/>
              <a:gdLst/>
              <a:ahLst/>
              <a:cxnLst/>
              <a:rect l="l" t="t" r="r" b="b"/>
              <a:pathLst>
                <a:path w="965200" h="965200">
                  <a:moveTo>
                    <a:pt x="482600" y="965200"/>
                  </a:moveTo>
                  <a:lnTo>
                    <a:pt x="529077" y="962990"/>
                  </a:lnTo>
                  <a:lnTo>
                    <a:pt x="574305" y="956497"/>
                  </a:lnTo>
                  <a:lnTo>
                    <a:pt x="618080" y="945923"/>
                  </a:lnTo>
                  <a:lnTo>
                    <a:pt x="660201" y="931470"/>
                  </a:lnTo>
                  <a:lnTo>
                    <a:pt x="700465" y="913340"/>
                  </a:lnTo>
                  <a:lnTo>
                    <a:pt x="738671" y="891735"/>
                  </a:lnTo>
                  <a:lnTo>
                    <a:pt x="774615" y="866858"/>
                  </a:lnTo>
                  <a:lnTo>
                    <a:pt x="808096" y="838911"/>
                  </a:lnTo>
                  <a:lnTo>
                    <a:pt x="838911" y="808096"/>
                  </a:lnTo>
                  <a:lnTo>
                    <a:pt x="866858" y="774615"/>
                  </a:lnTo>
                  <a:lnTo>
                    <a:pt x="891735" y="738671"/>
                  </a:lnTo>
                  <a:lnTo>
                    <a:pt x="913340" y="700465"/>
                  </a:lnTo>
                  <a:lnTo>
                    <a:pt x="931470" y="660201"/>
                  </a:lnTo>
                  <a:lnTo>
                    <a:pt x="945923" y="618080"/>
                  </a:lnTo>
                  <a:lnTo>
                    <a:pt x="956497" y="574305"/>
                  </a:lnTo>
                  <a:lnTo>
                    <a:pt x="962990" y="529077"/>
                  </a:lnTo>
                  <a:lnTo>
                    <a:pt x="965200" y="482600"/>
                  </a:lnTo>
                  <a:lnTo>
                    <a:pt x="962990" y="436122"/>
                  </a:lnTo>
                  <a:lnTo>
                    <a:pt x="956497" y="390894"/>
                  </a:lnTo>
                  <a:lnTo>
                    <a:pt x="945923" y="347119"/>
                  </a:lnTo>
                  <a:lnTo>
                    <a:pt x="931470" y="304998"/>
                  </a:lnTo>
                  <a:lnTo>
                    <a:pt x="913340" y="264734"/>
                  </a:lnTo>
                  <a:lnTo>
                    <a:pt x="891735" y="226528"/>
                  </a:lnTo>
                  <a:lnTo>
                    <a:pt x="866858" y="190584"/>
                  </a:lnTo>
                  <a:lnTo>
                    <a:pt x="838911" y="157103"/>
                  </a:lnTo>
                  <a:lnTo>
                    <a:pt x="808096" y="126288"/>
                  </a:lnTo>
                  <a:lnTo>
                    <a:pt x="774615" y="98341"/>
                  </a:lnTo>
                  <a:lnTo>
                    <a:pt x="738671" y="73464"/>
                  </a:lnTo>
                  <a:lnTo>
                    <a:pt x="700465" y="51859"/>
                  </a:lnTo>
                  <a:lnTo>
                    <a:pt x="660201" y="33729"/>
                  </a:lnTo>
                  <a:lnTo>
                    <a:pt x="618080" y="19276"/>
                  </a:lnTo>
                  <a:lnTo>
                    <a:pt x="574305" y="8702"/>
                  </a:lnTo>
                  <a:lnTo>
                    <a:pt x="529077" y="2209"/>
                  </a:lnTo>
                  <a:lnTo>
                    <a:pt x="482600" y="0"/>
                  </a:lnTo>
                  <a:lnTo>
                    <a:pt x="436122" y="2209"/>
                  </a:lnTo>
                  <a:lnTo>
                    <a:pt x="390894" y="8702"/>
                  </a:lnTo>
                  <a:lnTo>
                    <a:pt x="347119" y="19276"/>
                  </a:lnTo>
                  <a:lnTo>
                    <a:pt x="304998" y="33729"/>
                  </a:lnTo>
                  <a:lnTo>
                    <a:pt x="264734" y="51859"/>
                  </a:lnTo>
                  <a:lnTo>
                    <a:pt x="226528" y="73464"/>
                  </a:lnTo>
                  <a:lnTo>
                    <a:pt x="190584" y="98341"/>
                  </a:lnTo>
                  <a:lnTo>
                    <a:pt x="157103" y="126288"/>
                  </a:lnTo>
                  <a:lnTo>
                    <a:pt x="126288" y="157103"/>
                  </a:lnTo>
                  <a:lnTo>
                    <a:pt x="98341" y="190584"/>
                  </a:lnTo>
                  <a:lnTo>
                    <a:pt x="73464" y="226528"/>
                  </a:lnTo>
                  <a:lnTo>
                    <a:pt x="51859" y="264734"/>
                  </a:lnTo>
                  <a:lnTo>
                    <a:pt x="33729" y="304998"/>
                  </a:lnTo>
                  <a:lnTo>
                    <a:pt x="19276" y="347119"/>
                  </a:lnTo>
                  <a:lnTo>
                    <a:pt x="8702" y="390894"/>
                  </a:lnTo>
                  <a:lnTo>
                    <a:pt x="2209" y="436122"/>
                  </a:lnTo>
                  <a:lnTo>
                    <a:pt x="0" y="482600"/>
                  </a:lnTo>
                  <a:lnTo>
                    <a:pt x="2209" y="529077"/>
                  </a:lnTo>
                  <a:lnTo>
                    <a:pt x="8702" y="574305"/>
                  </a:lnTo>
                  <a:lnTo>
                    <a:pt x="19276" y="618080"/>
                  </a:lnTo>
                  <a:lnTo>
                    <a:pt x="33729" y="660201"/>
                  </a:lnTo>
                  <a:lnTo>
                    <a:pt x="51859" y="700465"/>
                  </a:lnTo>
                  <a:lnTo>
                    <a:pt x="73464" y="738671"/>
                  </a:lnTo>
                  <a:lnTo>
                    <a:pt x="98341" y="774615"/>
                  </a:lnTo>
                  <a:lnTo>
                    <a:pt x="126288" y="808096"/>
                  </a:lnTo>
                  <a:lnTo>
                    <a:pt x="157103" y="838911"/>
                  </a:lnTo>
                  <a:lnTo>
                    <a:pt x="190584" y="866858"/>
                  </a:lnTo>
                  <a:lnTo>
                    <a:pt x="226528" y="891735"/>
                  </a:lnTo>
                  <a:lnTo>
                    <a:pt x="264734" y="913340"/>
                  </a:lnTo>
                  <a:lnTo>
                    <a:pt x="304998" y="931470"/>
                  </a:lnTo>
                  <a:lnTo>
                    <a:pt x="347119" y="945923"/>
                  </a:lnTo>
                  <a:lnTo>
                    <a:pt x="390894" y="956497"/>
                  </a:lnTo>
                  <a:lnTo>
                    <a:pt x="436122" y="962990"/>
                  </a:lnTo>
                  <a:lnTo>
                    <a:pt x="482600" y="965200"/>
                  </a:lnTo>
                  <a:close/>
                </a:path>
              </a:pathLst>
            </a:custGeom>
            <a:ln w="254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60" name="object 160"/>
            <p:cNvSpPr/>
            <p:nvPr/>
          </p:nvSpPr>
          <p:spPr>
            <a:xfrm>
              <a:off x="10845800" y="5289550"/>
              <a:ext cx="965200" cy="965200"/>
            </a:xfrm>
            <a:custGeom>
              <a:avLst/>
              <a:gdLst/>
              <a:ahLst/>
              <a:cxnLst/>
              <a:rect l="l" t="t" r="r" b="b"/>
              <a:pathLst>
                <a:path w="965200" h="965200">
                  <a:moveTo>
                    <a:pt x="482600" y="0"/>
                  </a:moveTo>
                  <a:lnTo>
                    <a:pt x="436122" y="2209"/>
                  </a:lnTo>
                  <a:lnTo>
                    <a:pt x="390894" y="8701"/>
                  </a:lnTo>
                  <a:lnTo>
                    <a:pt x="347119" y="19275"/>
                  </a:lnTo>
                  <a:lnTo>
                    <a:pt x="304998" y="33729"/>
                  </a:lnTo>
                  <a:lnTo>
                    <a:pt x="264734" y="51859"/>
                  </a:lnTo>
                  <a:lnTo>
                    <a:pt x="226528" y="73463"/>
                  </a:lnTo>
                  <a:lnTo>
                    <a:pt x="190584" y="98340"/>
                  </a:lnTo>
                  <a:lnTo>
                    <a:pt x="157103" y="126287"/>
                  </a:lnTo>
                  <a:lnTo>
                    <a:pt x="126288" y="157102"/>
                  </a:lnTo>
                  <a:lnTo>
                    <a:pt x="98341" y="190583"/>
                  </a:lnTo>
                  <a:lnTo>
                    <a:pt x="73464" y="226527"/>
                  </a:lnTo>
                  <a:lnTo>
                    <a:pt x="51859" y="264733"/>
                  </a:lnTo>
                  <a:lnTo>
                    <a:pt x="33729" y="304997"/>
                  </a:lnTo>
                  <a:lnTo>
                    <a:pt x="19276" y="347118"/>
                  </a:lnTo>
                  <a:lnTo>
                    <a:pt x="8702" y="390894"/>
                  </a:lnTo>
                  <a:lnTo>
                    <a:pt x="2209" y="436122"/>
                  </a:lnTo>
                  <a:lnTo>
                    <a:pt x="0" y="482600"/>
                  </a:lnTo>
                  <a:lnTo>
                    <a:pt x="2209" y="529077"/>
                  </a:lnTo>
                  <a:lnTo>
                    <a:pt x="8702" y="574305"/>
                  </a:lnTo>
                  <a:lnTo>
                    <a:pt x="19276" y="618080"/>
                  </a:lnTo>
                  <a:lnTo>
                    <a:pt x="33729" y="660201"/>
                  </a:lnTo>
                  <a:lnTo>
                    <a:pt x="51859" y="700465"/>
                  </a:lnTo>
                  <a:lnTo>
                    <a:pt x="73464" y="738671"/>
                  </a:lnTo>
                  <a:lnTo>
                    <a:pt x="98341" y="774615"/>
                  </a:lnTo>
                  <a:lnTo>
                    <a:pt x="126288" y="808096"/>
                  </a:lnTo>
                  <a:lnTo>
                    <a:pt x="157103" y="838911"/>
                  </a:lnTo>
                  <a:lnTo>
                    <a:pt x="190584" y="866858"/>
                  </a:lnTo>
                  <a:lnTo>
                    <a:pt x="226528" y="891735"/>
                  </a:lnTo>
                  <a:lnTo>
                    <a:pt x="264734" y="913340"/>
                  </a:lnTo>
                  <a:lnTo>
                    <a:pt x="304998" y="931470"/>
                  </a:lnTo>
                  <a:lnTo>
                    <a:pt x="347119" y="945923"/>
                  </a:lnTo>
                  <a:lnTo>
                    <a:pt x="390894" y="956497"/>
                  </a:lnTo>
                  <a:lnTo>
                    <a:pt x="436122" y="962990"/>
                  </a:lnTo>
                  <a:lnTo>
                    <a:pt x="482600" y="965200"/>
                  </a:lnTo>
                  <a:lnTo>
                    <a:pt x="529077" y="962990"/>
                  </a:lnTo>
                  <a:lnTo>
                    <a:pt x="574305" y="956497"/>
                  </a:lnTo>
                  <a:lnTo>
                    <a:pt x="618080" y="945923"/>
                  </a:lnTo>
                  <a:lnTo>
                    <a:pt x="660201" y="931470"/>
                  </a:lnTo>
                  <a:lnTo>
                    <a:pt x="700465" y="913340"/>
                  </a:lnTo>
                  <a:lnTo>
                    <a:pt x="738671" y="891735"/>
                  </a:lnTo>
                  <a:lnTo>
                    <a:pt x="774615" y="866858"/>
                  </a:lnTo>
                  <a:lnTo>
                    <a:pt x="808096" y="838911"/>
                  </a:lnTo>
                  <a:lnTo>
                    <a:pt x="838911" y="808096"/>
                  </a:lnTo>
                  <a:lnTo>
                    <a:pt x="866858" y="774615"/>
                  </a:lnTo>
                  <a:lnTo>
                    <a:pt x="891735" y="738671"/>
                  </a:lnTo>
                  <a:lnTo>
                    <a:pt x="913340" y="700465"/>
                  </a:lnTo>
                  <a:lnTo>
                    <a:pt x="931470" y="660201"/>
                  </a:lnTo>
                  <a:lnTo>
                    <a:pt x="945923" y="618080"/>
                  </a:lnTo>
                  <a:lnTo>
                    <a:pt x="956497" y="574305"/>
                  </a:lnTo>
                  <a:lnTo>
                    <a:pt x="962990" y="529077"/>
                  </a:lnTo>
                  <a:lnTo>
                    <a:pt x="965200" y="482600"/>
                  </a:lnTo>
                  <a:lnTo>
                    <a:pt x="962990" y="436122"/>
                  </a:lnTo>
                  <a:lnTo>
                    <a:pt x="956497" y="390894"/>
                  </a:lnTo>
                  <a:lnTo>
                    <a:pt x="945923" y="347118"/>
                  </a:lnTo>
                  <a:lnTo>
                    <a:pt x="931470" y="304997"/>
                  </a:lnTo>
                  <a:lnTo>
                    <a:pt x="913340" y="264733"/>
                  </a:lnTo>
                  <a:lnTo>
                    <a:pt x="891735" y="226527"/>
                  </a:lnTo>
                  <a:lnTo>
                    <a:pt x="866858" y="190583"/>
                  </a:lnTo>
                  <a:lnTo>
                    <a:pt x="838911" y="157102"/>
                  </a:lnTo>
                  <a:lnTo>
                    <a:pt x="808096" y="126287"/>
                  </a:lnTo>
                  <a:lnTo>
                    <a:pt x="774615" y="98340"/>
                  </a:lnTo>
                  <a:lnTo>
                    <a:pt x="738671" y="73463"/>
                  </a:lnTo>
                  <a:lnTo>
                    <a:pt x="700465" y="51859"/>
                  </a:lnTo>
                  <a:lnTo>
                    <a:pt x="660201" y="33729"/>
                  </a:lnTo>
                  <a:lnTo>
                    <a:pt x="618080" y="19275"/>
                  </a:lnTo>
                  <a:lnTo>
                    <a:pt x="574305" y="8701"/>
                  </a:lnTo>
                  <a:lnTo>
                    <a:pt x="529077" y="2209"/>
                  </a:lnTo>
                  <a:lnTo>
                    <a:pt x="4826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61" name="object 161"/>
            <p:cNvSpPr/>
            <p:nvPr/>
          </p:nvSpPr>
          <p:spPr>
            <a:xfrm>
              <a:off x="10845800" y="5289550"/>
              <a:ext cx="965200" cy="965200"/>
            </a:xfrm>
            <a:custGeom>
              <a:avLst/>
              <a:gdLst/>
              <a:ahLst/>
              <a:cxnLst/>
              <a:rect l="l" t="t" r="r" b="b"/>
              <a:pathLst>
                <a:path w="965200" h="965200">
                  <a:moveTo>
                    <a:pt x="482600" y="965200"/>
                  </a:moveTo>
                  <a:lnTo>
                    <a:pt x="529077" y="962990"/>
                  </a:lnTo>
                  <a:lnTo>
                    <a:pt x="574305" y="956497"/>
                  </a:lnTo>
                  <a:lnTo>
                    <a:pt x="618080" y="945923"/>
                  </a:lnTo>
                  <a:lnTo>
                    <a:pt x="660201" y="931470"/>
                  </a:lnTo>
                  <a:lnTo>
                    <a:pt x="700465" y="913340"/>
                  </a:lnTo>
                  <a:lnTo>
                    <a:pt x="738671" y="891735"/>
                  </a:lnTo>
                  <a:lnTo>
                    <a:pt x="774615" y="866858"/>
                  </a:lnTo>
                  <a:lnTo>
                    <a:pt x="808096" y="838911"/>
                  </a:lnTo>
                  <a:lnTo>
                    <a:pt x="838911" y="808096"/>
                  </a:lnTo>
                  <a:lnTo>
                    <a:pt x="866858" y="774615"/>
                  </a:lnTo>
                  <a:lnTo>
                    <a:pt x="891735" y="738671"/>
                  </a:lnTo>
                  <a:lnTo>
                    <a:pt x="913340" y="700465"/>
                  </a:lnTo>
                  <a:lnTo>
                    <a:pt x="931470" y="660201"/>
                  </a:lnTo>
                  <a:lnTo>
                    <a:pt x="945923" y="618080"/>
                  </a:lnTo>
                  <a:lnTo>
                    <a:pt x="956497" y="574305"/>
                  </a:lnTo>
                  <a:lnTo>
                    <a:pt x="962990" y="529077"/>
                  </a:lnTo>
                  <a:lnTo>
                    <a:pt x="965200" y="482600"/>
                  </a:lnTo>
                  <a:lnTo>
                    <a:pt x="962990" y="436122"/>
                  </a:lnTo>
                  <a:lnTo>
                    <a:pt x="956497" y="390894"/>
                  </a:lnTo>
                  <a:lnTo>
                    <a:pt x="945923" y="347119"/>
                  </a:lnTo>
                  <a:lnTo>
                    <a:pt x="931470" y="304998"/>
                  </a:lnTo>
                  <a:lnTo>
                    <a:pt x="913340" y="264734"/>
                  </a:lnTo>
                  <a:lnTo>
                    <a:pt x="891735" y="226528"/>
                  </a:lnTo>
                  <a:lnTo>
                    <a:pt x="866858" y="190584"/>
                  </a:lnTo>
                  <a:lnTo>
                    <a:pt x="838911" y="157103"/>
                  </a:lnTo>
                  <a:lnTo>
                    <a:pt x="808096" y="126288"/>
                  </a:lnTo>
                  <a:lnTo>
                    <a:pt x="774615" y="98341"/>
                  </a:lnTo>
                  <a:lnTo>
                    <a:pt x="738671" y="73464"/>
                  </a:lnTo>
                  <a:lnTo>
                    <a:pt x="700465" y="51859"/>
                  </a:lnTo>
                  <a:lnTo>
                    <a:pt x="660201" y="33729"/>
                  </a:lnTo>
                  <a:lnTo>
                    <a:pt x="618080" y="19276"/>
                  </a:lnTo>
                  <a:lnTo>
                    <a:pt x="574305" y="8702"/>
                  </a:lnTo>
                  <a:lnTo>
                    <a:pt x="529077" y="2209"/>
                  </a:lnTo>
                  <a:lnTo>
                    <a:pt x="482600" y="0"/>
                  </a:lnTo>
                  <a:lnTo>
                    <a:pt x="436122" y="2209"/>
                  </a:lnTo>
                  <a:lnTo>
                    <a:pt x="390894" y="8702"/>
                  </a:lnTo>
                  <a:lnTo>
                    <a:pt x="347119" y="19276"/>
                  </a:lnTo>
                  <a:lnTo>
                    <a:pt x="304998" y="33729"/>
                  </a:lnTo>
                  <a:lnTo>
                    <a:pt x="264734" y="51859"/>
                  </a:lnTo>
                  <a:lnTo>
                    <a:pt x="226528" y="73464"/>
                  </a:lnTo>
                  <a:lnTo>
                    <a:pt x="190584" y="98341"/>
                  </a:lnTo>
                  <a:lnTo>
                    <a:pt x="157103" y="126288"/>
                  </a:lnTo>
                  <a:lnTo>
                    <a:pt x="126288" y="157103"/>
                  </a:lnTo>
                  <a:lnTo>
                    <a:pt x="98341" y="190584"/>
                  </a:lnTo>
                  <a:lnTo>
                    <a:pt x="73464" y="226528"/>
                  </a:lnTo>
                  <a:lnTo>
                    <a:pt x="51859" y="264734"/>
                  </a:lnTo>
                  <a:lnTo>
                    <a:pt x="33729" y="304998"/>
                  </a:lnTo>
                  <a:lnTo>
                    <a:pt x="19276" y="347119"/>
                  </a:lnTo>
                  <a:lnTo>
                    <a:pt x="8702" y="390894"/>
                  </a:lnTo>
                  <a:lnTo>
                    <a:pt x="2209" y="436122"/>
                  </a:lnTo>
                  <a:lnTo>
                    <a:pt x="0" y="482600"/>
                  </a:lnTo>
                  <a:lnTo>
                    <a:pt x="2209" y="529077"/>
                  </a:lnTo>
                  <a:lnTo>
                    <a:pt x="8702" y="574305"/>
                  </a:lnTo>
                  <a:lnTo>
                    <a:pt x="19276" y="618080"/>
                  </a:lnTo>
                  <a:lnTo>
                    <a:pt x="33729" y="660201"/>
                  </a:lnTo>
                  <a:lnTo>
                    <a:pt x="51859" y="700465"/>
                  </a:lnTo>
                  <a:lnTo>
                    <a:pt x="73464" y="738671"/>
                  </a:lnTo>
                  <a:lnTo>
                    <a:pt x="98341" y="774615"/>
                  </a:lnTo>
                  <a:lnTo>
                    <a:pt x="126288" y="808096"/>
                  </a:lnTo>
                  <a:lnTo>
                    <a:pt x="157103" y="838911"/>
                  </a:lnTo>
                  <a:lnTo>
                    <a:pt x="190584" y="866858"/>
                  </a:lnTo>
                  <a:lnTo>
                    <a:pt x="226528" y="891735"/>
                  </a:lnTo>
                  <a:lnTo>
                    <a:pt x="264734" y="913340"/>
                  </a:lnTo>
                  <a:lnTo>
                    <a:pt x="304998" y="931470"/>
                  </a:lnTo>
                  <a:lnTo>
                    <a:pt x="347119" y="945923"/>
                  </a:lnTo>
                  <a:lnTo>
                    <a:pt x="390894" y="956497"/>
                  </a:lnTo>
                  <a:lnTo>
                    <a:pt x="436122" y="962990"/>
                  </a:lnTo>
                  <a:lnTo>
                    <a:pt x="482600" y="965200"/>
                  </a:lnTo>
                  <a:close/>
                </a:path>
              </a:pathLst>
            </a:custGeom>
            <a:ln w="254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62" name="object 162"/>
          <p:cNvSpPr txBox="1"/>
          <p:nvPr/>
        </p:nvSpPr>
        <p:spPr>
          <a:xfrm>
            <a:off x="5080121" y="2790825"/>
            <a:ext cx="139700" cy="167640"/>
          </a:xfrm>
          <a:prstGeom prst="rect">
            <a:avLst/>
          </a:prstGeom>
        </p:spPr>
        <p:txBody>
          <a:bodyPr vert="horz" wrap="square" lIns="0" tIns="6350" rIns="0" bIns="0" rtlCol="0">
            <a:spAutoFit/>
          </a:bodyPr>
          <a:lstStyle/>
          <a:p>
            <a:pPr>
              <a:spcBef>
                <a:spcPts val="50"/>
              </a:spcBef>
            </a:pPr>
            <a:r>
              <a:rPr sz="1050" dirty="0">
                <a:solidFill>
                  <a:srgbClr val="FFFFFF"/>
                </a:solidFill>
                <a:latin typeface="江城圆体 400W" panose="020B0800000000000000" pitchFamily="34" charset="-128"/>
                <a:ea typeface="江城圆体 400W" panose="020B0800000000000000" pitchFamily="34" charset="-128"/>
                <a:cs typeface="Microsoft JhengHei"/>
              </a:rPr>
              <a:t>你</a:t>
            </a:r>
            <a:endParaRPr sz="1050">
              <a:latin typeface="江城圆体 400W" panose="020B0800000000000000" pitchFamily="34" charset="-128"/>
              <a:ea typeface="江城圆体 400W" panose="020B0800000000000000" pitchFamily="34" charset="-128"/>
              <a:cs typeface="Microsoft JhengHei"/>
            </a:endParaRPr>
          </a:p>
        </p:txBody>
      </p:sp>
      <p:sp>
        <p:nvSpPr>
          <p:cNvPr id="163" name="object 163"/>
          <p:cNvSpPr txBox="1"/>
          <p:nvPr/>
        </p:nvSpPr>
        <p:spPr>
          <a:xfrm>
            <a:off x="5600821" y="2790825"/>
            <a:ext cx="139700" cy="167640"/>
          </a:xfrm>
          <a:prstGeom prst="rect">
            <a:avLst/>
          </a:prstGeom>
        </p:spPr>
        <p:txBody>
          <a:bodyPr vert="horz" wrap="square" lIns="0" tIns="6350" rIns="0" bIns="0" rtlCol="0">
            <a:spAutoFit/>
          </a:bodyPr>
          <a:lstStyle/>
          <a:p>
            <a:pPr>
              <a:spcBef>
                <a:spcPts val="50"/>
              </a:spcBef>
            </a:pPr>
            <a:r>
              <a:rPr sz="1050" dirty="0">
                <a:solidFill>
                  <a:srgbClr val="FFFFFF"/>
                </a:solidFill>
                <a:latin typeface="江城圆体 400W" panose="020B0800000000000000" pitchFamily="34" charset="-128"/>
                <a:ea typeface="江城圆体 400W" panose="020B0800000000000000" pitchFamily="34" charset="-128"/>
                <a:cs typeface="Microsoft JhengHei"/>
              </a:rPr>
              <a:t>我</a:t>
            </a:r>
            <a:endParaRPr sz="1050">
              <a:latin typeface="江城圆体 400W" panose="020B0800000000000000" pitchFamily="34" charset="-128"/>
              <a:ea typeface="江城圆体 400W" panose="020B0800000000000000" pitchFamily="34" charset="-128"/>
              <a:cs typeface="Microsoft JhengHei"/>
            </a:endParaRPr>
          </a:p>
        </p:txBody>
      </p:sp>
      <p:sp>
        <p:nvSpPr>
          <p:cNvPr id="164" name="object 164"/>
          <p:cNvSpPr txBox="1"/>
          <p:nvPr/>
        </p:nvSpPr>
        <p:spPr>
          <a:xfrm>
            <a:off x="5169385" y="3209925"/>
            <a:ext cx="538798" cy="167640"/>
          </a:xfrm>
          <a:prstGeom prst="rect">
            <a:avLst/>
          </a:prstGeom>
        </p:spPr>
        <p:txBody>
          <a:bodyPr vert="horz" wrap="square" lIns="0" tIns="6350" rIns="0" bIns="0" rtlCol="0">
            <a:spAutoFit/>
          </a:bodyPr>
          <a:lstStyle/>
          <a:p>
            <a:pPr>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Microsoft JhengHei"/>
              </a:rPr>
              <a:t>利人利己</a:t>
            </a:r>
            <a:endParaRPr sz="1050">
              <a:latin typeface="江城圆体 400W" panose="020B0800000000000000" pitchFamily="34" charset="-128"/>
              <a:ea typeface="江城圆体 400W" panose="020B0800000000000000" pitchFamily="34" charset="-128"/>
              <a:cs typeface="Microsoft JhengHei"/>
            </a:endParaRPr>
          </a:p>
        </p:txBody>
      </p:sp>
      <p:grpSp>
        <p:nvGrpSpPr>
          <p:cNvPr id="165" name="object 165"/>
          <p:cNvGrpSpPr/>
          <p:nvPr/>
        </p:nvGrpSpPr>
        <p:grpSpPr>
          <a:xfrm>
            <a:off x="3797300" y="3438525"/>
            <a:ext cx="2095500" cy="749300"/>
            <a:chOff x="7594600" y="6877050"/>
            <a:chExt cx="4191000" cy="1498600"/>
          </a:xfrm>
        </p:grpSpPr>
        <p:sp>
          <p:nvSpPr>
            <p:cNvPr id="166" name="object 166"/>
            <p:cNvSpPr/>
            <p:nvPr/>
          </p:nvSpPr>
          <p:spPr>
            <a:xfrm>
              <a:off x="10073608" y="6889750"/>
              <a:ext cx="1699895" cy="0"/>
            </a:xfrm>
            <a:custGeom>
              <a:avLst/>
              <a:gdLst/>
              <a:ahLst/>
              <a:cxnLst/>
              <a:rect l="l" t="t" r="r" b="b"/>
              <a:pathLst>
                <a:path w="1699895">
                  <a:moveTo>
                    <a:pt x="0" y="0"/>
                  </a:moveTo>
                  <a:lnTo>
                    <a:pt x="16992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67" name="object 167"/>
            <p:cNvSpPr/>
            <p:nvPr/>
          </p:nvSpPr>
          <p:spPr>
            <a:xfrm>
              <a:off x="9882134" y="6889750"/>
              <a:ext cx="53975" cy="0"/>
            </a:xfrm>
            <a:custGeom>
              <a:avLst/>
              <a:gdLst/>
              <a:ahLst/>
              <a:cxnLst/>
              <a:rect l="l" t="t" r="r" b="b"/>
              <a:pathLst>
                <a:path w="53975">
                  <a:moveTo>
                    <a:pt x="0" y="0"/>
                  </a:moveTo>
                  <a:lnTo>
                    <a:pt x="53867"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168" name="object 168"/>
            <p:cNvPicPr/>
            <p:nvPr/>
          </p:nvPicPr>
          <p:blipFill>
            <a:blip r:embed="rId12" cstate="print"/>
            <a:stretch>
              <a:fillRect/>
            </a:stretch>
          </p:blipFill>
          <p:spPr>
            <a:xfrm>
              <a:off x="8483600" y="7575550"/>
              <a:ext cx="88900" cy="622300"/>
            </a:xfrm>
            <a:prstGeom prst="rect">
              <a:avLst/>
            </a:prstGeom>
          </p:spPr>
        </p:pic>
        <p:pic>
          <p:nvPicPr>
            <p:cNvPr id="169" name="object 169"/>
            <p:cNvPicPr/>
            <p:nvPr/>
          </p:nvPicPr>
          <p:blipFill>
            <a:blip r:embed="rId13" cstate="print"/>
            <a:stretch>
              <a:fillRect/>
            </a:stretch>
          </p:blipFill>
          <p:spPr>
            <a:xfrm>
              <a:off x="8394700" y="7486650"/>
              <a:ext cx="88900" cy="800100"/>
            </a:xfrm>
            <a:prstGeom prst="rect">
              <a:avLst/>
            </a:prstGeom>
          </p:spPr>
        </p:pic>
        <p:pic>
          <p:nvPicPr>
            <p:cNvPr id="170" name="object 170"/>
            <p:cNvPicPr/>
            <p:nvPr/>
          </p:nvPicPr>
          <p:blipFill>
            <a:blip r:embed="rId14" cstate="print"/>
            <a:stretch>
              <a:fillRect/>
            </a:stretch>
          </p:blipFill>
          <p:spPr>
            <a:xfrm>
              <a:off x="8305800" y="7397750"/>
              <a:ext cx="88900" cy="965200"/>
            </a:xfrm>
            <a:prstGeom prst="rect">
              <a:avLst/>
            </a:prstGeom>
          </p:spPr>
        </p:pic>
        <p:pic>
          <p:nvPicPr>
            <p:cNvPr id="171" name="object 171"/>
            <p:cNvPicPr/>
            <p:nvPr/>
          </p:nvPicPr>
          <p:blipFill>
            <a:blip r:embed="rId15" cstate="print"/>
            <a:stretch>
              <a:fillRect/>
            </a:stretch>
          </p:blipFill>
          <p:spPr>
            <a:xfrm>
              <a:off x="8216900" y="7397750"/>
              <a:ext cx="88900" cy="965200"/>
            </a:xfrm>
            <a:prstGeom prst="rect">
              <a:avLst/>
            </a:prstGeom>
          </p:spPr>
        </p:pic>
        <p:pic>
          <p:nvPicPr>
            <p:cNvPr id="172" name="object 172"/>
            <p:cNvPicPr/>
            <p:nvPr/>
          </p:nvPicPr>
          <p:blipFill>
            <a:blip r:embed="rId16" cstate="print"/>
            <a:stretch>
              <a:fillRect/>
            </a:stretch>
          </p:blipFill>
          <p:spPr>
            <a:xfrm>
              <a:off x="8128000" y="7397750"/>
              <a:ext cx="88900" cy="965200"/>
            </a:xfrm>
            <a:prstGeom prst="rect">
              <a:avLst/>
            </a:prstGeom>
          </p:spPr>
        </p:pic>
        <p:pic>
          <p:nvPicPr>
            <p:cNvPr id="173" name="object 173"/>
            <p:cNvPicPr/>
            <p:nvPr/>
          </p:nvPicPr>
          <p:blipFill>
            <a:blip r:embed="rId17" cstate="print"/>
            <a:stretch>
              <a:fillRect/>
            </a:stretch>
          </p:blipFill>
          <p:spPr>
            <a:xfrm>
              <a:off x="8039100" y="7397750"/>
              <a:ext cx="88900" cy="965200"/>
            </a:xfrm>
            <a:prstGeom prst="rect">
              <a:avLst/>
            </a:prstGeom>
          </p:spPr>
        </p:pic>
        <p:pic>
          <p:nvPicPr>
            <p:cNvPr id="174" name="object 174"/>
            <p:cNvPicPr/>
            <p:nvPr/>
          </p:nvPicPr>
          <p:blipFill>
            <a:blip r:embed="rId18" cstate="print"/>
            <a:stretch>
              <a:fillRect/>
            </a:stretch>
          </p:blipFill>
          <p:spPr>
            <a:xfrm>
              <a:off x="7950200" y="7397750"/>
              <a:ext cx="88900" cy="965200"/>
            </a:xfrm>
            <a:prstGeom prst="rect">
              <a:avLst/>
            </a:prstGeom>
          </p:spPr>
        </p:pic>
        <p:pic>
          <p:nvPicPr>
            <p:cNvPr id="175" name="object 175"/>
            <p:cNvPicPr/>
            <p:nvPr/>
          </p:nvPicPr>
          <p:blipFill>
            <a:blip r:embed="rId19" cstate="print"/>
            <a:stretch>
              <a:fillRect/>
            </a:stretch>
          </p:blipFill>
          <p:spPr>
            <a:xfrm>
              <a:off x="7861300" y="7397750"/>
              <a:ext cx="88900" cy="965200"/>
            </a:xfrm>
            <a:prstGeom prst="rect">
              <a:avLst/>
            </a:prstGeom>
          </p:spPr>
        </p:pic>
        <p:pic>
          <p:nvPicPr>
            <p:cNvPr id="176" name="object 176"/>
            <p:cNvPicPr/>
            <p:nvPr/>
          </p:nvPicPr>
          <p:blipFill>
            <a:blip r:embed="rId20" cstate="print"/>
            <a:stretch>
              <a:fillRect/>
            </a:stretch>
          </p:blipFill>
          <p:spPr>
            <a:xfrm>
              <a:off x="7772400" y="7397750"/>
              <a:ext cx="88900" cy="965200"/>
            </a:xfrm>
            <a:prstGeom prst="rect">
              <a:avLst/>
            </a:prstGeom>
          </p:spPr>
        </p:pic>
        <p:pic>
          <p:nvPicPr>
            <p:cNvPr id="177" name="object 177"/>
            <p:cNvPicPr/>
            <p:nvPr/>
          </p:nvPicPr>
          <p:blipFill>
            <a:blip r:embed="rId21" cstate="print"/>
            <a:stretch>
              <a:fillRect/>
            </a:stretch>
          </p:blipFill>
          <p:spPr>
            <a:xfrm>
              <a:off x="7683500" y="7486650"/>
              <a:ext cx="88900" cy="800100"/>
            </a:xfrm>
            <a:prstGeom prst="rect">
              <a:avLst/>
            </a:prstGeom>
          </p:spPr>
        </p:pic>
        <p:pic>
          <p:nvPicPr>
            <p:cNvPr id="178" name="object 178"/>
            <p:cNvPicPr/>
            <p:nvPr/>
          </p:nvPicPr>
          <p:blipFill>
            <a:blip r:embed="rId22" cstate="print"/>
            <a:stretch>
              <a:fillRect/>
            </a:stretch>
          </p:blipFill>
          <p:spPr>
            <a:xfrm>
              <a:off x="7607300" y="7575550"/>
              <a:ext cx="76200" cy="622300"/>
            </a:xfrm>
            <a:prstGeom prst="rect">
              <a:avLst/>
            </a:prstGeom>
          </p:spPr>
        </p:pic>
        <p:sp>
          <p:nvSpPr>
            <p:cNvPr id="179" name="object 179"/>
            <p:cNvSpPr/>
            <p:nvPr/>
          </p:nvSpPr>
          <p:spPr>
            <a:xfrm>
              <a:off x="7607300" y="7397750"/>
              <a:ext cx="965200" cy="965200"/>
            </a:xfrm>
            <a:custGeom>
              <a:avLst/>
              <a:gdLst/>
              <a:ahLst/>
              <a:cxnLst/>
              <a:rect l="l" t="t" r="r" b="b"/>
              <a:pathLst>
                <a:path w="965200" h="965200">
                  <a:moveTo>
                    <a:pt x="482600" y="965200"/>
                  </a:moveTo>
                  <a:lnTo>
                    <a:pt x="436122" y="962990"/>
                  </a:lnTo>
                  <a:lnTo>
                    <a:pt x="390894" y="956497"/>
                  </a:lnTo>
                  <a:lnTo>
                    <a:pt x="347119" y="945923"/>
                  </a:lnTo>
                  <a:lnTo>
                    <a:pt x="304998" y="931470"/>
                  </a:lnTo>
                  <a:lnTo>
                    <a:pt x="264734" y="913340"/>
                  </a:lnTo>
                  <a:lnTo>
                    <a:pt x="226528" y="891735"/>
                  </a:lnTo>
                  <a:lnTo>
                    <a:pt x="190584" y="866858"/>
                  </a:lnTo>
                  <a:lnTo>
                    <a:pt x="157103" y="838911"/>
                  </a:lnTo>
                  <a:lnTo>
                    <a:pt x="126288" y="808096"/>
                  </a:lnTo>
                  <a:lnTo>
                    <a:pt x="98341" y="774615"/>
                  </a:lnTo>
                  <a:lnTo>
                    <a:pt x="73464" y="738671"/>
                  </a:lnTo>
                  <a:lnTo>
                    <a:pt x="51859" y="700465"/>
                  </a:lnTo>
                  <a:lnTo>
                    <a:pt x="33729" y="660201"/>
                  </a:lnTo>
                  <a:lnTo>
                    <a:pt x="19276" y="618080"/>
                  </a:lnTo>
                  <a:lnTo>
                    <a:pt x="8702" y="574305"/>
                  </a:lnTo>
                  <a:lnTo>
                    <a:pt x="2209" y="529077"/>
                  </a:lnTo>
                  <a:lnTo>
                    <a:pt x="0" y="482600"/>
                  </a:lnTo>
                  <a:lnTo>
                    <a:pt x="2209" y="436122"/>
                  </a:lnTo>
                  <a:lnTo>
                    <a:pt x="8702" y="390894"/>
                  </a:lnTo>
                  <a:lnTo>
                    <a:pt x="19276" y="347119"/>
                  </a:lnTo>
                  <a:lnTo>
                    <a:pt x="33729" y="304998"/>
                  </a:lnTo>
                  <a:lnTo>
                    <a:pt x="51859" y="264734"/>
                  </a:lnTo>
                  <a:lnTo>
                    <a:pt x="73464" y="226528"/>
                  </a:lnTo>
                  <a:lnTo>
                    <a:pt x="98341" y="190584"/>
                  </a:lnTo>
                  <a:lnTo>
                    <a:pt x="126288" y="157103"/>
                  </a:lnTo>
                  <a:lnTo>
                    <a:pt x="157103" y="126288"/>
                  </a:lnTo>
                  <a:lnTo>
                    <a:pt x="190584" y="98341"/>
                  </a:lnTo>
                  <a:lnTo>
                    <a:pt x="226528" y="73464"/>
                  </a:lnTo>
                  <a:lnTo>
                    <a:pt x="264734" y="51859"/>
                  </a:lnTo>
                  <a:lnTo>
                    <a:pt x="304998" y="33729"/>
                  </a:lnTo>
                  <a:lnTo>
                    <a:pt x="347119" y="19276"/>
                  </a:lnTo>
                  <a:lnTo>
                    <a:pt x="390894" y="8702"/>
                  </a:lnTo>
                  <a:lnTo>
                    <a:pt x="436122" y="2209"/>
                  </a:lnTo>
                  <a:lnTo>
                    <a:pt x="482600" y="0"/>
                  </a:lnTo>
                  <a:lnTo>
                    <a:pt x="529077" y="2209"/>
                  </a:lnTo>
                  <a:lnTo>
                    <a:pt x="574305" y="8702"/>
                  </a:lnTo>
                  <a:lnTo>
                    <a:pt x="618080" y="19276"/>
                  </a:lnTo>
                  <a:lnTo>
                    <a:pt x="660201" y="33729"/>
                  </a:lnTo>
                  <a:lnTo>
                    <a:pt x="700465" y="51859"/>
                  </a:lnTo>
                  <a:lnTo>
                    <a:pt x="738671" y="73464"/>
                  </a:lnTo>
                  <a:lnTo>
                    <a:pt x="774615" y="98341"/>
                  </a:lnTo>
                  <a:lnTo>
                    <a:pt x="808096" y="126288"/>
                  </a:lnTo>
                  <a:lnTo>
                    <a:pt x="838911" y="157103"/>
                  </a:lnTo>
                  <a:lnTo>
                    <a:pt x="866858" y="190584"/>
                  </a:lnTo>
                  <a:lnTo>
                    <a:pt x="891735" y="226528"/>
                  </a:lnTo>
                  <a:lnTo>
                    <a:pt x="913340" y="264734"/>
                  </a:lnTo>
                  <a:lnTo>
                    <a:pt x="931470" y="304998"/>
                  </a:lnTo>
                  <a:lnTo>
                    <a:pt x="945923" y="347119"/>
                  </a:lnTo>
                  <a:lnTo>
                    <a:pt x="956497" y="390894"/>
                  </a:lnTo>
                  <a:lnTo>
                    <a:pt x="962990" y="436122"/>
                  </a:lnTo>
                  <a:lnTo>
                    <a:pt x="965200" y="482600"/>
                  </a:lnTo>
                  <a:lnTo>
                    <a:pt x="962990" y="529077"/>
                  </a:lnTo>
                  <a:lnTo>
                    <a:pt x="956497" y="574305"/>
                  </a:lnTo>
                  <a:lnTo>
                    <a:pt x="945923" y="618080"/>
                  </a:lnTo>
                  <a:lnTo>
                    <a:pt x="931470" y="660201"/>
                  </a:lnTo>
                  <a:lnTo>
                    <a:pt x="913340" y="700465"/>
                  </a:lnTo>
                  <a:lnTo>
                    <a:pt x="891735" y="738671"/>
                  </a:lnTo>
                  <a:lnTo>
                    <a:pt x="866858" y="774615"/>
                  </a:lnTo>
                  <a:lnTo>
                    <a:pt x="838911" y="808096"/>
                  </a:lnTo>
                  <a:lnTo>
                    <a:pt x="808096" y="838911"/>
                  </a:lnTo>
                  <a:lnTo>
                    <a:pt x="774615" y="866858"/>
                  </a:lnTo>
                  <a:lnTo>
                    <a:pt x="738671" y="891735"/>
                  </a:lnTo>
                  <a:lnTo>
                    <a:pt x="700465" y="913340"/>
                  </a:lnTo>
                  <a:lnTo>
                    <a:pt x="660201" y="931470"/>
                  </a:lnTo>
                  <a:lnTo>
                    <a:pt x="618080" y="945923"/>
                  </a:lnTo>
                  <a:lnTo>
                    <a:pt x="574305" y="956497"/>
                  </a:lnTo>
                  <a:lnTo>
                    <a:pt x="529077" y="962990"/>
                  </a:lnTo>
                  <a:lnTo>
                    <a:pt x="482600" y="96520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180" name="object 180"/>
            <p:cNvPicPr/>
            <p:nvPr/>
          </p:nvPicPr>
          <p:blipFill>
            <a:blip r:embed="rId12" cstate="print"/>
            <a:stretch>
              <a:fillRect/>
            </a:stretch>
          </p:blipFill>
          <p:spPr>
            <a:xfrm>
              <a:off x="9525000" y="7575550"/>
              <a:ext cx="88900" cy="622300"/>
            </a:xfrm>
            <a:prstGeom prst="rect">
              <a:avLst/>
            </a:prstGeom>
          </p:spPr>
        </p:pic>
        <p:pic>
          <p:nvPicPr>
            <p:cNvPr id="181" name="object 181"/>
            <p:cNvPicPr/>
            <p:nvPr/>
          </p:nvPicPr>
          <p:blipFill>
            <a:blip r:embed="rId13" cstate="print"/>
            <a:stretch>
              <a:fillRect/>
            </a:stretch>
          </p:blipFill>
          <p:spPr>
            <a:xfrm>
              <a:off x="9436100" y="7486650"/>
              <a:ext cx="88900" cy="800100"/>
            </a:xfrm>
            <a:prstGeom prst="rect">
              <a:avLst/>
            </a:prstGeom>
          </p:spPr>
        </p:pic>
        <p:pic>
          <p:nvPicPr>
            <p:cNvPr id="182" name="object 182"/>
            <p:cNvPicPr/>
            <p:nvPr/>
          </p:nvPicPr>
          <p:blipFill>
            <a:blip r:embed="rId14" cstate="print"/>
            <a:stretch>
              <a:fillRect/>
            </a:stretch>
          </p:blipFill>
          <p:spPr>
            <a:xfrm>
              <a:off x="9347200" y="7397750"/>
              <a:ext cx="88900" cy="965200"/>
            </a:xfrm>
            <a:prstGeom prst="rect">
              <a:avLst/>
            </a:prstGeom>
          </p:spPr>
        </p:pic>
        <p:pic>
          <p:nvPicPr>
            <p:cNvPr id="183" name="object 183"/>
            <p:cNvPicPr/>
            <p:nvPr/>
          </p:nvPicPr>
          <p:blipFill>
            <a:blip r:embed="rId15" cstate="print"/>
            <a:stretch>
              <a:fillRect/>
            </a:stretch>
          </p:blipFill>
          <p:spPr>
            <a:xfrm>
              <a:off x="9258300" y="7397750"/>
              <a:ext cx="88900" cy="965200"/>
            </a:xfrm>
            <a:prstGeom prst="rect">
              <a:avLst/>
            </a:prstGeom>
          </p:spPr>
        </p:pic>
        <p:pic>
          <p:nvPicPr>
            <p:cNvPr id="184" name="object 184"/>
            <p:cNvPicPr/>
            <p:nvPr/>
          </p:nvPicPr>
          <p:blipFill>
            <a:blip r:embed="rId16" cstate="print"/>
            <a:stretch>
              <a:fillRect/>
            </a:stretch>
          </p:blipFill>
          <p:spPr>
            <a:xfrm>
              <a:off x="9169400" y="7397750"/>
              <a:ext cx="88900" cy="965200"/>
            </a:xfrm>
            <a:prstGeom prst="rect">
              <a:avLst/>
            </a:prstGeom>
          </p:spPr>
        </p:pic>
        <p:pic>
          <p:nvPicPr>
            <p:cNvPr id="185" name="object 185"/>
            <p:cNvPicPr/>
            <p:nvPr/>
          </p:nvPicPr>
          <p:blipFill>
            <a:blip r:embed="rId17" cstate="print"/>
            <a:stretch>
              <a:fillRect/>
            </a:stretch>
          </p:blipFill>
          <p:spPr>
            <a:xfrm>
              <a:off x="9080500" y="7397750"/>
              <a:ext cx="88900" cy="965200"/>
            </a:xfrm>
            <a:prstGeom prst="rect">
              <a:avLst/>
            </a:prstGeom>
          </p:spPr>
        </p:pic>
        <p:pic>
          <p:nvPicPr>
            <p:cNvPr id="186" name="object 186"/>
            <p:cNvPicPr/>
            <p:nvPr/>
          </p:nvPicPr>
          <p:blipFill>
            <a:blip r:embed="rId18" cstate="print"/>
            <a:stretch>
              <a:fillRect/>
            </a:stretch>
          </p:blipFill>
          <p:spPr>
            <a:xfrm>
              <a:off x="8991600" y="7397750"/>
              <a:ext cx="88900" cy="965200"/>
            </a:xfrm>
            <a:prstGeom prst="rect">
              <a:avLst/>
            </a:prstGeom>
          </p:spPr>
        </p:pic>
        <p:pic>
          <p:nvPicPr>
            <p:cNvPr id="187" name="object 187"/>
            <p:cNvPicPr/>
            <p:nvPr/>
          </p:nvPicPr>
          <p:blipFill>
            <a:blip r:embed="rId19" cstate="print"/>
            <a:stretch>
              <a:fillRect/>
            </a:stretch>
          </p:blipFill>
          <p:spPr>
            <a:xfrm>
              <a:off x="8902700" y="7397750"/>
              <a:ext cx="88900" cy="965200"/>
            </a:xfrm>
            <a:prstGeom prst="rect">
              <a:avLst/>
            </a:prstGeom>
          </p:spPr>
        </p:pic>
        <p:pic>
          <p:nvPicPr>
            <p:cNvPr id="188" name="object 188"/>
            <p:cNvPicPr/>
            <p:nvPr/>
          </p:nvPicPr>
          <p:blipFill>
            <a:blip r:embed="rId20" cstate="print"/>
            <a:stretch>
              <a:fillRect/>
            </a:stretch>
          </p:blipFill>
          <p:spPr>
            <a:xfrm>
              <a:off x="8813800" y="7397750"/>
              <a:ext cx="88900" cy="965200"/>
            </a:xfrm>
            <a:prstGeom prst="rect">
              <a:avLst/>
            </a:prstGeom>
          </p:spPr>
        </p:pic>
        <p:pic>
          <p:nvPicPr>
            <p:cNvPr id="189" name="object 189"/>
            <p:cNvPicPr/>
            <p:nvPr/>
          </p:nvPicPr>
          <p:blipFill>
            <a:blip r:embed="rId21" cstate="print"/>
            <a:stretch>
              <a:fillRect/>
            </a:stretch>
          </p:blipFill>
          <p:spPr>
            <a:xfrm>
              <a:off x="8724900" y="7486650"/>
              <a:ext cx="88900" cy="800100"/>
            </a:xfrm>
            <a:prstGeom prst="rect">
              <a:avLst/>
            </a:prstGeom>
          </p:spPr>
        </p:pic>
        <p:pic>
          <p:nvPicPr>
            <p:cNvPr id="190" name="object 190"/>
            <p:cNvPicPr/>
            <p:nvPr/>
          </p:nvPicPr>
          <p:blipFill>
            <a:blip r:embed="rId22" cstate="print"/>
            <a:stretch>
              <a:fillRect/>
            </a:stretch>
          </p:blipFill>
          <p:spPr>
            <a:xfrm>
              <a:off x="8648700" y="7575550"/>
              <a:ext cx="76200" cy="622300"/>
            </a:xfrm>
            <a:prstGeom prst="rect">
              <a:avLst/>
            </a:prstGeom>
          </p:spPr>
        </p:pic>
        <p:sp>
          <p:nvSpPr>
            <p:cNvPr id="191" name="object 191"/>
            <p:cNvSpPr/>
            <p:nvPr/>
          </p:nvSpPr>
          <p:spPr>
            <a:xfrm>
              <a:off x="8648700" y="7397750"/>
              <a:ext cx="965200" cy="965200"/>
            </a:xfrm>
            <a:custGeom>
              <a:avLst/>
              <a:gdLst/>
              <a:ahLst/>
              <a:cxnLst/>
              <a:rect l="l" t="t" r="r" b="b"/>
              <a:pathLst>
                <a:path w="965200" h="965200">
                  <a:moveTo>
                    <a:pt x="482600" y="965200"/>
                  </a:moveTo>
                  <a:lnTo>
                    <a:pt x="436122" y="962990"/>
                  </a:lnTo>
                  <a:lnTo>
                    <a:pt x="390894" y="956497"/>
                  </a:lnTo>
                  <a:lnTo>
                    <a:pt x="347119" y="945923"/>
                  </a:lnTo>
                  <a:lnTo>
                    <a:pt x="304998" y="931470"/>
                  </a:lnTo>
                  <a:lnTo>
                    <a:pt x="264734" y="913340"/>
                  </a:lnTo>
                  <a:lnTo>
                    <a:pt x="226528" y="891735"/>
                  </a:lnTo>
                  <a:lnTo>
                    <a:pt x="190584" y="866858"/>
                  </a:lnTo>
                  <a:lnTo>
                    <a:pt x="157103" y="838911"/>
                  </a:lnTo>
                  <a:lnTo>
                    <a:pt x="126288" y="808096"/>
                  </a:lnTo>
                  <a:lnTo>
                    <a:pt x="98341" y="774615"/>
                  </a:lnTo>
                  <a:lnTo>
                    <a:pt x="73464" y="738671"/>
                  </a:lnTo>
                  <a:lnTo>
                    <a:pt x="51859" y="700465"/>
                  </a:lnTo>
                  <a:lnTo>
                    <a:pt x="33729" y="660201"/>
                  </a:lnTo>
                  <a:lnTo>
                    <a:pt x="19276" y="618080"/>
                  </a:lnTo>
                  <a:lnTo>
                    <a:pt x="8702" y="574305"/>
                  </a:lnTo>
                  <a:lnTo>
                    <a:pt x="2209" y="529077"/>
                  </a:lnTo>
                  <a:lnTo>
                    <a:pt x="0" y="482600"/>
                  </a:lnTo>
                  <a:lnTo>
                    <a:pt x="2209" y="436122"/>
                  </a:lnTo>
                  <a:lnTo>
                    <a:pt x="8702" y="390894"/>
                  </a:lnTo>
                  <a:lnTo>
                    <a:pt x="19276" y="347119"/>
                  </a:lnTo>
                  <a:lnTo>
                    <a:pt x="33729" y="304998"/>
                  </a:lnTo>
                  <a:lnTo>
                    <a:pt x="51859" y="264734"/>
                  </a:lnTo>
                  <a:lnTo>
                    <a:pt x="73464" y="226528"/>
                  </a:lnTo>
                  <a:lnTo>
                    <a:pt x="98341" y="190584"/>
                  </a:lnTo>
                  <a:lnTo>
                    <a:pt x="126288" y="157103"/>
                  </a:lnTo>
                  <a:lnTo>
                    <a:pt x="157103" y="126288"/>
                  </a:lnTo>
                  <a:lnTo>
                    <a:pt x="190584" y="98341"/>
                  </a:lnTo>
                  <a:lnTo>
                    <a:pt x="226528" y="73464"/>
                  </a:lnTo>
                  <a:lnTo>
                    <a:pt x="264734" y="51859"/>
                  </a:lnTo>
                  <a:lnTo>
                    <a:pt x="304998" y="33729"/>
                  </a:lnTo>
                  <a:lnTo>
                    <a:pt x="347119" y="19276"/>
                  </a:lnTo>
                  <a:lnTo>
                    <a:pt x="390894" y="8702"/>
                  </a:lnTo>
                  <a:lnTo>
                    <a:pt x="436122" y="2209"/>
                  </a:lnTo>
                  <a:lnTo>
                    <a:pt x="482600" y="0"/>
                  </a:lnTo>
                  <a:lnTo>
                    <a:pt x="529077" y="2209"/>
                  </a:lnTo>
                  <a:lnTo>
                    <a:pt x="574305" y="8702"/>
                  </a:lnTo>
                  <a:lnTo>
                    <a:pt x="618080" y="19276"/>
                  </a:lnTo>
                  <a:lnTo>
                    <a:pt x="660201" y="33729"/>
                  </a:lnTo>
                  <a:lnTo>
                    <a:pt x="700465" y="51859"/>
                  </a:lnTo>
                  <a:lnTo>
                    <a:pt x="738671" y="73464"/>
                  </a:lnTo>
                  <a:lnTo>
                    <a:pt x="774615" y="98341"/>
                  </a:lnTo>
                  <a:lnTo>
                    <a:pt x="808096" y="126288"/>
                  </a:lnTo>
                  <a:lnTo>
                    <a:pt x="838911" y="157103"/>
                  </a:lnTo>
                  <a:lnTo>
                    <a:pt x="866858" y="190584"/>
                  </a:lnTo>
                  <a:lnTo>
                    <a:pt x="891735" y="226528"/>
                  </a:lnTo>
                  <a:lnTo>
                    <a:pt x="913340" y="264734"/>
                  </a:lnTo>
                  <a:lnTo>
                    <a:pt x="931470" y="304998"/>
                  </a:lnTo>
                  <a:lnTo>
                    <a:pt x="945923" y="347119"/>
                  </a:lnTo>
                  <a:lnTo>
                    <a:pt x="956497" y="390894"/>
                  </a:lnTo>
                  <a:lnTo>
                    <a:pt x="962990" y="436122"/>
                  </a:lnTo>
                  <a:lnTo>
                    <a:pt x="965200" y="482600"/>
                  </a:lnTo>
                  <a:lnTo>
                    <a:pt x="962990" y="529077"/>
                  </a:lnTo>
                  <a:lnTo>
                    <a:pt x="956497" y="574305"/>
                  </a:lnTo>
                  <a:lnTo>
                    <a:pt x="945923" y="618080"/>
                  </a:lnTo>
                  <a:lnTo>
                    <a:pt x="931470" y="660201"/>
                  </a:lnTo>
                  <a:lnTo>
                    <a:pt x="913340" y="700465"/>
                  </a:lnTo>
                  <a:lnTo>
                    <a:pt x="891735" y="738671"/>
                  </a:lnTo>
                  <a:lnTo>
                    <a:pt x="866858" y="774615"/>
                  </a:lnTo>
                  <a:lnTo>
                    <a:pt x="838911" y="808096"/>
                  </a:lnTo>
                  <a:lnTo>
                    <a:pt x="808096" y="838911"/>
                  </a:lnTo>
                  <a:lnTo>
                    <a:pt x="774615" y="866858"/>
                  </a:lnTo>
                  <a:lnTo>
                    <a:pt x="738671" y="891735"/>
                  </a:lnTo>
                  <a:lnTo>
                    <a:pt x="700465" y="913340"/>
                  </a:lnTo>
                  <a:lnTo>
                    <a:pt x="660201" y="931470"/>
                  </a:lnTo>
                  <a:lnTo>
                    <a:pt x="618080" y="945923"/>
                  </a:lnTo>
                  <a:lnTo>
                    <a:pt x="574305" y="956497"/>
                  </a:lnTo>
                  <a:lnTo>
                    <a:pt x="529077" y="962990"/>
                  </a:lnTo>
                  <a:lnTo>
                    <a:pt x="482600" y="96520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92" name="object 192"/>
          <p:cNvSpPr txBox="1"/>
          <p:nvPr/>
        </p:nvSpPr>
        <p:spPr>
          <a:xfrm>
            <a:off x="3981571" y="3851275"/>
            <a:ext cx="139700" cy="167640"/>
          </a:xfrm>
          <a:prstGeom prst="rect">
            <a:avLst/>
          </a:prstGeom>
        </p:spPr>
        <p:txBody>
          <a:bodyPr vert="horz" wrap="square" lIns="0" tIns="6350" rIns="0" bIns="0" rtlCol="0">
            <a:spAutoFit/>
          </a:bodyPr>
          <a:lstStyle/>
          <a:p>
            <a:pPr>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你</a:t>
            </a:r>
            <a:endParaRPr sz="1050">
              <a:latin typeface="江城圆体 400W" panose="020B0800000000000000" pitchFamily="34" charset="-128"/>
              <a:ea typeface="江城圆体 400W" panose="020B0800000000000000" pitchFamily="34" charset="-128"/>
              <a:cs typeface="Microsoft JhengHei"/>
            </a:endParaRPr>
          </a:p>
        </p:txBody>
      </p:sp>
      <p:sp>
        <p:nvSpPr>
          <p:cNvPr id="193" name="object 193"/>
          <p:cNvSpPr txBox="1"/>
          <p:nvPr/>
        </p:nvSpPr>
        <p:spPr>
          <a:xfrm>
            <a:off x="4502271" y="3844925"/>
            <a:ext cx="139700" cy="167640"/>
          </a:xfrm>
          <a:prstGeom prst="rect">
            <a:avLst/>
          </a:prstGeom>
        </p:spPr>
        <p:txBody>
          <a:bodyPr vert="horz" wrap="square" lIns="0" tIns="6350" rIns="0" bIns="0" rtlCol="0">
            <a:spAutoFit/>
          </a:bodyPr>
          <a:lstStyle/>
          <a:p>
            <a:pPr>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我</a:t>
            </a:r>
            <a:endParaRPr sz="1050">
              <a:latin typeface="江城圆体 400W" panose="020B0800000000000000" pitchFamily="34" charset="-128"/>
              <a:ea typeface="江城圆体 400W" panose="020B0800000000000000" pitchFamily="34" charset="-128"/>
              <a:cs typeface="Microsoft JhengHei"/>
            </a:endParaRPr>
          </a:p>
        </p:txBody>
      </p:sp>
      <p:sp>
        <p:nvSpPr>
          <p:cNvPr id="194" name="object 194"/>
          <p:cNvSpPr txBox="1"/>
          <p:nvPr/>
        </p:nvSpPr>
        <p:spPr>
          <a:xfrm>
            <a:off x="4029560" y="4276725"/>
            <a:ext cx="538798" cy="167640"/>
          </a:xfrm>
          <a:prstGeom prst="rect">
            <a:avLst/>
          </a:prstGeom>
        </p:spPr>
        <p:txBody>
          <a:bodyPr vert="horz" wrap="square" lIns="0" tIns="6350" rIns="0" bIns="0" rtlCol="0">
            <a:spAutoFit/>
          </a:bodyPr>
          <a:lstStyle/>
          <a:p>
            <a:pPr>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Microsoft JhengHei"/>
              </a:rPr>
              <a:t>两败俱伤</a:t>
            </a:r>
            <a:endParaRPr sz="1050">
              <a:latin typeface="江城圆体 400W" panose="020B0800000000000000" pitchFamily="34" charset="-128"/>
              <a:ea typeface="江城圆体 400W" panose="020B0800000000000000" pitchFamily="34" charset="-128"/>
              <a:cs typeface="Microsoft JhengHei"/>
            </a:endParaRPr>
          </a:p>
        </p:txBody>
      </p:sp>
      <p:grpSp>
        <p:nvGrpSpPr>
          <p:cNvPr id="195" name="object 195"/>
          <p:cNvGrpSpPr/>
          <p:nvPr/>
        </p:nvGrpSpPr>
        <p:grpSpPr>
          <a:xfrm>
            <a:off x="3810759" y="3692525"/>
            <a:ext cx="2101215" cy="812800"/>
            <a:chOff x="7621518" y="7385050"/>
            <a:chExt cx="4202430" cy="1625600"/>
          </a:xfrm>
        </p:grpSpPr>
        <p:sp>
          <p:nvSpPr>
            <p:cNvPr id="196" name="object 196"/>
            <p:cNvSpPr/>
            <p:nvPr/>
          </p:nvSpPr>
          <p:spPr>
            <a:xfrm>
              <a:off x="7847728" y="8997950"/>
              <a:ext cx="1741170" cy="0"/>
            </a:xfrm>
            <a:custGeom>
              <a:avLst/>
              <a:gdLst/>
              <a:ahLst/>
              <a:cxnLst/>
              <a:rect l="l" t="t" r="r" b="b"/>
              <a:pathLst>
                <a:path w="1741170">
                  <a:moveTo>
                    <a:pt x="0" y="0"/>
                  </a:moveTo>
                  <a:lnTo>
                    <a:pt x="174077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97" name="object 197"/>
            <p:cNvSpPr/>
            <p:nvPr/>
          </p:nvSpPr>
          <p:spPr>
            <a:xfrm>
              <a:off x="7634218" y="8997950"/>
              <a:ext cx="53975" cy="0"/>
            </a:xfrm>
            <a:custGeom>
              <a:avLst/>
              <a:gdLst/>
              <a:ahLst/>
              <a:cxnLst/>
              <a:rect l="l" t="t" r="r" b="b"/>
              <a:pathLst>
                <a:path w="53975">
                  <a:moveTo>
                    <a:pt x="0" y="0"/>
                  </a:moveTo>
                  <a:lnTo>
                    <a:pt x="53836"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198" name="object 198"/>
            <p:cNvPicPr/>
            <p:nvPr/>
          </p:nvPicPr>
          <p:blipFill>
            <a:blip r:embed="rId12" cstate="print"/>
            <a:stretch>
              <a:fillRect/>
            </a:stretch>
          </p:blipFill>
          <p:spPr>
            <a:xfrm>
              <a:off x="10680700" y="7575550"/>
              <a:ext cx="88900" cy="622300"/>
            </a:xfrm>
            <a:prstGeom prst="rect">
              <a:avLst/>
            </a:prstGeom>
          </p:spPr>
        </p:pic>
        <p:pic>
          <p:nvPicPr>
            <p:cNvPr id="199" name="object 199"/>
            <p:cNvPicPr/>
            <p:nvPr/>
          </p:nvPicPr>
          <p:blipFill>
            <a:blip r:embed="rId13" cstate="print"/>
            <a:stretch>
              <a:fillRect/>
            </a:stretch>
          </p:blipFill>
          <p:spPr>
            <a:xfrm>
              <a:off x="10591800" y="7486650"/>
              <a:ext cx="88900" cy="800100"/>
            </a:xfrm>
            <a:prstGeom prst="rect">
              <a:avLst/>
            </a:prstGeom>
          </p:spPr>
        </p:pic>
        <p:pic>
          <p:nvPicPr>
            <p:cNvPr id="200" name="object 200"/>
            <p:cNvPicPr/>
            <p:nvPr/>
          </p:nvPicPr>
          <p:blipFill>
            <a:blip r:embed="rId14" cstate="print"/>
            <a:stretch>
              <a:fillRect/>
            </a:stretch>
          </p:blipFill>
          <p:spPr>
            <a:xfrm>
              <a:off x="10502900" y="7397750"/>
              <a:ext cx="88900" cy="965200"/>
            </a:xfrm>
            <a:prstGeom prst="rect">
              <a:avLst/>
            </a:prstGeom>
          </p:spPr>
        </p:pic>
        <p:pic>
          <p:nvPicPr>
            <p:cNvPr id="201" name="object 201"/>
            <p:cNvPicPr/>
            <p:nvPr/>
          </p:nvPicPr>
          <p:blipFill>
            <a:blip r:embed="rId15" cstate="print"/>
            <a:stretch>
              <a:fillRect/>
            </a:stretch>
          </p:blipFill>
          <p:spPr>
            <a:xfrm>
              <a:off x="10414000" y="7397750"/>
              <a:ext cx="88900" cy="965200"/>
            </a:xfrm>
            <a:prstGeom prst="rect">
              <a:avLst/>
            </a:prstGeom>
          </p:spPr>
        </p:pic>
        <p:pic>
          <p:nvPicPr>
            <p:cNvPr id="202" name="object 202"/>
            <p:cNvPicPr/>
            <p:nvPr/>
          </p:nvPicPr>
          <p:blipFill>
            <a:blip r:embed="rId16" cstate="print"/>
            <a:stretch>
              <a:fillRect/>
            </a:stretch>
          </p:blipFill>
          <p:spPr>
            <a:xfrm>
              <a:off x="10325100" y="7397750"/>
              <a:ext cx="88900" cy="965200"/>
            </a:xfrm>
            <a:prstGeom prst="rect">
              <a:avLst/>
            </a:prstGeom>
          </p:spPr>
        </p:pic>
        <p:pic>
          <p:nvPicPr>
            <p:cNvPr id="203" name="object 203"/>
            <p:cNvPicPr/>
            <p:nvPr/>
          </p:nvPicPr>
          <p:blipFill>
            <a:blip r:embed="rId17" cstate="print"/>
            <a:stretch>
              <a:fillRect/>
            </a:stretch>
          </p:blipFill>
          <p:spPr>
            <a:xfrm>
              <a:off x="10236200" y="7397750"/>
              <a:ext cx="88900" cy="965200"/>
            </a:xfrm>
            <a:prstGeom prst="rect">
              <a:avLst/>
            </a:prstGeom>
          </p:spPr>
        </p:pic>
        <p:pic>
          <p:nvPicPr>
            <p:cNvPr id="204" name="object 204"/>
            <p:cNvPicPr/>
            <p:nvPr/>
          </p:nvPicPr>
          <p:blipFill>
            <a:blip r:embed="rId18" cstate="print"/>
            <a:stretch>
              <a:fillRect/>
            </a:stretch>
          </p:blipFill>
          <p:spPr>
            <a:xfrm>
              <a:off x="10147300" y="7397750"/>
              <a:ext cx="88900" cy="965200"/>
            </a:xfrm>
            <a:prstGeom prst="rect">
              <a:avLst/>
            </a:prstGeom>
          </p:spPr>
        </p:pic>
        <p:pic>
          <p:nvPicPr>
            <p:cNvPr id="205" name="object 205"/>
            <p:cNvPicPr/>
            <p:nvPr/>
          </p:nvPicPr>
          <p:blipFill>
            <a:blip r:embed="rId19" cstate="print"/>
            <a:stretch>
              <a:fillRect/>
            </a:stretch>
          </p:blipFill>
          <p:spPr>
            <a:xfrm>
              <a:off x="10058400" y="7397750"/>
              <a:ext cx="88900" cy="965200"/>
            </a:xfrm>
            <a:prstGeom prst="rect">
              <a:avLst/>
            </a:prstGeom>
          </p:spPr>
        </p:pic>
        <p:pic>
          <p:nvPicPr>
            <p:cNvPr id="206" name="object 206"/>
            <p:cNvPicPr/>
            <p:nvPr/>
          </p:nvPicPr>
          <p:blipFill>
            <a:blip r:embed="rId20" cstate="print"/>
            <a:stretch>
              <a:fillRect/>
            </a:stretch>
          </p:blipFill>
          <p:spPr>
            <a:xfrm>
              <a:off x="9969500" y="7397750"/>
              <a:ext cx="88900" cy="965200"/>
            </a:xfrm>
            <a:prstGeom prst="rect">
              <a:avLst/>
            </a:prstGeom>
          </p:spPr>
        </p:pic>
        <p:pic>
          <p:nvPicPr>
            <p:cNvPr id="207" name="object 207"/>
            <p:cNvPicPr/>
            <p:nvPr/>
          </p:nvPicPr>
          <p:blipFill>
            <a:blip r:embed="rId21" cstate="print"/>
            <a:stretch>
              <a:fillRect/>
            </a:stretch>
          </p:blipFill>
          <p:spPr>
            <a:xfrm>
              <a:off x="9880600" y="7486650"/>
              <a:ext cx="88900" cy="800100"/>
            </a:xfrm>
            <a:prstGeom prst="rect">
              <a:avLst/>
            </a:prstGeom>
          </p:spPr>
        </p:pic>
        <p:pic>
          <p:nvPicPr>
            <p:cNvPr id="208" name="object 208"/>
            <p:cNvPicPr/>
            <p:nvPr/>
          </p:nvPicPr>
          <p:blipFill>
            <a:blip r:embed="rId22" cstate="print"/>
            <a:stretch>
              <a:fillRect/>
            </a:stretch>
          </p:blipFill>
          <p:spPr>
            <a:xfrm>
              <a:off x="9804400" y="7575550"/>
              <a:ext cx="76200" cy="622300"/>
            </a:xfrm>
            <a:prstGeom prst="rect">
              <a:avLst/>
            </a:prstGeom>
          </p:spPr>
        </p:pic>
        <p:sp>
          <p:nvSpPr>
            <p:cNvPr id="209" name="object 209"/>
            <p:cNvSpPr/>
            <p:nvPr/>
          </p:nvSpPr>
          <p:spPr>
            <a:xfrm>
              <a:off x="9804400" y="7397750"/>
              <a:ext cx="965200" cy="965200"/>
            </a:xfrm>
            <a:custGeom>
              <a:avLst/>
              <a:gdLst/>
              <a:ahLst/>
              <a:cxnLst/>
              <a:rect l="l" t="t" r="r" b="b"/>
              <a:pathLst>
                <a:path w="965200" h="965200">
                  <a:moveTo>
                    <a:pt x="482600" y="965200"/>
                  </a:moveTo>
                  <a:lnTo>
                    <a:pt x="436122" y="962990"/>
                  </a:lnTo>
                  <a:lnTo>
                    <a:pt x="390894" y="956497"/>
                  </a:lnTo>
                  <a:lnTo>
                    <a:pt x="347119" y="945923"/>
                  </a:lnTo>
                  <a:lnTo>
                    <a:pt x="304998" y="931470"/>
                  </a:lnTo>
                  <a:lnTo>
                    <a:pt x="264734" y="913340"/>
                  </a:lnTo>
                  <a:lnTo>
                    <a:pt x="226528" y="891735"/>
                  </a:lnTo>
                  <a:lnTo>
                    <a:pt x="190584" y="866858"/>
                  </a:lnTo>
                  <a:lnTo>
                    <a:pt x="157103" y="838911"/>
                  </a:lnTo>
                  <a:lnTo>
                    <a:pt x="126288" y="808096"/>
                  </a:lnTo>
                  <a:lnTo>
                    <a:pt x="98341" y="774615"/>
                  </a:lnTo>
                  <a:lnTo>
                    <a:pt x="73464" y="738671"/>
                  </a:lnTo>
                  <a:lnTo>
                    <a:pt x="51859" y="700465"/>
                  </a:lnTo>
                  <a:lnTo>
                    <a:pt x="33729" y="660201"/>
                  </a:lnTo>
                  <a:lnTo>
                    <a:pt x="19276" y="618080"/>
                  </a:lnTo>
                  <a:lnTo>
                    <a:pt x="8702" y="574305"/>
                  </a:lnTo>
                  <a:lnTo>
                    <a:pt x="2209" y="529077"/>
                  </a:lnTo>
                  <a:lnTo>
                    <a:pt x="0" y="482600"/>
                  </a:lnTo>
                  <a:lnTo>
                    <a:pt x="2209" y="436122"/>
                  </a:lnTo>
                  <a:lnTo>
                    <a:pt x="8702" y="390894"/>
                  </a:lnTo>
                  <a:lnTo>
                    <a:pt x="19276" y="347119"/>
                  </a:lnTo>
                  <a:lnTo>
                    <a:pt x="33729" y="304998"/>
                  </a:lnTo>
                  <a:lnTo>
                    <a:pt x="51859" y="264734"/>
                  </a:lnTo>
                  <a:lnTo>
                    <a:pt x="73464" y="226528"/>
                  </a:lnTo>
                  <a:lnTo>
                    <a:pt x="98341" y="190584"/>
                  </a:lnTo>
                  <a:lnTo>
                    <a:pt x="126288" y="157103"/>
                  </a:lnTo>
                  <a:lnTo>
                    <a:pt x="157103" y="126288"/>
                  </a:lnTo>
                  <a:lnTo>
                    <a:pt x="190584" y="98341"/>
                  </a:lnTo>
                  <a:lnTo>
                    <a:pt x="226528" y="73464"/>
                  </a:lnTo>
                  <a:lnTo>
                    <a:pt x="264734" y="51859"/>
                  </a:lnTo>
                  <a:lnTo>
                    <a:pt x="304998" y="33729"/>
                  </a:lnTo>
                  <a:lnTo>
                    <a:pt x="347119" y="19276"/>
                  </a:lnTo>
                  <a:lnTo>
                    <a:pt x="390894" y="8702"/>
                  </a:lnTo>
                  <a:lnTo>
                    <a:pt x="436122" y="2209"/>
                  </a:lnTo>
                  <a:lnTo>
                    <a:pt x="482600" y="0"/>
                  </a:lnTo>
                  <a:lnTo>
                    <a:pt x="529077" y="2209"/>
                  </a:lnTo>
                  <a:lnTo>
                    <a:pt x="574305" y="8702"/>
                  </a:lnTo>
                  <a:lnTo>
                    <a:pt x="618080" y="19276"/>
                  </a:lnTo>
                  <a:lnTo>
                    <a:pt x="660201" y="33729"/>
                  </a:lnTo>
                  <a:lnTo>
                    <a:pt x="700465" y="51859"/>
                  </a:lnTo>
                  <a:lnTo>
                    <a:pt x="738671" y="73464"/>
                  </a:lnTo>
                  <a:lnTo>
                    <a:pt x="774615" y="98341"/>
                  </a:lnTo>
                  <a:lnTo>
                    <a:pt x="808096" y="126288"/>
                  </a:lnTo>
                  <a:lnTo>
                    <a:pt x="838911" y="157103"/>
                  </a:lnTo>
                  <a:lnTo>
                    <a:pt x="866858" y="190584"/>
                  </a:lnTo>
                  <a:lnTo>
                    <a:pt x="891735" y="226528"/>
                  </a:lnTo>
                  <a:lnTo>
                    <a:pt x="913340" y="264734"/>
                  </a:lnTo>
                  <a:lnTo>
                    <a:pt x="931470" y="304998"/>
                  </a:lnTo>
                  <a:lnTo>
                    <a:pt x="945923" y="347119"/>
                  </a:lnTo>
                  <a:lnTo>
                    <a:pt x="956497" y="390894"/>
                  </a:lnTo>
                  <a:lnTo>
                    <a:pt x="962990" y="436122"/>
                  </a:lnTo>
                  <a:lnTo>
                    <a:pt x="965200" y="482600"/>
                  </a:lnTo>
                  <a:lnTo>
                    <a:pt x="962990" y="529077"/>
                  </a:lnTo>
                  <a:lnTo>
                    <a:pt x="956497" y="574305"/>
                  </a:lnTo>
                  <a:lnTo>
                    <a:pt x="945923" y="618080"/>
                  </a:lnTo>
                  <a:lnTo>
                    <a:pt x="931470" y="660201"/>
                  </a:lnTo>
                  <a:lnTo>
                    <a:pt x="913340" y="700465"/>
                  </a:lnTo>
                  <a:lnTo>
                    <a:pt x="891735" y="738671"/>
                  </a:lnTo>
                  <a:lnTo>
                    <a:pt x="866858" y="774615"/>
                  </a:lnTo>
                  <a:lnTo>
                    <a:pt x="838911" y="808096"/>
                  </a:lnTo>
                  <a:lnTo>
                    <a:pt x="808096" y="838911"/>
                  </a:lnTo>
                  <a:lnTo>
                    <a:pt x="774615" y="866858"/>
                  </a:lnTo>
                  <a:lnTo>
                    <a:pt x="738671" y="891735"/>
                  </a:lnTo>
                  <a:lnTo>
                    <a:pt x="700465" y="913340"/>
                  </a:lnTo>
                  <a:lnTo>
                    <a:pt x="660201" y="931470"/>
                  </a:lnTo>
                  <a:lnTo>
                    <a:pt x="618080" y="945923"/>
                  </a:lnTo>
                  <a:lnTo>
                    <a:pt x="574305" y="956497"/>
                  </a:lnTo>
                  <a:lnTo>
                    <a:pt x="529077" y="962990"/>
                  </a:lnTo>
                  <a:lnTo>
                    <a:pt x="482600" y="965200"/>
                  </a:lnTo>
                  <a:close/>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0" name="object 210"/>
            <p:cNvSpPr/>
            <p:nvPr/>
          </p:nvSpPr>
          <p:spPr>
            <a:xfrm>
              <a:off x="10845800" y="7397750"/>
              <a:ext cx="965200" cy="965200"/>
            </a:xfrm>
            <a:custGeom>
              <a:avLst/>
              <a:gdLst/>
              <a:ahLst/>
              <a:cxnLst/>
              <a:rect l="l" t="t" r="r" b="b"/>
              <a:pathLst>
                <a:path w="965200" h="965200">
                  <a:moveTo>
                    <a:pt x="482600" y="0"/>
                  </a:moveTo>
                  <a:lnTo>
                    <a:pt x="436122" y="2209"/>
                  </a:lnTo>
                  <a:lnTo>
                    <a:pt x="390894" y="8702"/>
                  </a:lnTo>
                  <a:lnTo>
                    <a:pt x="347119" y="19276"/>
                  </a:lnTo>
                  <a:lnTo>
                    <a:pt x="304998" y="33729"/>
                  </a:lnTo>
                  <a:lnTo>
                    <a:pt x="264734" y="51859"/>
                  </a:lnTo>
                  <a:lnTo>
                    <a:pt x="226528" y="73464"/>
                  </a:lnTo>
                  <a:lnTo>
                    <a:pt x="190584" y="98341"/>
                  </a:lnTo>
                  <a:lnTo>
                    <a:pt x="157103" y="126288"/>
                  </a:lnTo>
                  <a:lnTo>
                    <a:pt x="126288" y="157103"/>
                  </a:lnTo>
                  <a:lnTo>
                    <a:pt x="98341" y="190584"/>
                  </a:lnTo>
                  <a:lnTo>
                    <a:pt x="73464" y="226528"/>
                  </a:lnTo>
                  <a:lnTo>
                    <a:pt x="51859" y="264734"/>
                  </a:lnTo>
                  <a:lnTo>
                    <a:pt x="33729" y="304998"/>
                  </a:lnTo>
                  <a:lnTo>
                    <a:pt x="19276" y="347119"/>
                  </a:lnTo>
                  <a:lnTo>
                    <a:pt x="8702" y="390894"/>
                  </a:lnTo>
                  <a:lnTo>
                    <a:pt x="2209" y="436122"/>
                  </a:lnTo>
                  <a:lnTo>
                    <a:pt x="0" y="482600"/>
                  </a:lnTo>
                  <a:lnTo>
                    <a:pt x="2209" y="529077"/>
                  </a:lnTo>
                  <a:lnTo>
                    <a:pt x="8702" y="574305"/>
                  </a:lnTo>
                  <a:lnTo>
                    <a:pt x="19276" y="618080"/>
                  </a:lnTo>
                  <a:lnTo>
                    <a:pt x="33729" y="660201"/>
                  </a:lnTo>
                  <a:lnTo>
                    <a:pt x="51859" y="700465"/>
                  </a:lnTo>
                  <a:lnTo>
                    <a:pt x="73464" y="738671"/>
                  </a:lnTo>
                  <a:lnTo>
                    <a:pt x="98341" y="774615"/>
                  </a:lnTo>
                  <a:lnTo>
                    <a:pt x="126288" y="808096"/>
                  </a:lnTo>
                  <a:lnTo>
                    <a:pt x="157103" y="838911"/>
                  </a:lnTo>
                  <a:lnTo>
                    <a:pt x="190584" y="866858"/>
                  </a:lnTo>
                  <a:lnTo>
                    <a:pt x="226528" y="891735"/>
                  </a:lnTo>
                  <a:lnTo>
                    <a:pt x="264734" y="913340"/>
                  </a:lnTo>
                  <a:lnTo>
                    <a:pt x="304998" y="931470"/>
                  </a:lnTo>
                  <a:lnTo>
                    <a:pt x="347119" y="945923"/>
                  </a:lnTo>
                  <a:lnTo>
                    <a:pt x="390894" y="956497"/>
                  </a:lnTo>
                  <a:lnTo>
                    <a:pt x="436122" y="962990"/>
                  </a:lnTo>
                  <a:lnTo>
                    <a:pt x="482600" y="965200"/>
                  </a:lnTo>
                  <a:lnTo>
                    <a:pt x="529077" y="962990"/>
                  </a:lnTo>
                  <a:lnTo>
                    <a:pt x="574305" y="956497"/>
                  </a:lnTo>
                  <a:lnTo>
                    <a:pt x="618080" y="945923"/>
                  </a:lnTo>
                  <a:lnTo>
                    <a:pt x="660201" y="931470"/>
                  </a:lnTo>
                  <a:lnTo>
                    <a:pt x="700465" y="913340"/>
                  </a:lnTo>
                  <a:lnTo>
                    <a:pt x="738671" y="891735"/>
                  </a:lnTo>
                  <a:lnTo>
                    <a:pt x="774615" y="866858"/>
                  </a:lnTo>
                  <a:lnTo>
                    <a:pt x="808096" y="838911"/>
                  </a:lnTo>
                  <a:lnTo>
                    <a:pt x="838911" y="808096"/>
                  </a:lnTo>
                  <a:lnTo>
                    <a:pt x="866858" y="774615"/>
                  </a:lnTo>
                  <a:lnTo>
                    <a:pt x="891735" y="738671"/>
                  </a:lnTo>
                  <a:lnTo>
                    <a:pt x="913340" y="700465"/>
                  </a:lnTo>
                  <a:lnTo>
                    <a:pt x="931470" y="660201"/>
                  </a:lnTo>
                  <a:lnTo>
                    <a:pt x="945923" y="618080"/>
                  </a:lnTo>
                  <a:lnTo>
                    <a:pt x="956497" y="574305"/>
                  </a:lnTo>
                  <a:lnTo>
                    <a:pt x="962990" y="529077"/>
                  </a:lnTo>
                  <a:lnTo>
                    <a:pt x="965200" y="482600"/>
                  </a:lnTo>
                  <a:lnTo>
                    <a:pt x="962990" y="436122"/>
                  </a:lnTo>
                  <a:lnTo>
                    <a:pt x="956497" y="390894"/>
                  </a:lnTo>
                  <a:lnTo>
                    <a:pt x="945923" y="347119"/>
                  </a:lnTo>
                  <a:lnTo>
                    <a:pt x="931470" y="304998"/>
                  </a:lnTo>
                  <a:lnTo>
                    <a:pt x="913340" y="264734"/>
                  </a:lnTo>
                  <a:lnTo>
                    <a:pt x="891735" y="226528"/>
                  </a:lnTo>
                  <a:lnTo>
                    <a:pt x="866858" y="190584"/>
                  </a:lnTo>
                  <a:lnTo>
                    <a:pt x="838911" y="157103"/>
                  </a:lnTo>
                  <a:lnTo>
                    <a:pt x="808096" y="126288"/>
                  </a:lnTo>
                  <a:lnTo>
                    <a:pt x="774615" y="98341"/>
                  </a:lnTo>
                  <a:lnTo>
                    <a:pt x="738671" y="73464"/>
                  </a:lnTo>
                  <a:lnTo>
                    <a:pt x="700465" y="51859"/>
                  </a:lnTo>
                  <a:lnTo>
                    <a:pt x="660201" y="33729"/>
                  </a:lnTo>
                  <a:lnTo>
                    <a:pt x="618080" y="19276"/>
                  </a:lnTo>
                  <a:lnTo>
                    <a:pt x="574305" y="8702"/>
                  </a:lnTo>
                  <a:lnTo>
                    <a:pt x="529077" y="2209"/>
                  </a:lnTo>
                  <a:lnTo>
                    <a:pt x="4826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1" name="object 211"/>
            <p:cNvSpPr/>
            <p:nvPr/>
          </p:nvSpPr>
          <p:spPr>
            <a:xfrm>
              <a:off x="10845800" y="7397750"/>
              <a:ext cx="965200" cy="965200"/>
            </a:xfrm>
            <a:custGeom>
              <a:avLst/>
              <a:gdLst/>
              <a:ahLst/>
              <a:cxnLst/>
              <a:rect l="l" t="t" r="r" b="b"/>
              <a:pathLst>
                <a:path w="965200" h="965200">
                  <a:moveTo>
                    <a:pt x="482600" y="965200"/>
                  </a:moveTo>
                  <a:lnTo>
                    <a:pt x="529077" y="962990"/>
                  </a:lnTo>
                  <a:lnTo>
                    <a:pt x="574305" y="956497"/>
                  </a:lnTo>
                  <a:lnTo>
                    <a:pt x="618080" y="945923"/>
                  </a:lnTo>
                  <a:lnTo>
                    <a:pt x="660201" y="931470"/>
                  </a:lnTo>
                  <a:lnTo>
                    <a:pt x="700465" y="913340"/>
                  </a:lnTo>
                  <a:lnTo>
                    <a:pt x="738671" y="891735"/>
                  </a:lnTo>
                  <a:lnTo>
                    <a:pt x="774615" y="866858"/>
                  </a:lnTo>
                  <a:lnTo>
                    <a:pt x="808096" y="838911"/>
                  </a:lnTo>
                  <a:lnTo>
                    <a:pt x="838911" y="808096"/>
                  </a:lnTo>
                  <a:lnTo>
                    <a:pt x="866858" y="774615"/>
                  </a:lnTo>
                  <a:lnTo>
                    <a:pt x="891735" y="738671"/>
                  </a:lnTo>
                  <a:lnTo>
                    <a:pt x="913340" y="700465"/>
                  </a:lnTo>
                  <a:lnTo>
                    <a:pt x="931470" y="660201"/>
                  </a:lnTo>
                  <a:lnTo>
                    <a:pt x="945923" y="618080"/>
                  </a:lnTo>
                  <a:lnTo>
                    <a:pt x="956497" y="574305"/>
                  </a:lnTo>
                  <a:lnTo>
                    <a:pt x="962990" y="529077"/>
                  </a:lnTo>
                  <a:lnTo>
                    <a:pt x="965200" y="482600"/>
                  </a:lnTo>
                  <a:lnTo>
                    <a:pt x="962990" y="436122"/>
                  </a:lnTo>
                  <a:lnTo>
                    <a:pt x="956497" y="390894"/>
                  </a:lnTo>
                  <a:lnTo>
                    <a:pt x="945923" y="347119"/>
                  </a:lnTo>
                  <a:lnTo>
                    <a:pt x="931470" y="304998"/>
                  </a:lnTo>
                  <a:lnTo>
                    <a:pt x="913340" y="264734"/>
                  </a:lnTo>
                  <a:lnTo>
                    <a:pt x="891735" y="226528"/>
                  </a:lnTo>
                  <a:lnTo>
                    <a:pt x="866858" y="190584"/>
                  </a:lnTo>
                  <a:lnTo>
                    <a:pt x="838911" y="157103"/>
                  </a:lnTo>
                  <a:lnTo>
                    <a:pt x="808096" y="126288"/>
                  </a:lnTo>
                  <a:lnTo>
                    <a:pt x="774615" y="98341"/>
                  </a:lnTo>
                  <a:lnTo>
                    <a:pt x="738671" y="73464"/>
                  </a:lnTo>
                  <a:lnTo>
                    <a:pt x="700465" y="51859"/>
                  </a:lnTo>
                  <a:lnTo>
                    <a:pt x="660201" y="33729"/>
                  </a:lnTo>
                  <a:lnTo>
                    <a:pt x="618080" y="19276"/>
                  </a:lnTo>
                  <a:lnTo>
                    <a:pt x="574305" y="8702"/>
                  </a:lnTo>
                  <a:lnTo>
                    <a:pt x="529077" y="2209"/>
                  </a:lnTo>
                  <a:lnTo>
                    <a:pt x="482600" y="0"/>
                  </a:lnTo>
                  <a:lnTo>
                    <a:pt x="436122" y="2209"/>
                  </a:lnTo>
                  <a:lnTo>
                    <a:pt x="390894" y="8702"/>
                  </a:lnTo>
                  <a:lnTo>
                    <a:pt x="347119" y="19276"/>
                  </a:lnTo>
                  <a:lnTo>
                    <a:pt x="304998" y="33729"/>
                  </a:lnTo>
                  <a:lnTo>
                    <a:pt x="264734" y="51859"/>
                  </a:lnTo>
                  <a:lnTo>
                    <a:pt x="226528" y="73464"/>
                  </a:lnTo>
                  <a:lnTo>
                    <a:pt x="190584" y="98341"/>
                  </a:lnTo>
                  <a:lnTo>
                    <a:pt x="157103" y="126288"/>
                  </a:lnTo>
                  <a:lnTo>
                    <a:pt x="126288" y="157103"/>
                  </a:lnTo>
                  <a:lnTo>
                    <a:pt x="98341" y="190584"/>
                  </a:lnTo>
                  <a:lnTo>
                    <a:pt x="73464" y="226528"/>
                  </a:lnTo>
                  <a:lnTo>
                    <a:pt x="51859" y="264734"/>
                  </a:lnTo>
                  <a:lnTo>
                    <a:pt x="33729" y="304998"/>
                  </a:lnTo>
                  <a:lnTo>
                    <a:pt x="19276" y="347119"/>
                  </a:lnTo>
                  <a:lnTo>
                    <a:pt x="8702" y="390894"/>
                  </a:lnTo>
                  <a:lnTo>
                    <a:pt x="2209" y="436122"/>
                  </a:lnTo>
                  <a:lnTo>
                    <a:pt x="0" y="482600"/>
                  </a:lnTo>
                  <a:lnTo>
                    <a:pt x="2209" y="529077"/>
                  </a:lnTo>
                  <a:lnTo>
                    <a:pt x="8702" y="574305"/>
                  </a:lnTo>
                  <a:lnTo>
                    <a:pt x="19276" y="618080"/>
                  </a:lnTo>
                  <a:lnTo>
                    <a:pt x="33729" y="660201"/>
                  </a:lnTo>
                  <a:lnTo>
                    <a:pt x="51859" y="700465"/>
                  </a:lnTo>
                  <a:lnTo>
                    <a:pt x="73464" y="738671"/>
                  </a:lnTo>
                  <a:lnTo>
                    <a:pt x="98341" y="774615"/>
                  </a:lnTo>
                  <a:lnTo>
                    <a:pt x="126288" y="808096"/>
                  </a:lnTo>
                  <a:lnTo>
                    <a:pt x="157103" y="838911"/>
                  </a:lnTo>
                  <a:lnTo>
                    <a:pt x="190584" y="866858"/>
                  </a:lnTo>
                  <a:lnTo>
                    <a:pt x="226528" y="891735"/>
                  </a:lnTo>
                  <a:lnTo>
                    <a:pt x="264734" y="913340"/>
                  </a:lnTo>
                  <a:lnTo>
                    <a:pt x="304998" y="931470"/>
                  </a:lnTo>
                  <a:lnTo>
                    <a:pt x="347119" y="945923"/>
                  </a:lnTo>
                  <a:lnTo>
                    <a:pt x="390894" y="956497"/>
                  </a:lnTo>
                  <a:lnTo>
                    <a:pt x="436122" y="962990"/>
                  </a:lnTo>
                  <a:lnTo>
                    <a:pt x="482600" y="965200"/>
                  </a:lnTo>
                  <a:close/>
                </a:path>
              </a:pathLst>
            </a:custGeom>
            <a:ln w="254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12" name="object 212"/>
          <p:cNvSpPr txBox="1"/>
          <p:nvPr/>
        </p:nvSpPr>
        <p:spPr>
          <a:xfrm>
            <a:off x="5080121" y="3844925"/>
            <a:ext cx="139700" cy="167640"/>
          </a:xfrm>
          <a:prstGeom prst="rect">
            <a:avLst/>
          </a:prstGeom>
        </p:spPr>
        <p:txBody>
          <a:bodyPr vert="horz" wrap="square" lIns="0" tIns="6350" rIns="0" bIns="0" rtlCol="0">
            <a:spAutoFit/>
          </a:bodyPr>
          <a:lstStyle/>
          <a:p>
            <a:pPr>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你</a:t>
            </a:r>
            <a:endParaRPr sz="1050">
              <a:latin typeface="江城圆体 400W" panose="020B0800000000000000" pitchFamily="34" charset="-128"/>
              <a:ea typeface="江城圆体 400W" panose="020B0800000000000000" pitchFamily="34" charset="-128"/>
              <a:cs typeface="Microsoft JhengHei"/>
            </a:endParaRPr>
          </a:p>
        </p:txBody>
      </p:sp>
      <p:sp>
        <p:nvSpPr>
          <p:cNvPr id="213" name="object 213"/>
          <p:cNvSpPr txBox="1"/>
          <p:nvPr/>
        </p:nvSpPr>
        <p:spPr>
          <a:xfrm>
            <a:off x="5600821" y="3844925"/>
            <a:ext cx="139700" cy="167640"/>
          </a:xfrm>
          <a:prstGeom prst="rect">
            <a:avLst/>
          </a:prstGeom>
        </p:spPr>
        <p:txBody>
          <a:bodyPr vert="horz" wrap="square" lIns="0" tIns="6350" rIns="0" bIns="0" rtlCol="0">
            <a:spAutoFit/>
          </a:bodyPr>
          <a:lstStyle/>
          <a:p>
            <a:pPr>
              <a:spcBef>
                <a:spcPts val="50"/>
              </a:spcBef>
            </a:pPr>
            <a:r>
              <a:rPr sz="1050" dirty="0">
                <a:solidFill>
                  <a:srgbClr val="FFFFFF"/>
                </a:solidFill>
                <a:latin typeface="江城圆体 400W" panose="020B0800000000000000" pitchFamily="34" charset="-128"/>
                <a:ea typeface="江城圆体 400W" panose="020B0800000000000000" pitchFamily="34" charset="-128"/>
                <a:cs typeface="Microsoft JhengHei"/>
              </a:rPr>
              <a:t>我</a:t>
            </a:r>
            <a:endParaRPr sz="1050" dirty="0">
              <a:latin typeface="江城圆体 400W" panose="020B0800000000000000" pitchFamily="34" charset="-128"/>
              <a:ea typeface="江城圆体 400W" panose="020B0800000000000000" pitchFamily="34" charset="-128"/>
              <a:cs typeface="Microsoft JhengHei"/>
            </a:endParaRPr>
          </a:p>
        </p:txBody>
      </p:sp>
      <p:sp>
        <p:nvSpPr>
          <p:cNvPr id="214" name="object 214"/>
          <p:cNvSpPr txBox="1"/>
          <p:nvPr/>
        </p:nvSpPr>
        <p:spPr>
          <a:xfrm>
            <a:off x="5169385" y="4276725"/>
            <a:ext cx="538798" cy="167640"/>
          </a:xfrm>
          <a:prstGeom prst="rect">
            <a:avLst/>
          </a:prstGeom>
        </p:spPr>
        <p:txBody>
          <a:bodyPr vert="horz" wrap="square" lIns="0" tIns="6350" rIns="0" bIns="0" rtlCol="0">
            <a:spAutoFit/>
          </a:bodyPr>
          <a:lstStyle/>
          <a:p>
            <a:pPr>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Microsoft JhengHei"/>
              </a:rPr>
              <a:t>损人利己</a:t>
            </a:r>
            <a:endParaRPr sz="1050">
              <a:latin typeface="江城圆体 400W" panose="020B0800000000000000" pitchFamily="34" charset="-128"/>
              <a:ea typeface="江城圆体 400W" panose="020B0800000000000000" pitchFamily="34" charset="-128"/>
              <a:cs typeface="Microsoft JhengHei"/>
            </a:endParaRPr>
          </a:p>
        </p:txBody>
      </p:sp>
      <p:grpSp>
        <p:nvGrpSpPr>
          <p:cNvPr id="215" name="object 215"/>
          <p:cNvGrpSpPr/>
          <p:nvPr/>
        </p:nvGrpSpPr>
        <p:grpSpPr>
          <a:xfrm>
            <a:off x="4941067" y="2417515"/>
            <a:ext cx="1079500" cy="2087880"/>
            <a:chOff x="9882134" y="4835029"/>
            <a:chExt cx="2159000" cy="4175760"/>
          </a:xfrm>
        </p:grpSpPr>
        <p:sp>
          <p:nvSpPr>
            <p:cNvPr id="216" name="object 216"/>
            <p:cNvSpPr/>
            <p:nvPr/>
          </p:nvSpPr>
          <p:spPr>
            <a:xfrm>
              <a:off x="10073608" y="8997950"/>
              <a:ext cx="1699895" cy="0"/>
            </a:xfrm>
            <a:custGeom>
              <a:avLst/>
              <a:gdLst/>
              <a:ahLst/>
              <a:cxnLst/>
              <a:rect l="l" t="t" r="r" b="b"/>
              <a:pathLst>
                <a:path w="1699895">
                  <a:moveTo>
                    <a:pt x="0" y="0"/>
                  </a:moveTo>
                  <a:lnTo>
                    <a:pt x="1699291"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7" name="object 217"/>
            <p:cNvSpPr/>
            <p:nvPr/>
          </p:nvSpPr>
          <p:spPr>
            <a:xfrm>
              <a:off x="9882134" y="8997950"/>
              <a:ext cx="53975" cy="0"/>
            </a:xfrm>
            <a:custGeom>
              <a:avLst/>
              <a:gdLst/>
              <a:ahLst/>
              <a:cxnLst/>
              <a:rect l="l" t="t" r="r" b="b"/>
              <a:pathLst>
                <a:path w="53975">
                  <a:moveTo>
                    <a:pt x="0" y="0"/>
                  </a:moveTo>
                  <a:lnTo>
                    <a:pt x="53867" y="0"/>
                  </a:lnTo>
                </a:path>
              </a:pathLst>
            </a:custGeom>
            <a:ln w="254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8" name="object 218"/>
            <p:cNvSpPr/>
            <p:nvPr/>
          </p:nvSpPr>
          <p:spPr>
            <a:xfrm>
              <a:off x="11305571" y="4835029"/>
              <a:ext cx="735330" cy="773430"/>
            </a:xfrm>
            <a:custGeom>
              <a:avLst/>
              <a:gdLst/>
              <a:ahLst/>
              <a:cxnLst/>
              <a:rect l="l" t="t" r="r" b="b"/>
              <a:pathLst>
                <a:path w="735329" h="773429">
                  <a:moveTo>
                    <a:pt x="280816" y="0"/>
                  </a:moveTo>
                  <a:lnTo>
                    <a:pt x="242007" y="267068"/>
                  </a:lnTo>
                  <a:lnTo>
                    <a:pt x="0" y="386511"/>
                  </a:lnTo>
                  <a:lnTo>
                    <a:pt x="242007" y="505942"/>
                  </a:lnTo>
                  <a:lnTo>
                    <a:pt x="280816" y="773018"/>
                  </a:lnTo>
                  <a:lnTo>
                    <a:pt x="469192" y="579767"/>
                  </a:lnTo>
                  <a:lnTo>
                    <a:pt x="711201" y="579767"/>
                  </a:lnTo>
                  <a:lnTo>
                    <a:pt x="609600" y="386511"/>
                  </a:lnTo>
                  <a:lnTo>
                    <a:pt x="711201" y="193255"/>
                  </a:lnTo>
                  <a:lnTo>
                    <a:pt x="469192" y="193255"/>
                  </a:lnTo>
                  <a:lnTo>
                    <a:pt x="280816" y="0"/>
                  </a:lnTo>
                  <a:close/>
                </a:path>
                <a:path w="735329" h="773429">
                  <a:moveTo>
                    <a:pt x="711201" y="579767"/>
                  </a:moveTo>
                  <a:lnTo>
                    <a:pt x="469192" y="579767"/>
                  </a:lnTo>
                  <a:lnTo>
                    <a:pt x="735185" y="625386"/>
                  </a:lnTo>
                  <a:lnTo>
                    <a:pt x="711201" y="579767"/>
                  </a:lnTo>
                  <a:close/>
                </a:path>
                <a:path w="735329" h="773429">
                  <a:moveTo>
                    <a:pt x="735185" y="147637"/>
                  </a:moveTo>
                  <a:lnTo>
                    <a:pt x="469192" y="193255"/>
                  </a:lnTo>
                  <a:lnTo>
                    <a:pt x="711201" y="193255"/>
                  </a:lnTo>
                  <a:lnTo>
                    <a:pt x="735185" y="147637"/>
                  </a:lnTo>
                  <a:close/>
                </a:path>
              </a:pathLst>
            </a:custGeom>
            <a:solidFill>
              <a:srgbClr val="F6B800"/>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pic>
        <p:nvPicPr>
          <p:cNvPr id="219" name="object 219"/>
          <p:cNvPicPr/>
          <p:nvPr/>
        </p:nvPicPr>
        <p:blipFill>
          <a:blip r:embed="rId23" cstate="print"/>
          <a:stretch>
            <a:fillRect/>
          </a:stretch>
        </p:blipFill>
        <p:spPr>
          <a:xfrm>
            <a:off x="3189837" y="8851900"/>
            <a:ext cx="486698" cy="292100"/>
          </a:xfrm>
          <a:prstGeom prst="rect">
            <a:avLst/>
          </a:prstGeom>
        </p:spPr>
      </p:pic>
      <p:sp>
        <p:nvSpPr>
          <p:cNvPr id="220" name="object 6"/>
          <p:cNvSpPr txBox="1"/>
          <p:nvPr/>
        </p:nvSpPr>
        <p:spPr>
          <a:xfrm>
            <a:off x="1678935" y="1324835"/>
            <a:ext cx="226066" cy="325120"/>
          </a:xfrm>
          <a:prstGeom prst="rect">
            <a:avLst/>
          </a:prstGeom>
        </p:spPr>
        <p:txBody>
          <a:bodyPr vert="horz" wrap="square" lIns="0" tIns="6350" rIns="0" bIns="0" rtlCol="0">
            <a:spAutoFit/>
          </a:bodyPr>
          <a:lstStyle/>
          <a:p>
            <a:pPr marL="19050">
              <a:spcBef>
                <a:spcPts val="50"/>
              </a:spcBef>
              <a:tabLst>
                <a:tab pos="245745" algn="l"/>
              </a:tabLst>
            </a:pPr>
            <a:r>
              <a:rPr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a:t>
            </a:r>
            <a:r>
              <a:rPr lang="en-US" altLang="zh-CN"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4</a:t>
            </a:r>
            <a:r>
              <a:rPr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a:t>
            </a:r>
            <a:endParaRPr sz="2000" b="1" dirty="0">
              <a:latin typeface="江城圆体 600W" panose="020B0800000000000000" pitchFamily="34" charset="-128"/>
              <a:ea typeface="江城圆体 600W" panose="020B0800000000000000" pitchFamily="34" charset="-128"/>
              <a:cs typeface="Microsoft JhengHe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grpSp>
        <p:nvGrpSpPr>
          <p:cNvPr id="3" name="object 3"/>
          <p:cNvGrpSpPr/>
          <p:nvPr/>
        </p:nvGrpSpPr>
        <p:grpSpPr>
          <a:xfrm>
            <a:off x="1622425" y="1241425"/>
            <a:ext cx="259398" cy="259080"/>
            <a:chOff x="3244850" y="2482850"/>
            <a:chExt cx="518795" cy="518159"/>
          </a:xfrm>
        </p:grpSpPr>
        <p:sp>
          <p:nvSpPr>
            <p:cNvPr id="4" name="object 4"/>
            <p:cNvSpPr/>
            <p:nvPr/>
          </p:nvSpPr>
          <p:spPr>
            <a:xfrm>
              <a:off x="3251200" y="2489200"/>
              <a:ext cx="506095" cy="505459"/>
            </a:xfrm>
            <a:custGeom>
              <a:avLst/>
              <a:gdLst/>
              <a:ahLst/>
              <a:cxnLst/>
              <a:rect l="l" t="t" r="r" b="b"/>
              <a:pathLst>
                <a:path w="506095" h="505460">
                  <a:moveTo>
                    <a:pt x="252529" y="0"/>
                  </a:moveTo>
                  <a:lnTo>
                    <a:pt x="207137" y="4068"/>
                  </a:lnTo>
                  <a:lnTo>
                    <a:pt x="164413" y="15798"/>
                  </a:lnTo>
                  <a:lnTo>
                    <a:pt x="125073" y="34476"/>
                  </a:lnTo>
                  <a:lnTo>
                    <a:pt x="89828" y="59389"/>
                  </a:lnTo>
                  <a:lnTo>
                    <a:pt x="59391" y="89825"/>
                  </a:lnTo>
                  <a:lnTo>
                    <a:pt x="34477" y="125069"/>
                  </a:lnTo>
                  <a:lnTo>
                    <a:pt x="15798" y="164410"/>
                  </a:lnTo>
                  <a:lnTo>
                    <a:pt x="4068" y="207133"/>
                  </a:lnTo>
                  <a:lnTo>
                    <a:pt x="0" y="252526"/>
                  </a:lnTo>
                  <a:lnTo>
                    <a:pt x="4068" y="297920"/>
                  </a:lnTo>
                  <a:lnTo>
                    <a:pt x="15798" y="340643"/>
                  </a:lnTo>
                  <a:lnTo>
                    <a:pt x="34477" y="379984"/>
                  </a:lnTo>
                  <a:lnTo>
                    <a:pt x="59391" y="415228"/>
                  </a:lnTo>
                  <a:lnTo>
                    <a:pt x="89828" y="445664"/>
                  </a:lnTo>
                  <a:lnTo>
                    <a:pt x="125073" y="470577"/>
                  </a:lnTo>
                  <a:lnTo>
                    <a:pt x="164413" y="489255"/>
                  </a:lnTo>
                  <a:lnTo>
                    <a:pt x="207137" y="500985"/>
                  </a:lnTo>
                  <a:lnTo>
                    <a:pt x="252529" y="505053"/>
                  </a:lnTo>
                  <a:lnTo>
                    <a:pt x="287809" y="502610"/>
                  </a:lnTo>
                  <a:lnTo>
                    <a:pt x="321592" y="495498"/>
                  </a:lnTo>
                  <a:lnTo>
                    <a:pt x="353550" y="484045"/>
                  </a:lnTo>
                  <a:lnTo>
                    <a:pt x="383353" y="468579"/>
                  </a:lnTo>
                  <a:lnTo>
                    <a:pt x="502900" y="468579"/>
                  </a:lnTo>
                  <a:lnTo>
                    <a:pt x="493532" y="437051"/>
                  </a:lnTo>
                  <a:lnTo>
                    <a:pt x="480073" y="394304"/>
                  </a:lnTo>
                  <a:lnTo>
                    <a:pt x="478115" y="366153"/>
                  </a:lnTo>
                  <a:lnTo>
                    <a:pt x="489596" y="339734"/>
                  </a:lnTo>
                  <a:lnTo>
                    <a:pt x="498050" y="311854"/>
                  </a:lnTo>
                  <a:lnTo>
                    <a:pt x="503272" y="282718"/>
                  </a:lnTo>
                  <a:lnTo>
                    <a:pt x="505058" y="252526"/>
                  </a:lnTo>
                  <a:lnTo>
                    <a:pt x="500990" y="207133"/>
                  </a:lnTo>
                  <a:lnTo>
                    <a:pt x="489259" y="164410"/>
                  </a:lnTo>
                  <a:lnTo>
                    <a:pt x="470580" y="125069"/>
                  </a:lnTo>
                  <a:lnTo>
                    <a:pt x="445666" y="89825"/>
                  </a:lnTo>
                  <a:lnTo>
                    <a:pt x="415230" y="59389"/>
                  </a:lnTo>
                  <a:lnTo>
                    <a:pt x="379985" y="34476"/>
                  </a:lnTo>
                  <a:lnTo>
                    <a:pt x="340644" y="15798"/>
                  </a:lnTo>
                  <a:lnTo>
                    <a:pt x="297921" y="4068"/>
                  </a:lnTo>
                  <a:lnTo>
                    <a:pt x="252529" y="0"/>
                  </a:lnTo>
                  <a:close/>
                </a:path>
                <a:path w="506095" h="505460">
                  <a:moveTo>
                    <a:pt x="502900" y="468579"/>
                  </a:moveTo>
                  <a:lnTo>
                    <a:pt x="383353" y="468579"/>
                  </a:lnTo>
                  <a:lnTo>
                    <a:pt x="408707" y="471511"/>
                  </a:lnTo>
                  <a:lnTo>
                    <a:pt x="445823" y="488716"/>
                  </a:lnTo>
                  <a:lnTo>
                    <a:pt x="482130" y="504971"/>
                  </a:lnTo>
                  <a:lnTo>
                    <a:pt x="505058" y="505053"/>
                  </a:lnTo>
                  <a:lnTo>
                    <a:pt x="506018" y="479074"/>
                  </a:lnTo>
                  <a:lnTo>
                    <a:pt x="502900" y="468579"/>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 name="object 5"/>
            <p:cNvSpPr/>
            <p:nvPr/>
          </p:nvSpPr>
          <p:spPr>
            <a:xfrm>
              <a:off x="3251200" y="2489200"/>
              <a:ext cx="506095" cy="505459"/>
            </a:xfrm>
            <a:custGeom>
              <a:avLst/>
              <a:gdLst/>
              <a:ahLst/>
              <a:cxnLst/>
              <a:rect l="l" t="t" r="r" b="b"/>
              <a:pathLst>
                <a:path w="506095" h="505460">
                  <a:moveTo>
                    <a:pt x="252529" y="505058"/>
                  </a:moveTo>
                  <a:lnTo>
                    <a:pt x="287809" y="502613"/>
                  </a:lnTo>
                  <a:lnTo>
                    <a:pt x="321592" y="495498"/>
                  </a:lnTo>
                  <a:lnTo>
                    <a:pt x="353550" y="484042"/>
                  </a:lnTo>
                  <a:lnTo>
                    <a:pt x="383353" y="468572"/>
                  </a:lnTo>
                  <a:lnTo>
                    <a:pt x="408707" y="471508"/>
                  </a:lnTo>
                  <a:lnTo>
                    <a:pt x="445822" y="488716"/>
                  </a:lnTo>
                  <a:lnTo>
                    <a:pt x="482130" y="504973"/>
                  </a:lnTo>
                  <a:lnTo>
                    <a:pt x="505058" y="505058"/>
                  </a:lnTo>
                  <a:lnTo>
                    <a:pt x="506018" y="479079"/>
                  </a:lnTo>
                  <a:lnTo>
                    <a:pt x="493532" y="437055"/>
                  </a:lnTo>
                  <a:lnTo>
                    <a:pt x="480074" y="394304"/>
                  </a:lnTo>
                  <a:lnTo>
                    <a:pt x="478116" y="366147"/>
                  </a:lnTo>
                  <a:lnTo>
                    <a:pt x="489596" y="339734"/>
                  </a:lnTo>
                  <a:lnTo>
                    <a:pt x="498050" y="311856"/>
                  </a:lnTo>
                  <a:lnTo>
                    <a:pt x="503272" y="282720"/>
                  </a:lnTo>
                  <a:lnTo>
                    <a:pt x="505058" y="252529"/>
                  </a:lnTo>
                  <a:lnTo>
                    <a:pt x="500990" y="207136"/>
                  </a:lnTo>
                  <a:lnTo>
                    <a:pt x="489259" y="164413"/>
                  </a:lnTo>
                  <a:lnTo>
                    <a:pt x="470581" y="125072"/>
                  </a:lnTo>
                  <a:lnTo>
                    <a:pt x="445666" y="89827"/>
                  </a:lnTo>
                  <a:lnTo>
                    <a:pt x="415230" y="59391"/>
                  </a:lnTo>
                  <a:lnTo>
                    <a:pt x="379985" y="34477"/>
                  </a:lnTo>
                  <a:lnTo>
                    <a:pt x="340645" y="15798"/>
                  </a:lnTo>
                  <a:lnTo>
                    <a:pt x="297921" y="4068"/>
                  </a:lnTo>
                  <a:lnTo>
                    <a:pt x="252529" y="0"/>
                  </a:lnTo>
                  <a:lnTo>
                    <a:pt x="207136" y="4068"/>
                  </a:lnTo>
                  <a:lnTo>
                    <a:pt x="164413" y="15798"/>
                  </a:lnTo>
                  <a:lnTo>
                    <a:pt x="125072" y="34477"/>
                  </a:lnTo>
                  <a:lnTo>
                    <a:pt x="89827" y="59391"/>
                  </a:lnTo>
                  <a:lnTo>
                    <a:pt x="59391" y="89827"/>
                  </a:lnTo>
                  <a:lnTo>
                    <a:pt x="34477" y="125072"/>
                  </a:lnTo>
                  <a:lnTo>
                    <a:pt x="15798" y="164413"/>
                  </a:lnTo>
                  <a:lnTo>
                    <a:pt x="4068" y="207136"/>
                  </a:lnTo>
                  <a:lnTo>
                    <a:pt x="0" y="252529"/>
                  </a:lnTo>
                  <a:lnTo>
                    <a:pt x="4068" y="297921"/>
                  </a:lnTo>
                  <a:lnTo>
                    <a:pt x="15798" y="340645"/>
                  </a:lnTo>
                  <a:lnTo>
                    <a:pt x="34477" y="379985"/>
                  </a:lnTo>
                  <a:lnTo>
                    <a:pt x="59391" y="415230"/>
                  </a:lnTo>
                  <a:lnTo>
                    <a:pt x="89827" y="445666"/>
                  </a:lnTo>
                  <a:lnTo>
                    <a:pt x="125072" y="470581"/>
                  </a:lnTo>
                  <a:lnTo>
                    <a:pt x="164413" y="489259"/>
                  </a:lnTo>
                  <a:lnTo>
                    <a:pt x="207136" y="500990"/>
                  </a:lnTo>
                  <a:lnTo>
                    <a:pt x="252529" y="505058"/>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6" name="object 6"/>
          <p:cNvSpPr txBox="1"/>
          <p:nvPr/>
        </p:nvSpPr>
        <p:spPr>
          <a:xfrm>
            <a:off x="1652582" y="1257300"/>
            <a:ext cx="3474697" cy="283210"/>
          </a:xfrm>
          <a:prstGeom prst="rect">
            <a:avLst/>
          </a:prstGeom>
        </p:spPr>
        <p:txBody>
          <a:bodyPr vert="horz" wrap="square" lIns="0" tIns="6350" rIns="0" bIns="0" rtlCol="0">
            <a:spAutoFit/>
          </a:bodyPr>
          <a:lstStyle/>
          <a:p>
            <a:pPr marL="19050">
              <a:spcBef>
                <a:spcPts val="50"/>
              </a:spcBef>
              <a:tabLst>
                <a:tab pos="245745" algn="l"/>
                <a:tab pos="2477770" algn="l"/>
              </a:tabLst>
            </a:pPr>
            <a:r>
              <a:rPr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a:t>
            </a:r>
            <a:r>
              <a:rPr b="1" dirty="0">
                <a:solidFill>
                  <a:srgbClr val="212121"/>
                </a:solidFill>
                <a:latin typeface="江城圆体 600W" panose="020B0800000000000000" pitchFamily="34" charset="-128"/>
                <a:ea typeface="江城圆体 600W" panose="020B0800000000000000" pitchFamily="34" charset="-128"/>
                <a:cs typeface="Microsoft JhengHei"/>
              </a:rPr>
              <a:t>「</a:t>
            </a:r>
            <a:r>
              <a:rPr b="1" dirty="0" err="1">
                <a:solidFill>
                  <a:srgbClr val="212121"/>
                </a:solidFill>
                <a:latin typeface="江城圆体 600W" panose="020B0800000000000000" pitchFamily="34" charset="-128"/>
                <a:ea typeface="江城圆体 600W" panose="020B0800000000000000" pitchFamily="34" charset="-128"/>
                <a:cs typeface="Microsoft JhengHei"/>
              </a:rPr>
              <a:t>移情沟通」的原则</a:t>
            </a:r>
            <a:r>
              <a:rPr b="1" dirty="0">
                <a:solidFill>
                  <a:srgbClr val="212121"/>
                </a:solidFill>
                <a:latin typeface="江城圆体 600W" panose="020B0800000000000000" pitchFamily="34" charset="-128"/>
                <a:ea typeface="江城圆体 600W" panose="020B0800000000000000" pitchFamily="34" charset="-128"/>
                <a:cs typeface="Microsoft JhengHei"/>
              </a:rPr>
              <a:t> ---</a:t>
            </a:r>
            <a:r>
              <a:rPr lang="zh-CN" altLang="en-US" b="1" dirty="0">
                <a:solidFill>
                  <a:srgbClr val="212121"/>
                </a:solidFill>
                <a:latin typeface="江城圆体 600W" panose="020B0800000000000000" pitchFamily="34" charset="-128"/>
                <a:ea typeface="江城圆体 600W" panose="020B0800000000000000" pitchFamily="34" charset="-128"/>
                <a:cs typeface="Microsoft JhengHei"/>
              </a:rPr>
              <a:t> </a:t>
            </a:r>
            <a:r>
              <a:rPr b="1" dirty="0" err="1">
                <a:solidFill>
                  <a:srgbClr val="212121"/>
                </a:solidFill>
                <a:latin typeface="江城圆体 600W" panose="020B0800000000000000" pitchFamily="34" charset="-128"/>
                <a:ea typeface="江城圆体 600W" panose="020B0800000000000000" pitchFamily="34" charset="-128"/>
                <a:cs typeface="Microsoft JhengHei"/>
              </a:rPr>
              <a:t>知己解彼</a:t>
            </a:r>
            <a:endParaRPr b="1" dirty="0">
              <a:latin typeface="江城圆体 600W" panose="020B0800000000000000" pitchFamily="34" charset="-128"/>
              <a:ea typeface="江城圆体 600W" panose="020B0800000000000000" pitchFamily="34" charset="-128"/>
              <a:cs typeface="Microsoft JhengHei"/>
            </a:endParaRPr>
          </a:p>
        </p:txBody>
      </p:sp>
      <p:sp>
        <p:nvSpPr>
          <p:cNvPr id="7" name="object 7"/>
          <p:cNvSpPr/>
          <p:nvPr/>
        </p:nvSpPr>
        <p:spPr>
          <a:xfrm>
            <a:off x="5398318" y="2635447"/>
            <a:ext cx="436245" cy="458788"/>
          </a:xfrm>
          <a:custGeom>
            <a:avLst/>
            <a:gdLst/>
            <a:ahLst/>
            <a:cxnLst/>
            <a:rect l="l" t="t" r="r" b="b"/>
            <a:pathLst>
              <a:path w="872490" h="917575">
                <a:moveTo>
                  <a:pt x="333213" y="0"/>
                </a:moveTo>
                <a:lnTo>
                  <a:pt x="287164" y="316903"/>
                </a:lnTo>
                <a:lnTo>
                  <a:pt x="0" y="458627"/>
                </a:lnTo>
                <a:lnTo>
                  <a:pt x="287164" y="600351"/>
                </a:lnTo>
                <a:lnTo>
                  <a:pt x="333213" y="917257"/>
                </a:lnTo>
                <a:lnTo>
                  <a:pt x="556741" y="687942"/>
                </a:lnTo>
                <a:lnTo>
                  <a:pt x="843906" y="687942"/>
                </a:lnTo>
                <a:lnTo>
                  <a:pt x="723348" y="458627"/>
                </a:lnTo>
                <a:lnTo>
                  <a:pt x="843909" y="229311"/>
                </a:lnTo>
                <a:lnTo>
                  <a:pt x="556741" y="229311"/>
                </a:lnTo>
                <a:lnTo>
                  <a:pt x="333213" y="0"/>
                </a:lnTo>
                <a:close/>
              </a:path>
              <a:path w="872490" h="917575">
                <a:moveTo>
                  <a:pt x="843906" y="687942"/>
                </a:moveTo>
                <a:lnTo>
                  <a:pt x="556741" y="687942"/>
                </a:lnTo>
                <a:lnTo>
                  <a:pt x="872366" y="742076"/>
                </a:lnTo>
                <a:lnTo>
                  <a:pt x="843906" y="687942"/>
                </a:lnTo>
                <a:close/>
              </a:path>
              <a:path w="872490" h="917575">
                <a:moveTo>
                  <a:pt x="872366" y="175183"/>
                </a:moveTo>
                <a:lnTo>
                  <a:pt x="556741" y="229311"/>
                </a:lnTo>
                <a:lnTo>
                  <a:pt x="843909" y="229311"/>
                </a:lnTo>
                <a:lnTo>
                  <a:pt x="872366" y="175183"/>
                </a:lnTo>
                <a:close/>
              </a:path>
            </a:pathLst>
          </a:custGeom>
          <a:solidFill>
            <a:srgbClr val="F6B800"/>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 name="object 8"/>
          <p:cNvSpPr txBox="1"/>
          <p:nvPr/>
        </p:nvSpPr>
        <p:spPr>
          <a:xfrm>
            <a:off x="1022350" y="6008370"/>
            <a:ext cx="4819650" cy="1463675"/>
          </a:xfrm>
          <a:prstGeom prst="rect">
            <a:avLst/>
          </a:prstGeom>
        </p:spPr>
        <p:txBody>
          <a:bodyPr vert="horz" wrap="square" lIns="0" tIns="6350" rIns="0" bIns="0" rtlCol="0">
            <a:spAutoFit/>
          </a:bodyPr>
          <a:lstStyle/>
          <a:p>
            <a:pPr marL="6350" marR="2540" algn="just">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若用一句话归纳在人际关系方面的一个最重要的原则，那就是：知彼解己——先寻求去了解对方，然后再争取让对方了解自已，这一原则是进行有效人际交流的关键。</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15"/>
              </a:spcBef>
            </a:pPr>
            <a:endParaRPr sz="102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8890" algn="just">
              <a:lnSpc>
                <a:spcPct val="115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If we summarize one of the most important principles in interpersonal relationships in one sentence, it  is: know your enemy and know yourself - seek to understand the other person first, and then strive to let the other person understand themselves, this principle is the key to effective interpersonal communication.</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grpSp>
        <p:nvGrpSpPr>
          <p:cNvPr id="9" name="object 9"/>
          <p:cNvGrpSpPr/>
          <p:nvPr/>
        </p:nvGrpSpPr>
        <p:grpSpPr>
          <a:xfrm>
            <a:off x="2013303" y="3502025"/>
            <a:ext cx="439103" cy="441325"/>
            <a:chOff x="4026606" y="7004050"/>
            <a:chExt cx="878205" cy="882650"/>
          </a:xfrm>
        </p:grpSpPr>
        <p:sp>
          <p:nvSpPr>
            <p:cNvPr id="10" name="object 10"/>
            <p:cNvSpPr/>
            <p:nvPr/>
          </p:nvSpPr>
          <p:spPr>
            <a:xfrm>
              <a:off x="4045656" y="7023100"/>
              <a:ext cx="840105" cy="844550"/>
            </a:xfrm>
            <a:custGeom>
              <a:avLst/>
              <a:gdLst/>
              <a:ahLst/>
              <a:cxnLst/>
              <a:rect l="l" t="t" r="r" b="b"/>
              <a:pathLst>
                <a:path w="840104" h="844550">
                  <a:moveTo>
                    <a:pt x="418649" y="0"/>
                  </a:moveTo>
                  <a:lnTo>
                    <a:pt x="369759" y="2988"/>
                  </a:lnTo>
                  <a:lnTo>
                    <a:pt x="322536" y="11435"/>
                  </a:lnTo>
                  <a:lnTo>
                    <a:pt x="277293" y="25023"/>
                  </a:lnTo>
                  <a:lnTo>
                    <a:pt x="234344" y="43436"/>
                  </a:lnTo>
                  <a:lnTo>
                    <a:pt x="194002" y="66357"/>
                  </a:lnTo>
                  <a:lnTo>
                    <a:pt x="156581" y="93469"/>
                  </a:lnTo>
                  <a:lnTo>
                    <a:pt x="122395" y="124455"/>
                  </a:lnTo>
                  <a:lnTo>
                    <a:pt x="91757" y="158998"/>
                  </a:lnTo>
                  <a:lnTo>
                    <a:pt x="64981" y="196781"/>
                  </a:lnTo>
                  <a:lnTo>
                    <a:pt x="42380" y="237486"/>
                  </a:lnTo>
                  <a:lnTo>
                    <a:pt x="24268" y="280798"/>
                  </a:lnTo>
                  <a:lnTo>
                    <a:pt x="10958" y="326399"/>
                  </a:lnTo>
                  <a:lnTo>
                    <a:pt x="2764" y="373972"/>
                  </a:lnTo>
                  <a:lnTo>
                    <a:pt x="0" y="423200"/>
                  </a:lnTo>
                  <a:lnTo>
                    <a:pt x="2871" y="472414"/>
                  </a:lnTo>
                  <a:lnTo>
                    <a:pt x="11167" y="519932"/>
                  </a:lnTo>
                  <a:lnTo>
                    <a:pt x="24576" y="565441"/>
                  </a:lnTo>
                  <a:lnTo>
                    <a:pt x="42785" y="608628"/>
                  </a:lnTo>
                  <a:lnTo>
                    <a:pt x="65483" y="649182"/>
                  </a:lnTo>
                  <a:lnTo>
                    <a:pt x="92357" y="686789"/>
                  </a:lnTo>
                  <a:lnTo>
                    <a:pt x="123096" y="721137"/>
                  </a:lnTo>
                  <a:lnTo>
                    <a:pt x="157386" y="751914"/>
                  </a:lnTo>
                  <a:lnTo>
                    <a:pt x="194918" y="778807"/>
                  </a:lnTo>
                  <a:lnTo>
                    <a:pt x="235377" y="801504"/>
                  </a:lnTo>
                  <a:lnTo>
                    <a:pt x="278453" y="819692"/>
                  </a:lnTo>
                  <a:lnTo>
                    <a:pt x="323832" y="833058"/>
                  </a:lnTo>
                  <a:lnTo>
                    <a:pt x="371204" y="841291"/>
                  </a:lnTo>
                  <a:lnTo>
                    <a:pt x="420255" y="844077"/>
                  </a:lnTo>
                  <a:lnTo>
                    <a:pt x="469142" y="841187"/>
                  </a:lnTo>
                  <a:lnTo>
                    <a:pt x="516391" y="832813"/>
                  </a:lnTo>
                  <a:lnTo>
                    <a:pt x="561684" y="819277"/>
                  </a:lnTo>
                  <a:lnTo>
                    <a:pt x="604702" y="800901"/>
                  </a:lnTo>
                  <a:lnTo>
                    <a:pt x="645127" y="778004"/>
                  </a:lnTo>
                  <a:lnTo>
                    <a:pt x="682638" y="750909"/>
                  </a:lnTo>
                  <a:lnTo>
                    <a:pt x="716918" y="719937"/>
                  </a:lnTo>
                  <a:lnTo>
                    <a:pt x="747648" y="685409"/>
                  </a:lnTo>
                  <a:lnTo>
                    <a:pt x="774508" y="647646"/>
                  </a:lnTo>
                  <a:lnTo>
                    <a:pt x="797181" y="606969"/>
                  </a:lnTo>
                  <a:lnTo>
                    <a:pt x="815346" y="563701"/>
                  </a:lnTo>
                  <a:lnTo>
                    <a:pt x="828685" y="518161"/>
                  </a:lnTo>
                  <a:lnTo>
                    <a:pt x="836880" y="470671"/>
                  </a:lnTo>
                  <a:lnTo>
                    <a:pt x="839610" y="421553"/>
                  </a:lnTo>
                  <a:lnTo>
                    <a:pt x="836660" y="372482"/>
                  </a:lnTo>
                  <a:lnTo>
                    <a:pt x="828242" y="325030"/>
                  </a:lnTo>
                  <a:lnTo>
                    <a:pt x="814679" y="279521"/>
                  </a:lnTo>
                  <a:lnTo>
                    <a:pt x="796296" y="236280"/>
                  </a:lnTo>
                  <a:lnTo>
                    <a:pt x="773417" y="195631"/>
                  </a:lnTo>
                  <a:lnTo>
                    <a:pt x="746366" y="157900"/>
                  </a:lnTo>
                  <a:lnTo>
                    <a:pt x="715467" y="123410"/>
                  </a:lnTo>
                  <a:lnTo>
                    <a:pt x="681043" y="92486"/>
                  </a:lnTo>
                  <a:lnTo>
                    <a:pt x="643420" y="65452"/>
                  </a:lnTo>
                  <a:lnTo>
                    <a:pt x="602921" y="42633"/>
                  </a:lnTo>
                  <a:lnTo>
                    <a:pt x="559871" y="24354"/>
                  </a:lnTo>
                  <a:lnTo>
                    <a:pt x="514592" y="10939"/>
                  </a:lnTo>
                  <a:lnTo>
                    <a:pt x="467410" y="2713"/>
                  </a:lnTo>
                  <a:lnTo>
                    <a:pt x="418649" y="0"/>
                  </a:lnTo>
                  <a:close/>
                </a:path>
              </a:pathLst>
            </a:custGeom>
            <a:solidFill>
              <a:srgbClr val="FFF6F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 name="object 11"/>
            <p:cNvSpPr/>
            <p:nvPr/>
          </p:nvSpPr>
          <p:spPr>
            <a:xfrm>
              <a:off x="4045656" y="7023100"/>
              <a:ext cx="840105" cy="844550"/>
            </a:xfrm>
            <a:custGeom>
              <a:avLst/>
              <a:gdLst/>
              <a:ahLst/>
              <a:cxnLst/>
              <a:rect l="l" t="t" r="r" b="b"/>
              <a:pathLst>
                <a:path w="840104" h="844550">
                  <a:moveTo>
                    <a:pt x="0" y="423200"/>
                  </a:moveTo>
                  <a:lnTo>
                    <a:pt x="2764" y="373972"/>
                  </a:lnTo>
                  <a:lnTo>
                    <a:pt x="10958" y="326399"/>
                  </a:lnTo>
                  <a:lnTo>
                    <a:pt x="24268" y="280798"/>
                  </a:lnTo>
                  <a:lnTo>
                    <a:pt x="42380" y="237487"/>
                  </a:lnTo>
                  <a:lnTo>
                    <a:pt x="64981" y="196781"/>
                  </a:lnTo>
                  <a:lnTo>
                    <a:pt x="91757" y="158998"/>
                  </a:lnTo>
                  <a:lnTo>
                    <a:pt x="122395" y="124456"/>
                  </a:lnTo>
                  <a:lnTo>
                    <a:pt x="156582" y="93470"/>
                  </a:lnTo>
                  <a:lnTo>
                    <a:pt x="194002" y="66358"/>
                  </a:lnTo>
                  <a:lnTo>
                    <a:pt x="234344" y="43437"/>
                  </a:lnTo>
                  <a:lnTo>
                    <a:pt x="277293" y="25023"/>
                  </a:lnTo>
                  <a:lnTo>
                    <a:pt x="322536" y="11435"/>
                  </a:lnTo>
                  <a:lnTo>
                    <a:pt x="369760" y="2988"/>
                  </a:lnTo>
                  <a:lnTo>
                    <a:pt x="418650" y="0"/>
                  </a:lnTo>
                  <a:lnTo>
                    <a:pt x="467411" y="2713"/>
                  </a:lnTo>
                  <a:lnTo>
                    <a:pt x="514593" y="10939"/>
                  </a:lnTo>
                  <a:lnTo>
                    <a:pt x="559872" y="24354"/>
                  </a:lnTo>
                  <a:lnTo>
                    <a:pt x="602922" y="42634"/>
                  </a:lnTo>
                  <a:lnTo>
                    <a:pt x="643421" y="65452"/>
                  </a:lnTo>
                  <a:lnTo>
                    <a:pt x="681044" y="92486"/>
                  </a:lnTo>
                  <a:lnTo>
                    <a:pt x="715467" y="123410"/>
                  </a:lnTo>
                  <a:lnTo>
                    <a:pt x="746367" y="157900"/>
                  </a:lnTo>
                  <a:lnTo>
                    <a:pt x="773418" y="195632"/>
                  </a:lnTo>
                  <a:lnTo>
                    <a:pt x="796297" y="236280"/>
                  </a:lnTo>
                  <a:lnTo>
                    <a:pt x="814680" y="279521"/>
                  </a:lnTo>
                  <a:lnTo>
                    <a:pt x="828242" y="325030"/>
                  </a:lnTo>
                  <a:lnTo>
                    <a:pt x="836661" y="372482"/>
                  </a:lnTo>
                  <a:lnTo>
                    <a:pt x="839611" y="421553"/>
                  </a:lnTo>
                  <a:lnTo>
                    <a:pt x="836880" y="470671"/>
                  </a:lnTo>
                  <a:lnTo>
                    <a:pt x="828686" y="518161"/>
                  </a:lnTo>
                  <a:lnTo>
                    <a:pt x="815346" y="563701"/>
                  </a:lnTo>
                  <a:lnTo>
                    <a:pt x="797181" y="606969"/>
                  </a:lnTo>
                  <a:lnTo>
                    <a:pt x="774509" y="647646"/>
                  </a:lnTo>
                  <a:lnTo>
                    <a:pt x="747649" y="685409"/>
                  </a:lnTo>
                  <a:lnTo>
                    <a:pt x="716919" y="719937"/>
                  </a:lnTo>
                  <a:lnTo>
                    <a:pt x="682639" y="750909"/>
                  </a:lnTo>
                  <a:lnTo>
                    <a:pt x="645127" y="778004"/>
                  </a:lnTo>
                  <a:lnTo>
                    <a:pt x="604703" y="800901"/>
                  </a:lnTo>
                  <a:lnTo>
                    <a:pt x="561685" y="819277"/>
                  </a:lnTo>
                  <a:lnTo>
                    <a:pt x="516391" y="832813"/>
                  </a:lnTo>
                  <a:lnTo>
                    <a:pt x="469142" y="841187"/>
                  </a:lnTo>
                  <a:lnTo>
                    <a:pt x="420255" y="844077"/>
                  </a:lnTo>
                  <a:lnTo>
                    <a:pt x="371204" y="841290"/>
                  </a:lnTo>
                  <a:lnTo>
                    <a:pt x="323832" y="833058"/>
                  </a:lnTo>
                  <a:lnTo>
                    <a:pt x="278453" y="819691"/>
                  </a:lnTo>
                  <a:lnTo>
                    <a:pt x="235377" y="801504"/>
                  </a:lnTo>
                  <a:lnTo>
                    <a:pt x="194918" y="778807"/>
                  </a:lnTo>
                  <a:lnTo>
                    <a:pt x="157387" y="751914"/>
                  </a:lnTo>
                  <a:lnTo>
                    <a:pt x="123096" y="721137"/>
                  </a:lnTo>
                  <a:lnTo>
                    <a:pt x="92357" y="686789"/>
                  </a:lnTo>
                  <a:lnTo>
                    <a:pt x="65483" y="649182"/>
                  </a:lnTo>
                  <a:lnTo>
                    <a:pt x="42785" y="608628"/>
                  </a:lnTo>
                  <a:lnTo>
                    <a:pt x="24576" y="565441"/>
                  </a:lnTo>
                  <a:lnTo>
                    <a:pt x="11167" y="519932"/>
                  </a:lnTo>
                  <a:lnTo>
                    <a:pt x="2871" y="472414"/>
                  </a:lnTo>
                  <a:lnTo>
                    <a:pt x="0" y="423200"/>
                  </a:lnTo>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2" name="object 12"/>
          <p:cNvGrpSpPr/>
          <p:nvPr/>
        </p:nvGrpSpPr>
        <p:grpSpPr>
          <a:xfrm>
            <a:off x="4406547" y="3502025"/>
            <a:ext cx="439103" cy="441325"/>
            <a:chOff x="8813093" y="7004050"/>
            <a:chExt cx="878205" cy="882650"/>
          </a:xfrm>
        </p:grpSpPr>
        <p:sp>
          <p:nvSpPr>
            <p:cNvPr id="13" name="object 13"/>
            <p:cNvSpPr/>
            <p:nvPr/>
          </p:nvSpPr>
          <p:spPr>
            <a:xfrm>
              <a:off x="8832143" y="7023100"/>
              <a:ext cx="840105" cy="844550"/>
            </a:xfrm>
            <a:custGeom>
              <a:avLst/>
              <a:gdLst/>
              <a:ahLst/>
              <a:cxnLst/>
              <a:rect l="l" t="t" r="r" b="b"/>
              <a:pathLst>
                <a:path w="840104" h="844550">
                  <a:moveTo>
                    <a:pt x="418650" y="0"/>
                  </a:moveTo>
                  <a:lnTo>
                    <a:pt x="369760" y="2988"/>
                  </a:lnTo>
                  <a:lnTo>
                    <a:pt x="322537" y="11435"/>
                  </a:lnTo>
                  <a:lnTo>
                    <a:pt x="277294" y="25023"/>
                  </a:lnTo>
                  <a:lnTo>
                    <a:pt x="234345" y="43436"/>
                  </a:lnTo>
                  <a:lnTo>
                    <a:pt x="194003" y="66357"/>
                  </a:lnTo>
                  <a:lnTo>
                    <a:pt x="156582" y="93469"/>
                  </a:lnTo>
                  <a:lnTo>
                    <a:pt x="122396" y="124455"/>
                  </a:lnTo>
                  <a:lnTo>
                    <a:pt x="91758" y="158998"/>
                  </a:lnTo>
                  <a:lnTo>
                    <a:pt x="64982" y="196781"/>
                  </a:lnTo>
                  <a:lnTo>
                    <a:pt x="42381" y="237486"/>
                  </a:lnTo>
                  <a:lnTo>
                    <a:pt x="24268" y="280798"/>
                  </a:lnTo>
                  <a:lnTo>
                    <a:pt x="10958" y="326399"/>
                  </a:lnTo>
                  <a:lnTo>
                    <a:pt x="2764" y="373972"/>
                  </a:lnTo>
                  <a:lnTo>
                    <a:pt x="0" y="423200"/>
                  </a:lnTo>
                  <a:lnTo>
                    <a:pt x="2871" y="472414"/>
                  </a:lnTo>
                  <a:lnTo>
                    <a:pt x="11167" y="519932"/>
                  </a:lnTo>
                  <a:lnTo>
                    <a:pt x="24576" y="565441"/>
                  </a:lnTo>
                  <a:lnTo>
                    <a:pt x="42786" y="608628"/>
                  </a:lnTo>
                  <a:lnTo>
                    <a:pt x="65484" y="649182"/>
                  </a:lnTo>
                  <a:lnTo>
                    <a:pt x="92358" y="686789"/>
                  </a:lnTo>
                  <a:lnTo>
                    <a:pt x="123096" y="721137"/>
                  </a:lnTo>
                  <a:lnTo>
                    <a:pt x="157387" y="751914"/>
                  </a:lnTo>
                  <a:lnTo>
                    <a:pt x="194919" y="778807"/>
                  </a:lnTo>
                  <a:lnTo>
                    <a:pt x="235378" y="801504"/>
                  </a:lnTo>
                  <a:lnTo>
                    <a:pt x="278453" y="819692"/>
                  </a:lnTo>
                  <a:lnTo>
                    <a:pt x="323833" y="833058"/>
                  </a:lnTo>
                  <a:lnTo>
                    <a:pt x="371204" y="841291"/>
                  </a:lnTo>
                  <a:lnTo>
                    <a:pt x="420255" y="844077"/>
                  </a:lnTo>
                  <a:lnTo>
                    <a:pt x="469142" y="841187"/>
                  </a:lnTo>
                  <a:lnTo>
                    <a:pt x="516391" y="832813"/>
                  </a:lnTo>
                  <a:lnTo>
                    <a:pt x="561685" y="819277"/>
                  </a:lnTo>
                  <a:lnTo>
                    <a:pt x="604703" y="800901"/>
                  </a:lnTo>
                  <a:lnTo>
                    <a:pt x="645128" y="778004"/>
                  </a:lnTo>
                  <a:lnTo>
                    <a:pt x="682639" y="750909"/>
                  </a:lnTo>
                  <a:lnTo>
                    <a:pt x="716920" y="719937"/>
                  </a:lnTo>
                  <a:lnTo>
                    <a:pt x="747649" y="685409"/>
                  </a:lnTo>
                  <a:lnTo>
                    <a:pt x="774510" y="647646"/>
                  </a:lnTo>
                  <a:lnTo>
                    <a:pt x="797182" y="606969"/>
                  </a:lnTo>
                  <a:lnTo>
                    <a:pt x="815347" y="563701"/>
                  </a:lnTo>
                  <a:lnTo>
                    <a:pt x="828686" y="518161"/>
                  </a:lnTo>
                  <a:lnTo>
                    <a:pt x="836881" y="470671"/>
                  </a:lnTo>
                  <a:lnTo>
                    <a:pt x="839612" y="421553"/>
                  </a:lnTo>
                  <a:lnTo>
                    <a:pt x="836662" y="372482"/>
                  </a:lnTo>
                  <a:lnTo>
                    <a:pt x="828243" y="325030"/>
                  </a:lnTo>
                  <a:lnTo>
                    <a:pt x="814680" y="279521"/>
                  </a:lnTo>
                  <a:lnTo>
                    <a:pt x="796297" y="236280"/>
                  </a:lnTo>
                  <a:lnTo>
                    <a:pt x="773418" y="195631"/>
                  </a:lnTo>
                  <a:lnTo>
                    <a:pt x="746367" y="157900"/>
                  </a:lnTo>
                  <a:lnTo>
                    <a:pt x="715468" y="123410"/>
                  </a:lnTo>
                  <a:lnTo>
                    <a:pt x="681045" y="92486"/>
                  </a:lnTo>
                  <a:lnTo>
                    <a:pt x="643422" y="65452"/>
                  </a:lnTo>
                  <a:lnTo>
                    <a:pt x="602923" y="42633"/>
                  </a:lnTo>
                  <a:lnTo>
                    <a:pt x="559872" y="24354"/>
                  </a:lnTo>
                  <a:lnTo>
                    <a:pt x="514594" y="10939"/>
                  </a:lnTo>
                  <a:lnTo>
                    <a:pt x="467412" y="2713"/>
                  </a:lnTo>
                  <a:lnTo>
                    <a:pt x="418650" y="0"/>
                  </a:lnTo>
                  <a:close/>
                </a:path>
              </a:pathLst>
            </a:custGeom>
            <a:solidFill>
              <a:srgbClr val="FFF6F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4" name="object 14"/>
            <p:cNvSpPr/>
            <p:nvPr/>
          </p:nvSpPr>
          <p:spPr>
            <a:xfrm>
              <a:off x="8832143" y="7023100"/>
              <a:ext cx="840105" cy="844550"/>
            </a:xfrm>
            <a:custGeom>
              <a:avLst/>
              <a:gdLst/>
              <a:ahLst/>
              <a:cxnLst/>
              <a:rect l="l" t="t" r="r" b="b"/>
              <a:pathLst>
                <a:path w="840104" h="844550">
                  <a:moveTo>
                    <a:pt x="0" y="423200"/>
                  </a:moveTo>
                  <a:lnTo>
                    <a:pt x="2764" y="373972"/>
                  </a:lnTo>
                  <a:lnTo>
                    <a:pt x="10958" y="326399"/>
                  </a:lnTo>
                  <a:lnTo>
                    <a:pt x="24268" y="280798"/>
                  </a:lnTo>
                  <a:lnTo>
                    <a:pt x="42380" y="237487"/>
                  </a:lnTo>
                  <a:lnTo>
                    <a:pt x="64981" y="196781"/>
                  </a:lnTo>
                  <a:lnTo>
                    <a:pt x="91757" y="158998"/>
                  </a:lnTo>
                  <a:lnTo>
                    <a:pt x="122395" y="124456"/>
                  </a:lnTo>
                  <a:lnTo>
                    <a:pt x="156582" y="93470"/>
                  </a:lnTo>
                  <a:lnTo>
                    <a:pt x="194002" y="66358"/>
                  </a:lnTo>
                  <a:lnTo>
                    <a:pt x="234344" y="43437"/>
                  </a:lnTo>
                  <a:lnTo>
                    <a:pt x="277293" y="25023"/>
                  </a:lnTo>
                  <a:lnTo>
                    <a:pt x="322536" y="11435"/>
                  </a:lnTo>
                  <a:lnTo>
                    <a:pt x="369760" y="2988"/>
                  </a:lnTo>
                  <a:lnTo>
                    <a:pt x="418650" y="0"/>
                  </a:lnTo>
                  <a:lnTo>
                    <a:pt x="467411" y="2713"/>
                  </a:lnTo>
                  <a:lnTo>
                    <a:pt x="514593" y="10939"/>
                  </a:lnTo>
                  <a:lnTo>
                    <a:pt x="559872" y="24354"/>
                  </a:lnTo>
                  <a:lnTo>
                    <a:pt x="602922" y="42634"/>
                  </a:lnTo>
                  <a:lnTo>
                    <a:pt x="643421" y="65452"/>
                  </a:lnTo>
                  <a:lnTo>
                    <a:pt x="681044" y="92486"/>
                  </a:lnTo>
                  <a:lnTo>
                    <a:pt x="715467" y="123410"/>
                  </a:lnTo>
                  <a:lnTo>
                    <a:pt x="746367" y="157900"/>
                  </a:lnTo>
                  <a:lnTo>
                    <a:pt x="773418" y="195632"/>
                  </a:lnTo>
                  <a:lnTo>
                    <a:pt x="796297" y="236280"/>
                  </a:lnTo>
                  <a:lnTo>
                    <a:pt x="814680" y="279521"/>
                  </a:lnTo>
                  <a:lnTo>
                    <a:pt x="828242" y="325030"/>
                  </a:lnTo>
                  <a:lnTo>
                    <a:pt x="836661" y="372482"/>
                  </a:lnTo>
                  <a:lnTo>
                    <a:pt x="839611" y="421553"/>
                  </a:lnTo>
                  <a:lnTo>
                    <a:pt x="836880" y="470671"/>
                  </a:lnTo>
                  <a:lnTo>
                    <a:pt x="828686" y="518161"/>
                  </a:lnTo>
                  <a:lnTo>
                    <a:pt x="815346" y="563701"/>
                  </a:lnTo>
                  <a:lnTo>
                    <a:pt x="797181" y="606969"/>
                  </a:lnTo>
                  <a:lnTo>
                    <a:pt x="774509" y="647646"/>
                  </a:lnTo>
                  <a:lnTo>
                    <a:pt x="747649" y="685409"/>
                  </a:lnTo>
                  <a:lnTo>
                    <a:pt x="716919" y="719937"/>
                  </a:lnTo>
                  <a:lnTo>
                    <a:pt x="682639" y="750909"/>
                  </a:lnTo>
                  <a:lnTo>
                    <a:pt x="645127" y="778004"/>
                  </a:lnTo>
                  <a:lnTo>
                    <a:pt x="604703" y="800901"/>
                  </a:lnTo>
                  <a:lnTo>
                    <a:pt x="561685" y="819277"/>
                  </a:lnTo>
                  <a:lnTo>
                    <a:pt x="516391" y="832813"/>
                  </a:lnTo>
                  <a:lnTo>
                    <a:pt x="469142" y="841187"/>
                  </a:lnTo>
                  <a:lnTo>
                    <a:pt x="420255" y="844077"/>
                  </a:lnTo>
                  <a:lnTo>
                    <a:pt x="371204" y="841290"/>
                  </a:lnTo>
                  <a:lnTo>
                    <a:pt x="323832" y="833058"/>
                  </a:lnTo>
                  <a:lnTo>
                    <a:pt x="278453" y="819691"/>
                  </a:lnTo>
                  <a:lnTo>
                    <a:pt x="235377" y="801504"/>
                  </a:lnTo>
                  <a:lnTo>
                    <a:pt x="194918" y="778807"/>
                  </a:lnTo>
                  <a:lnTo>
                    <a:pt x="157387" y="751914"/>
                  </a:lnTo>
                  <a:lnTo>
                    <a:pt x="123096" y="721137"/>
                  </a:lnTo>
                  <a:lnTo>
                    <a:pt x="92357" y="686789"/>
                  </a:lnTo>
                  <a:lnTo>
                    <a:pt x="65483" y="649182"/>
                  </a:lnTo>
                  <a:lnTo>
                    <a:pt x="42785" y="608628"/>
                  </a:lnTo>
                  <a:lnTo>
                    <a:pt x="24576" y="565441"/>
                  </a:lnTo>
                  <a:lnTo>
                    <a:pt x="11167" y="519932"/>
                  </a:lnTo>
                  <a:lnTo>
                    <a:pt x="2871" y="472414"/>
                  </a:lnTo>
                  <a:lnTo>
                    <a:pt x="0" y="423200"/>
                  </a:lnTo>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5" name="object 15"/>
          <p:cNvGrpSpPr/>
          <p:nvPr/>
        </p:nvGrpSpPr>
        <p:grpSpPr>
          <a:xfrm>
            <a:off x="1881367" y="4020530"/>
            <a:ext cx="738823" cy="1719263"/>
            <a:chOff x="3762733" y="8041059"/>
            <a:chExt cx="1477645" cy="3438525"/>
          </a:xfrm>
        </p:grpSpPr>
        <p:sp>
          <p:nvSpPr>
            <p:cNvPr id="16" name="object 16"/>
            <p:cNvSpPr/>
            <p:nvPr/>
          </p:nvSpPr>
          <p:spPr>
            <a:xfrm>
              <a:off x="3781822" y="8060109"/>
              <a:ext cx="1439545" cy="3400425"/>
            </a:xfrm>
            <a:custGeom>
              <a:avLst/>
              <a:gdLst/>
              <a:ahLst/>
              <a:cxnLst/>
              <a:rect l="l" t="t" r="r" b="b"/>
              <a:pathLst>
                <a:path w="1439545" h="3400425">
                  <a:moveTo>
                    <a:pt x="1190992" y="1666379"/>
                  </a:moveTo>
                  <a:lnTo>
                    <a:pt x="247624" y="1666379"/>
                  </a:lnTo>
                  <a:lnTo>
                    <a:pt x="248500" y="1671478"/>
                  </a:lnTo>
                  <a:lnTo>
                    <a:pt x="261670" y="1871161"/>
                  </a:lnTo>
                  <a:lnTo>
                    <a:pt x="291872" y="2332334"/>
                  </a:lnTo>
                  <a:lnTo>
                    <a:pt x="329019" y="2897864"/>
                  </a:lnTo>
                  <a:lnTo>
                    <a:pt x="332343" y="2947922"/>
                  </a:lnTo>
                  <a:lnTo>
                    <a:pt x="335704" y="2997976"/>
                  </a:lnTo>
                  <a:lnTo>
                    <a:pt x="339113" y="3048028"/>
                  </a:lnTo>
                  <a:lnTo>
                    <a:pt x="342582" y="3098075"/>
                  </a:lnTo>
                  <a:lnTo>
                    <a:pt x="346119" y="3148117"/>
                  </a:lnTo>
                  <a:lnTo>
                    <a:pt x="349737" y="3198153"/>
                  </a:lnTo>
                  <a:lnTo>
                    <a:pt x="360240" y="3249509"/>
                  </a:lnTo>
                  <a:lnTo>
                    <a:pt x="382817" y="3296109"/>
                  </a:lnTo>
                  <a:lnTo>
                    <a:pt x="415742" y="3336179"/>
                  </a:lnTo>
                  <a:lnTo>
                    <a:pt x="457292" y="3367946"/>
                  </a:lnTo>
                  <a:lnTo>
                    <a:pt x="505740" y="3389633"/>
                  </a:lnTo>
                  <a:lnTo>
                    <a:pt x="513824" y="3392240"/>
                  </a:lnTo>
                  <a:lnTo>
                    <a:pt x="537961" y="3400425"/>
                  </a:lnTo>
                  <a:lnTo>
                    <a:pt x="607787" y="3400425"/>
                  </a:lnTo>
                  <a:lnTo>
                    <a:pt x="685284" y="3366218"/>
                  </a:lnTo>
                  <a:lnTo>
                    <a:pt x="715971" y="3353054"/>
                  </a:lnTo>
                  <a:lnTo>
                    <a:pt x="723094" y="3352925"/>
                  </a:lnTo>
                  <a:lnTo>
                    <a:pt x="1001796" y="3352925"/>
                  </a:lnTo>
                  <a:lnTo>
                    <a:pt x="1024523" y="3334821"/>
                  </a:lnTo>
                  <a:lnTo>
                    <a:pt x="1051531" y="3302745"/>
                  </a:lnTo>
                  <a:lnTo>
                    <a:pt x="1071961" y="3265494"/>
                  </a:lnTo>
                  <a:lnTo>
                    <a:pt x="1085490" y="3223472"/>
                  </a:lnTo>
                  <a:lnTo>
                    <a:pt x="1091795" y="3177085"/>
                  </a:lnTo>
                  <a:lnTo>
                    <a:pt x="1094538" y="3129847"/>
                  </a:lnTo>
                  <a:lnTo>
                    <a:pt x="1097601" y="3082625"/>
                  </a:lnTo>
                  <a:lnTo>
                    <a:pt x="1100811" y="3035411"/>
                  </a:lnTo>
                  <a:lnTo>
                    <a:pt x="1103995" y="2988194"/>
                  </a:lnTo>
                  <a:lnTo>
                    <a:pt x="1127795" y="2628190"/>
                  </a:lnTo>
                  <a:lnTo>
                    <a:pt x="1141327" y="2422471"/>
                  </a:lnTo>
                  <a:lnTo>
                    <a:pt x="1151338" y="2268616"/>
                  </a:lnTo>
                  <a:lnTo>
                    <a:pt x="1184328" y="1756481"/>
                  </a:lnTo>
                  <a:lnTo>
                    <a:pt x="1185956" y="1732777"/>
                  </a:lnTo>
                  <a:lnTo>
                    <a:pt x="1187736" y="1708900"/>
                  </a:lnTo>
                  <a:lnTo>
                    <a:pt x="1190992" y="1666379"/>
                  </a:lnTo>
                  <a:close/>
                </a:path>
                <a:path w="1439545" h="3400425">
                  <a:moveTo>
                    <a:pt x="1001796" y="3352925"/>
                  </a:moveTo>
                  <a:lnTo>
                    <a:pt x="723094" y="3352925"/>
                  </a:lnTo>
                  <a:lnTo>
                    <a:pt x="752918" y="3366134"/>
                  </a:lnTo>
                  <a:lnTo>
                    <a:pt x="828014" y="3400425"/>
                  </a:lnTo>
                  <a:lnTo>
                    <a:pt x="897845" y="3400425"/>
                  </a:lnTo>
                  <a:lnTo>
                    <a:pt x="900974" y="3398902"/>
                  </a:lnTo>
                  <a:lnTo>
                    <a:pt x="903947" y="3396714"/>
                  </a:lnTo>
                  <a:lnTo>
                    <a:pt x="907254" y="3395960"/>
                  </a:lnTo>
                  <a:lnTo>
                    <a:pt x="952061" y="3381833"/>
                  </a:lnTo>
                  <a:lnTo>
                    <a:pt x="991259" y="3361319"/>
                  </a:lnTo>
                  <a:lnTo>
                    <a:pt x="1001796" y="3352925"/>
                  </a:lnTo>
                  <a:close/>
                </a:path>
                <a:path w="1439545" h="3400425">
                  <a:moveTo>
                    <a:pt x="1360111" y="1659881"/>
                  </a:moveTo>
                  <a:lnTo>
                    <a:pt x="1191489" y="1659881"/>
                  </a:lnTo>
                  <a:lnTo>
                    <a:pt x="1198124" y="1662476"/>
                  </a:lnTo>
                  <a:lnTo>
                    <a:pt x="1201409" y="1663480"/>
                  </a:lnTo>
                  <a:lnTo>
                    <a:pt x="1204441" y="1664980"/>
                  </a:lnTo>
                  <a:lnTo>
                    <a:pt x="1249930" y="1680888"/>
                  </a:lnTo>
                  <a:lnTo>
                    <a:pt x="1293623" y="1683864"/>
                  </a:lnTo>
                  <a:lnTo>
                    <a:pt x="1333811" y="1674886"/>
                  </a:lnTo>
                  <a:lnTo>
                    <a:pt x="1360111" y="1659881"/>
                  </a:lnTo>
                  <a:close/>
                </a:path>
                <a:path w="1439545" h="3400425">
                  <a:moveTo>
                    <a:pt x="380561" y="0"/>
                  </a:moveTo>
                  <a:lnTo>
                    <a:pt x="330962" y="4282"/>
                  </a:lnTo>
                  <a:lnTo>
                    <a:pt x="287427" y="18686"/>
                  </a:lnTo>
                  <a:lnTo>
                    <a:pt x="249919" y="43874"/>
                  </a:lnTo>
                  <a:lnTo>
                    <a:pt x="218402" y="80512"/>
                  </a:lnTo>
                  <a:lnTo>
                    <a:pt x="180286" y="140036"/>
                  </a:lnTo>
                  <a:lnTo>
                    <a:pt x="146952" y="202100"/>
                  </a:lnTo>
                  <a:lnTo>
                    <a:pt x="127273" y="247158"/>
                  </a:lnTo>
                  <a:lnTo>
                    <a:pt x="109803" y="292837"/>
                  </a:lnTo>
                  <a:lnTo>
                    <a:pt x="94350" y="339079"/>
                  </a:lnTo>
                  <a:lnTo>
                    <a:pt x="80720" y="385824"/>
                  </a:lnTo>
                  <a:lnTo>
                    <a:pt x="68720" y="433013"/>
                  </a:lnTo>
                  <a:lnTo>
                    <a:pt x="58158" y="480588"/>
                  </a:lnTo>
                  <a:lnTo>
                    <a:pt x="48839" y="528489"/>
                  </a:lnTo>
                  <a:lnTo>
                    <a:pt x="40571" y="576658"/>
                  </a:lnTo>
                  <a:lnTo>
                    <a:pt x="33161" y="625035"/>
                  </a:lnTo>
                  <a:lnTo>
                    <a:pt x="26251" y="675781"/>
                  </a:lnTo>
                  <a:lnTo>
                    <a:pt x="20241" y="726579"/>
                  </a:lnTo>
                  <a:lnTo>
                    <a:pt x="15092" y="777425"/>
                  </a:lnTo>
                  <a:lnTo>
                    <a:pt x="10766" y="828318"/>
                  </a:lnTo>
                  <a:lnTo>
                    <a:pt x="7225" y="879252"/>
                  </a:lnTo>
                  <a:lnTo>
                    <a:pt x="4431" y="930225"/>
                  </a:lnTo>
                  <a:lnTo>
                    <a:pt x="2346" y="981233"/>
                  </a:lnTo>
                  <a:lnTo>
                    <a:pt x="931" y="1032274"/>
                  </a:lnTo>
                  <a:lnTo>
                    <a:pt x="149" y="1083342"/>
                  </a:lnTo>
                  <a:lnTo>
                    <a:pt x="0" y="1139787"/>
                  </a:lnTo>
                  <a:lnTo>
                    <a:pt x="329" y="1185551"/>
                  </a:lnTo>
                  <a:lnTo>
                    <a:pt x="1215" y="1236685"/>
                  </a:lnTo>
                  <a:lnTo>
                    <a:pt x="2608" y="1290857"/>
                  </a:lnTo>
                  <a:lnTo>
                    <a:pt x="4423" y="1345031"/>
                  </a:lnTo>
                  <a:lnTo>
                    <a:pt x="6707" y="1399191"/>
                  </a:lnTo>
                  <a:lnTo>
                    <a:pt x="9508" y="1453323"/>
                  </a:lnTo>
                  <a:lnTo>
                    <a:pt x="12873" y="1507413"/>
                  </a:lnTo>
                  <a:lnTo>
                    <a:pt x="16850" y="1561445"/>
                  </a:lnTo>
                  <a:lnTo>
                    <a:pt x="30403" y="1609283"/>
                  </a:lnTo>
                  <a:lnTo>
                    <a:pt x="60090" y="1647766"/>
                  </a:lnTo>
                  <a:lnTo>
                    <a:pt x="101731" y="1673543"/>
                  </a:lnTo>
                  <a:lnTo>
                    <a:pt x="151147" y="1683263"/>
                  </a:lnTo>
                  <a:lnTo>
                    <a:pt x="175007" y="1681630"/>
                  </a:lnTo>
                  <a:lnTo>
                    <a:pt x="198990" y="1677242"/>
                  </a:lnTo>
                  <a:lnTo>
                    <a:pt x="223171" y="1671643"/>
                  </a:lnTo>
                  <a:lnTo>
                    <a:pt x="247624" y="1666379"/>
                  </a:lnTo>
                  <a:lnTo>
                    <a:pt x="1190992" y="1666379"/>
                  </a:lnTo>
                  <a:lnTo>
                    <a:pt x="1191489" y="1659881"/>
                  </a:lnTo>
                  <a:lnTo>
                    <a:pt x="1360111" y="1659881"/>
                  </a:lnTo>
                  <a:lnTo>
                    <a:pt x="1396836" y="1624979"/>
                  </a:lnTo>
                  <a:lnTo>
                    <a:pt x="1416255" y="1586005"/>
                  </a:lnTo>
                  <a:lnTo>
                    <a:pt x="1425334" y="1538988"/>
                  </a:lnTo>
                  <a:lnTo>
                    <a:pt x="1428457" y="1489086"/>
                  </a:lnTo>
                  <a:lnTo>
                    <a:pt x="1431236" y="1439184"/>
                  </a:lnTo>
                  <a:lnTo>
                    <a:pt x="1433646" y="1389284"/>
                  </a:lnTo>
                  <a:lnTo>
                    <a:pt x="1435661" y="1339383"/>
                  </a:lnTo>
                  <a:lnTo>
                    <a:pt x="1437258" y="1289484"/>
                  </a:lnTo>
                  <a:lnTo>
                    <a:pt x="1438410" y="1239584"/>
                  </a:lnTo>
                  <a:lnTo>
                    <a:pt x="1439093" y="1189686"/>
                  </a:lnTo>
                  <a:lnTo>
                    <a:pt x="1439282" y="1139787"/>
                  </a:lnTo>
                  <a:lnTo>
                    <a:pt x="1438950" y="1089888"/>
                  </a:lnTo>
                  <a:lnTo>
                    <a:pt x="1438075" y="1039990"/>
                  </a:lnTo>
                  <a:lnTo>
                    <a:pt x="1436629" y="990091"/>
                  </a:lnTo>
                  <a:lnTo>
                    <a:pt x="1434588" y="940193"/>
                  </a:lnTo>
                  <a:lnTo>
                    <a:pt x="1431928" y="890294"/>
                  </a:lnTo>
                  <a:lnTo>
                    <a:pt x="1428622" y="840395"/>
                  </a:lnTo>
                  <a:lnTo>
                    <a:pt x="1424646" y="790496"/>
                  </a:lnTo>
                  <a:lnTo>
                    <a:pt x="1419837" y="739132"/>
                  </a:lnTo>
                  <a:lnTo>
                    <a:pt x="1414235" y="687907"/>
                  </a:lnTo>
                  <a:lnTo>
                    <a:pt x="1407723" y="636845"/>
                  </a:lnTo>
                  <a:lnTo>
                    <a:pt x="1400180" y="585967"/>
                  </a:lnTo>
                  <a:lnTo>
                    <a:pt x="1391491" y="535296"/>
                  </a:lnTo>
                  <a:lnTo>
                    <a:pt x="1381536" y="484855"/>
                  </a:lnTo>
                  <a:lnTo>
                    <a:pt x="1370197" y="434665"/>
                  </a:lnTo>
                  <a:lnTo>
                    <a:pt x="1357356" y="384749"/>
                  </a:lnTo>
                  <a:lnTo>
                    <a:pt x="1342895" y="335130"/>
                  </a:lnTo>
                  <a:lnTo>
                    <a:pt x="1327378" y="287741"/>
                  </a:lnTo>
                  <a:lnTo>
                    <a:pt x="1310028" y="241202"/>
                  </a:lnTo>
                  <a:lnTo>
                    <a:pt x="1290334" y="195765"/>
                  </a:lnTo>
                  <a:lnTo>
                    <a:pt x="1267788" y="151684"/>
                  </a:lnTo>
                  <a:lnTo>
                    <a:pt x="1241881" y="109213"/>
                  </a:lnTo>
                  <a:lnTo>
                    <a:pt x="1212102" y="68605"/>
                  </a:lnTo>
                  <a:lnTo>
                    <a:pt x="1183533" y="39044"/>
                  </a:lnTo>
                  <a:lnTo>
                    <a:pt x="1151194" y="17457"/>
                  </a:lnTo>
                  <a:lnTo>
                    <a:pt x="1114620" y="4483"/>
                  </a:lnTo>
                  <a:lnTo>
                    <a:pt x="1078710" y="1247"/>
                  </a:lnTo>
                  <a:lnTo>
                    <a:pt x="635646" y="1247"/>
                  </a:lnTo>
                  <a:lnTo>
                    <a:pt x="380561" y="0"/>
                  </a:lnTo>
                  <a:close/>
                </a:path>
                <a:path w="1439545" h="3400425">
                  <a:moveTo>
                    <a:pt x="992791" y="796"/>
                  </a:moveTo>
                  <a:lnTo>
                    <a:pt x="635646" y="1247"/>
                  </a:lnTo>
                  <a:lnTo>
                    <a:pt x="1078710" y="1247"/>
                  </a:lnTo>
                  <a:lnTo>
                    <a:pt x="1076626" y="1059"/>
                  </a:lnTo>
                  <a:lnTo>
                    <a:pt x="1053217" y="1059"/>
                  </a:lnTo>
                  <a:lnTo>
                    <a:pt x="992791" y="796"/>
                  </a:lnTo>
                  <a:close/>
                </a:path>
                <a:path w="1439545" h="3400425">
                  <a:moveTo>
                    <a:pt x="1073349" y="764"/>
                  </a:moveTo>
                  <a:lnTo>
                    <a:pt x="1053217" y="1059"/>
                  </a:lnTo>
                  <a:lnTo>
                    <a:pt x="1076626" y="1059"/>
                  </a:lnTo>
                  <a:lnTo>
                    <a:pt x="1073349" y="764"/>
                  </a:lnTo>
                  <a:close/>
                </a:path>
              </a:pathLst>
            </a:custGeom>
            <a:solidFill>
              <a:srgbClr val="FFF6F6"/>
            </a:solidFill>
          </p:spPr>
          <p:txBody>
            <a:bodyPr wrap="square" lIns="0" tIns="0" rIns="0" bIns="0" rtlCol="0"/>
            <a:lstStyle/>
            <a:p>
              <a:endParaRPr sz="900" dirty="0">
                <a:latin typeface="江城圆体 400W" panose="020B0800000000000000" pitchFamily="34" charset="-128"/>
                <a:ea typeface="江城圆体 400W" panose="020B0800000000000000" pitchFamily="34" charset="-128"/>
              </a:endParaRPr>
            </a:p>
          </p:txBody>
        </p:sp>
        <p:sp>
          <p:nvSpPr>
            <p:cNvPr id="17" name="object 17"/>
            <p:cNvSpPr/>
            <p:nvPr/>
          </p:nvSpPr>
          <p:spPr>
            <a:xfrm>
              <a:off x="3781783" y="8060109"/>
              <a:ext cx="1439545" cy="3400425"/>
            </a:xfrm>
            <a:custGeom>
              <a:avLst/>
              <a:gdLst/>
              <a:ahLst/>
              <a:cxnLst/>
              <a:rect l="l" t="t" r="r" b="b"/>
              <a:pathLst>
                <a:path w="1439545" h="3400425">
                  <a:moveTo>
                    <a:pt x="538008" y="3400425"/>
                  </a:moveTo>
                  <a:lnTo>
                    <a:pt x="529964" y="3397694"/>
                  </a:lnTo>
                  <a:lnTo>
                    <a:pt x="521924" y="3394947"/>
                  </a:lnTo>
                  <a:lnTo>
                    <a:pt x="513870" y="3392241"/>
                  </a:lnTo>
                  <a:lnTo>
                    <a:pt x="457339" y="3367946"/>
                  </a:lnTo>
                  <a:lnTo>
                    <a:pt x="415789" y="3336180"/>
                  </a:lnTo>
                  <a:lnTo>
                    <a:pt x="382863" y="3296109"/>
                  </a:lnTo>
                  <a:lnTo>
                    <a:pt x="360287" y="3249509"/>
                  </a:lnTo>
                  <a:lnTo>
                    <a:pt x="349784" y="3198154"/>
                  </a:lnTo>
                  <a:lnTo>
                    <a:pt x="346166" y="3148118"/>
                  </a:lnTo>
                  <a:lnTo>
                    <a:pt x="342629" y="3098076"/>
                  </a:lnTo>
                  <a:lnTo>
                    <a:pt x="339161" y="3048028"/>
                  </a:lnTo>
                  <a:lnTo>
                    <a:pt x="335751" y="2997977"/>
                  </a:lnTo>
                  <a:lnTo>
                    <a:pt x="332390" y="2947922"/>
                  </a:lnTo>
                  <a:lnTo>
                    <a:pt x="329066" y="2897865"/>
                  </a:lnTo>
                  <a:lnTo>
                    <a:pt x="325769" y="2847806"/>
                  </a:lnTo>
                  <a:lnTo>
                    <a:pt x="322487" y="2797745"/>
                  </a:lnTo>
                  <a:lnTo>
                    <a:pt x="319211" y="2747685"/>
                  </a:lnTo>
                  <a:lnTo>
                    <a:pt x="315929" y="2697625"/>
                  </a:lnTo>
                  <a:lnTo>
                    <a:pt x="312632" y="2647566"/>
                  </a:lnTo>
                  <a:lnTo>
                    <a:pt x="309162" y="2595029"/>
                  </a:lnTo>
                  <a:lnTo>
                    <a:pt x="305701" y="2542491"/>
                  </a:lnTo>
                  <a:lnTo>
                    <a:pt x="302247" y="2489952"/>
                  </a:lnTo>
                  <a:lnTo>
                    <a:pt x="298800" y="2437413"/>
                  </a:lnTo>
                  <a:lnTo>
                    <a:pt x="295358" y="2384874"/>
                  </a:lnTo>
                  <a:lnTo>
                    <a:pt x="291920" y="2332334"/>
                  </a:lnTo>
                  <a:lnTo>
                    <a:pt x="288484" y="2279794"/>
                  </a:lnTo>
                  <a:lnTo>
                    <a:pt x="285049" y="2227254"/>
                  </a:lnTo>
                  <a:lnTo>
                    <a:pt x="281614" y="2174714"/>
                  </a:lnTo>
                  <a:lnTo>
                    <a:pt x="278178" y="2122174"/>
                  </a:lnTo>
                  <a:lnTo>
                    <a:pt x="274739" y="2069634"/>
                  </a:lnTo>
                  <a:lnTo>
                    <a:pt x="271296" y="2017095"/>
                  </a:lnTo>
                  <a:lnTo>
                    <a:pt x="268106" y="1968450"/>
                  </a:lnTo>
                  <a:lnTo>
                    <a:pt x="264913" y="1919806"/>
                  </a:lnTo>
                  <a:lnTo>
                    <a:pt x="261717" y="1871162"/>
                  </a:lnTo>
                  <a:lnTo>
                    <a:pt x="258517" y="1822518"/>
                  </a:lnTo>
                  <a:lnTo>
                    <a:pt x="255312" y="1773874"/>
                  </a:lnTo>
                  <a:lnTo>
                    <a:pt x="252102" y="1725231"/>
                  </a:lnTo>
                  <a:lnTo>
                    <a:pt x="248886" y="1676589"/>
                  </a:lnTo>
                  <a:lnTo>
                    <a:pt x="247671" y="1666401"/>
                  </a:lnTo>
                  <a:lnTo>
                    <a:pt x="223218" y="1671643"/>
                  </a:lnTo>
                  <a:lnTo>
                    <a:pt x="199037" y="1677242"/>
                  </a:lnTo>
                  <a:lnTo>
                    <a:pt x="175054" y="1681630"/>
                  </a:lnTo>
                  <a:lnTo>
                    <a:pt x="101778" y="1673544"/>
                  </a:lnTo>
                  <a:lnTo>
                    <a:pt x="60136" y="1647767"/>
                  </a:lnTo>
                  <a:lnTo>
                    <a:pt x="30449" y="1609283"/>
                  </a:lnTo>
                  <a:lnTo>
                    <a:pt x="16896" y="1561445"/>
                  </a:lnTo>
                  <a:lnTo>
                    <a:pt x="12920" y="1507413"/>
                  </a:lnTo>
                  <a:lnTo>
                    <a:pt x="9555" y="1453323"/>
                  </a:lnTo>
                  <a:lnTo>
                    <a:pt x="6754" y="1399191"/>
                  </a:lnTo>
                  <a:lnTo>
                    <a:pt x="4470" y="1345031"/>
                  </a:lnTo>
                  <a:lnTo>
                    <a:pt x="2655" y="1290857"/>
                  </a:lnTo>
                  <a:lnTo>
                    <a:pt x="1261" y="1236685"/>
                  </a:lnTo>
                  <a:lnTo>
                    <a:pt x="376" y="1185551"/>
                  </a:lnTo>
                  <a:lnTo>
                    <a:pt x="8" y="1134436"/>
                  </a:lnTo>
                  <a:lnTo>
                    <a:pt x="196" y="1083342"/>
                  </a:lnTo>
                  <a:lnTo>
                    <a:pt x="978" y="1032274"/>
                  </a:lnTo>
                  <a:lnTo>
                    <a:pt x="2393" y="981234"/>
                  </a:lnTo>
                  <a:lnTo>
                    <a:pt x="4478" y="930226"/>
                  </a:lnTo>
                  <a:lnTo>
                    <a:pt x="7272" y="879253"/>
                  </a:lnTo>
                  <a:lnTo>
                    <a:pt x="10813" y="828318"/>
                  </a:lnTo>
                  <a:lnTo>
                    <a:pt x="15139" y="777426"/>
                  </a:lnTo>
                  <a:lnTo>
                    <a:pt x="20288" y="726579"/>
                  </a:lnTo>
                  <a:lnTo>
                    <a:pt x="26299" y="675781"/>
                  </a:lnTo>
                  <a:lnTo>
                    <a:pt x="33209" y="625036"/>
                  </a:lnTo>
                  <a:lnTo>
                    <a:pt x="40619" y="576658"/>
                  </a:lnTo>
                  <a:lnTo>
                    <a:pt x="48886" y="528490"/>
                  </a:lnTo>
                  <a:lnTo>
                    <a:pt x="58205" y="480589"/>
                  </a:lnTo>
                  <a:lnTo>
                    <a:pt x="68767" y="433014"/>
                  </a:lnTo>
                  <a:lnTo>
                    <a:pt x="80767" y="385824"/>
                  </a:lnTo>
                  <a:lnTo>
                    <a:pt x="94397" y="339079"/>
                  </a:lnTo>
                  <a:lnTo>
                    <a:pt x="109850" y="292838"/>
                  </a:lnTo>
                  <a:lnTo>
                    <a:pt x="127320" y="247158"/>
                  </a:lnTo>
                  <a:lnTo>
                    <a:pt x="147000" y="202100"/>
                  </a:lnTo>
                  <a:lnTo>
                    <a:pt x="180333" y="140037"/>
                  </a:lnTo>
                  <a:lnTo>
                    <a:pt x="218449" y="80513"/>
                  </a:lnTo>
                  <a:lnTo>
                    <a:pt x="249966" y="43875"/>
                  </a:lnTo>
                  <a:lnTo>
                    <a:pt x="287474" y="18686"/>
                  </a:lnTo>
                  <a:lnTo>
                    <a:pt x="331009" y="4283"/>
                  </a:lnTo>
                  <a:lnTo>
                    <a:pt x="380608" y="0"/>
                  </a:lnTo>
                  <a:lnTo>
                    <a:pt x="431622" y="484"/>
                  </a:lnTo>
                  <a:lnTo>
                    <a:pt x="482638" y="833"/>
                  </a:lnTo>
                  <a:lnTo>
                    <a:pt x="533655" y="1065"/>
                  </a:lnTo>
                  <a:lnTo>
                    <a:pt x="584674" y="1197"/>
                  </a:lnTo>
                  <a:lnTo>
                    <a:pt x="635693" y="1247"/>
                  </a:lnTo>
                  <a:lnTo>
                    <a:pt x="686713" y="1233"/>
                  </a:lnTo>
                  <a:lnTo>
                    <a:pt x="737733" y="1173"/>
                  </a:lnTo>
                  <a:lnTo>
                    <a:pt x="788754" y="1083"/>
                  </a:lnTo>
                  <a:lnTo>
                    <a:pt x="839776" y="983"/>
                  </a:lnTo>
                  <a:lnTo>
                    <a:pt x="890797" y="890"/>
                  </a:lnTo>
                  <a:lnTo>
                    <a:pt x="941817" y="822"/>
                  </a:lnTo>
                  <a:lnTo>
                    <a:pt x="992838" y="796"/>
                  </a:lnTo>
                  <a:lnTo>
                    <a:pt x="1012981" y="888"/>
                  </a:lnTo>
                  <a:lnTo>
                    <a:pt x="1033125" y="1038"/>
                  </a:lnTo>
                  <a:lnTo>
                    <a:pt x="1053264" y="1060"/>
                  </a:lnTo>
                  <a:lnTo>
                    <a:pt x="1114668" y="4484"/>
                  </a:lnTo>
                  <a:lnTo>
                    <a:pt x="1151241" y="17458"/>
                  </a:lnTo>
                  <a:lnTo>
                    <a:pt x="1183580" y="39045"/>
                  </a:lnTo>
                  <a:lnTo>
                    <a:pt x="1212150" y="68606"/>
                  </a:lnTo>
                  <a:lnTo>
                    <a:pt x="1241928" y="109213"/>
                  </a:lnTo>
                  <a:lnTo>
                    <a:pt x="1267835" y="151684"/>
                  </a:lnTo>
                  <a:lnTo>
                    <a:pt x="1290381" y="195765"/>
                  </a:lnTo>
                  <a:lnTo>
                    <a:pt x="1310074" y="241202"/>
                  </a:lnTo>
                  <a:lnTo>
                    <a:pt x="1327425" y="287742"/>
                  </a:lnTo>
                  <a:lnTo>
                    <a:pt x="1342942" y="335130"/>
                  </a:lnTo>
                  <a:lnTo>
                    <a:pt x="1357403" y="384750"/>
                  </a:lnTo>
                  <a:lnTo>
                    <a:pt x="1370244" y="434665"/>
                  </a:lnTo>
                  <a:lnTo>
                    <a:pt x="1381583" y="484855"/>
                  </a:lnTo>
                  <a:lnTo>
                    <a:pt x="1391538" y="535297"/>
                  </a:lnTo>
                  <a:lnTo>
                    <a:pt x="1400228" y="585968"/>
                  </a:lnTo>
                  <a:lnTo>
                    <a:pt x="1407770" y="636845"/>
                  </a:lnTo>
                  <a:lnTo>
                    <a:pt x="1414283" y="687908"/>
                  </a:lnTo>
                  <a:lnTo>
                    <a:pt x="1419884" y="739132"/>
                  </a:lnTo>
                  <a:lnTo>
                    <a:pt x="1424693" y="790497"/>
                  </a:lnTo>
                  <a:lnTo>
                    <a:pt x="1428669" y="840396"/>
                  </a:lnTo>
                  <a:lnTo>
                    <a:pt x="1431975" y="890295"/>
                  </a:lnTo>
                  <a:lnTo>
                    <a:pt x="1434635" y="940193"/>
                  </a:lnTo>
                  <a:lnTo>
                    <a:pt x="1436676" y="990092"/>
                  </a:lnTo>
                  <a:lnTo>
                    <a:pt x="1438122" y="1039990"/>
                  </a:lnTo>
                  <a:lnTo>
                    <a:pt x="1438997" y="1089889"/>
                  </a:lnTo>
                  <a:lnTo>
                    <a:pt x="1439329" y="1139787"/>
                  </a:lnTo>
                  <a:lnTo>
                    <a:pt x="1439140" y="1189686"/>
                  </a:lnTo>
                  <a:lnTo>
                    <a:pt x="1438457" y="1239585"/>
                  </a:lnTo>
                  <a:lnTo>
                    <a:pt x="1437305" y="1289484"/>
                  </a:lnTo>
                  <a:lnTo>
                    <a:pt x="1435708" y="1339383"/>
                  </a:lnTo>
                  <a:lnTo>
                    <a:pt x="1433692" y="1389284"/>
                  </a:lnTo>
                  <a:lnTo>
                    <a:pt x="1431283" y="1439184"/>
                  </a:lnTo>
                  <a:lnTo>
                    <a:pt x="1428504" y="1489086"/>
                  </a:lnTo>
                  <a:lnTo>
                    <a:pt x="1425381" y="1538988"/>
                  </a:lnTo>
                  <a:lnTo>
                    <a:pt x="1416302" y="1586006"/>
                  </a:lnTo>
                  <a:lnTo>
                    <a:pt x="1396883" y="1624980"/>
                  </a:lnTo>
                  <a:lnTo>
                    <a:pt x="1368832" y="1654933"/>
                  </a:lnTo>
                  <a:lnTo>
                    <a:pt x="1333858" y="1674887"/>
                  </a:lnTo>
                  <a:lnTo>
                    <a:pt x="1293670" y="1683865"/>
                  </a:lnTo>
                  <a:lnTo>
                    <a:pt x="1249977" y="1680889"/>
                  </a:lnTo>
                  <a:lnTo>
                    <a:pt x="1204488" y="1664981"/>
                  </a:lnTo>
                  <a:lnTo>
                    <a:pt x="1201456" y="1663481"/>
                  </a:lnTo>
                  <a:lnTo>
                    <a:pt x="1198171" y="1662476"/>
                  </a:lnTo>
                  <a:lnTo>
                    <a:pt x="1191536" y="1659882"/>
                  </a:lnTo>
                  <a:lnTo>
                    <a:pt x="1189649" y="1684664"/>
                  </a:lnTo>
                  <a:lnTo>
                    <a:pt x="1187784" y="1708901"/>
                  </a:lnTo>
                  <a:lnTo>
                    <a:pt x="1184374" y="1756482"/>
                  </a:lnTo>
                  <a:lnTo>
                    <a:pt x="1181062" y="1807694"/>
                  </a:lnTo>
                  <a:lnTo>
                    <a:pt x="1177758" y="1858907"/>
                  </a:lnTo>
                  <a:lnTo>
                    <a:pt x="1174460" y="1910121"/>
                  </a:lnTo>
                  <a:lnTo>
                    <a:pt x="1171167" y="1961335"/>
                  </a:lnTo>
                  <a:lnTo>
                    <a:pt x="1167876" y="2012549"/>
                  </a:lnTo>
                  <a:lnTo>
                    <a:pt x="1164586" y="2063763"/>
                  </a:lnTo>
                  <a:lnTo>
                    <a:pt x="1161293" y="2114977"/>
                  </a:lnTo>
                  <a:lnTo>
                    <a:pt x="1157997" y="2166190"/>
                  </a:lnTo>
                  <a:lnTo>
                    <a:pt x="1154695" y="2217404"/>
                  </a:lnTo>
                  <a:lnTo>
                    <a:pt x="1151385" y="2268617"/>
                  </a:lnTo>
                  <a:lnTo>
                    <a:pt x="1148065" y="2319829"/>
                  </a:lnTo>
                  <a:lnTo>
                    <a:pt x="1144732" y="2371040"/>
                  </a:lnTo>
                  <a:lnTo>
                    <a:pt x="1141374" y="2422471"/>
                  </a:lnTo>
                  <a:lnTo>
                    <a:pt x="1138004" y="2473902"/>
                  </a:lnTo>
                  <a:lnTo>
                    <a:pt x="1134624" y="2525332"/>
                  </a:lnTo>
                  <a:lnTo>
                    <a:pt x="1131237" y="2576761"/>
                  </a:lnTo>
                  <a:lnTo>
                    <a:pt x="1127843" y="2628190"/>
                  </a:lnTo>
                  <a:lnTo>
                    <a:pt x="1124444" y="2679619"/>
                  </a:lnTo>
                  <a:lnTo>
                    <a:pt x="1121042" y="2731048"/>
                  </a:lnTo>
                  <a:lnTo>
                    <a:pt x="1117638" y="2782477"/>
                  </a:lnTo>
                  <a:lnTo>
                    <a:pt x="1114235" y="2833906"/>
                  </a:lnTo>
                  <a:lnTo>
                    <a:pt x="1110833" y="2885336"/>
                  </a:lnTo>
                  <a:lnTo>
                    <a:pt x="1107435" y="2936765"/>
                  </a:lnTo>
                  <a:lnTo>
                    <a:pt x="1104042" y="2988195"/>
                  </a:lnTo>
                  <a:lnTo>
                    <a:pt x="1100858" y="3035412"/>
                  </a:lnTo>
                  <a:lnTo>
                    <a:pt x="1097648" y="3082626"/>
                  </a:lnTo>
                  <a:lnTo>
                    <a:pt x="1094585" y="3129847"/>
                  </a:lnTo>
                  <a:lnTo>
                    <a:pt x="1091843" y="3177085"/>
                  </a:lnTo>
                  <a:lnTo>
                    <a:pt x="1085538" y="3223473"/>
                  </a:lnTo>
                  <a:lnTo>
                    <a:pt x="1072009" y="3265495"/>
                  </a:lnTo>
                  <a:lnTo>
                    <a:pt x="1051579" y="3302746"/>
                  </a:lnTo>
                  <a:lnTo>
                    <a:pt x="1024570" y="3334822"/>
                  </a:lnTo>
                  <a:lnTo>
                    <a:pt x="991306" y="3361320"/>
                  </a:lnTo>
                  <a:lnTo>
                    <a:pt x="952108" y="3381834"/>
                  </a:lnTo>
                  <a:lnTo>
                    <a:pt x="907301" y="3395960"/>
                  </a:lnTo>
                  <a:lnTo>
                    <a:pt x="903995" y="3396714"/>
                  </a:lnTo>
                  <a:lnTo>
                    <a:pt x="901021" y="3398903"/>
                  </a:lnTo>
                  <a:lnTo>
                    <a:pt x="897892" y="3400425"/>
                  </a:lnTo>
                  <a:lnTo>
                    <a:pt x="828061" y="3400425"/>
                  </a:lnTo>
                  <a:lnTo>
                    <a:pt x="803045" y="3388958"/>
                  </a:lnTo>
                  <a:lnTo>
                    <a:pt x="778028" y="3377495"/>
                  </a:lnTo>
                  <a:lnTo>
                    <a:pt x="752965" y="3366134"/>
                  </a:lnTo>
                  <a:lnTo>
                    <a:pt x="727814" y="3354971"/>
                  </a:lnTo>
                  <a:lnTo>
                    <a:pt x="723141" y="3352925"/>
                  </a:lnTo>
                  <a:lnTo>
                    <a:pt x="716017" y="3353054"/>
                  </a:lnTo>
                  <a:lnTo>
                    <a:pt x="659472" y="3377555"/>
                  </a:lnTo>
                  <a:lnTo>
                    <a:pt x="607835" y="3400425"/>
                  </a:lnTo>
                  <a:lnTo>
                    <a:pt x="538008" y="3400425"/>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8" name="object 18"/>
            <p:cNvSpPr/>
            <p:nvPr/>
          </p:nvSpPr>
          <p:spPr>
            <a:xfrm>
              <a:off x="4203938" y="8242301"/>
              <a:ext cx="622300" cy="546735"/>
            </a:xfrm>
            <a:custGeom>
              <a:avLst/>
              <a:gdLst/>
              <a:ahLst/>
              <a:cxnLst/>
              <a:rect l="l" t="t" r="r" b="b"/>
              <a:pathLst>
                <a:path w="622300" h="546734">
                  <a:moveTo>
                    <a:pt x="157388" y="0"/>
                  </a:moveTo>
                  <a:lnTo>
                    <a:pt x="118967" y="4993"/>
                  </a:lnTo>
                  <a:lnTo>
                    <a:pt x="83352" y="19804"/>
                  </a:lnTo>
                  <a:lnTo>
                    <a:pt x="51946" y="44753"/>
                  </a:lnTo>
                  <a:lnTo>
                    <a:pt x="26154" y="80157"/>
                  </a:lnTo>
                  <a:lnTo>
                    <a:pt x="7380" y="126335"/>
                  </a:lnTo>
                  <a:lnTo>
                    <a:pt x="0" y="170556"/>
                  </a:lnTo>
                  <a:lnTo>
                    <a:pt x="2633" y="213672"/>
                  </a:lnTo>
                  <a:lnTo>
                    <a:pt x="14036" y="255505"/>
                  </a:lnTo>
                  <a:lnTo>
                    <a:pt x="32962" y="295874"/>
                  </a:lnTo>
                  <a:lnTo>
                    <a:pt x="58167" y="334600"/>
                  </a:lnTo>
                  <a:lnTo>
                    <a:pt x="88407" y="371504"/>
                  </a:lnTo>
                  <a:lnTo>
                    <a:pt x="122436" y="406406"/>
                  </a:lnTo>
                  <a:lnTo>
                    <a:pt x="159009" y="439126"/>
                  </a:lnTo>
                  <a:lnTo>
                    <a:pt x="196884" y="469486"/>
                  </a:lnTo>
                  <a:lnTo>
                    <a:pt x="234814" y="497305"/>
                  </a:lnTo>
                  <a:lnTo>
                    <a:pt x="271421" y="522315"/>
                  </a:lnTo>
                  <a:lnTo>
                    <a:pt x="308793" y="546524"/>
                  </a:lnTo>
                  <a:lnTo>
                    <a:pt x="312894" y="546695"/>
                  </a:lnTo>
                  <a:lnTo>
                    <a:pt x="316202" y="544603"/>
                  </a:lnTo>
                  <a:lnTo>
                    <a:pt x="350510" y="522403"/>
                  </a:lnTo>
                  <a:lnTo>
                    <a:pt x="387367" y="497220"/>
                  </a:lnTo>
                  <a:lnTo>
                    <a:pt x="425283" y="469406"/>
                  </a:lnTo>
                  <a:lnTo>
                    <a:pt x="463142" y="439051"/>
                  </a:lnTo>
                  <a:lnTo>
                    <a:pt x="499701" y="406337"/>
                  </a:lnTo>
                  <a:lnTo>
                    <a:pt x="533714" y="371441"/>
                  </a:lnTo>
                  <a:lnTo>
                    <a:pt x="563938" y="334545"/>
                  </a:lnTo>
                  <a:lnTo>
                    <a:pt x="589130" y="295828"/>
                  </a:lnTo>
                  <a:lnTo>
                    <a:pt x="608043" y="255468"/>
                  </a:lnTo>
                  <a:lnTo>
                    <a:pt x="619436" y="213646"/>
                  </a:lnTo>
                  <a:lnTo>
                    <a:pt x="622064" y="170542"/>
                  </a:lnTo>
                  <a:lnTo>
                    <a:pt x="614685" y="126335"/>
                  </a:lnTo>
                  <a:lnTo>
                    <a:pt x="595909" y="80157"/>
                  </a:lnTo>
                  <a:lnTo>
                    <a:pt x="589857" y="71851"/>
                  </a:lnTo>
                  <a:lnTo>
                    <a:pt x="311032" y="71851"/>
                  </a:lnTo>
                  <a:lnTo>
                    <a:pt x="275435" y="40751"/>
                  </a:lnTo>
                  <a:lnTo>
                    <a:pt x="237026" y="18197"/>
                  </a:lnTo>
                  <a:lnTo>
                    <a:pt x="197209" y="4507"/>
                  </a:lnTo>
                  <a:lnTo>
                    <a:pt x="157388" y="0"/>
                  </a:lnTo>
                  <a:close/>
                </a:path>
                <a:path w="622300" h="546734">
                  <a:moveTo>
                    <a:pt x="464675" y="0"/>
                  </a:moveTo>
                  <a:lnTo>
                    <a:pt x="424854" y="4507"/>
                  </a:lnTo>
                  <a:lnTo>
                    <a:pt x="385038" y="18197"/>
                  </a:lnTo>
                  <a:lnTo>
                    <a:pt x="346629" y="40751"/>
                  </a:lnTo>
                  <a:lnTo>
                    <a:pt x="311032" y="71851"/>
                  </a:lnTo>
                  <a:lnTo>
                    <a:pt x="589857" y="71851"/>
                  </a:lnTo>
                  <a:lnTo>
                    <a:pt x="570116" y="44753"/>
                  </a:lnTo>
                  <a:lnTo>
                    <a:pt x="538710" y="19804"/>
                  </a:lnTo>
                  <a:lnTo>
                    <a:pt x="503094" y="4993"/>
                  </a:lnTo>
                  <a:lnTo>
                    <a:pt x="464675"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9" name="object 19"/>
          <p:cNvGrpSpPr/>
          <p:nvPr/>
        </p:nvGrpSpPr>
        <p:grpSpPr>
          <a:xfrm>
            <a:off x="4262617" y="4020530"/>
            <a:ext cx="738823" cy="1733868"/>
            <a:chOff x="8525233" y="8041059"/>
            <a:chExt cx="1477645" cy="3467735"/>
          </a:xfrm>
        </p:grpSpPr>
        <p:sp>
          <p:nvSpPr>
            <p:cNvPr id="20" name="object 20"/>
            <p:cNvSpPr/>
            <p:nvPr/>
          </p:nvSpPr>
          <p:spPr>
            <a:xfrm>
              <a:off x="8544322" y="8060109"/>
              <a:ext cx="1439545" cy="3429635"/>
            </a:xfrm>
            <a:custGeom>
              <a:avLst/>
              <a:gdLst/>
              <a:ahLst/>
              <a:cxnLst/>
              <a:rect l="l" t="t" r="r" b="b"/>
              <a:pathLst>
                <a:path w="1439545" h="3429634">
                  <a:moveTo>
                    <a:pt x="1190992" y="1680622"/>
                  </a:moveTo>
                  <a:lnTo>
                    <a:pt x="247624" y="1680622"/>
                  </a:lnTo>
                  <a:lnTo>
                    <a:pt x="248500" y="1685764"/>
                  </a:lnTo>
                  <a:lnTo>
                    <a:pt x="261670" y="1887155"/>
                  </a:lnTo>
                  <a:lnTo>
                    <a:pt x="290286" y="2327812"/>
                  </a:lnTo>
                  <a:lnTo>
                    <a:pt x="329019" y="2922632"/>
                  </a:lnTo>
                  <a:lnTo>
                    <a:pt x="332343" y="2973118"/>
                  </a:lnTo>
                  <a:lnTo>
                    <a:pt x="335704" y="3023600"/>
                  </a:lnTo>
                  <a:lnTo>
                    <a:pt x="339113" y="3074080"/>
                  </a:lnTo>
                  <a:lnTo>
                    <a:pt x="342582" y="3124555"/>
                  </a:lnTo>
                  <a:lnTo>
                    <a:pt x="346119" y="3175024"/>
                  </a:lnTo>
                  <a:lnTo>
                    <a:pt x="349737" y="3225488"/>
                  </a:lnTo>
                  <a:lnTo>
                    <a:pt x="360240" y="3277282"/>
                  </a:lnTo>
                  <a:lnTo>
                    <a:pt x="382817" y="3324281"/>
                  </a:lnTo>
                  <a:lnTo>
                    <a:pt x="415742" y="3364694"/>
                  </a:lnTo>
                  <a:lnTo>
                    <a:pt x="457292" y="3396732"/>
                  </a:lnTo>
                  <a:lnTo>
                    <a:pt x="505740" y="3418605"/>
                  </a:lnTo>
                  <a:lnTo>
                    <a:pt x="513824" y="3421234"/>
                  </a:lnTo>
                  <a:lnTo>
                    <a:pt x="537961" y="3429487"/>
                  </a:lnTo>
                  <a:lnTo>
                    <a:pt x="607787" y="3429487"/>
                  </a:lnTo>
                  <a:lnTo>
                    <a:pt x="685284" y="3394988"/>
                  </a:lnTo>
                  <a:lnTo>
                    <a:pt x="715971" y="3381712"/>
                  </a:lnTo>
                  <a:lnTo>
                    <a:pt x="723094" y="3381583"/>
                  </a:lnTo>
                  <a:lnTo>
                    <a:pt x="1001795" y="3381583"/>
                  </a:lnTo>
                  <a:lnTo>
                    <a:pt x="1024523" y="3363324"/>
                  </a:lnTo>
                  <a:lnTo>
                    <a:pt x="1051531" y="3330973"/>
                  </a:lnTo>
                  <a:lnTo>
                    <a:pt x="1071961" y="3293404"/>
                  </a:lnTo>
                  <a:lnTo>
                    <a:pt x="1085490" y="3251023"/>
                  </a:lnTo>
                  <a:lnTo>
                    <a:pt x="1091795" y="3204239"/>
                  </a:lnTo>
                  <a:lnTo>
                    <a:pt x="1094538" y="3156597"/>
                  </a:lnTo>
                  <a:lnTo>
                    <a:pt x="1097601" y="3108972"/>
                  </a:lnTo>
                  <a:lnTo>
                    <a:pt x="1100811" y="3061354"/>
                  </a:lnTo>
                  <a:lnTo>
                    <a:pt x="1103995" y="3013734"/>
                  </a:lnTo>
                  <a:lnTo>
                    <a:pt x="1127795" y="2650653"/>
                  </a:lnTo>
                  <a:lnTo>
                    <a:pt x="1141327" y="2443176"/>
                  </a:lnTo>
                  <a:lnTo>
                    <a:pt x="1151338" y="2288006"/>
                  </a:lnTo>
                  <a:lnTo>
                    <a:pt x="1184328" y="1771493"/>
                  </a:lnTo>
                  <a:lnTo>
                    <a:pt x="1185956" y="1747587"/>
                  </a:lnTo>
                  <a:lnTo>
                    <a:pt x="1187736" y="1723506"/>
                  </a:lnTo>
                  <a:lnTo>
                    <a:pt x="1190992" y="1680622"/>
                  </a:lnTo>
                  <a:close/>
                </a:path>
                <a:path w="1439545" h="3429634">
                  <a:moveTo>
                    <a:pt x="1001795" y="3381583"/>
                  </a:moveTo>
                  <a:lnTo>
                    <a:pt x="723094" y="3381583"/>
                  </a:lnTo>
                  <a:lnTo>
                    <a:pt x="752918" y="3394904"/>
                  </a:lnTo>
                  <a:lnTo>
                    <a:pt x="828014" y="3429487"/>
                  </a:lnTo>
                  <a:lnTo>
                    <a:pt x="897845" y="3429487"/>
                  </a:lnTo>
                  <a:lnTo>
                    <a:pt x="900974" y="3427953"/>
                  </a:lnTo>
                  <a:lnTo>
                    <a:pt x="903947" y="3425744"/>
                  </a:lnTo>
                  <a:lnTo>
                    <a:pt x="907254" y="3424985"/>
                  </a:lnTo>
                  <a:lnTo>
                    <a:pt x="952061" y="3410737"/>
                  </a:lnTo>
                  <a:lnTo>
                    <a:pt x="991259" y="3390048"/>
                  </a:lnTo>
                  <a:lnTo>
                    <a:pt x="1001795" y="3381583"/>
                  </a:lnTo>
                  <a:close/>
                </a:path>
                <a:path w="1439545" h="3429634">
                  <a:moveTo>
                    <a:pt x="1360111" y="1674068"/>
                  </a:moveTo>
                  <a:lnTo>
                    <a:pt x="1191489" y="1674068"/>
                  </a:lnTo>
                  <a:lnTo>
                    <a:pt x="1198124" y="1676685"/>
                  </a:lnTo>
                  <a:lnTo>
                    <a:pt x="1201409" y="1677697"/>
                  </a:lnTo>
                  <a:lnTo>
                    <a:pt x="1204441" y="1679211"/>
                  </a:lnTo>
                  <a:lnTo>
                    <a:pt x="1249930" y="1695255"/>
                  </a:lnTo>
                  <a:lnTo>
                    <a:pt x="1293623" y="1698257"/>
                  </a:lnTo>
                  <a:lnTo>
                    <a:pt x="1333811" y="1689202"/>
                  </a:lnTo>
                  <a:lnTo>
                    <a:pt x="1360111" y="1674068"/>
                  </a:lnTo>
                  <a:close/>
                </a:path>
                <a:path w="1439545" h="3429634">
                  <a:moveTo>
                    <a:pt x="380561" y="0"/>
                  </a:moveTo>
                  <a:lnTo>
                    <a:pt x="330962" y="4319"/>
                  </a:lnTo>
                  <a:lnTo>
                    <a:pt x="287427" y="18846"/>
                  </a:lnTo>
                  <a:lnTo>
                    <a:pt x="249919" y="44249"/>
                  </a:lnTo>
                  <a:lnTo>
                    <a:pt x="218402" y="81201"/>
                  </a:lnTo>
                  <a:lnTo>
                    <a:pt x="180286" y="141233"/>
                  </a:lnTo>
                  <a:lnTo>
                    <a:pt x="146952" y="203827"/>
                  </a:lnTo>
                  <a:lnTo>
                    <a:pt x="127273" y="249270"/>
                  </a:lnTo>
                  <a:lnTo>
                    <a:pt x="109803" y="295340"/>
                  </a:lnTo>
                  <a:lnTo>
                    <a:pt x="94350" y="341977"/>
                  </a:lnTo>
                  <a:lnTo>
                    <a:pt x="80720" y="389121"/>
                  </a:lnTo>
                  <a:lnTo>
                    <a:pt x="68720" y="436714"/>
                  </a:lnTo>
                  <a:lnTo>
                    <a:pt x="58158" y="484695"/>
                  </a:lnTo>
                  <a:lnTo>
                    <a:pt x="48839" y="533006"/>
                  </a:lnTo>
                  <a:lnTo>
                    <a:pt x="40571" y="581586"/>
                  </a:lnTo>
                  <a:lnTo>
                    <a:pt x="33161" y="630377"/>
                  </a:lnTo>
                  <a:lnTo>
                    <a:pt x="26251" y="681556"/>
                  </a:lnTo>
                  <a:lnTo>
                    <a:pt x="20241" y="732789"/>
                  </a:lnTo>
                  <a:lnTo>
                    <a:pt x="15092" y="784070"/>
                  </a:lnTo>
                  <a:lnTo>
                    <a:pt x="10766" y="835397"/>
                  </a:lnTo>
                  <a:lnTo>
                    <a:pt x="7225" y="886767"/>
                  </a:lnTo>
                  <a:lnTo>
                    <a:pt x="4431" y="938176"/>
                  </a:lnTo>
                  <a:lnTo>
                    <a:pt x="2346" y="989620"/>
                  </a:lnTo>
                  <a:lnTo>
                    <a:pt x="931" y="1041096"/>
                  </a:lnTo>
                  <a:lnTo>
                    <a:pt x="149" y="1092601"/>
                  </a:lnTo>
                  <a:lnTo>
                    <a:pt x="0" y="1149529"/>
                  </a:lnTo>
                  <a:lnTo>
                    <a:pt x="329" y="1195683"/>
                  </a:lnTo>
                  <a:lnTo>
                    <a:pt x="1215" y="1247254"/>
                  </a:lnTo>
                  <a:lnTo>
                    <a:pt x="2608" y="1301890"/>
                  </a:lnTo>
                  <a:lnTo>
                    <a:pt x="4423" y="1356527"/>
                  </a:lnTo>
                  <a:lnTo>
                    <a:pt x="6707" y="1411150"/>
                  </a:lnTo>
                  <a:lnTo>
                    <a:pt x="9508" y="1465745"/>
                  </a:lnTo>
                  <a:lnTo>
                    <a:pt x="12873" y="1520296"/>
                  </a:lnTo>
                  <a:lnTo>
                    <a:pt x="16850" y="1574791"/>
                  </a:lnTo>
                  <a:lnTo>
                    <a:pt x="30403" y="1623037"/>
                  </a:lnTo>
                  <a:lnTo>
                    <a:pt x="60090" y="1661850"/>
                  </a:lnTo>
                  <a:lnTo>
                    <a:pt x="101731" y="1687847"/>
                  </a:lnTo>
                  <a:lnTo>
                    <a:pt x="151147" y="1697649"/>
                  </a:lnTo>
                  <a:lnTo>
                    <a:pt x="175007" y="1696003"/>
                  </a:lnTo>
                  <a:lnTo>
                    <a:pt x="198990" y="1691577"/>
                  </a:lnTo>
                  <a:lnTo>
                    <a:pt x="223171" y="1685931"/>
                  </a:lnTo>
                  <a:lnTo>
                    <a:pt x="247624" y="1680622"/>
                  </a:lnTo>
                  <a:lnTo>
                    <a:pt x="1190992" y="1680622"/>
                  </a:lnTo>
                  <a:lnTo>
                    <a:pt x="1191489" y="1674068"/>
                  </a:lnTo>
                  <a:lnTo>
                    <a:pt x="1360111" y="1674068"/>
                  </a:lnTo>
                  <a:lnTo>
                    <a:pt x="1396836" y="1638868"/>
                  </a:lnTo>
                  <a:lnTo>
                    <a:pt x="1416255" y="1599561"/>
                  </a:lnTo>
                  <a:lnTo>
                    <a:pt x="1425334" y="1552141"/>
                  </a:lnTo>
                  <a:lnTo>
                    <a:pt x="1428457" y="1501813"/>
                  </a:lnTo>
                  <a:lnTo>
                    <a:pt x="1431236" y="1451485"/>
                  </a:lnTo>
                  <a:lnTo>
                    <a:pt x="1433646" y="1401158"/>
                  </a:lnTo>
                  <a:lnTo>
                    <a:pt x="1435661" y="1350831"/>
                  </a:lnTo>
                  <a:lnTo>
                    <a:pt x="1437258" y="1300505"/>
                  </a:lnTo>
                  <a:lnTo>
                    <a:pt x="1438410" y="1250179"/>
                  </a:lnTo>
                  <a:lnTo>
                    <a:pt x="1439093" y="1199854"/>
                  </a:lnTo>
                  <a:lnTo>
                    <a:pt x="1439282" y="1149529"/>
                  </a:lnTo>
                  <a:lnTo>
                    <a:pt x="1438950" y="1099204"/>
                  </a:lnTo>
                  <a:lnTo>
                    <a:pt x="1438075" y="1048879"/>
                  </a:lnTo>
                  <a:lnTo>
                    <a:pt x="1436629" y="998554"/>
                  </a:lnTo>
                  <a:lnTo>
                    <a:pt x="1434588" y="948229"/>
                  </a:lnTo>
                  <a:lnTo>
                    <a:pt x="1431928" y="897903"/>
                  </a:lnTo>
                  <a:lnTo>
                    <a:pt x="1428622" y="847578"/>
                  </a:lnTo>
                  <a:lnTo>
                    <a:pt x="1424646" y="797252"/>
                  </a:lnTo>
                  <a:lnTo>
                    <a:pt x="1419837" y="745449"/>
                  </a:lnTo>
                  <a:lnTo>
                    <a:pt x="1414235" y="693787"/>
                  </a:lnTo>
                  <a:lnTo>
                    <a:pt x="1407723" y="642288"/>
                  </a:lnTo>
                  <a:lnTo>
                    <a:pt x="1400180" y="590975"/>
                  </a:lnTo>
                  <a:lnTo>
                    <a:pt x="1391491" y="539871"/>
                  </a:lnTo>
                  <a:lnTo>
                    <a:pt x="1381536" y="488999"/>
                  </a:lnTo>
                  <a:lnTo>
                    <a:pt x="1370197" y="438380"/>
                  </a:lnTo>
                  <a:lnTo>
                    <a:pt x="1357356" y="388037"/>
                  </a:lnTo>
                  <a:lnTo>
                    <a:pt x="1342895" y="337993"/>
                  </a:lnTo>
                  <a:lnTo>
                    <a:pt x="1327378" y="290200"/>
                  </a:lnTo>
                  <a:lnTo>
                    <a:pt x="1310028" y="243263"/>
                  </a:lnTo>
                  <a:lnTo>
                    <a:pt x="1290334" y="197438"/>
                  </a:lnTo>
                  <a:lnTo>
                    <a:pt x="1267788" y="152980"/>
                  </a:lnTo>
                  <a:lnTo>
                    <a:pt x="1241881" y="110146"/>
                  </a:lnTo>
                  <a:lnTo>
                    <a:pt x="1212102" y="69192"/>
                  </a:lnTo>
                  <a:lnTo>
                    <a:pt x="1183533" y="39378"/>
                  </a:lnTo>
                  <a:lnTo>
                    <a:pt x="1151194" y="17606"/>
                  </a:lnTo>
                  <a:lnTo>
                    <a:pt x="1114620" y="4521"/>
                  </a:lnTo>
                  <a:lnTo>
                    <a:pt x="1078710" y="1258"/>
                  </a:lnTo>
                  <a:lnTo>
                    <a:pt x="635646" y="1258"/>
                  </a:lnTo>
                  <a:lnTo>
                    <a:pt x="380561" y="0"/>
                  </a:lnTo>
                  <a:close/>
                </a:path>
                <a:path w="1439545" h="3429634">
                  <a:moveTo>
                    <a:pt x="992791" y="802"/>
                  </a:moveTo>
                  <a:lnTo>
                    <a:pt x="635646" y="1258"/>
                  </a:lnTo>
                  <a:lnTo>
                    <a:pt x="1078710" y="1258"/>
                  </a:lnTo>
                  <a:lnTo>
                    <a:pt x="1076628" y="1068"/>
                  </a:lnTo>
                  <a:lnTo>
                    <a:pt x="1053217" y="1068"/>
                  </a:lnTo>
                  <a:lnTo>
                    <a:pt x="992791" y="802"/>
                  </a:lnTo>
                  <a:close/>
                </a:path>
                <a:path w="1439545" h="3429634">
                  <a:moveTo>
                    <a:pt x="1073349" y="770"/>
                  </a:moveTo>
                  <a:lnTo>
                    <a:pt x="1053217" y="1068"/>
                  </a:lnTo>
                  <a:lnTo>
                    <a:pt x="1076628" y="1068"/>
                  </a:lnTo>
                  <a:lnTo>
                    <a:pt x="1073349" y="770"/>
                  </a:lnTo>
                  <a:close/>
                </a:path>
              </a:pathLst>
            </a:custGeom>
            <a:solidFill>
              <a:srgbClr val="FFF6F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 name="object 21"/>
            <p:cNvSpPr/>
            <p:nvPr/>
          </p:nvSpPr>
          <p:spPr>
            <a:xfrm>
              <a:off x="8544283" y="8060109"/>
              <a:ext cx="1439545" cy="3429635"/>
            </a:xfrm>
            <a:custGeom>
              <a:avLst/>
              <a:gdLst/>
              <a:ahLst/>
              <a:cxnLst/>
              <a:rect l="l" t="t" r="r" b="b"/>
              <a:pathLst>
                <a:path w="1439545" h="3429634">
                  <a:moveTo>
                    <a:pt x="538008" y="3429488"/>
                  </a:moveTo>
                  <a:lnTo>
                    <a:pt x="529964" y="3426735"/>
                  </a:lnTo>
                  <a:lnTo>
                    <a:pt x="521924" y="3423964"/>
                  </a:lnTo>
                  <a:lnTo>
                    <a:pt x="513870" y="3421235"/>
                  </a:lnTo>
                  <a:lnTo>
                    <a:pt x="457339" y="3396732"/>
                  </a:lnTo>
                  <a:lnTo>
                    <a:pt x="415789" y="3364695"/>
                  </a:lnTo>
                  <a:lnTo>
                    <a:pt x="382863" y="3324282"/>
                  </a:lnTo>
                  <a:lnTo>
                    <a:pt x="360287" y="3277283"/>
                  </a:lnTo>
                  <a:lnTo>
                    <a:pt x="349784" y="3225488"/>
                  </a:lnTo>
                  <a:lnTo>
                    <a:pt x="346166" y="3175024"/>
                  </a:lnTo>
                  <a:lnTo>
                    <a:pt x="342629" y="3124555"/>
                  </a:lnTo>
                  <a:lnTo>
                    <a:pt x="339161" y="3074080"/>
                  </a:lnTo>
                  <a:lnTo>
                    <a:pt x="335751" y="3023601"/>
                  </a:lnTo>
                  <a:lnTo>
                    <a:pt x="332390" y="2973118"/>
                  </a:lnTo>
                  <a:lnTo>
                    <a:pt x="329066" y="2922633"/>
                  </a:lnTo>
                  <a:lnTo>
                    <a:pt x="325769" y="2872146"/>
                  </a:lnTo>
                  <a:lnTo>
                    <a:pt x="322487" y="2821658"/>
                  </a:lnTo>
                  <a:lnTo>
                    <a:pt x="319211" y="2771169"/>
                  </a:lnTo>
                  <a:lnTo>
                    <a:pt x="315929" y="2720681"/>
                  </a:lnTo>
                  <a:lnTo>
                    <a:pt x="312632" y="2670195"/>
                  </a:lnTo>
                  <a:lnTo>
                    <a:pt x="309428" y="2621285"/>
                  </a:lnTo>
                  <a:lnTo>
                    <a:pt x="306233" y="2572374"/>
                  </a:lnTo>
                  <a:lnTo>
                    <a:pt x="303044" y="2523462"/>
                  </a:lnTo>
                  <a:lnTo>
                    <a:pt x="299860" y="2474550"/>
                  </a:lnTo>
                  <a:lnTo>
                    <a:pt x="296681" y="2425638"/>
                  </a:lnTo>
                  <a:lnTo>
                    <a:pt x="293506" y="2376725"/>
                  </a:lnTo>
                  <a:lnTo>
                    <a:pt x="290333" y="2327812"/>
                  </a:lnTo>
                  <a:lnTo>
                    <a:pt x="287162" y="2278899"/>
                  </a:lnTo>
                  <a:lnTo>
                    <a:pt x="283992" y="2229986"/>
                  </a:lnTo>
                  <a:lnTo>
                    <a:pt x="280821" y="2181073"/>
                  </a:lnTo>
                  <a:lnTo>
                    <a:pt x="277649" y="2132160"/>
                  </a:lnTo>
                  <a:lnTo>
                    <a:pt x="274474" y="2083247"/>
                  </a:lnTo>
                  <a:lnTo>
                    <a:pt x="271296" y="2034335"/>
                  </a:lnTo>
                  <a:lnTo>
                    <a:pt x="268106" y="1985275"/>
                  </a:lnTo>
                  <a:lnTo>
                    <a:pt x="264913" y="1936215"/>
                  </a:lnTo>
                  <a:lnTo>
                    <a:pt x="261717" y="1887155"/>
                  </a:lnTo>
                  <a:lnTo>
                    <a:pt x="258517" y="1838095"/>
                  </a:lnTo>
                  <a:lnTo>
                    <a:pt x="255312" y="1789035"/>
                  </a:lnTo>
                  <a:lnTo>
                    <a:pt x="252102" y="1739977"/>
                  </a:lnTo>
                  <a:lnTo>
                    <a:pt x="248886" y="1690918"/>
                  </a:lnTo>
                  <a:lnTo>
                    <a:pt x="247671" y="1680644"/>
                  </a:lnTo>
                  <a:lnTo>
                    <a:pt x="223218" y="1685931"/>
                  </a:lnTo>
                  <a:lnTo>
                    <a:pt x="199037" y="1691577"/>
                  </a:lnTo>
                  <a:lnTo>
                    <a:pt x="175054" y="1696003"/>
                  </a:lnTo>
                  <a:lnTo>
                    <a:pt x="101778" y="1687847"/>
                  </a:lnTo>
                  <a:lnTo>
                    <a:pt x="60136" y="1661850"/>
                  </a:lnTo>
                  <a:lnTo>
                    <a:pt x="30449" y="1623038"/>
                  </a:lnTo>
                  <a:lnTo>
                    <a:pt x="16896" y="1574791"/>
                  </a:lnTo>
                  <a:lnTo>
                    <a:pt x="12920" y="1520296"/>
                  </a:lnTo>
                  <a:lnTo>
                    <a:pt x="9555" y="1465745"/>
                  </a:lnTo>
                  <a:lnTo>
                    <a:pt x="6754" y="1411150"/>
                  </a:lnTo>
                  <a:lnTo>
                    <a:pt x="4470" y="1356527"/>
                  </a:lnTo>
                  <a:lnTo>
                    <a:pt x="2655" y="1301891"/>
                  </a:lnTo>
                  <a:lnTo>
                    <a:pt x="1261" y="1247255"/>
                  </a:lnTo>
                  <a:lnTo>
                    <a:pt x="376" y="1195684"/>
                  </a:lnTo>
                  <a:lnTo>
                    <a:pt x="8" y="1144132"/>
                  </a:lnTo>
                  <a:lnTo>
                    <a:pt x="196" y="1092602"/>
                  </a:lnTo>
                  <a:lnTo>
                    <a:pt x="978" y="1041097"/>
                  </a:lnTo>
                  <a:lnTo>
                    <a:pt x="2393" y="989620"/>
                  </a:lnTo>
                  <a:lnTo>
                    <a:pt x="4478" y="938176"/>
                  </a:lnTo>
                  <a:lnTo>
                    <a:pt x="7272" y="886768"/>
                  </a:lnTo>
                  <a:lnTo>
                    <a:pt x="10813" y="835398"/>
                  </a:lnTo>
                  <a:lnTo>
                    <a:pt x="15139" y="784071"/>
                  </a:lnTo>
                  <a:lnTo>
                    <a:pt x="20288" y="732789"/>
                  </a:lnTo>
                  <a:lnTo>
                    <a:pt x="26299" y="681557"/>
                  </a:lnTo>
                  <a:lnTo>
                    <a:pt x="33209" y="630378"/>
                  </a:lnTo>
                  <a:lnTo>
                    <a:pt x="40619" y="581587"/>
                  </a:lnTo>
                  <a:lnTo>
                    <a:pt x="48886" y="533007"/>
                  </a:lnTo>
                  <a:lnTo>
                    <a:pt x="58205" y="484696"/>
                  </a:lnTo>
                  <a:lnTo>
                    <a:pt x="68767" y="436715"/>
                  </a:lnTo>
                  <a:lnTo>
                    <a:pt x="80767" y="389122"/>
                  </a:lnTo>
                  <a:lnTo>
                    <a:pt x="94397" y="341977"/>
                  </a:lnTo>
                  <a:lnTo>
                    <a:pt x="109850" y="295341"/>
                  </a:lnTo>
                  <a:lnTo>
                    <a:pt x="127320" y="249271"/>
                  </a:lnTo>
                  <a:lnTo>
                    <a:pt x="147000" y="203828"/>
                  </a:lnTo>
                  <a:lnTo>
                    <a:pt x="180333" y="141234"/>
                  </a:lnTo>
                  <a:lnTo>
                    <a:pt x="218449" y="81201"/>
                  </a:lnTo>
                  <a:lnTo>
                    <a:pt x="249966" y="44250"/>
                  </a:lnTo>
                  <a:lnTo>
                    <a:pt x="287474" y="18846"/>
                  </a:lnTo>
                  <a:lnTo>
                    <a:pt x="331009" y="4319"/>
                  </a:lnTo>
                  <a:lnTo>
                    <a:pt x="380608" y="0"/>
                  </a:lnTo>
                  <a:lnTo>
                    <a:pt x="431622" y="488"/>
                  </a:lnTo>
                  <a:lnTo>
                    <a:pt x="482638" y="841"/>
                  </a:lnTo>
                  <a:lnTo>
                    <a:pt x="533655" y="1074"/>
                  </a:lnTo>
                  <a:lnTo>
                    <a:pt x="584674" y="1207"/>
                  </a:lnTo>
                  <a:lnTo>
                    <a:pt x="635693" y="1258"/>
                  </a:lnTo>
                  <a:lnTo>
                    <a:pt x="686713" y="1244"/>
                  </a:lnTo>
                  <a:lnTo>
                    <a:pt x="737733" y="1183"/>
                  </a:lnTo>
                  <a:lnTo>
                    <a:pt x="788754" y="1093"/>
                  </a:lnTo>
                  <a:lnTo>
                    <a:pt x="839776" y="992"/>
                  </a:lnTo>
                  <a:lnTo>
                    <a:pt x="890797" y="898"/>
                  </a:lnTo>
                  <a:lnTo>
                    <a:pt x="941817" y="829"/>
                  </a:lnTo>
                  <a:lnTo>
                    <a:pt x="992838" y="803"/>
                  </a:lnTo>
                  <a:lnTo>
                    <a:pt x="1012981" y="896"/>
                  </a:lnTo>
                  <a:lnTo>
                    <a:pt x="1033125" y="1047"/>
                  </a:lnTo>
                  <a:lnTo>
                    <a:pt x="1053264" y="1069"/>
                  </a:lnTo>
                  <a:lnTo>
                    <a:pt x="1114668" y="4522"/>
                  </a:lnTo>
                  <a:lnTo>
                    <a:pt x="1151241" y="17607"/>
                  </a:lnTo>
                  <a:lnTo>
                    <a:pt x="1183580" y="39379"/>
                  </a:lnTo>
                  <a:lnTo>
                    <a:pt x="1212150" y="69192"/>
                  </a:lnTo>
                  <a:lnTo>
                    <a:pt x="1241928" y="110147"/>
                  </a:lnTo>
                  <a:lnTo>
                    <a:pt x="1267835" y="152981"/>
                  </a:lnTo>
                  <a:lnTo>
                    <a:pt x="1290381" y="197438"/>
                  </a:lnTo>
                  <a:lnTo>
                    <a:pt x="1310074" y="243264"/>
                  </a:lnTo>
                  <a:lnTo>
                    <a:pt x="1327425" y="290201"/>
                  </a:lnTo>
                  <a:lnTo>
                    <a:pt x="1342942" y="337995"/>
                  </a:lnTo>
                  <a:lnTo>
                    <a:pt x="1357403" y="388038"/>
                  </a:lnTo>
                  <a:lnTo>
                    <a:pt x="1370244" y="438380"/>
                  </a:lnTo>
                  <a:lnTo>
                    <a:pt x="1381583" y="488999"/>
                  </a:lnTo>
                  <a:lnTo>
                    <a:pt x="1391538" y="539872"/>
                  </a:lnTo>
                  <a:lnTo>
                    <a:pt x="1400228" y="590976"/>
                  </a:lnTo>
                  <a:lnTo>
                    <a:pt x="1407770" y="642289"/>
                  </a:lnTo>
                  <a:lnTo>
                    <a:pt x="1414283" y="693787"/>
                  </a:lnTo>
                  <a:lnTo>
                    <a:pt x="1419884" y="745450"/>
                  </a:lnTo>
                  <a:lnTo>
                    <a:pt x="1424693" y="797253"/>
                  </a:lnTo>
                  <a:lnTo>
                    <a:pt x="1428669" y="847579"/>
                  </a:lnTo>
                  <a:lnTo>
                    <a:pt x="1431975" y="897904"/>
                  </a:lnTo>
                  <a:lnTo>
                    <a:pt x="1434635" y="948229"/>
                  </a:lnTo>
                  <a:lnTo>
                    <a:pt x="1436676" y="998554"/>
                  </a:lnTo>
                  <a:lnTo>
                    <a:pt x="1438122" y="1048879"/>
                  </a:lnTo>
                  <a:lnTo>
                    <a:pt x="1438997" y="1099204"/>
                  </a:lnTo>
                  <a:lnTo>
                    <a:pt x="1439329" y="1149529"/>
                  </a:lnTo>
                  <a:lnTo>
                    <a:pt x="1439140" y="1199854"/>
                  </a:lnTo>
                  <a:lnTo>
                    <a:pt x="1438457" y="1250179"/>
                  </a:lnTo>
                  <a:lnTo>
                    <a:pt x="1437305" y="1300505"/>
                  </a:lnTo>
                  <a:lnTo>
                    <a:pt x="1435708" y="1350831"/>
                  </a:lnTo>
                  <a:lnTo>
                    <a:pt x="1433692" y="1401158"/>
                  </a:lnTo>
                  <a:lnTo>
                    <a:pt x="1431283" y="1451485"/>
                  </a:lnTo>
                  <a:lnTo>
                    <a:pt x="1428504" y="1501813"/>
                  </a:lnTo>
                  <a:lnTo>
                    <a:pt x="1425381" y="1552141"/>
                  </a:lnTo>
                  <a:lnTo>
                    <a:pt x="1416302" y="1599561"/>
                  </a:lnTo>
                  <a:lnTo>
                    <a:pt x="1396883" y="1638868"/>
                  </a:lnTo>
                  <a:lnTo>
                    <a:pt x="1368832" y="1669077"/>
                  </a:lnTo>
                  <a:lnTo>
                    <a:pt x="1333858" y="1689202"/>
                  </a:lnTo>
                  <a:lnTo>
                    <a:pt x="1293670" y="1698257"/>
                  </a:lnTo>
                  <a:lnTo>
                    <a:pt x="1249977" y="1695255"/>
                  </a:lnTo>
                  <a:lnTo>
                    <a:pt x="1204488" y="1679211"/>
                  </a:lnTo>
                  <a:lnTo>
                    <a:pt x="1201456" y="1677699"/>
                  </a:lnTo>
                  <a:lnTo>
                    <a:pt x="1198171" y="1676685"/>
                  </a:lnTo>
                  <a:lnTo>
                    <a:pt x="1191536" y="1674069"/>
                  </a:lnTo>
                  <a:lnTo>
                    <a:pt x="1189649" y="1699063"/>
                  </a:lnTo>
                  <a:lnTo>
                    <a:pt x="1187784" y="1723507"/>
                  </a:lnTo>
                  <a:lnTo>
                    <a:pt x="1184374" y="1771495"/>
                  </a:lnTo>
                  <a:lnTo>
                    <a:pt x="1181062" y="1823145"/>
                  </a:lnTo>
                  <a:lnTo>
                    <a:pt x="1177758" y="1874796"/>
                  </a:lnTo>
                  <a:lnTo>
                    <a:pt x="1174460" y="1926447"/>
                  </a:lnTo>
                  <a:lnTo>
                    <a:pt x="1171167" y="1978098"/>
                  </a:lnTo>
                  <a:lnTo>
                    <a:pt x="1167876" y="2029750"/>
                  </a:lnTo>
                  <a:lnTo>
                    <a:pt x="1164586" y="2081402"/>
                  </a:lnTo>
                  <a:lnTo>
                    <a:pt x="1161293" y="2133053"/>
                  </a:lnTo>
                  <a:lnTo>
                    <a:pt x="1157997" y="2184705"/>
                  </a:lnTo>
                  <a:lnTo>
                    <a:pt x="1154695" y="2236356"/>
                  </a:lnTo>
                  <a:lnTo>
                    <a:pt x="1151385" y="2288006"/>
                  </a:lnTo>
                  <a:lnTo>
                    <a:pt x="1148065" y="2339656"/>
                  </a:lnTo>
                  <a:lnTo>
                    <a:pt x="1144732" y="2391305"/>
                  </a:lnTo>
                  <a:lnTo>
                    <a:pt x="1141374" y="2443176"/>
                  </a:lnTo>
                  <a:lnTo>
                    <a:pt x="1138004" y="2495046"/>
                  </a:lnTo>
                  <a:lnTo>
                    <a:pt x="1134624" y="2546915"/>
                  </a:lnTo>
                  <a:lnTo>
                    <a:pt x="1131237" y="2598785"/>
                  </a:lnTo>
                  <a:lnTo>
                    <a:pt x="1127843" y="2650653"/>
                  </a:lnTo>
                  <a:lnTo>
                    <a:pt x="1124444" y="2702522"/>
                  </a:lnTo>
                  <a:lnTo>
                    <a:pt x="1121042" y="2754391"/>
                  </a:lnTo>
                  <a:lnTo>
                    <a:pt x="1117638" y="2806259"/>
                  </a:lnTo>
                  <a:lnTo>
                    <a:pt x="1114235" y="2858128"/>
                  </a:lnTo>
                  <a:lnTo>
                    <a:pt x="1110833" y="2909996"/>
                  </a:lnTo>
                  <a:lnTo>
                    <a:pt x="1107435" y="2961865"/>
                  </a:lnTo>
                  <a:lnTo>
                    <a:pt x="1104042" y="3013735"/>
                  </a:lnTo>
                  <a:lnTo>
                    <a:pt x="1100858" y="3061355"/>
                  </a:lnTo>
                  <a:lnTo>
                    <a:pt x="1097648" y="3108973"/>
                  </a:lnTo>
                  <a:lnTo>
                    <a:pt x="1094585" y="3156598"/>
                  </a:lnTo>
                  <a:lnTo>
                    <a:pt x="1091843" y="3204240"/>
                  </a:lnTo>
                  <a:lnTo>
                    <a:pt x="1085538" y="3251024"/>
                  </a:lnTo>
                  <a:lnTo>
                    <a:pt x="1072009" y="3293405"/>
                  </a:lnTo>
                  <a:lnTo>
                    <a:pt x="1051579" y="3330975"/>
                  </a:lnTo>
                  <a:lnTo>
                    <a:pt x="1024570" y="3363325"/>
                  </a:lnTo>
                  <a:lnTo>
                    <a:pt x="991306" y="3390049"/>
                  </a:lnTo>
                  <a:lnTo>
                    <a:pt x="952108" y="3410739"/>
                  </a:lnTo>
                  <a:lnTo>
                    <a:pt x="907301" y="3424986"/>
                  </a:lnTo>
                  <a:lnTo>
                    <a:pt x="903995" y="3425746"/>
                  </a:lnTo>
                  <a:lnTo>
                    <a:pt x="901021" y="3427953"/>
                  </a:lnTo>
                  <a:lnTo>
                    <a:pt x="897892" y="3429488"/>
                  </a:lnTo>
                  <a:lnTo>
                    <a:pt x="828061" y="3429488"/>
                  </a:lnTo>
                  <a:lnTo>
                    <a:pt x="803045" y="3417923"/>
                  </a:lnTo>
                  <a:lnTo>
                    <a:pt x="778028" y="3406363"/>
                  </a:lnTo>
                  <a:lnTo>
                    <a:pt x="752965" y="3394904"/>
                  </a:lnTo>
                  <a:lnTo>
                    <a:pt x="727814" y="3383645"/>
                  </a:lnTo>
                  <a:lnTo>
                    <a:pt x="723141" y="3381583"/>
                  </a:lnTo>
                  <a:lnTo>
                    <a:pt x="716017" y="3381712"/>
                  </a:lnTo>
                  <a:lnTo>
                    <a:pt x="659472" y="3406423"/>
                  </a:lnTo>
                  <a:lnTo>
                    <a:pt x="607835" y="3429488"/>
                  </a:lnTo>
                  <a:lnTo>
                    <a:pt x="538008" y="3429488"/>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2" name="object 22"/>
            <p:cNvSpPr/>
            <p:nvPr/>
          </p:nvSpPr>
          <p:spPr>
            <a:xfrm>
              <a:off x="8953496" y="8242301"/>
              <a:ext cx="622300" cy="546735"/>
            </a:xfrm>
            <a:custGeom>
              <a:avLst/>
              <a:gdLst/>
              <a:ahLst/>
              <a:cxnLst/>
              <a:rect l="l" t="t" r="r" b="b"/>
              <a:pathLst>
                <a:path w="622300" h="546734">
                  <a:moveTo>
                    <a:pt x="157388" y="0"/>
                  </a:moveTo>
                  <a:lnTo>
                    <a:pt x="118967" y="4993"/>
                  </a:lnTo>
                  <a:lnTo>
                    <a:pt x="83352" y="19804"/>
                  </a:lnTo>
                  <a:lnTo>
                    <a:pt x="51946" y="44753"/>
                  </a:lnTo>
                  <a:lnTo>
                    <a:pt x="26154" y="80157"/>
                  </a:lnTo>
                  <a:lnTo>
                    <a:pt x="7380" y="126335"/>
                  </a:lnTo>
                  <a:lnTo>
                    <a:pt x="0" y="170556"/>
                  </a:lnTo>
                  <a:lnTo>
                    <a:pt x="2633" y="213672"/>
                  </a:lnTo>
                  <a:lnTo>
                    <a:pt x="14036" y="255505"/>
                  </a:lnTo>
                  <a:lnTo>
                    <a:pt x="32963" y="295874"/>
                  </a:lnTo>
                  <a:lnTo>
                    <a:pt x="58168" y="334600"/>
                  </a:lnTo>
                  <a:lnTo>
                    <a:pt x="88407" y="371504"/>
                  </a:lnTo>
                  <a:lnTo>
                    <a:pt x="122436" y="406406"/>
                  </a:lnTo>
                  <a:lnTo>
                    <a:pt x="159009" y="439126"/>
                  </a:lnTo>
                  <a:lnTo>
                    <a:pt x="196884" y="469486"/>
                  </a:lnTo>
                  <a:lnTo>
                    <a:pt x="234814" y="497305"/>
                  </a:lnTo>
                  <a:lnTo>
                    <a:pt x="271420" y="522315"/>
                  </a:lnTo>
                  <a:lnTo>
                    <a:pt x="308794" y="546524"/>
                  </a:lnTo>
                  <a:lnTo>
                    <a:pt x="312893" y="546695"/>
                  </a:lnTo>
                  <a:lnTo>
                    <a:pt x="316202" y="544603"/>
                  </a:lnTo>
                  <a:lnTo>
                    <a:pt x="350510" y="522403"/>
                  </a:lnTo>
                  <a:lnTo>
                    <a:pt x="387367" y="497220"/>
                  </a:lnTo>
                  <a:lnTo>
                    <a:pt x="425282" y="469406"/>
                  </a:lnTo>
                  <a:lnTo>
                    <a:pt x="463142" y="439051"/>
                  </a:lnTo>
                  <a:lnTo>
                    <a:pt x="499701" y="406337"/>
                  </a:lnTo>
                  <a:lnTo>
                    <a:pt x="533714" y="371441"/>
                  </a:lnTo>
                  <a:lnTo>
                    <a:pt x="563939" y="334545"/>
                  </a:lnTo>
                  <a:lnTo>
                    <a:pt x="589130" y="295828"/>
                  </a:lnTo>
                  <a:lnTo>
                    <a:pt x="608044" y="255468"/>
                  </a:lnTo>
                  <a:lnTo>
                    <a:pt x="619436" y="213646"/>
                  </a:lnTo>
                  <a:lnTo>
                    <a:pt x="622064" y="170542"/>
                  </a:lnTo>
                  <a:lnTo>
                    <a:pt x="614685" y="126335"/>
                  </a:lnTo>
                  <a:lnTo>
                    <a:pt x="595909" y="80157"/>
                  </a:lnTo>
                  <a:lnTo>
                    <a:pt x="589857" y="71851"/>
                  </a:lnTo>
                  <a:lnTo>
                    <a:pt x="311033" y="71851"/>
                  </a:lnTo>
                  <a:lnTo>
                    <a:pt x="275436" y="40751"/>
                  </a:lnTo>
                  <a:lnTo>
                    <a:pt x="237026" y="18197"/>
                  </a:lnTo>
                  <a:lnTo>
                    <a:pt x="197209" y="4507"/>
                  </a:lnTo>
                  <a:lnTo>
                    <a:pt x="157388" y="0"/>
                  </a:lnTo>
                  <a:close/>
                </a:path>
                <a:path w="622300" h="546734">
                  <a:moveTo>
                    <a:pt x="464675" y="0"/>
                  </a:moveTo>
                  <a:lnTo>
                    <a:pt x="424854" y="4507"/>
                  </a:lnTo>
                  <a:lnTo>
                    <a:pt x="385038" y="18197"/>
                  </a:lnTo>
                  <a:lnTo>
                    <a:pt x="346629" y="40751"/>
                  </a:lnTo>
                  <a:lnTo>
                    <a:pt x="311033" y="71851"/>
                  </a:lnTo>
                  <a:lnTo>
                    <a:pt x="589857" y="71851"/>
                  </a:lnTo>
                  <a:lnTo>
                    <a:pt x="570116" y="44753"/>
                  </a:lnTo>
                  <a:lnTo>
                    <a:pt x="538709" y="19804"/>
                  </a:lnTo>
                  <a:lnTo>
                    <a:pt x="503094" y="4993"/>
                  </a:lnTo>
                  <a:lnTo>
                    <a:pt x="464675"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3" name="object 23"/>
          <p:cNvSpPr txBox="1"/>
          <p:nvPr/>
        </p:nvSpPr>
        <p:spPr>
          <a:xfrm>
            <a:off x="3286368" y="3594100"/>
            <a:ext cx="298133" cy="836295"/>
          </a:xfrm>
          <a:prstGeom prst="rect">
            <a:avLst/>
          </a:prstGeom>
        </p:spPr>
        <p:txBody>
          <a:bodyPr vert="horz" wrap="square" lIns="0" tIns="6350" rIns="0" bIns="0" rtlCol="0">
            <a:spAutoFit/>
          </a:bodyPr>
          <a:lstStyle/>
          <a:p>
            <a:pPr marL="25400">
              <a:spcBef>
                <a:spcPts val="50"/>
              </a:spcBef>
            </a:pPr>
            <a:r>
              <a:rPr sz="1050" spc="-15" dirty="0">
                <a:solidFill>
                  <a:srgbClr val="212121"/>
                </a:solidFill>
                <a:latin typeface="江城圆体 400W" panose="020B0800000000000000" pitchFamily="34" charset="-128"/>
                <a:ea typeface="江城圆体 400W" panose="020B0800000000000000" pitchFamily="34" charset="-128"/>
                <a:cs typeface="Microsoft JhengHei"/>
              </a:rPr>
              <a:t>情绪</a:t>
            </a:r>
            <a:endParaRPr sz="1050" dirty="0">
              <a:latin typeface="江城圆体 400W" panose="020B0800000000000000" pitchFamily="34" charset="-128"/>
              <a:ea typeface="江城圆体 400W" panose="020B0800000000000000" pitchFamily="34" charset="-128"/>
              <a:cs typeface="Microsoft JhengHei"/>
            </a:endParaRPr>
          </a:p>
          <a:p>
            <a:pPr marL="15875">
              <a:spcBef>
                <a:spcPts val="790"/>
              </a:spcBef>
            </a:pPr>
            <a:r>
              <a:rPr sz="1050" spc="-15" dirty="0">
                <a:solidFill>
                  <a:srgbClr val="212121"/>
                </a:solidFill>
                <a:latin typeface="江城圆体 400W" panose="020B0800000000000000" pitchFamily="34" charset="-128"/>
                <a:ea typeface="江城圆体 400W" panose="020B0800000000000000" pitchFamily="34" charset="-128"/>
                <a:cs typeface="Microsoft JhengHei"/>
              </a:rPr>
              <a:t>信息</a:t>
            </a:r>
            <a:endParaRPr sz="1050" dirty="0">
              <a:latin typeface="江城圆体 400W" panose="020B0800000000000000" pitchFamily="34" charset="-128"/>
              <a:ea typeface="江城圆体 400W" panose="020B0800000000000000" pitchFamily="34" charset="-128"/>
              <a:cs typeface="Microsoft JhengHei"/>
            </a:endParaRPr>
          </a:p>
          <a:p>
            <a:pPr>
              <a:spcBef>
                <a:spcPts val="40"/>
              </a:spcBef>
            </a:pPr>
            <a:endParaRPr sz="1550" dirty="0">
              <a:latin typeface="江城圆体 400W" panose="020B0800000000000000" pitchFamily="34" charset="-128"/>
              <a:ea typeface="江城圆体 400W" panose="020B0800000000000000" pitchFamily="34" charset="-128"/>
              <a:cs typeface="Microsoft JhengHei"/>
            </a:endParaRPr>
          </a:p>
          <a:p>
            <a:pPr marL="6350">
              <a:spcBef>
                <a:spcPts val="5"/>
              </a:spcBef>
            </a:pPr>
            <a:r>
              <a:rPr sz="1050" spc="-15" dirty="0">
                <a:solidFill>
                  <a:srgbClr val="212121"/>
                </a:solidFill>
                <a:latin typeface="江城圆体 400W" panose="020B0800000000000000" pitchFamily="34" charset="-128"/>
                <a:ea typeface="江城圆体 400W" panose="020B0800000000000000" pitchFamily="34" charset="-128"/>
                <a:cs typeface="Microsoft JhengHei"/>
              </a:rPr>
              <a:t>感受</a:t>
            </a:r>
            <a:endParaRPr sz="1050" dirty="0">
              <a:latin typeface="江城圆体 400W" panose="020B0800000000000000" pitchFamily="34" charset="-128"/>
              <a:ea typeface="江城圆体 400W" panose="020B0800000000000000" pitchFamily="34" charset="-128"/>
              <a:cs typeface="Microsoft JhengHei"/>
            </a:endParaRPr>
          </a:p>
        </p:txBody>
      </p:sp>
      <p:sp>
        <p:nvSpPr>
          <p:cNvPr id="24" name="object 24"/>
          <p:cNvSpPr/>
          <p:nvPr/>
        </p:nvSpPr>
        <p:spPr>
          <a:xfrm>
            <a:off x="2638425" y="3752908"/>
            <a:ext cx="1600200" cy="133350"/>
          </a:xfrm>
          <a:custGeom>
            <a:avLst/>
            <a:gdLst/>
            <a:ahLst/>
            <a:cxnLst/>
            <a:rect l="l" t="t" r="r" b="b"/>
            <a:pathLst>
              <a:path w="3200400" h="266700">
                <a:moveTo>
                  <a:pt x="2980293" y="0"/>
                </a:moveTo>
                <a:lnTo>
                  <a:pt x="2959114" y="18094"/>
                </a:lnTo>
                <a:lnTo>
                  <a:pt x="2960055" y="24893"/>
                </a:lnTo>
                <a:lnTo>
                  <a:pt x="2963352" y="30940"/>
                </a:lnTo>
                <a:lnTo>
                  <a:pt x="2968810" y="35538"/>
                </a:lnTo>
                <a:lnTo>
                  <a:pt x="3108604" y="114184"/>
                </a:lnTo>
                <a:lnTo>
                  <a:pt x="91783" y="114184"/>
                </a:lnTo>
                <a:lnTo>
                  <a:pt x="231589" y="35538"/>
                </a:lnTo>
                <a:lnTo>
                  <a:pt x="220107" y="0"/>
                </a:lnTo>
                <a:lnTo>
                  <a:pt x="212910" y="2330"/>
                </a:lnTo>
                <a:lnTo>
                  <a:pt x="9710" y="116630"/>
                </a:lnTo>
                <a:lnTo>
                  <a:pt x="2427" y="123867"/>
                </a:lnTo>
                <a:lnTo>
                  <a:pt x="0" y="133234"/>
                </a:lnTo>
                <a:lnTo>
                  <a:pt x="2427" y="142600"/>
                </a:lnTo>
                <a:lnTo>
                  <a:pt x="9710" y="149838"/>
                </a:lnTo>
                <a:lnTo>
                  <a:pt x="212910" y="264138"/>
                </a:lnTo>
                <a:lnTo>
                  <a:pt x="220107" y="266468"/>
                </a:lnTo>
                <a:lnTo>
                  <a:pt x="227386" y="265878"/>
                </a:lnTo>
                <a:lnTo>
                  <a:pt x="233913" y="262602"/>
                </a:lnTo>
                <a:lnTo>
                  <a:pt x="238854" y="256873"/>
                </a:lnTo>
                <a:lnTo>
                  <a:pt x="239677" y="255231"/>
                </a:lnTo>
                <a:lnTo>
                  <a:pt x="241286" y="248374"/>
                </a:lnTo>
                <a:lnTo>
                  <a:pt x="240344" y="241574"/>
                </a:lnTo>
                <a:lnTo>
                  <a:pt x="237047" y="235527"/>
                </a:lnTo>
                <a:lnTo>
                  <a:pt x="231589" y="230930"/>
                </a:lnTo>
                <a:lnTo>
                  <a:pt x="91783" y="152284"/>
                </a:lnTo>
                <a:lnTo>
                  <a:pt x="3108604" y="152284"/>
                </a:lnTo>
                <a:lnTo>
                  <a:pt x="2968810" y="230930"/>
                </a:lnTo>
                <a:lnTo>
                  <a:pt x="2963082" y="235870"/>
                </a:lnTo>
                <a:lnTo>
                  <a:pt x="2959805" y="242397"/>
                </a:lnTo>
                <a:lnTo>
                  <a:pt x="2959216" y="249677"/>
                </a:lnTo>
                <a:lnTo>
                  <a:pt x="2961546" y="256873"/>
                </a:lnTo>
                <a:lnTo>
                  <a:pt x="2966486" y="262602"/>
                </a:lnTo>
                <a:lnTo>
                  <a:pt x="2973014" y="265878"/>
                </a:lnTo>
                <a:lnTo>
                  <a:pt x="2980293" y="266468"/>
                </a:lnTo>
                <a:lnTo>
                  <a:pt x="2987489" y="264138"/>
                </a:lnTo>
                <a:lnTo>
                  <a:pt x="3190689" y="149838"/>
                </a:lnTo>
                <a:lnTo>
                  <a:pt x="3197972" y="142600"/>
                </a:lnTo>
                <a:lnTo>
                  <a:pt x="3200400" y="133234"/>
                </a:lnTo>
                <a:lnTo>
                  <a:pt x="3197972" y="123867"/>
                </a:lnTo>
                <a:lnTo>
                  <a:pt x="3190689" y="116630"/>
                </a:lnTo>
                <a:lnTo>
                  <a:pt x="2987489" y="2330"/>
                </a:lnTo>
                <a:lnTo>
                  <a:pt x="2980293" y="0"/>
                </a:lnTo>
                <a:close/>
              </a:path>
            </a:pathLst>
          </a:custGeom>
          <a:solidFill>
            <a:srgbClr val="CF5F3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 name="object 25"/>
          <p:cNvSpPr/>
          <p:nvPr/>
        </p:nvSpPr>
        <p:spPr>
          <a:xfrm>
            <a:off x="2646581" y="4552950"/>
            <a:ext cx="1584008" cy="121920"/>
          </a:xfrm>
          <a:custGeom>
            <a:avLst/>
            <a:gdLst/>
            <a:ahLst/>
            <a:cxnLst/>
            <a:rect l="l" t="t" r="r" b="b"/>
            <a:pathLst>
              <a:path w="3168015" h="243840">
                <a:moveTo>
                  <a:pt x="2941072" y="0"/>
                </a:moveTo>
                <a:lnTo>
                  <a:pt x="2938837" y="0"/>
                </a:lnTo>
                <a:lnTo>
                  <a:pt x="2930057" y="866"/>
                </a:lnTo>
                <a:lnTo>
                  <a:pt x="2924444" y="6974"/>
                </a:lnTo>
                <a:lnTo>
                  <a:pt x="2924436" y="101600"/>
                </a:lnTo>
                <a:lnTo>
                  <a:pt x="243326" y="101600"/>
                </a:lnTo>
                <a:lnTo>
                  <a:pt x="243331" y="6443"/>
                </a:lnTo>
                <a:lnTo>
                  <a:pt x="236888" y="0"/>
                </a:lnTo>
                <a:lnTo>
                  <a:pt x="226703" y="0"/>
                </a:lnTo>
                <a:lnTo>
                  <a:pt x="224500" y="520"/>
                </a:lnTo>
                <a:lnTo>
                  <a:pt x="2881" y="111329"/>
                </a:lnTo>
                <a:lnTo>
                  <a:pt x="0" y="119975"/>
                </a:lnTo>
                <a:lnTo>
                  <a:pt x="4947" y="129871"/>
                </a:lnTo>
                <a:lnTo>
                  <a:pt x="7207" y="132129"/>
                </a:lnTo>
                <a:lnTo>
                  <a:pt x="229612" y="243331"/>
                </a:lnTo>
                <a:lnTo>
                  <a:pt x="238258" y="240450"/>
                </a:lnTo>
                <a:lnTo>
                  <a:pt x="241813" y="233339"/>
                </a:lnTo>
                <a:lnTo>
                  <a:pt x="243039" y="230237"/>
                </a:lnTo>
                <a:lnTo>
                  <a:pt x="243331" y="228578"/>
                </a:lnTo>
                <a:lnTo>
                  <a:pt x="243326" y="139700"/>
                </a:lnTo>
                <a:lnTo>
                  <a:pt x="2924436" y="139700"/>
                </a:lnTo>
                <a:lnTo>
                  <a:pt x="2924444" y="229137"/>
                </a:lnTo>
                <a:lnTo>
                  <a:pt x="2924963" y="231341"/>
                </a:lnTo>
                <a:lnTo>
                  <a:pt x="2929517" y="240450"/>
                </a:lnTo>
                <a:lnTo>
                  <a:pt x="2938164" y="243331"/>
                </a:lnTo>
                <a:lnTo>
                  <a:pt x="3160568" y="132129"/>
                </a:lnTo>
                <a:lnTo>
                  <a:pt x="3162828" y="129871"/>
                </a:lnTo>
                <a:lnTo>
                  <a:pt x="3167776" y="119975"/>
                </a:lnTo>
                <a:lnTo>
                  <a:pt x="3164894" y="111329"/>
                </a:lnTo>
                <a:lnTo>
                  <a:pt x="2943275" y="520"/>
                </a:lnTo>
                <a:lnTo>
                  <a:pt x="294107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7" name="object 27"/>
          <p:cNvSpPr/>
          <p:nvPr/>
        </p:nvSpPr>
        <p:spPr>
          <a:xfrm>
            <a:off x="1682756" y="2838308"/>
            <a:ext cx="3675380" cy="89853"/>
          </a:xfrm>
          <a:custGeom>
            <a:avLst/>
            <a:gdLst/>
            <a:ahLst/>
            <a:cxnLst/>
            <a:rect l="l" t="t" r="r" b="b"/>
            <a:pathLst>
              <a:path w="7350759" h="179704">
                <a:moveTo>
                  <a:pt x="7175742" y="0"/>
                </a:moveTo>
                <a:lnTo>
                  <a:pt x="7170986" y="4740"/>
                </a:lnTo>
                <a:lnTo>
                  <a:pt x="7170853" y="77068"/>
                </a:lnTo>
                <a:lnTo>
                  <a:pt x="7166132" y="78913"/>
                </a:lnTo>
                <a:lnTo>
                  <a:pt x="7162786" y="83503"/>
                </a:lnTo>
                <a:lnTo>
                  <a:pt x="7162766" y="94253"/>
                </a:lnTo>
                <a:lnTo>
                  <a:pt x="7166098" y="98854"/>
                </a:lnTo>
                <a:lnTo>
                  <a:pt x="7170811" y="100716"/>
                </a:lnTo>
                <a:lnTo>
                  <a:pt x="7170701" y="168829"/>
                </a:lnTo>
                <a:lnTo>
                  <a:pt x="7171081" y="170454"/>
                </a:lnTo>
                <a:lnTo>
                  <a:pt x="7174426" y="177172"/>
                </a:lnTo>
                <a:lnTo>
                  <a:pt x="7180793" y="179307"/>
                </a:lnTo>
                <a:lnTo>
                  <a:pt x="7344812" y="97652"/>
                </a:lnTo>
                <a:lnTo>
                  <a:pt x="7346480" y="95991"/>
                </a:lnTo>
                <a:lnTo>
                  <a:pt x="7350138" y="88705"/>
                </a:lnTo>
                <a:lnTo>
                  <a:pt x="7348025" y="82331"/>
                </a:lnTo>
                <a:lnTo>
                  <a:pt x="7184870" y="400"/>
                </a:lnTo>
                <a:lnTo>
                  <a:pt x="7183247" y="13"/>
                </a:lnTo>
                <a:lnTo>
                  <a:pt x="7175742" y="0"/>
                </a:lnTo>
                <a:close/>
              </a:path>
              <a:path w="7350759" h="179704">
                <a:moveTo>
                  <a:pt x="7092284" y="76056"/>
                </a:moveTo>
                <a:lnTo>
                  <a:pt x="7086588" y="81732"/>
                </a:lnTo>
                <a:lnTo>
                  <a:pt x="7086673" y="95869"/>
                </a:lnTo>
                <a:lnTo>
                  <a:pt x="7092240" y="101456"/>
                </a:lnTo>
                <a:lnTo>
                  <a:pt x="7144368" y="101546"/>
                </a:lnTo>
                <a:lnTo>
                  <a:pt x="7150064" y="95869"/>
                </a:lnTo>
                <a:lnTo>
                  <a:pt x="7149978" y="81732"/>
                </a:lnTo>
                <a:lnTo>
                  <a:pt x="7144412" y="76146"/>
                </a:lnTo>
                <a:lnTo>
                  <a:pt x="7092284" y="76056"/>
                </a:lnTo>
                <a:close/>
              </a:path>
              <a:path w="7350759" h="179704">
                <a:moveTo>
                  <a:pt x="7016084" y="75924"/>
                </a:moveTo>
                <a:lnTo>
                  <a:pt x="7010388" y="81600"/>
                </a:lnTo>
                <a:lnTo>
                  <a:pt x="7010473" y="95737"/>
                </a:lnTo>
                <a:lnTo>
                  <a:pt x="7016041" y="101324"/>
                </a:lnTo>
                <a:lnTo>
                  <a:pt x="7068168" y="101414"/>
                </a:lnTo>
                <a:lnTo>
                  <a:pt x="7073864" y="95737"/>
                </a:lnTo>
                <a:lnTo>
                  <a:pt x="7073778" y="81600"/>
                </a:lnTo>
                <a:lnTo>
                  <a:pt x="7068212" y="76014"/>
                </a:lnTo>
                <a:lnTo>
                  <a:pt x="7016084" y="75924"/>
                </a:lnTo>
                <a:close/>
              </a:path>
              <a:path w="7350759" h="179704">
                <a:moveTo>
                  <a:pt x="6939884" y="75792"/>
                </a:moveTo>
                <a:lnTo>
                  <a:pt x="6934188" y="81467"/>
                </a:lnTo>
                <a:lnTo>
                  <a:pt x="6934273" y="95605"/>
                </a:lnTo>
                <a:lnTo>
                  <a:pt x="6939841" y="101191"/>
                </a:lnTo>
                <a:lnTo>
                  <a:pt x="6991968" y="101282"/>
                </a:lnTo>
                <a:lnTo>
                  <a:pt x="6997664" y="95605"/>
                </a:lnTo>
                <a:lnTo>
                  <a:pt x="6997578" y="81467"/>
                </a:lnTo>
                <a:lnTo>
                  <a:pt x="6992012" y="75882"/>
                </a:lnTo>
                <a:lnTo>
                  <a:pt x="6939884" y="75792"/>
                </a:lnTo>
                <a:close/>
              </a:path>
              <a:path w="7350759" h="179704">
                <a:moveTo>
                  <a:pt x="6863684" y="75660"/>
                </a:moveTo>
                <a:lnTo>
                  <a:pt x="6857988" y="81335"/>
                </a:lnTo>
                <a:lnTo>
                  <a:pt x="6858073" y="95473"/>
                </a:lnTo>
                <a:lnTo>
                  <a:pt x="6863641" y="101058"/>
                </a:lnTo>
                <a:lnTo>
                  <a:pt x="6915768" y="101150"/>
                </a:lnTo>
                <a:lnTo>
                  <a:pt x="6921464" y="95473"/>
                </a:lnTo>
                <a:lnTo>
                  <a:pt x="6921378" y="81335"/>
                </a:lnTo>
                <a:lnTo>
                  <a:pt x="6915812" y="75750"/>
                </a:lnTo>
                <a:lnTo>
                  <a:pt x="6863684" y="75660"/>
                </a:lnTo>
                <a:close/>
              </a:path>
              <a:path w="7350759" h="179704">
                <a:moveTo>
                  <a:pt x="6787484" y="75526"/>
                </a:moveTo>
                <a:lnTo>
                  <a:pt x="6781789" y="81203"/>
                </a:lnTo>
                <a:lnTo>
                  <a:pt x="6781873" y="95341"/>
                </a:lnTo>
                <a:lnTo>
                  <a:pt x="6787441" y="100926"/>
                </a:lnTo>
                <a:lnTo>
                  <a:pt x="6839568" y="101018"/>
                </a:lnTo>
                <a:lnTo>
                  <a:pt x="6845264" y="95341"/>
                </a:lnTo>
                <a:lnTo>
                  <a:pt x="6845178" y="81203"/>
                </a:lnTo>
                <a:lnTo>
                  <a:pt x="6839612" y="75618"/>
                </a:lnTo>
                <a:lnTo>
                  <a:pt x="6787484" y="75526"/>
                </a:lnTo>
                <a:close/>
              </a:path>
              <a:path w="7350759" h="179704">
                <a:moveTo>
                  <a:pt x="6711285" y="75394"/>
                </a:moveTo>
                <a:lnTo>
                  <a:pt x="6705589" y="81071"/>
                </a:lnTo>
                <a:lnTo>
                  <a:pt x="6705674" y="95209"/>
                </a:lnTo>
                <a:lnTo>
                  <a:pt x="6711241" y="100794"/>
                </a:lnTo>
                <a:lnTo>
                  <a:pt x="6763369" y="100886"/>
                </a:lnTo>
                <a:lnTo>
                  <a:pt x="6769064" y="95209"/>
                </a:lnTo>
                <a:lnTo>
                  <a:pt x="6768979" y="81071"/>
                </a:lnTo>
                <a:lnTo>
                  <a:pt x="6763412" y="75486"/>
                </a:lnTo>
                <a:lnTo>
                  <a:pt x="6711285" y="75394"/>
                </a:lnTo>
                <a:close/>
              </a:path>
              <a:path w="7350759" h="179704">
                <a:moveTo>
                  <a:pt x="6635085" y="75262"/>
                </a:moveTo>
                <a:lnTo>
                  <a:pt x="6629389" y="80939"/>
                </a:lnTo>
                <a:lnTo>
                  <a:pt x="6629474" y="95077"/>
                </a:lnTo>
                <a:lnTo>
                  <a:pt x="6635041" y="100662"/>
                </a:lnTo>
                <a:lnTo>
                  <a:pt x="6687169" y="100754"/>
                </a:lnTo>
                <a:lnTo>
                  <a:pt x="6692865" y="95077"/>
                </a:lnTo>
                <a:lnTo>
                  <a:pt x="6692779" y="80939"/>
                </a:lnTo>
                <a:lnTo>
                  <a:pt x="6687212" y="75354"/>
                </a:lnTo>
                <a:lnTo>
                  <a:pt x="6635085" y="75262"/>
                </a:lnTo>
                <a:close/>
              </a:path>
              <a:path w="7350759" h="179704">
                <a:moveTo>
                  <a:pt x="6558885" y="75130"/>
                </a:moveTo>
                <a:lnTo>
                  <a:pt x="6553189" y="80807"/>
                </a:lnTo>
                <a:lnTo>
                  <a:pt x="6553274" y="94945"/>
                </a:lnTo>
                <a:lnTo>
                  <a:pt x="6558841" y="100530"/>
                </a:lnTo>
                <a:lnTo>
                  <a:pt x="6610969" y="100622"/>
                </a:lnTo>
                <a:lnTo>
                  <a:pt x="6616665" y="94945"/>
                </a:lnTo>
                <a:lnTo>
                  <a:pt x="6616579" y="80807"/>
                </a:lnTo>
                <a:lnTo>
                  <a:pt x="6611012" y="75222"/>
                </a:lnTo>
                <a:lnTo>
                  <a:pt x="6558885" y="75130"/>
                </a:lnTo>
                <a:close/>
              </a:path>
              <a:path w="7350759" h="179704">
                <a:moveTo>
                  <a:pt x="6482685" y="74998"/>
                </a:moveTo>
                <a:lnTo>
                  <a:pt x="6476989" y="80675"/>
                </a:lnTo>
                <a:lnTo>
                  <a:pt x="6477074" y="94813"/>
                </a:lnTo>
                <a:lnTo>
                  <a:pt x="6482641" y="100398"/>
                </a:lnTo>
                <a:lnTo>
                  <a:pt x="6534769" y="100490"/>
                </a:lnTo>
                <a:lnTo>
                  <a:pt x="6540465" y="94813"/>
                </a:lnTo>
                <a:lnTo>
                  <a:pt x="6540379" y="80675"/>
                </a:lnTo>
                <a:lnTo>
                  <a:pt x="6534812" y="75090"/>
                </a:lnTo>
                <a:lnTo>
                  <a:pt x="6482685" y="74998"/>
                </a:lnTo>
                <a:close/>
              </a:path>
              <a:path w="7350759" h="179704">
                <a:moveTo>
                  <a:pt x="6406485" y="74866"/>
                </a:moveTo>
                <a:lnTo>
                  <a:pt x="6400789" y="80543"/>
                </a:lnTo>
                <a:lnTo>
                  <a:pt x="6400874" y="94681"/>
                </a:lnTo>
                <a:lnTo>
                  <a:pt x="6406441" y="100266"/>
                </a:lnTo>
                <a:lnTo>
                  <a:pt x="6458569" y="100357"/>
                </a:lnTo>
                <a:lnTo>
                  <a:pt x="6464265" y="94681"/>
                </a:lnTo>
                <a:lnTo>
                  <a:pt x="6464179" y="80543"/>
                </a:lnTo>
                <a:lnTo>
                  <a:pt x="6458614" y="74957"/>
                </a:lnTo>
                <a:lnTo>
                  <a:pt x="6406485" y="74866"/>
                </a:lnTo>
                <a:close/>
              </a:path>
              <a:path w="7350759" h="179704">
                <a:moveTo>
                  <a:pt x="6330285" y="74734"/>
                </a:moveTo>
                <a:lnTo>
                  <a:pt x="6324589" y="80411"/>
                </a:lnTo>
                <a:lnTo>
                  <a:pt x="6324675" y="94548"/>
                </a:lnTo>
                <a:lnTo>
                  <a:pt x="6330241" y="100134"/>
                </a:lnTo>
                <a:lnTo>
                  <a:pt x="6382369" y="100225"/>
                </a:lnTo>
                <a:lnTo>
                  <a:pt x="6388065" y="94548"/>
                </a:lnTo>
                <a:lnTo>
                  <a:pt x="6387980" y="80411"/>
                </a:lnTo>
                <a:lnTo>
                  <a:pt x="6382414" y="74825"/>
                </a:lnTo>
                <a:lnTo>
                  <a:pt x="6330285" y="74734"/>
                </a:lnTo>
                <a:close/>
              </a:path>
              <a:path w="7350759" h="179704">
                <a:moveTo>
                  <a:pt x="6254085" y="74602"/>
                </a:moveTo>
                <a:lnTo>
                  <a:pt x="6248389" y="80279"/>
                </a:lnTo>
                <a:lnTo>
                  <a:pt x="6248475" y="94416"/>
                </a:lnTo>
                <a:lnTo>
                  <a:pt x="6254041" y="100002"/>
                </a:lnTo>
                <a:lnTo>
                  <a:pt x="6306169" y="100093"/>
                </a:lnTo>
                <a:lnTo>
                  <a:pt x="6311865" y="94416"/>
                </a:lnTo>
                <a:lnTo>
                  <a:pt x="6311780" y="80279"/>
                </a:lnTo>
                <a:lnTo>
                  <a:pt x="6306214" y="74693"/>
                </a:lnTo>
                <a:lnTo>
                  <a:pt x="6254085" y="74602"/>
                </a:lnTo>
                <a:close/>
              </a:path>
              <a:path w="7350759" h="179704">
                <a:moveTo>
                  <a:pt x="6177885" y="74470"/>
                </a:moveTo>
                <a:lnTo>
                  <a:pt x="6172189" y="80147"/>
                </a:lnTo>
                <a:lnTo>
                  <a:pt x="6172275" y="94284"/>
                </a:lnTo>
                <a:lnTo>
                  <a:pt x="6177842" y="99870"/>
                </a:lnTo>
                <a:lnTo>
                  <a:pt x="6229969" y="99961"/>
                </a:lnTo>
                <a:lnTo>
                  <a:pt x="6235665" y="94284"/>
                </a:lnTo>
                <a:lnTo>
                  <a:pt x="6235580" y="80147"/>
                </a:lnTo>
                <a:lnTo>
                  <a:pt x="6230014" y="74561"/>
                </a:lnTo>
                <a:lnTo>
                  <a:pt x="6177885" y="74470"/>
                </a:lnTo>
                <a:close/>
              </a:path>
              <a:path w="7350759" h="179704">
                <a:moveTo>
                  <a:pt x="6101685" y="74338"/>
                </a:moveTo>
                <a:lnTo>
                  <a:pt x="6095989" y="80015"/>
                </a:lnTo>
                <a:lnTo>
                  <a:pt x="6096075" y="94152"/>
                </a:lnTo>
                <a:lnTo>
                  <a:pt x="6101642" y="99738"/>
                </a:lnTo>
                <a:lnTo>
                  <a:pt x="6153769" y="99829"/>
                </a:lnTo>
                <a:lnTo>
                  <a:pt x="6159465" y="94152"/>
                </a:lnTo>
                <a:lnTo>
                  <a:pt x="6159380" y="80015"/>
                </a:lnTo>
                <a:lnTo>
                  <a:pt x="6153814" y="74429"/>
                </a:lnTo>
                <a:lnTo>
                  <a:pt x="6101685" y="74338"/>
                </a:lnTo>
                <a:close/>
              </a:path>
              <a:path w="7350759" h="179704">
                <a:moveTo>
                  <a:pt x="6025485" y="74206"/>
                </a:moveTo>
                <a:lnTo>
                  <a:pt x="6019789" y="79882"/>
                </a:lnTo>
                <a:lnTo>
                  <a:pt x="6019875" y="94020"/>
                </a:lnTo>
                <a:lnTo>
                  <a:pt x="6025442" y="99606"/>
                </a:lnTo>
                <a:lnTo>
                  <a:pt x="6077569" y="99697"/>
                </a:lnTo>
                <a:lnTo>
                  <a:pt x="6083265" y="94020"/>
                </a:lnTo>
                <a:lnTo>
                  <a:pt x="6083180" y="79882"/>
                </a:lnTo>
                <a:lnTo>
                  <a:pt x="6077614" y="74297"/>
                </a:lnTo>
                <a:lnTo>
                  <a:pt x="6025485" y="74206"/>
                </a:lnTo>
                <a:close/>
              </a:path>
              <a:path w="7350759" h="179704">
                <a:moveTo>
                  <a:pt x="5949285" y="74074"/>
                </a:moveTo>
                <a:lnTo>
                  <a:pt x="5943591" y="79750"/>
                </a:lnTo>
                <a:lnTo>
                  <a:pt x="5943675" y="93888"/>
                </a:lnTo>
                <a:lnTo>
                  <a:pt x="5949242" y="99474"/>
                </a:lnTo>
                <a:lnTo>
                  <a:pt x="6001369" y="99564"/>
                </a:lnTo>
                <a:lnTo>
                  <a:pt x="6007065" y="93888"/>
                </a:lnTo>
                <a:lnTo>
                  <a:pt x="6006980" y="79750"/>
                </a:lnTo>
                <a:lnTo>
                  <a:pt x="6001414" y="74165"/>
                </a:lnTo>
                <a:lnTo>
                  <a:pt x="5949285" y="74074"/>
                </a:lnTo>
                <a:close/>
              </a:path>
              <a:path w="7350759" h="179704">
                <a:moveTo>
                  <a:pt x="5873087" y="73941"/>
                </a:moveTo>
                <a:lnTo>
                  <a:pt x="5867391" y="79618"/>
                </a:lnTo>
                <a:lnTo>
                  <a:pt x="5867475" y="93756"/>
                </a:lnTo>
                <a:lnTo>
                  <a:pt x="5873042" y="99341"/>
                </a:lnTo>
                <a:lnTo>
                  <a:pt x="5925171" y="99432"/>
                </a:lnTo>
                <a:lnTo>
                  <a:pt x="5930865" y="93756"/>
                </a:lnTo>
                <a:lnTo>
                  <a:pt x="5930782" y="79618"/>
                </a:lnTo>
                <a:lnTo>
                  <a:pt x="5925214" y="74033"/>
                </a:lnTo>
                <a:lnTo>
                  <a:pt x="5873087" y="73941"/>
                </a:lnTo>
                <a:close/>
              </a:path>
              <a:path w="7350759" h="179704">
                <a:moveTo>
                  <a:pt x="5796887" y="73809"/>
                </a:moveTo>
                <a:lnTo>
                  <a:pt x="5791191" y="79486"/>
                </a:lnTo>
                <a:lnTo>
                  <a:pt x="5791277" y="93624"/>
                </a:lnTo>
                <a:lnTo>
                  <a:pt x="5796842" y="99209"/>
                </a:lnTo>
                <a:lnTo>
                  <a:pt x="5848971" y="99300"/>
                </a:lnTo>
                <a:lnTo>
                  <a:pt x="5854666" y="93624"/>
                </a:lnTo>
                <a:lnTo>
                  <a:pt x="5854582" y="79486"/>
                </a:lnTo>
                <a:lnTo>
                  <a:pt x="5849014" y="73900"/>
                </a:lnTo>
                <a:lnTo>
                  <a:pt x="5796887" y="73809"/>
                </a:lnTo>
                <a:close/>
              </a:path>
              <a:path w="7350759" h="179704">
                <a:moveTo>
                  <a:pt x="5720687" y="73677"/>
                </a:moveTo>
                <a:lnTo>
                  <a:pt x="5714991" y="79354"/>
                </a:lnTo>
                <a:lnTo>
                  <a:pt x="5715077" y="93492"/>
                </a:lnTo>
                <a:lnTo>
                  <a:pt x="5720642" y="99077"/>
                </a:lnTo>
                <a:lnTo>
                  <a:pt x="5772771" y="99167"/>
                </a:lnTo>
                <a:lnTo>
                  <a:pt x="5778466" y="93492"/>
                </a:lnTo>
                <a:lnTo>
                  <a:pt x="5778382" y="79354"/>
                </a:lnTo>
                <a:lnTo>
                  <a:pt x="5772814" y="73767"/>
                </a:lnTo>
                <a:lnTo>
                  <a:pt x="5720687" y="73677"/>
                </a:lnTo>
                <a:close/>
              </a:path>
              <a:path w="7350759" h="179704">
                <a:moveTo>
                  <a:pt x="5644487" y="73545"/>
                </a:moveTo>
                <a:lnTo>
                  <a:pt x="5638791" y="79222"/>
                </a:lnTo>
                <a:lnTo>
                  <a:pt x="5638877" y="93360"/>
                </a:lnTo>
                <a:lnTo>
                  <a:pt x="5644442" y="98945"/>
                </a:lnTo>
                <a:lnTo>
                  <a:pt x="5696571" y="99035"/>
                </a:lnTo>
                <a:lnTo>
                  <a:pt x="5702266" y="93360"/>
                </a:lnTo>
                <a:lnTo>
                  <a:pt x="5702182" y="79222"/>
                </a:lnTo>
                <a:lnTo>
                  <a:pt x="5696614" y="73635"/>
                </a:lnTo>
                <a:lnTo>
                  <a:pt x="5644487" y="73545"/>
                </a:lnTo>
                <a:close/>
              </a:path>
              <a:path w="7350759" h="179704">
                <a:moveTo>
                  <a:pt x="5568287" y="73413"/>
                </a:moveTo>
                <a:lnTo>
                  <a:pt x="5562591" y="79090"/>
                </a:lnTo>
                <a:lnTo>
                  <a:pt x="5562677" y="93228"/>
                </a:lnTo>
                <a:lnTo>
                  <a:pt x="5568242" y="98813"/>
                </a:lnTo>
                <a:lnTo>
                  <a:pt x="5620371" y="98903"/>
                </a:lnTo>
                <a:lnTo>
                  <a:pt x="5626066" y="93228"/>
                </a:lnTo>
                <a:lnTo>
                  <a:pt x="5625982" y="79090"/>
                </a:lnTo>
                <a:lnTo>
                  <a:pt x="5620415" y="73503"/>
                </a:lnTo>
                <a:lnTo>
                  <a:pt x="5568287" y="73413"/>
                </a:lnTo>
                <a:close/>
              </a:path>
              <a:path w="7350759" h="179704">
                <a:moveTo>
                  <a:pt x="5492087" y="73281"/>
                </a:moveTo>
                <a:lnTo>
                  <a:pt x="5486391" y="78958"/>
                </a:lnTo>
                <a:lnTo>
                  <a:pt x="5486477" y="93096"/>
                </a:lnTo>
                <a:lnTo>
                  <a:pt x="5492042" y="98681"/>
                </a:lnTo>
                <a:lnTo>
                  <a:pt x="5544171" y="98771"/>
                </a:lnTo>
                <a:lnTo>
                  <a:pt x="5549866" y="93096"/>
                </a:lnTo>
                <a:lnTo>
                  <a:pt x="5549782" y="78958"/>
                </a:lnTo>
                <a:lnTo>
                  <a:pt x="5544215" y="73371"/>
                </a:lnTo>
                <a:lnTo>
                  <a:pt x="5492087" y="73281"/>
                </a:lnTo>
                <a:close/>
              </a:path>
              <a:path w="7350759" h="179704">
                <a:moveTo>
                  <a:pt x="5415887" y="73149"/>
                </a:moveTo>
                <a:lnTo>
                  <a:pt x="5410191" y="78826"/>
                </a:lnTo>
                <a:lnTo>
                  <a:pt x="5410277" y="92963"/>
                </a:lnTo>
                <a:lnTo>
                  <a:pt x="5415842" y="98549"/>
                </a:lnTo>
                <a:lnTo>
                  <a:pt x="5467971" y="98639"/>
                </a:lnTo>
                <a:lnTo>
                  <a:pt x="5473666" y="92963"/>
                </a:lnTo>
                <a:lnTo>
                  <a:pt x="5473582" y="78826"/>
                </a:lnTo>
                <a:lnTo>
                  <a:pt x="5468015" y="73239"/>
                </a:lnTo>
                <a:lnTo>
                  <a:pt x="5415887" y="73149"/>
                </a:lnTo>
                <a:close/>
              </a:path>
              <a:path w="7350759" h="179704">
                <a:moveTo>
                  <a:pt x="5339687" y="73017"/>
                </a:moveTo>
                <a:lnTo>
                  <a:pt x="5333991" y="78694"/>
                </a:lnTo>
                <a:lnTo>
                  <a:pt x="5334077" y="92831"/>
                </a:lnTo>
                <a:lnTo>
                  <a:pt x="5339643" y="98417"/>
                </a:lnTo>
                <a:lnTo>
                  <a:pt x="5391771" y="98507"/>
                </a:lnTo>
                <a:lnTo>
                  <a:pt x="5397466" y="92831"/>
                </a:lnTo>
                <a:lnTo>
                  <a:pt x="5397382" y="78694"/>
                </a:lnTo>
                <a:lnTo>
                  <a:pt x="5391815" y="73107"/>
                </a:lnTo>
                <a:lnTo>
                  <a:pt x="5339687" y="73017"/>
                </a:lnTo>
                <a:close/>
              </a:path>
              <a:path w="7350759" h="179704">
                <a:moveTo>
                  <a:pt x="5263487" y="72885"/>
                </a:moveTo>
                <a:lnTo>
                  <a:pt x="5257791" y="78562"/>
                </a:lnTo>
                <a:lnTo>
                  <a:pt x="5257877" y="92699"/>
                </a:lnTo>
                <a:lnTo>
                  <a:pt x="5263443" y="98285"/>
                </a:lnTo>
                <a:lnTo>
                  <a:pt x="5315571" y="98375"/>
                </a:lnTo>
                <a:lnTo>
                  <a:pt x="5321266" y="92699"/>
                </a:lnTo>
                <a:lnTo>
                  <a:pt x="5321182" y="78562"/>
                </a:lnTo>
                <a:lnTo>
                  <a:pt x="5315615" y="72975"/>
                </a:lnTo>
                <a:lnTo>
                  <a:pt x="5263487" y="72885"/>
                </a:lnTo>
                <a:close/>
              </a:path>
              <a:path w="7350759" h="179704">
                <a:moveTo>
                  <a:pt x="5187287" y="72753"/>
                </a:moveTo>
                <a:lnTo>
                  <a:pt x="5181591" y="78430"/>
                </a:lnTo>
                <a:lnTo>
                  <a:pt x="5181677" y="92567"/>
                </a:lnTo>
                <a:lnTo>
                  <a:pt x="5187243" y="98153"/>
                </a:lnTo>
                <a:lnTo>
                  <a:pt x="5239371" y="98243"/>
                </a:lnTo>
                <a:lnTo>
                  <a:pt x="5245066" y="92567"/>
                </a:lnTo>
                <a:lnTo>
                  <a:pt x="5244982" y="78430"/>
                </a:lnTo>
                <a:lnTo>
                  <a:pt x="5239415" y="72843"/>
                </a:lnTo>
                <a:lnTo>
                  <a:pt x="5187287" y="72753"/>
                </a:lnTo>
                <a:close/>
              </a:path>
              <a:path w="7350759" h="179704">
                <a:moveTo>
                  <a:pt x="5111087" y="72621"/>
                </a:moveTo>
                <a:lnTo>
                  <a:pt x="5105392" y="78298"/>
                </a:lnTo>
                <a:lnTo>
                  <a:pt x="5105477" y="92435"/>
                </a:lnTo>
                <a:lnTo>
                  <a:pt x="5111043" y="98021"/>
                </a:lnTo>
                <a:lnTo>
                  <a:pt x="5163171" y="98111"/>
                </a:lnTo>
                <a:lnTo>
                  <a:pt x="5168866" y="92435"/>
                </a:lnTo>
                <a:lnTo>
                  <a:pt x="5168782" y="78298"/>
                </a:lnTo>
                <a:lnTo>
                  <a:pt x="5163215" y="72711"/>
                </a:lnTo>
                <a:lnTo>
                  <a:pt x="5111087" y="72621"/>
                </a:lnTo>
                <a:close/>
              </a:path>
              <a:path w="7350759" h="179704">
                <a:moveTo>
                  <a:pt x="5034888" y="72489"/>
                </a:moveTo>
                <a:lnTo>
                  <a:pt x="5029192" y="78165"/>
                </a:lnTo>
                <a:lnTo>
                  <a:pt x="5029277" y="92303"/>
                </a:lnTo>
                <a:lnTo>
                  <a:pt x="5034843" y="97889"/>
                </a:lnTo>
                <a:lnTo>
                  <a:pt x="5086972" y="97979"/>
                </a:lnTo>
                <a:lnTo>
                  <a:pt x="5092666" y="92303"/>
                </a:lnTo>
                <a:lnTo>
                  <a:pt x="5092583" y="78165"/>
                </a:lnTo>
                <a:lnTo>
                  <a:pt x="5087015" y="72579"/>
                </a:lnTo>
                <a:lnTo>
                  <a:pt x="5034888" y="72489"/>
                </a:lnTo>
                <a:close/>
              </a:path>
              <a:path w="7350759" h="179704">
                <a:moveTo>
                  <a:pt x="4958688" y="72356"/>
                </a:moveTo>
                <a:lnTo>
                  <a:pt x="4952992" y="78033"/>
                </a:lnTo>
                <a:lnTo>
                  <a:pt x="4953078" y="92171"/>
                </a:lnTo>
                <a:lnTo>
                  <a:pt x="4958643" y="97756"/>
                </a:lnTo>
                <a:lnTo>
                  <a:pt x="5010772" y="97847"/>
                </a:lnTo>
                <a:lnTo>
                  <a:pt x="5016468" y="92171"/>
                </a:lnTo>
                <a:lnTo>
                  <a:pt x="5016383" y="78033"/>
                </a:lnTo>
                <a:lnTo>
                  <a:pt x="5010815" y="72447"/>
                </a:lnTo>
                <a:lnTo>
                  <a:pt x="4958688" y="72356"/>
                </a:lnTo>
                <a:close/>
              </a:path>
              <a:path w="7350759" h="179704">
                <a:moveTo>
                  <a:pt x="4882488" y="72224"/>
                </a:moveTo>
                <a:lnTo>
                  <a:pt x="4876792" y="77901"/>
                </a:lnTo>
                <a:lnTo>
                  <a:pt x="4876878" y="92039"/>
                </a:lnTo>
                <a:lnTo>
                  <a:pt x="4882443" y="97624"/>
                </a:lnTo>
                <a:lnTo>
                  <a:pt x="4934572" y="97715"/>
                </a:lnTo>
                <a:lnTo>
                  <a:pt x="4940268" y="92039"/>
                </a:lnTo>
                <a:lnTo>
                  <a:pt x="4940183" y="77901"/>
                </a:lnTo>
                <a:lnTo>
                  <a:pt x="4934615" y="72315"/>
                </a:lnTo>
                <a:lnTo>
                  <a:pt x="4882488" y="72224"/>
                </a:lnTo>
                <a:close/>
              </a:path>
              <a:path w="7350759" h="179704">
                <a:moveTo>
                  <a:pt x="4806288" y="72092"/>
                </a:moveTo>
                <a:lnTo>
                  <a:pt x="4800592" y="77769"/>
                </a:lnTo>
                <a:lnTo>
                  <a:pt x="4800678" y="91907"/>
                </a:lnTo>
                <a:lnTo>
                  <a:pt x="4806243" y="97492"/>
                </a:lnTo>
                <a:lnTo>
                  <a:pt x="4858372" y="97582"/>
                </a:lnTo>
                <a:lnTo>
                  <a:pt x="4864068" y="91907"/>
                </a:lnTo>
                <a:lnTo>
                  <a:pt x="4863983" y="77769"/>
                </a:lnTo>
                <a:lnTo>
                  <a:pt x="4858415" y="72182"/>
                </a:lnTo>
                <a:lnTo>
                  <a:pt x="4806288" y="72092"/>
                </a:lnTo>
                <a:close/>
              </a:path>
              <a:path w="7350759" h="179704">
                <a:moveTo>
                  <a:pt x="4730088" y="71960"/>
                </a:moveTo>
                <a:lnTo>
                  <a:pt x="4724392" y="77637"/>
                </a:lnTo>
                <a:lnTo>
                  <a:pt x="4724478" y="91775"/>
                </a:lnTo>
                <a:lnTo>
                  <a:pt x="4730043" y="97360"/>
                </a:lnTo>
                <a:lnTo>
                  <a:pt x="4782172" y="97450"/>
                </a:lnTo>
                <a:lnTo>
                  <a:pt x="4787868" y="91775"/>
                </a:lnTo>
                <a:lnTo>
                  <a:pt x="4787783" y="77637"/>
                </a:lnTo>
                <a:lnTo>
                  <a:pt x="4782216" y="72050"/>
                </a:lnTo>
                <a:lnTo>
                  <a:pt x="4730088" y="71960"/>
                </a:lnTo>
                <a:close/>
              </a:path>
              <a:path w="7350759" h="179704">
                <a:moveTo>
                  <a:pt x="4653888" y="71828"/>
                </a:moveTo>
                <a:lnTo>
                  <a:pt x="4648192" y="77505"/>
                </a:lnTo>
                <a:lnTo>
                  <a:pt x="4648278" y="91643"/>
                </a:lnTo>
                <a:lnTo>
                  <a:pt x="4653843" y="97228"/>
                </a:lnTo>
                <a:lnTo>
                  <a:pt x="4705972" y="97318"/>
                </a:lnTo>
                <a:lnTo>
                  <a:pt x="4711668" y="91643"/>
                </a:lnTo>
                <a:lnTo>
                  <a:pt x="4711583" y="77505"/>
                </a:lnTo>
                <a:lnTo>
                  <a:pt x="4706016" y="71918"/>
                </a:lnTo>
                <a:lnTo>
                  <a:pt x="4653888" y="71828"/>
                </a:lnTo>
                <a:close/>
              </a:path>
              <a:path w="7350759" h="179704">
                <a:moveTo>
                  <a:pt x="4577688" y="71696"/>
                </a:moveTo>
                <a:lnTo>
                  <a:pt x="4571992" y="77373"/>
                </a:lnTo>
                <a:lnTo>
                  <a:pt x="4572078" y="91511"/>
                </a:lnTo>
                <a:lnTo>
                  <a:pt x="4577643" y="97096"/>
                </a:lnTo>
                <a:lnTo>
                  <a:pt x="4629772" y="97186"/>
                </a:lnTo>
                <a:lnTo>
                  <a:pt x="4635468" y="91511"/>
                </a:lnTo>
                <a:lnTo>
                  <a:pt x="4635383" y="77373"/>
                </a:lnTo>
                <a:lnTo>
                  <a:pt x="4629816" y="71786"/>
                </a:lnTo>
                <a:lnTo>
                  <a:pt x="4577688" y="71696"/>
                </a:lnTo>
                <a:close/>
              </a:path>
              <a:path w="7350759" h="179704">
                <a:moveTo>
                  <a:pt x="4501488" y="71564"/>
                </a:moveTo>
                <a:lnTo>
                  <a:pt x="4495792" y="77241"/>
                </a:lnTo>
                <a:lnTo>
                  <a:pt x="4495878" y="91379"/>
                </a:lnTo>
                <a:lnTo>
                  <a:pt x="4501445" y="96964"/>
                </a:lnTo>
                <a:lnTo>
                  <a:pt x="4553572" y="97054"/>
                </a:lnTo>
                <a:lnTo>
                  <a:pt x="4559268" y="91379"/>
                </a:lnTo>
                <a:lnTo>
                  <a:pt x="4559183" y="77241"/>
                </a:lnTo>
                <a:lnTo>
                  <a:pt x="4553616" y="71654"/>
                </a:lnTo>
                <a:lnTo>
                  <a:pt x="4501488" y="71564"/>
                </a:lnTo>
                <a:close/>
              </a:path>
              <a:path w="7350759" h="179704">
                <a:moveTo>
                  <a:pt x="4425288" y="71432"/>
                </a:moveTo>
                <a:lnTo>
                  <a:pt x="4419592" y="77109"/>
                </a:lnTo>
                <a:lnTo>
                  <a:pt x="4419678" y="91246"/>
                </a:lnTo>
                <a:lnTo>
                  <a:pt x="4425245" y="96832"/>
                </a:lnTo>
                <a:lnTo>
                  <a:pt x="4477372" y="96922"/>
                </a:lnTo>
                <a:lnTo>
                  <a:pt x="4483068" y="91246"/>
                </a:lnTo>
                <a:lnTo>
                  <a:pt x="4482983" y="77109"/>
                </a:lnTo>
                <a:lnTo>
                  <a:pt x="4477416" y="71522"/>
                </a:lnTo>
                <a:lnTo>
                  <a:pt x="4425288" y="71432"/>
                </a:lnTo>
                <a:close/>
              </a:path>
              <a:path w="7350759" h="179704">
                <a:moveTo>
                  <a:pt x="4349088" y="71300"/>
                </a:moveTo>
                <a:lnTo>
                  <a:pt x="4343392" y="76977"/>
                </a:lnTo>
                <a:lnTo>
                  <a:pt x="4343478" y="91114"/>
                </a:lnTo>
                <a:lnTo>
                  <a:pt x="4349045" y="96700"/>
                </a:lnTo>
                <a:lnTo>
                  <a:pt x="4401172" y="96790"/>
                </a:lnTo>
                <a:lnTo>
                  <a:pt x="4406868" y="91114"/>
                </a:lnTo>
                <a:lnTo>
                  <a:pt x="4406783" y="76977"/>
                </a:lnTo>
                <a:lnTo>
                  <a:pt x="4401216" y="71390"/>
                </a:lnTo>
                <a:lnTo>
                  <a:pt x="4349088" y="71300"/>
                </a:lnTo>
                <a:close/>
              </a:path>
              <a:path w="7350759" h="179704">
                <a:moveTo>
                  <a:pt x="4272888" y="71168"/>
                </a:moveTo>
                <a:lnTo>
                  <a:pt x="4267193" y="76843"/>
                </a:lnTo>
                <a:lnTo>
                  <a:pt x="4267278" y="90982"/>
                </a:lnTo>
                <a:lnTo>
                  <a:pt x="4272845" y="96568"/>
                </a:lnTo>
                <a:lnTo>
                  <a:pt x="4324972" y="96658"/>
                </a:lnTo>
                <a:lnTo>
                  <a:pt x="4330668" y="90982"/>
                </a:lnTo>
                <a:lnTo>
                  <a:pt x="4330582" y="76843"/>
                </a:lnTo>
                <a:lnTo>
                  <a:pt x="4325016" y="71258"/>
                </a:lnTo>
                <a:lnTo>
                  <a:pt x="4272888" y="71168"/>
                </a:lnTo>
                <a:close/>
              </a:path>
              <a:path w="7350759" h="179704">
                <a:moveTo>
                  <a:pt x="4196689" y="71036"/>
                </a:moveTo>
                <a:lnTo>
                  <a:pt x="4190993" y="76711"/>
                </a:lnTo>
                <a:lnTo>
                  <a:pt x="4191078" y="90850"/>
                </a:lnTo>
                <a:lnTo>
                  <a:pt x="4196645" y="96436"/>
                </a:lnTo>
                <a:lnTo>
                  <a:pt x="4248773" y="96526"/>
                </a:lnTo>
                <a:lnTo>
                  <a:pt x="4254468" y="90850"/>
                </a:lnTo>
                <a:lnTo>
                  <a:pt x="4254383" y="76711"/>
                </a:lnTo>
                <a:lnTo>
                  <a:pt x="4248816" y="71126"/>
                </a:lnTo>
                <a:lnTo>
                  <a:pt x="4196689" y="71036"/>
                </a:lnTo>
                <a:close/>
              </a:path>
              <a:path w="7350759" h="179704">
                <a:moveTo>
                  <a:pt x="4120489" y="70904"/>
                </a:moveTo>
                <a:lnTo>
                  <a:pt x="4114793" y="76579"/>
                </a:lnTo>
                <a:lnTo>
                  <a:pt x="4114879" y="90718"/>
                </a:lnTo>
                <a:lnTo>
                  <a:pt x="4120445" y="96304"/>
                </a:lnTo>
                <a:lnTo>
                  <a:pt x="4172573" y="96394"/>
                </a:lnTo>
                <a:lnTo>
                  <a:pt x="4178268" y="90718"/>
                </a:lnTo>
                <a:lnTo>
                  <a:pt x="4178183" y="76579"/>
                </a:lnTo>
                <a:lnTo>
                  <a:pt x="4172616" y="70994"/>
                </a:lnTo>
                <a:lnTo>
                  <a:pt x="4120489" y="70904"/>
                </a:lnTo>
                <a:close/>
              </a:path>
              <a:path w="7350759" h="179704">
                <a:moveTo>
                  <a:pt x="4044289" y="70772"/>
                </a:moveTo>
                <a:lnTo>
                  <a:pt x="4038593" y="76447"/>
                </a:lnTo>
                <a:lnTo>
                  <a:pt x="4038679" y="90586"/>
                </a:lnTo>
                <a:lnTo>
                  <a:pt x="4044245" y="96172"/>
                </a:lnTo>
                <a:lnTo>
                  <a:pt x="4096373" y="96262"/>
                </a:lnTo>
                <a:lnTo>
                  <a:pt x="4102069" y="90586"/>
                </a:lnTo>
                <a:lnTo>
                  <a:pt x="4101983" y="76447"/>
                </a:lnTo>
                <a:lnTo>
                  <a:pt x="4096416" y="70862"/>
                </a:lnTo>
                <a:lnTo>
                  <a:pt x="4044289" y="70772"/>
                </a:lnTo>
                <a:close/>
              </a:path>
              <a:path w="7350759" h="179704">
                <a:moveTo>
                  <a:pt x="3968089" y="70639"/>
                </a:moveTo>
                <a:lnTo>
                  <a:pt x="3962393" y="76315"/>
                </a:lnTo>
                <a:lnTo>
                  <a:pt x="3962479" y="90454"/>
                </a:lnTo>
                <a:lnTo>
                  <a:pt x="3968045" y="96039"/>
                </a:lnTo>
                <a:lnTo>
                  <a:pt x="4020173" y="96130"/>
                </a:lnTo>
                <a:lnTo>
                  <a:pt x="4025869" y="90454"/>
                </a:lnTo>
                <a:lnTo>
                  <a:pt x="4025783" y="76315"/>
                </a:lnTo>
                <a:lnTo>
                  <a:pt x="4020216" y="70730"/>
                </a:lnTo>
                <a:lnTo>
                  <a:pt x="3968089" y="70639"/>
                </a:lnTo>
                <a:close/>
              </a:path>
              <a:path w="7350759" h="179704">
                <a:moveTo>
                  <a:pt x="3891889" y="70507"/>
                </a:moveTo>
                <a:lnTo>
                  <a:pt x="3886193" y="76183"/>
                </a:lnTo>
                <a:lnTo>
                  <a:pt x="3886279" y="90322"/>
                </a:lnTo>
                <a:lnTo>
                  <a:pt x="3891845" y="95907"/>
                </a:lnTo>
                <a:lnTo>
                  <a:pt x="3943973" y="95998"/>
                </a:lnTo>
                <a:lnTo>
                  <a:pt x="3949669" y="90322"/>
                </a:lnTo>
                <a:lnTo>
                  <a:pt x="3949583" y="76183"/>
                </a:lnTo>
                <a:lnTo>
                  <a:pt x="3944018" y="70598"/>
                </a:lnTo>
                <a:lnTo>
                  <a:pt x="3891889" y="70507"/>
                </a:lnTo>
                <a:close/>
              </a:path>
              <a:path w="7350759" h="179704">
                <a:moveTo>
                  <a:pt x="3815689" y="70375"/>
                </a:moveTo>
                <a:lnTo>
                  <a:pt x="3809993" y="76051"/>
                </a:lnTo>
                <a:lnTo>
                  <a:pt x="3810079" y="90190"/>
                </a:lnTo>
                <a:lnTo>
                  <a:pt x="3815645" y="95775"/>
                </a:lnTo>
                <a:lnTo>
                  <a:pt x="3867773" y="95865"/>
                </a:lnTo>
                <a:lnTo>
                  <a:pt x="3873469" y="90190"/>
                </a:lnTo>
                <a:lnTo>
                  <a:pt x="3873383" y="76051"/>
                </a:lnTo>
                <a:lnTo>
                  <a:pt x="3867818" y="70465"/>
                </a:lnTo>
                <a:lnTo>
                  <a:pt x="3815689" y="70375"/>
                </a:lnTo>
                <a:close/>
              </a:path>
              <a:path w="7350759" h="179704">
                <a:moveTo>
                  <a:pt x="3739489" y="70243"/>
                </a:moveTo>
                <a:lnTo>
                  <a:pt x="3733793" y="75919"/>
                </a:lnTo>
                <a:lnTo>
                  <a:pt x="3733879" y="90058"/>
                </a:lnTo>
                <a:lnTo>
                  <a:pt x="3739445" y="95643"/>
                </a:lnTo>
                <a:lnTo>
                  <a:pt x="3791573" y="95733"/>
                </a:lnTo>
                <a:lnTo>
                  <a:pt x="3797269" y="90058"/>
                </a:lnTo>
                <a:lnTo>
                  <a:pt x="3797183" y="75919"/>
                </a:lnTo>
                <a:lnTo>
                  <a:pt x="3791618" y="70333"/>
                </a:lnTo>
                <a:lnTo>
                  <a:pt x="3739489" y="70243"/>
                </a:lnTo>
                <a:close/>
              </a:path>
              <a:path w="7350759" h="179704">
                <a:moveTo>
                  <a:pt x="3663289" y="70111"/>
                </a:moveTo>
                <a:lnTo>
                  <a:pt x="3657593" y="75787"/>
                </a:lnTo>
                <a:lnTo>
                  <a:pt x="3657679" y="89926"/>
                </a:lnTo>
                <a:lnTo>
                  <a:pt x="3663245" y="95511"/>
                </a:lnTo>
                <a:lnTo>
                  <a:pt x="3715373" y="95601"/>
                </a:lnTo>
                <a:lnTo>
                  <a:pt x="3721069" y="89926"/>
                </a:lnTo>
                <a:lnTo>
                  <a:pt x="3720983" y="75787"/>
                </a:lnTo>
                <a:lnTo>
                  <a:pt x="3715418" y="70201"/>
                </a:lnTo>
                <a:lnTo>
                  <a:pt x="3663289" y="70111"/>
                </a:lnTo>
                <a:close/>
              </a:path>
              <a:path w="7350759" h="179704">
                <a:moveTo>
                  <a:pt x="3587089" y="69979"/>
                </a:moveTo>
                <a:lnTo>
                  <a:pt x="3581393" y="75655"/>
                </a:lnTo>
                <a:lnTo>
                  <a:pt x="3581479" y="89794"/>
                </a:lnTo>
                <a:lnTo>
                  <a:pt x="3587046" y="95379"/>
                </a:lnTo>
                <a:lnTo>
                  <a:pt x="3639173" y="95469"/>
                </a:lnTo>
                <a:lnTo>
                  <a:pt x="3644869" y="89794"/>
                </a:lnTo>
                <a:lnTo>
                  <a:pt x="3644783" y="75655"/>
                </a:lnTo>
                <a:lnTo>
                  <a:pt x="3639218" y="70069"/>
                </a:lnTo>
                <a:lnTo>
                  <a:pt x="3587089" y="69979"/>
                </a:lnTo>
                <a:close/>
              </a:path>
              <a:path w="7350759" h="179704">
                <a:moveTo>
                  <a:pt x="3510889" y="69847"/>
                </a:moveTo>
                <a:lnTo>
                  <a:pt x="3505193" y="75523"/>
                </a:lnTo>
                <a:lnTo>
                  <a:pt x="3505279" y="89661"/>
                </a:lnTo>
                <a:lnTo>
                  <a:pt x="3510846" y="95247"/>
                </a:lnTo>
                <a:lnTo>
                  <a:pt x="3562973" y="95337"/>
                </a:lnTo>
                <a:lnTo>
                  <a:pt x="3568669" y="89661"/>
                </a:lnTo>
                <a:lnTo>
                  <a:pt x="3568583" y="75523"/>
                </a:lnTo>
                <a:lnTo>
                  <a:pt x="3563018" y="69937"/>
                </a:lnTo>
                <a:lnTo>
                  <a:pt x="3510889" y="69847"/>
                </a:lnTo>
                <a:close/>
              </a:path>
              <a:path w="7350759" h="179704">
                <a:moveTo>
                  <a:pt x="3434689" y="69715"/>
                </a:moveTo>
                <a:lnTo>
                  <a:pt x="3428994" y="75391"/>
                </a:lnTo>
                <a:lnTo>
                  <a:pt x="3429079" y="89529"/>
                </a:lnTo>
                <a:lnTo>
                  <a:pt x="3434646" y="95115"/>
                </a:lnTo>
                <a:lnTo>
                  <a:pt x="3486773" y="95205"/>
                </a:lnTo>
                <a:lnTo>
                  <a:pt x="3492469" y="89529"/>
                </a:lnTo>
                <a:lnTo>
                  <a:pt x="3492383" y="75391"/>
                </a:lnTo>
                <a:lnTo>
                  <a:pt x="3486818" y="69805"/>
                </a:lnTo>
                <a:lnTo>
                  <a:pt x="3434689" y="69715"/>
                </a:lnTo>
                <a:close/>
              </a:path>
              <a:path w="7350759" h="179704">
                <a:moveTo>
                  <a:pt x="3358490" y="69583"/>
                </a:moveTo>
                <a:lnTo>
                  <a:pt x="3352794" y="75258"/>
                </a:lnTo>
                <a:lnTo>
                  <a:pt x="3352879" y="89397"/>
                </a:lnTo>
                <a:lnTo>
                  <a:pt x="3358446" y="94983"/>
                </a:lnTo>
                <a:lnTo>
                  <a:pt x="3410573" y="95073"/>
                </a:lnTo>
                <a:lnTo>
                  <a:pt x="3416269" y="89397"/>
                </a:lnTo>
                <a:lnTo>
                  <a:pt x="3416184" y="75258"/>
                </a:lnTo>
                <a:lnTo>
                  <a:pt x="3410618" y="69673"/>
                </a:lnTo>
                <a:lnTo>
                  <a:pt x="3358490" y="69583"/>
                </a:lnTo>
                <a:close/>
              </a:path>
              <a:path w="7350759" h="179704">
                <a:moveTo>
                  <a:pt x="3282290" y="69451"/>
                </a:moveTo>
                <a:lnTo>
                  <a:pt x="3276594" y="75126"/>
                </a:lnTo>
                <a:lnTo>
                  <a:pt x="3276680" y="89265"/>
                </a:lnTo>
                <a:lnTo>
                  <a:pt x="3282246" y="94851"/>
                </a:lnTo>
                <a:lnTo>
                  <a:pt x="3334374" y="94941"/>
                </a:lnTo>
                <a:lnTo>
                  <a:pt x="3340069" y="89265"/>
                </a:lnTo>
                <a:lnTo>
                  <a:pt x="3339984" y="75126"/>
                </a:lnTo>
                <a:lnTo>
                  <a:pt x="3334418" y="69541"/>
                </a:lnTo>
                <a:lnTo>
                  <a:pt x="3282290" y="69451"/>
                </a:lnTo>
                <a:close/>
              </a:path>
              <a:path w="7350759" h="179704">
                <a:moveTo>
                  <a:pt x="3206090" y="69319"/>
                </a:moveTo>
                <a:lnTo>
                  <a:pt x="3200394" y="74994"/>
                </a:lnTo>
                <a:lnTo>
                  <a:pt x="3200480" y="89133"/>
                </a:lnTo>
                <a:lnTo>
                  <a:pt x="3206046" y="94719"/>
                </a:lnTo>
                <a:lnTo>
                  <a:pt x="3258174" y="94809"/>
                </a:lnTo>
                <a:lnTo>
                  <a:pt x="3263870" y="89133"/>
                </a:lnTo>
                <a:lnTo>
                  <a:pt x="3263784" y="74994"/>
                </a:lnTo>
                <a:lnTo>
                  <a:pt x="3258218" y="69409"/>
                </a:lnTo>
                <a:lnTo>
                  <a:pt x="3206090" y="69319"/>
                </a:lnTo>
                <a:close/>
              </a:path>
              <a:path w="7350759" h="179704">
                <a:moveTo>
                  <a:pt x="3129890" y="69187"/>
                </a:moveTo>
                <a:lnTo>
                  <a:pt x="3124194" y="74862"/>
                </a:lnTo>
                <a:lnTo>
                  <a:pt x="3124280" y="89001"/>
                </a:lnTo>
                <a:lnTo>
                  <a:pt x="3129846" y="94587"/>
                </a:lnTo>
                <a:lnTo>
                  <a:pt x="3181974" y="94677"/>
                </a:lnTo>
                <a:lnTo>
                  <a:pt x="3187670" y="89001"/>
                </a:lnTo>
                <a:lnTo>
                  <a:pt x="3187584" y="74862"/>
                </a:lnTo>
                <a:lnTo>
                  <a:pt x="3182018" y="69277"/>
                </a:lnTo>
                <a:lnTo>
                  <a:pt x="3129890" y="69187"/>
                </a:lnTo>
                <a:close/>
              </a:path>
              <a:path w="7350759" h="179704">
                <a:moveTo>
                  <a:pt x="3053690" y="69054"/>
                </a:moveTo>
                <a:lnTo>
                  <a:pt x="3047994" y="74730"/>
                </a:lnTo>
                <a:lnTo>
                  <a:pt x="3048080" y="88869"/>
                </a:lnTo>
                <a:lnTo>
                  <a:pt x="3053646" y="94454"/>
                </a:lnTo>
                <a:lnTo>
                  <a:pt x="3105774" y="94545"/>
                </a:lnTo>
                <a:lnTo>
                  <a:pt x="3111470" y="88869"/>
                </a:lnTo>
                <a:lnTo>
                  <a:pt x="3111384" y="74730"/>
                </a:lnTo>
                <a:lnTo>
                  <a:pt x="3105819" y="69145"/>
                </a:lnTo>
                <a:lnTo>
                  <a:pt x="3053690" y="69054"/>
                </a:lnTo>
                <a:close/>
              </a:path>
              <a:path w="7350759" h="179704">
                <a:moveTo>
                  <a:pt x="2977490" y="68922"/>
                </a:moveTo>
                <a:lnTo>
                  <a:pt x="2971794" y="74598"/>
                </a:lnTo>
                <a:lnTo>
                  <a:pt x="2971880" y="88737"/>
                </a:lnTo>
                <a:lnTo>
                  <a:pt x="2977446" y="94322"/>
                </a:lnTo>
                <a:lnTo>
                  <a:pt x="3029574" y="94413"/>
                </a:lnTo>
                <a:lnTo>
                  <a:pt x="3035270" y="88737"/>
                </a:lnTo>
                <a:lnTo>
                  <a:pt x="3035184" y="74598"/>
                </a:lnTo>
                <a:lnTo>
                  <a:pt x="3029619" y="69013"/>
                </a:lnTo>
                <a:lnTo>
                  <a:pt x="2977490" y="68922"/>
                </a:lnTo>
                <a:close/>
              </a:path>
              <a:path w="7350759" h="179704">
                <a:moveTo>
                  <a:pt x="2901290" y="68790"/>
                </a:moveTo>
                <a:lnTo>
                  <a:pt x="2895594" y="74466"/>
                </a:lnTo>
                <a:lnTo>
                  <a:pt x="2895680" y="88605"/>
                </a:lnTo>
                <a:lnTo>
                  <a:pt x="2901246" y="94190"/>
                </a:lnTo>
                <a:lnTo>
                  <a:pt x="2953374" y="94280"/>
                </a:lnTo>
                <a:lnTo>
                  <a:pt x="2959070" y="88605"/>
                </a:lnTo>
                <a:lnTo>
                  <a:pt x="2958984" y="74466"/>
                </a:lnTo>
                <a:lnTo>
                  <a:pt x="2953419" y="68880"/>
                </a:lnTo>
                <a:lnTo>
                  <a:pt x="2901290" y="68790"/>
                </a:lnTo>
                <a:close/>
              </a:path>
              <a:path w="7350759" h="179704">
                <a:moveTo>
                  <a:pt x="2825090" y="68658"/>
                </a:moveTo>
                <a:lnTo>
                  <a:pt x="2819394" y="74334"/>
                </a:lnTo>
                <a:lnTo>
                  <a:pt x="2819480" y="88473"/>
                </a:lnTo>
                <a:lnTo>
                  <a:pt x="2825046" y="94058"/>
                </a:lnTo>
                <a:lnTo>
                  <a:pt x="2877174" y="94148"/>
                </a:lnTo>
                <a:lnTo>
                  <a:pt x="2882870" y="88473"/>
                </a:lnTo>
                <a:lnTo>
                  <a:pt x="2882784" y="74334"/>
                </a:lnTo>
                <a:lnTo>
                  <a:pt x="2877219" y="68748"/>
                </a:lnTo>
                <a:lnTo>
                  <a:pt x="2825090" y="68658"/>
                </a:lnTo>
                <a:close/>
              </a:path>
              <a:path w="7350759" h="179704">
                <a:moveTo>
                  <a:pt x="2748890" y="68526"/>
                </a:moveTo>
                <a:lnTo>
                  <a:pt x="2743194" y="74202"/>
                </a:lnTo>
                <a:lnTo>
                  <a:pt x="2743280" y="88341"/>
                </a:lnTo>
                <a:lnTo>
                  <a:pt x="2748847" y="93926"/>
                </a:lnTo>
                <a:lnTo>
                  <a:pt x="2800974" y="94016"/>
                </a:lnTo>
                <a:lnTo>
                  <a:pt x="2806670" y="88341"/>
                </a:lnTo>
                <a:lnTo>
                  <a:pt x="2806584" y="74202"/>
                </a:lnTo>
                <a:lnTo>
                  <a:pt x="2801019" y="68616"/>
                </a:lnTo>
                <a:lnTo>
                  <a:pt x="2748890" y="68526"/>
                </a:lnTo>
                <a:close/>
              </a:path>
              <a:path w="7350759" h="179704">
                <a:moveTo>
                  <a:pt x="2672690" y="68394"/>
                </a:moveTo>
                <a:lnTo>
                  <a:pt x="2666994" y="74070"/>
                </a:lnTo>
                <a:lnTo>
                  <a:pt x="2667080" y="88209"/>
                </a:lnTo>
                <a:lnTo>
                  <a:pt x="2672647" y="93794"/>
                </a:lnTo>
                <a:lnTo>
                  <a:pt x="2724774" y="93884"/>
                </a:lnTo>
                <a:lnTo>
                  <a:pt x="2730470" y="88209"/>
                </a:lnTo>
                <a:lnTo>
                  <a:pt x="2730384" y="74070"/>
                </a:lnTo>
                <a:lnTo>
                  <a:pt x="2724819" y="68484"/>
                </a:lnTo>
                <a:lnTo>
                  <a:pt x="2672690" y="68394"/>
                </a:lnTo>
                <a:close/>
              </a:path>
              <a:path w="7350759" h="179704">
                <a:moveTo>
                  <a:pt x="2596490" y="68262"/>
                </a:moveTo>
                <a:lnTo>
                  <a:pt x="2590796" y="73938"/>
                </a:lnTo>
                <a:lnTo>
                  <a:pt x="2590880" y="88077"/>
                </a:lnTo>
                <a:lnTo>
                  <a:pt x="2596447" y="93662"/>
                </a:lnTo>
                <a:lnTo>
                  <a:pt x="2648574" y="93752"/>
                </a:lnTo>
                <a:lnTo>
                  <a:pt x="2654270" y="88077"/>
                </a:lnTo>
                <a:lnTo>
                  <a:pt x="2654184" y="73938"/>
                </a:lnTo>
                <a:lnTo>
                  <a:pt x="2648619" y="68352"/>
                </a:lnTo>
                <a:lnTo>
                  <a:pt x="2596490" y="68262"/>
                </a:lnTo>
                <a:close/>
              </a:path>
              <a:path w="7350759" h="179704">
                <a:moveTo>
                  <a:pt x="2520292" y="68130"/>
                </a:moveTo>
                <a:lnTo>
                  <a:pt x="2514596" y="73806"/>
                </a:lnTo>
                <a:lnTo>
                  <a:pt x="2514680" y="87944"/>
                </a:lnTo>
                <a:lnTo>
                  <a:pt x="2520247" y="93530"/>
                </a:lnTo>
                <a:lnTo>
                  <a:pt x="2572374" y="93620"/>
                </a:lnTo>
                <a:lnTo>
                  <a:pt x="2578070" y="87944"/>
                </a:lnTo>
                <a:lnTo>
                  <a:pt x="2577986" y="73806"/>
                </a:lnTo>
                <a:lnTo>
                  <a:pt x="2572419" y="68220"/>
                </a:lnTo>
                <a:lnTo>
                  <a:pt x="2520292" y="68130"/>
                </a:lnTo>
                <a:close/>
              </a:path>
              <a:path w="7350759" h="179704">
                <a:moveTo>
                  <a:pt x="2444092" y="67998"/>
                </a:moveTo>
                <a:lnTo>
                  <a:pt x="2438396" y="73673"/>
                </a:lnTo>
                <a:lnTo>
                  <a:pt x="2438482" y="87812"/>
                </a:lnTo>
                <a:lnTo>
                  <a:pt x="2444047" y="93398"/>
                </a:lnTo>
                <a:lnTo>
                  <a:pt x="2496176" y="93488"/>
                </a:lnTo>
                <a:lnTo>
                  <a:pt x="2501870" y="87812"/>
                </a:lnTo>
                <a:lnTo>
                  <a:pt x="2501786" y="73673"/>
                </a:lnTo>
                <a:lnTo>
                  <a:pt x="2496219" y="68088"/>
                </a:lnTo>
                <a:lnTo>
                  <a:pt x="2444092" y="67998"/>
                </a:lnTo>
                <a:close/>
              </a:path>
              <a:path w="7350759" h="179704">
                <a:moveTo>
                  <a:pt x="2367892" y="67866"/>
                </a:moveTo>
                <a:lnTo>
                  <a:pt x="2362196" y="73541"/>
                </a:lnTo>
                <a:lnTo>
                  <a:pt x="2362282" y="87680"/>
                </a:lnTo>
                <a:lnTo>
                  <a:pt x="2367847" y="93266"/>
                </a:lnTo>
                <a:lnTo>
                  <a:pt x="2419976" y="93356"/>
                </a:lnTo>
                <a:lnTo>
                  <a:pt x="2425672" y="87680"/>
                </a:lnTo>
                <a:lnTo>
                  <a:pt x="2425586" y="73541"/>
                </a:lnTo>
                <a:lnTo>
                  <a:pt x="2420019" y="67956"/>
                </a:lnTo>
                <a:lnTo>
                  <a:pt x="2367892" y="67866"/>
                </a:lnTo>
                <a:close/>
              </a:path>
              <a:path w="7350759" h="179704">
                <a:moveTo>
                  <a:pt x="2291692" y="67734"/>
                </a:moveTo>
                <a:lnTo>
                  <a:pt x="2285996" y="73409"/>
                </a:lnTo>
                <a:lnTo>
                  <a:pt x="2286082" y="87548"/>
                </a:lnTo>
                <a:lnTo>
                  <a:pt x="2291647" y="93134"/>
                </a:lnTo>
                <a:lnTo>
                  <a:pt x="2343776" y="93224"/>
                </a:lnTo>
                <a:lnTo>
                  <a:pt x="2349472" y="87548"/>
                </a:lnTo>
                <a:lnTo>
                  <a:pt x="2349386" y="73409"/>
                </a:lnTo>
                <a:lnTo>
                  <a:pt x="2343819" y="67824"/>
                </a:lnTo>
                <a:lnTo>
                  <a:pt x="2291692" y="67734"/>
                </a:lnTo>
                <a:close/>
              </a:path>
              <a:path w="7350759" h="179704">
                <a:moveTo>
                  <a:pt x="2215492" y="67602"/>
                </a:moveTo>
                <a:lnTo>
                  <a:pt x="2209796" y="73277"/>
                </a:lnTo>
                <a:lnTo>
                  <a:pt x="2209882" y="87416"/>
                </a:lnTo>
                <a:lnTo>
                  <a:pt x="2215447" y="93002"/>
                </a:lnTo>
                <a:lnTo>
                  <a:pt x="2267576" y="93092"/>
                </a:lnTo>
                <a:lnTo>
                  <a:pt x="2273272" y="87416"/>
                </a:lnTo>
                <a:lnTo>
                  <a:pt x="2273186" y="73277"/>
                </a:lnTo>
                <a:lnTo>
                  <a:pt x="2267620" y="67692"/>
                </a:lnTo>
                <a:lnTo>
                  <a:pt x="2215492" y="67602"/>
                </a:lnTo>
                <a:close/>
              </a:path>
              <a:path w="7350759" h="179704">
                <a:moveTo>
                  <a:pt x="2139292" y="67470"/>
                </a:moveTo>
                <a:lnTo>
                  <a:pt x="2133596" y="73145"/>
                </a:lnTo>
                <a:lnTo>
                  <a:pt x="2133682" y="87284"/>
                </a:lnTo>
                <a:lnTo>
                  <a:pt x="2139247" y="92870"/>
                </a:lnTo>
                <a:lnTo>
                  <a:pt x="2191376" y="92960"/>
                </a:lnTo>
                <a:lnTo>
                  <a:pt x="2197072" y="87284"/>
                </a:lnTo>
                <a:lnTo>
                  <a:pt x="2196986" y="73145"/>
                </a:lnTo>
                <a:lnTo>
                  <a:pt x="2191420" y="67560"/>
                </a:lnTo>
                <a:lnTo>
                  <a:pt x="2139292" y="67470"/>
                </a:lnTo>
                <a:close/>
              </a:path>
              <a:path w="7350759" h="179704">
                <a:moveTo>
                  <a:pt x="2063092" y="67337"/>
                </a:moveTo>
                <a:lnTo>
                  <a:pt x="2057396" y="73013"/>
                </a:lnTo>
                <a:lnTo>
                  <a:pt x="2057482" y="87152"/>
                </a:lnTo>
                <a:lnTo>
                  <a:pt x="2063047" y="92737"/>
                </a:lnTo>
                <a:lnTo>
                  <a:pt x="2115176" y="92828"/>
                </a:lnTo>
                <a:lnTo>
                  <a:pt x="2120872" y="87152"/>
                </a:lnTo>
                <a:lnTo>
                  <a:pt x="2120786" y="73013"/>
                </a:lnTo>
                <a:lnTo>
                  <a:pt x="2115220" y="67428"/>
                </a:lnTo>
                <a:lnTo>
                  <a:pt x="2063092" y="67337"/>
                </a:lnTo>
                <a:close/>
              </a:path>
              <a:path w="7350759" h="179704">
                <a:moveTo>
                  <a:pt x="1986892" y="67205"/>
                </a:moveTo>
                <a:lnTo>
                  <a:pt x="1981196" y="72881"/>
                </a:lnTo>
                <a:lnTo>
                  <a:pt x="1981280" y="87019"/>
                </a:lnTo>
                <a:lnTo>
                  <a:pt x="1986847" y="92605"/>
                </a:lnTo>
                <a:lnTo>
                  <a:pt x="2038976" y="92696"/>
                </a:lnTo>
                <a:lnTo>
                  <a:pt x="2044672" y="87019"/>
                </a:lnTo>
                <a:lnTo>
                  <a:pt x="2044586" y="72881"/>
                </a:lnTo>
                <a:lnTo>
                  <a:pt x="2039020" y="67296"/>
                </a:lnTo>
                <a:lnTo>
                  <a:pt x="1986892" y="67205"/>
                </a:lnTo>
                <a:close/>
              </a:path>
              <a:path w="7350759" h="179704">
                <a:moveTo>
                  <a:pt x="1910692" y="67073"/>
                </a:moveTo>
                <a:lnTo>
                  <a:pt x="1904996" y="72749"/>
                </a:lnTo>
                <a:lnTo>
                  <a:pt x="1905080" y="86887"/>
                </a:lnTo>
                <a:lnTo>
                  <a:pt x="1910648" y="92473"/>
                </a:lnTo>
                <a:lnTo>
                  <a:pt x="1962776" y="92563"/>
                </a:lnTo>
                <a:lnTo>
                  <a:pt x="1968472" y="86887"/>
                </a:lnTo>
                <a:lnTo>
                  <a:pt x="1968386" y="72749"/>
                </a:lnTo>
                <a:lnTo>
                  <a:pt x="1962820" y="67163"/>
                </a:lnTo>
                <a:lnTo>
                  <a:pt x="1910692" y="67073"/>
                </a:lnTo>
                <a:close/>
              </a:path>
              <a:path w="7350759" h="179704">
                <a:moveTo>
                  <a:pt x="1834492" y="66941"/>
                </a:moveTo>
                <a:lnTo>
                  <a:pt x="1828796" y="72617"/>
                </a:lnTo>
                <a:lnTo>
                  <a:pt x="1828880" y="86754"/>
                </a:lnTo>
                <a:lnTo>
                  <a:pt x="1834448" y="92341"/>
                </a:lnTo>
                <a:lnTo>
                  <a:pt x="1886576" y="92431"/>
                </a:lnTo>
                <a:lnTo>
                  <a:pt x="1892272" y="86754"/>
                </a:lnTo>
                <a:lnTo>
                  <a:pt x="1892186" y="72617"/>
                </a:lnTo>
                <a:lnTo>
                  <a:pt x="1886620" y="67031"/>
                </a:lnTo>
                <a:lnTo>
                  <a:pt x="1834492" y="66941"/>
                </a:lnTo>
                <a:close/>
              </a:path>
              <a:path w="7350759" h="179704">
                <a:moveTo>
                  <a:pt x="1758292" y="66809"/>
                </a:moveTo>
                <a:lnTo>
                  <a:pt x="1752597" y="72485"/>
                </a:lnTo>
                <a:lnTo>
                  <a:pt x="1752680" y="86622"/>
                </a:lnTo>
                <a:lnTo>
                  <a:pt x="1758248" y="92209"/>
                </a:lnTo>
                <a:lnTo>
                  <a:pt x="1810376" y="92299"/>
                </a:lnTo>
                <a:lnTo>
                  <a:pt x="1816072" y="86622"/>
                </a:lnTo>
                <a:lnTo>
                  <a:pt x="1815986" y="72485"/>
                </a:lnTo>
                <a:lnTo>
                  <a:pt x="1810420" y="66899"/>
                </a:lnTo>
                <a:lnTo>
                  <a:pt x="1758292" y="66809"/>
                </a:lnTo>
                <a:close/>
              </a:path>
              <a:path w="7350759" h="179704">
                <a:moveTo>
                  <a:pt x="1682093" y="66677"/>
                </a:moveTo>
                <a:lnTo>
                  <a:pt x="1676397" y="72353"/>
                </a:lnTo>
                <a:lnTo>
                  <a:pt x="1676480" y="86490"/>
                </a:lnTo>
                <a:lnTo>
                  <a:pt x="1682048" y="92077"/>
                </a:lnTo>
                <a:lnTo>
                  <a:pt x="1734176" y="92167"/>
                </a:lnTo>
                <a:lnTo>
                  <a:pt x="1739872" y="86490"/>
                </a:lnTo>
                <a:lnTo>
                  <a:pt x="1739787" y="72353"/>
                </a:lnTo>
                <a:lnTo>
                  <a:pt x="1734220" y="66767"/>
                </a:lnTo>
                <a:lnTo>
                  <a:pt x="1682093" y="66677"/>
                </a:lnTo>
                <a:close/>
              </a:path>
              <a:path w="7350759" h="179704">
                <a:moveTo>
                  <a:pt x="1605893" y="66545"/>
                </a:moveTo>
                <a:lnTo>
                  <a:pt x="1600197" y="72221"/>
                </a:lnTo>
                <a:lnTo>
                  <a:pt x="1600282" y="86358"/>
                </a:lnTo>
                <a:lnTo>
                  <a:pt x="1605848" y="91945"/>
                </a:lnTo>
                <a:lnTo>
                  <a:pt x="1657977" y="92035"/>
                </a:lnTo>
                <a:lnTo>
                  <a:pt x="1663672" y="86358"/>
                </a:lnTo>
                <a:lnTo>
                  <a:pt x="1663587" y="72221"/>
                </a:lnTo>
                <a:lnTo>
                  <a:pt x="1658020" y="66635"/>
                </a:lnTo>
                <a:lnTo>
                  <a:pt x="1605893" y="66545"/>
                </a:lnTo>
                <a:close/>
              </a:path>
              <a:path w="7350759" h="179704">
                <a:moveTo>
                  <a:pt x="1529693" y="66413"/>
                </a:moveTo>
                <a:lnTo>
                  <a:pt x="1523997" y="72089"/>
                </a:lnTo>
                <a:lnTo>
                  <a:pt x="1524082" y="86226"/>
                </a:lnTo>
                <a:lnTo>
                  <a:pt x="1529648" y="91813"/>
                </a:lnTo>
                <a:lnTo>
                  <a:pt x="1581777" y="91903"/>
                </a:lnTo>
                <a:lnTo>
                  <a:pt x="1587473" y="86226"/>
                </a:lnTo>
                <a:lnTo>
                  <a:pt x="1587387" y="72089"/>
                </a:lnTo>
                <a:lnTo>
                  <a:pt x="1581820" y="66503"/>
                </a:lnTo>
                <a:lnTo>
                  <a:pt x="1529693" y="66413"/>
                </a:lnTo>
                <a:close/>
              </a:path>
              <a:path w="7350759" h="179704">
                <a:moveTo>
                  <a:pt x="1453493" y="66281"/>
                </a:moveTo>
                <a:lnTo>
                  <a:pt x="1447797" y="71956"/>
                </a:lnTo>
                <a:lnTo>
                  <a:pt x="1447882" y="86094"/>
                </a:lnTo>
                <a:lnTo>
                  <a:pt x="1453448" y="91681"/>
                </a:lnTo>
                <a:lnTo>
                  <a:pt x="1505577" y="91771"/>
                </a:lnTo>
                <a:lnTo>
                  <a:pt x="1511273" y="86094"/>
                </a:lnTo>
                <a:lnTo>
                  <a:pt x="1511187" y="71956"/>
                </a:lnTo>
                <a:lnTo>
                  <a:pt x="1505620" y="66371"/>
                </a:lnTo>
                <a:lnTo>
                  <a:pt x="1453493" y="66281"/>
                </a:lnTo>
                <a:close/>
              </a:path>
              <a:path w="7350759" h="179704">
                <a:moveTo>
                  <a:pt x="1377293" y="66149"/>
                </a:moveTo>
                <a:lnTo>
                  <a:pt x="1371597" y="71824"/>
                </a:lnTo>
                <a:lnTo>
                  <a:pt x="1371682" y="85962"/>
                </a:lnTo>
                <a:lnTo>
                  <a:pt x="1377248" y="91549"/>
                </a:lnTo>
                <a:lnTo>
                  <a:pt x="1429377" y="91639"/>
                </a:lnTo>
                <a:lnTo>
                  <a:pt x="1435073" y="85962"/>
                </a:lnTo>
                <a:lnTo>
                  <a:pt x="1434987" y="71824"/>
                </a:lnTo>
                <a:lnTo>
                  <a:pt x="1429421" y="66239"/>
                </a:lnTo>
                <a:lnTo>
                  <a:pt x="1377293" y="66149"/>
                </a:lnTo>
                <a:close/>
              </a:path>
              <a:path w="7350759" h="179704">
                <a:moveTo>
                  <a:pt x="1301093" y="66017"/>
                </a:moveTo>
                <a:lnTo>
                  <a:pt x="1295397" y="71692"/>
                </a:lnTo>
                <a:lnTo>
                  <a:pt x="1295482" y="85830"/>
                </a:lnTo>
                <a:lnTo>
                  <a:pt x="1301048" y="91417"/>
                </a:lnTo>
                <a:lnTo>
                  <a:pt x="1353177" y="91507"/>
                </a:lnTo>
                <a:lnTo>
                  <a:pt x="1358873" y="85830"/>
                </a:lnTo>
                <a:lnTo>
                  <a:pt x="1358787" y="71692"/>
                </a:lnTo>
                <a:lnTo>
                  <a:pt x="1353221" y="66107"/>
                </a:lnTo>
                <a:lnTo>
                  <a:pt x="1301093" y="66017"/>
                </a:lnTo>
                <a:close/>
              </a:path>
              <a:path w="7350759" h="179704">
                <a:moveTo>
                  <a:pt x="1224893" y="65885"/>
                </a:moveTo>
                <a:lnTo>
                  <a:pt x="1219197" y="71560"/>
                </a:lnTo>
                <a:lnTo>
                  <a:pt x="1219282" y="85698"/>
                </a:lnTo>
                <a:lnTo>
                  <a:pt x="1224848" y="91285"/>
                </a:lnTo>
                <a:lnTo>
                  <a:pt x="1276977" y="91375"/>
                </a:lnTo>
                <a:lnTo>
                  <a:pt x="1282673" y="85698"/>
                </a:lnTo>
                <a:lnTo>
                  <a:pt x="1282587" y="71560"/>
                </a:lnTo>
                <a:lnTo>
                  <a:pt x="1277021" y="65975"/>
                </a:lnTo>
                <a:lnTo>
                  <a:pt x="1224893" y="65885"/>
                </a:lnTo>
                <a:close/>
              </a:path>
              <a:path w="7350759" h="179704">
                <a:moveTo>
                  <a:pt x="1148693" y="65752"/>
                </a:moveTo>
                <a:lnTo>
                  <a:pt x="1142997" y="71428"/>
                </a:lnTo>
                <a:lnTo>
                  <a:pt x="1143082" y="85566"/>
                </a:lnTo>
                <a:lnTo>
                  <a:pt x="1148648" y="91152"/>
                </a:lnTo>
                <a:lnTo>
                  <a:pt x="1200777" y="91243"/>
                </a:lnTo>
                <a:lnTo>
                  <a:pt x="1206473" y="85566"/>
                </a:lnTo>
                <a:lnTo>
                  <a:pt x="1206387" y="71428"/>
                </a:lnTo>
                <a:lnTo>
                  <a:pt x="1200821" y="65843"/>
                </a:lnTo>
                <a:lnTo>
                  <a:pt x="1148693" y="65752"/>
                </a:lnTo>
                <a:close/>
              </a:path>
              <a:path w="7350759" h="179704">
                <a:moveTo>
                  <a:pt x="1072493" y="65620"/>
                </a:moveTo>
                <a:lnTo>
                  <a:pt x="1066797" y="71296"/>
                </a:lnTo>
                <a:lnTo>
                  <a:pt x="1066882" y="85434"/>
                </a:lnTo>
                <a:lnTo>
                  <a:pt x="1072450" y="91020"/>
                </a:lnTo>
                <a:lnTo>
                  <a:pt x="1124577" y="91111"/>
                </a:lnTo>
                <a:lnTo>
                  <a:pt x="1130273" y="85434"/>
                </a:lnTo>
                <a:lnTo>
                  <a:pt x="1130187" y="71296"/>
                </a:lnTo>
                <a:lnTo>
                  <a:pt x="1124621" y="65711"/>
                </a:lnTo>
                <a:lnTo>
                  <a:pt x="1072493" y="65620"/>
                </a:lnTo>
                <a:close/>
              </a:path>
              <a:path w="7350759" h="179704">
                <a:moveTo>
                  <a:pt x="996293" y="65488"/>
                </a:moveTo>
                <a:lnTo>
                  <a:pt x="990597" y="71164"/>
                </a:lnTo>
                <a:lnTo>
                  <a:pt x="990682" y="85302"/>
                </a:lnTo>
                <a:lnTo>
                  <a:pt x="996250" y="90888"/>
                </a:lnTo>
                <a:lnTo>
                  <a:pt x="1048377" y="90978"/>
                </a:lnTo>
                <a:lnTo>
                  <a:pt x="1054073" y="85302"/>
                </a:lnTo>
                <a:lnTo>
                  <a:pt x="1053987" y="71164"/>
                </a:lnTo>
                <a:lnTo>
                  <a:pt x="1048421" y="65578"/>
                </a:lnTo>
                <a:lnTo>
                  <a:pt x="996293" y="65488"/>
                </a:lnTo>
                <a:close/>
              </a:path>
              <a:path w="7350759" h="179704">
                <a:moveTo>
                  <a:pt x="920093" y="65356"/>
                </a:moveTo>
                <a:lnTo>
                  <a:pt x="914398" y="71032"/>
                </a:lnTo>
                <a:lnTo>
                  <a:pt x="914482" y="85170"/>
                </a:lnTo>
                <a:lnTo>
                  <a:pt x="920050" y="90756"/>
                </a:lnTo>
                <a:lnTo>
                  <a:pt x="972177" y="90846"/>
                </a:lnTo>
                <a:lnTo>
                  <a:pt x="977873" y="85170"/>
                </a:lnTo>
                <a:lnTo>
                  <a:pt x="977787" y="71032"/>
                </a:lnTo>
                <a:lnTo>
                  <a:pt x="972221" y="65446"/>
                </a:lnTo>
                <a:lnTo>
                  <a:pt x="920093" y="65356"/>
                </a:lnTo>
                <a:close/>
              </a:path>
              <a:path w="7350759" h="179704">
                <a:moveTo>
                  <a:pt x="843894" y="65224"/>
                </a:moveTo>
                <a:lnTo>
                  <a:pt x="838198" y="70900"/>
                </a:lnTo>
                <a:lnTo>
                  <a:pt x="838282" y="85037"/>
                </a:lnTo>
                <a:lnTo>
                  <a:pt x="843850" y="90624"/>
                </a:lnTo>
                <a:lnTo>
                  <a:pt x="895977" y="90714"/>
                </a:lnTo>
                <a:lnTo>
                  <a:pt x="901673" y="85037"/>
                </a:lnTo>
                <a:lnTo>
                  <a:pt x="901588" y="70900"/>
                </a:lnTo>
                <a:lnTo>
                  <a:pt x="896021" y="65314"/>
                </a:lnTo>
                <a:lnTo>
                  <a:pt x="843894" y="65224"/>
                </a:lnTo>
                <a:close/>
              </a:path>
              <a:path w="7350759" h="179704">
                <a:moveTo>
                  <a:pt x="767694" y="65092"/>
                </a:moveTo>
                <a:lnTo>
                  <a:pt x="761998" y="70768"/>
                </a:lnTo>
                <a:lnTo>
                  <a:pt x="762083" y="84905"/>
                </a:lnTo>
                <a:lnTo>
                  <a:pt x="767650" y="90492"/>
                </a:lnTo>
                <a:lnTo>
                  <a:pt x="819778" y="90582"/>
                </a:lnTo>
                <a:lnTo>
                  <a:pt x="825473" y="84905"/>
                </a:lnTo>
                <a:lnTo>
                  <a:pt x="825388" y="70768"/>
                </a:lnTo>
                <a:lnTo>
                  <a:pt x="819821" y="65182"/>
                </a:lnTo>
                <a:lnTo>
                  <a:pt x="767694" y="65092"/>
                </a:lnTo>
                <a:close/>
              </a:path>
              <a:path w="7350759" h="179704">
                <a:moveTo>
                  <a:pt x="691494" y="64960"/>
                </a:moveTo>
                <a:lnTo>
                  <a:pt x="685798" y="70636"/>
                </a:lnTo>
                <a:lnTo>
                  <a:pt x="685883" y="84773"/>
                </a:lnTo>
                <a:lnTo>
                  <a:pt x="691450" y="90360"/>
                </a:lnTo>
                <a:lnTo>
                  <a:pt x="743578" y="90450"/>
                </a:lnTo>
                <a:lnTo>
                  <a:pt x="749274" y="84773"/>
                </a:lnTo>
                <a:lnTo>
                  <a:pt x="749188" y="70636"/>
                </a:lnTo>
                <a:lnTo>
                  <a:pt x="743621" y="65050"/>
                </a:lnTo>
                <a:lnTo>
                  <a:pt x="691494" y="64960"/>
                </a:lnTo>
                <a:close/>
              </a:path>
              <a:path w="7350759" h="179704">
                <a:moveTo>
                  <a:pt x="615294" y="64828"/>
                </a:moveTo>
                <a:lnTo>
                  <a:pt x="609598" y="70504"/>
                </a:lnTo>
                <a:lnTo>
                  <a:pt x="609683" y="84641"/>
                </a:lnTo>
                <a:lnTo>
                  <a:pt x="615250" y="90228"/>
                </a:lnTo>
                <a:lnTo>
                  <a:pt x="667378" y="90318"/>
                </a:lnTo>
                <a:lnTo>
                  <a:pt x="673074" y="84641"/>
                </a:lnTo>
                <a:lnTo>
                  <a:pt x="672988" y="70504"/>
                </a:lnTo>
                <a:lnTo>
                  <a:pt x="667421" y="64918"/>
                </a:lnTo>
                <a:lnTo>
                  <a:pt x="615294" y="64828"/>
                </a:lnTo>
                <a:close/>
              </a:path>
              <a:path w="7350759" h="179704">
                <a:moveTo>
                  <a:pt x="539094" y="64696"/>
                </a:moveTo>
                <a:lnTo>
                  <a:pt x="533398" y="70371"/>
                </a:lnTo>
                <a:lnTo>
                  <a:pt x="533483" y="84509"/>
                </a:lnTo>
                <a:lnTo>
                  <a:pt x="539050" y="90095"/>
                </a:lnTo>
                <a:lnTo>
                  <a:pt x="591178" y="90186"/>
                </a:lnTo>
                <a:lnTo>
                  <a:pt x="596874" y="84509"/>
                </a:lnTo>
                <a:lnTo>
                  <a:pt x="596788" y="70371"/>
                </a:lnTo>
                <a:lnTo>
                  <a:pt x="591221" y="64786"/>
                </a:lnTo>
                <a:lnTo>
                  <a:pt x="539094" y="64696"/>
                </a:lnTo>
                <a:close/>
              </a:path>
              <a:path w="7350759" h="179704">
                <a:moveTo>
                  <a:pt x="462894" y="64564"/>
                </a:moveTo>
                <a:lnTo>
                  <a:pt x="457198" y="70239"/>
                </a:lnTo>
                <a:lnTo>
                  <a:pt x="457283" y="84377"/>
                </a:lnTo>
                <a:lnTo>
                  <a:pt x="462850" y="89962"/>
                </a:lnTo>
                <a:lnTo>
                  <a:pt x="514978" y="90054"/>
                </a:lnTo>
                <a:lnTo>
                  <a:pt x="520674" y="84377"/>
                </a:lnTo>
                <a:lnTo>
                  <a:pt x="520588" y="70239"/>
                </a:lnTo>
                <a:lnTo>
                  <a:pt x="515023" y="64654"/>
                </a:lnTo>
                <a:lnTo>
                  <a:pt x="462894" y="64564"/>
                </a:lnTo>
                <a:close/>
              </a:path>
              <a:path w="7350759" h="179704">
                <a:moveTo>
                  <a:pt x="386694" y="64432"/>
                </a:moveTo>
                <a:lnTo>
                  <a:pt x="380998" y="70107"/>
                </a:lnTo>
                <a:lnTo>
                  <a:pt x="381083" y="84245"/>
                </a:lnTo>
                <a:lnTo>
                  <a:pt x="386650" y="89830"/>
                </a:lnTo>
                <a:lnTo>
                  <a:pt x="438778" y="89922"/>
                </a:lnTo>
                <a:lnTo>
                  <a:pt x="444474" y="84245"/>
                </a:lnTo>
                <a:lnTo>
                  <a:pt x="444388" y="70107"/>
                </a:lnTo>
                <a:lnTo>
                  <a:pt x="438823" y="64522"/>
                </a:lnTo>
                <a:lnTo>
                  <a:pt x="386694" y="64432"/>
                </a:lnTo>
                <a:close/>
              </a:path>
              <a:path w="7350759" h="179704">
                <a:moveTo>
                  <a:pt x="310494" y="64298"/>
                </a:moveTo>
                <a:lnTo>
                  <a:pt x="304798" y="69975"/>
                </a:lnTo>
                <a:lnTo>
                  <a:pt x="304883" y="84113"/>
                </a:lnTo>
                <a:lnTo>
                  <a:pt x="310450" y="89698"/>
                </a:lnTo>
                <a:lnTo>
                  <a:pt x="362578" y="89790"/>
                </a:lnTo>
                <a:lnTo>
                  <a:pt x="368274" y="84113"/>
                </a:lnTo>
                <a:lnTo>
                  <a:pt x="368188" y="69975"/>
                </a:lnTo>
                <a:lnTo>
                  <a:pt x="362623" y="64390"/>
                </a:lnTo>
                <a:lnTo>
                  <a:pt x="310494" y="64298"/>
                </a:lnTo>
                <a:close/>
              </a:path>
              <a:path w="7350759" h="179704">
                <a:moveTo>
                  <a:pt x="234294" y="64166"/>
                </a:moveTo>
                <a:lnTo>
                  <a:pt x="228598" y="69843"/>
                </a:lnTo>
                <a:lnTo>
                  <a:pt x="228683" y="83981"/>
                </a:lnTo>
                <a:lnTo>
                  <a:pt x="234251" y="89566"/>
                </a:lnTo>
                <a:lnTo>
                  <a:pt x="286378" y="89658"/>
                </a:lnTo>
                <a:lnTo>
                  <a:pt x="292074" y="83981"/>
                </a:lnTo>
                <a:lnTo>
                  <a:pt x="291988" y="69843"/>
                </a:lnTo>
                <a:lnTo>
                  <a:pt x="286423" y="64258"/>
                </a:lnTo>
                <a:lnTo>
                  <a:pt x="234294" y="64166"/>
                </a:lnTo>
                <a:close/>
              </a:path>
              <a:path w="7350759" h="179704">
                <a:moveTo>
                  <a:pt x="158094" y="64034"/>
                </a:moveTo>
                <a:lnTo>
                  <a:pt x="152398" y="69711"/>
                </a:lnTo>
                <a:lnTo>
                  <a:pt x="152483" y="83849"/>
                </a:lnTo>
                <a:lnTo>
                  <a:pt x="158051" y="89434"/>
                </a:lnTo>
                <a:lnTo>
                  <a:pt x="210178" y="89526"/>
                </a:lnTo>
                <a:lnTo>
                  <a:pt x="215874" y="83849"/>
                </a:lnTo>
                <a:lnTo>
                  <a:pt x="215788" y="69711"/>
                </a:lnTo>
                <a:lnTo>
                  <a:pt x="210223" y="64126"/>
                </a:lnTo>
                <a:lnTo>
                  <a:pt x="158094" y="64034"/>
                </a:lnTo>
                <a:close/>
              </a:path>
              <a:path w="7350759" h="179704">
                <a:moveTo>
                  <a:pt x="81894" y="63902"/>
                </a:moveTo>
                <a:lnTo>
                  <a:pt x="76198" y="69579"/>
                </a:lnTo>
                <a:lnTo>
                  <a:pt x="76283" y="83717"/>
                </a:lnTo>
                <a:lnTo>
                  <a:pt x="81851" y="89302"/>
                </a:lnTo>
                <a:lnTo>
                  <a:pt x="133978" y="89394"/>
                </a:lnTo>
                <a:lnTo>
                  <a:pt x="139674" y="83717"/>
                </a:lnTo>
                <a:lnTo>
                  <a:pt x="139588" y="69579"/>
                </a:lnTo>
                <a:lnTo>
                  <a:pt x="134023" y="63994"/>
                </a:lnTo>
                <a:lnTo>
                  <a:pt x="81894" y="63902"/>
                </a:lnTo>
                <a:close/>
              </a:path>
              <a:path w="7350759" h="179704">
                <a:moveTo>
                  <a:pt x="5694" y="63770"/>
                </a:moveTo>
                <a:lnTo>
                  <a:pt x="0" y="69447"/>
                </a:lnTo>
                <a:lnTo>
                  <a:pt x="83" y="83585"/>
                </a:lnTo>
                <a:lnTo>
                  <a:pt x="5651" y="89170"/>
                </a:lnTo>
                <a:lnTo>
                  <a:pt x="57778" y="89261"/>
                </a:lnTo>
                <a:lnTo>
                  <a:pt x="63474" y="83585"/>
                </a:lnTo>
                <a:lnTo>
                  <a:pt x="63389" y="69447"/>
                </a:lnTo>
                <a:lnTo>
                  <a:pt x="57823" y="63861"/>
                </a:lnTo>
                <a:lnTo>
                  <a:pt x="5694" y="6377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 name="object 28"/>
          <p:cNvSpPr/>
          <p:nvPr/>
        </p:nvSpPr>
        <p:spPr>
          <a:xfrm>
            <a:off x="1689100" y="2159000"/>
            <a:ext cx="0" cy="717550"/>
          </a:xfrm>
          <a:custGeom>
            <a:avLst/>
            <a:gdLst/>
            <a:ahLst/>
            <a:cxnLst/>
            <a:rect l="l" t="t" r="r" b="b"/>
            <a:pathLst>
              <a:path h="1435100">
                <a:moveTo>
                  <a:pt x="0" y="0"/>
                </a:moveTo>
                <a:lnTo>
                  <a:pt x="0" y="1435100"/>
                </a:lnTo>
              </a:path>
            </a:pathLst>
          </a:custGeom>
          <a:ln w="25400">
            <a:solidFill>
              <a:srgbClr val="212121"/>
            </a:solidFill>
            <a:prstDash val="sysDot"/>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9" name="object 29"/>
          <p:cNvSpPr/>
          <p:nvPr/>
        </p:nvSpPr>
        <p:spPr>
          <a:xfrm>
            <a:off x="1682750" y="2114550"/>
            <a:ext cx="2684780" cy="89853"/>
          </a:xfrm>
          <a:custGeom>
            <a:avLst/>
            <a:gdLst/>
            <a:ahLst/>
            <a:cxnLst/>
            <a:rect l="l" t="t" r="r" b="b"/>
            <a:pathLst>
              <a:path w="5369559" h="179704">
                <a:moveTo>
                  <a:pt x="5201921" y="0"/>
                </a:moveTo>
                <a:lnTo>
                  <a:pt x="5194416" y="0"/>
                </a:lnTo>
                <a:lnTo>
                  <a:pt x="5189668" y="4749"/>
                </a:lnTo>
                <a:lnTo>
                  <a:pt x="5189664" y="77076"/>
                </a:lnTo>
                <a:lnTo>
                  <a:pt x="5184943" y="78917"/>
                </a:lnTo>
                <a:lnTo>
                  <a:pt x="5181600" y="83527"/>
                </a:lnTo>
                <a:lnTo>
                  <a:pt x="5181600" y="94272"/>
                </a:lnTo>
                <a:lnTo>
                  <a:pt x="5184943" y="98882"/>
                </a:lnTo>
                <a:lnTo>
                  <a:pt x="5189664" y="100723"/>
                </a:lnTo>
                <a:lnTo>
                  <a:pt x="5189668" y="168833"/>
                </a:lnTo>
                <a:lnTo>
                  <a:pt x="5190051" y="170459"/>
                </a:lnTo>
                <a:lnTo>
                  <a:pt x="5193407" y="177177"/>
                </a:lnTo>
                <a:lnTo>
                  <a:pt x="5199778" y="179298"/>
                </a:lnTo>
                <a:lnTo>
                  <a:pt x="5363655" y="97358"/>
                </a:lnTo>
                <a:lnTo>
                  <a:pt x="5365319" y="95694"/>
                </a:lnTo>
                <a:lnTo>
                  <a:pt x="5368965" y="88404"/>
                </a:lnTo>
                <a:lnTo>
                  <a:pt x="5366842" y="82029"/>
                </a:lnTo>
                <a:lnTo>
                  <a:pt x="5203544" y="380"/>
                </a:lnTo>
                <a:lnTo>
                  <a:pt x="5201921" y="0"/>
                </a:lnTo>
                <a:close/>
              </a:path>
              <a:path w="5369559" h="179704">
                <a:moveTo>
                  <a:pt x="57814" y="76200"/>
                </a:moveTo>
                <a:lnTo>
                  <a:pt x="5685" y="76200"/>
                </a:lnTo>
                <a:lnTo>
                  <a:pt x="0" y="81889"/>
                </a:lnTo>
                <a:lnTo>
                  <a:pt x="0" y="95910"/>
                </a:lnTo>
                <a:lnTo>
                  <a:pt x="5685" y="101600"/>
                </a:lnTo>
                <a:lnTo>
                  <a:pt x="57814" y="101600"/>
                </a:lnTo>
                <a:lnTo>
                  <a:pt x="63500" y="95910"/>
                </a:lnTo>
                <a:lnTo>
                  <a:pt x="63500" y="81889"/>
                </a:lnTo>
                <a:lnTo>
                  <a:pt x="57814" y="76200"/>
                </a:lnTo>
                <a:close/>
              </a:path>
              <a:path w="5369559" h="179704">
                <a:moveTo>
                  <a:pt x="134014" y="76200"/>
                </a:moveTo>
                <a:lnTo>
                  <a:pt x="81885" y="76200"/>
                </a:lnTo>
                <a:lnTo>
                  <a:pt x="76200" y="81889"/>
                </a:lnTo>
                <a:lnTo>
                  <a:pt x="76200" y="95910"/>
                </a:lnTo>
                <a:lnTo>
                  <a:pt x="81885" y="101600"/>
                </a:lnTo>
                <a:lnTo>
                  <a:pt x="134014" y="101600"/>
                </a:lnTo>
                <a:lnTo>
                  <a:pt x="139700" y="95910"/>
                </a:lnTo>
                <a:lnTo>
                  <a:pt x="139700" y="81889"/>
                </a:lnTo>
                <a:lnTo>
                  <a:pt x="134014" y="76200"/>
                </a:lnTo>
                <a:close/>
              </a:path>
              <a:path w="5369559" h="179704">
                <a:moveTo>
                  <a:pt x="210214" y="76200"/>
                </a:moveTo>
                <a:lnTo>
                  <a:pt x="158085" y="76200"/>
                </a:lnTo>
                <a:lnTo>
                  <a:pt x="152400" y="81889"/>
                </a:lnTo>
                <a:lnTo>
                  <a:pt x="152400" y="95910"/>
                </a:lnTo>
                <a:lnTo>
                  <a:pt x="158085" y="101600"/>
                </a:lnTo>
                <a:lnTo>
                  <a:pt x="210214" y="101600"/>
                </a:lnTo>
                <a:lnTo>
                  <a:pt x="215900" y="95910"/>
                </a:lnTo>
                <a:lnTo>
                  <a:pt x="215900" y="81889"/>
                </a:lnTo>
                <a:lnTo>
                  <a:pt x="210214" y="76200"/>
                </a:lnTo>
                <a:close/>
              </a:path>
              <a:path w="5369559" h="179704">
                <a:moveTo>
                  <a:pt x="286414" y="76200"/>
                </a:moveTo>
                <a:lnTo>
                  <a:pt x="234285" y="76200"/>
                </a:lnTo>
                <a:lnTo>
                  <a:pt x="228600" y="81889"/>
                </a:lnTo>
                <a:lnTo>
                  <a:pt x="228600" y="95910"/>
                </a:lnTo>
                <a:lnTo>
                  <a:pt x="234285" y="101600"/>
                </a:lnTo>
                <a:lnTo>
                  <a:pt x="286414" y="101600"/>
                </a:lnTo>
                <a:lnTo>
                  <a:pt x="292100" y="95910"/>
                </a:lnTo>
                <a:lnTo>
                  <a:pt x="292100" y="81889"/>
                </a:lnTo>
                <a:lnTo>
                  <a:pt x="286414" y="76200"/>
                </a:lnTo>
                <a:close/>
              </a:path>
              <a:path w="5369559" h="179704">
                <a:moveTo>
                  <a:pt x="362614" y="76200"/>
                </a:moveTo>
                <a:lnTo>
                  <a:pt x="310485" y="76200"/>
                </a:lnTo>
                <a:lnTo>
                  <a:pt x="304800" y="81889"/>
                </a:lnTo>
                <a:lnTo>
                  <a:pt x="304800" y="95910"/>
                </a:lnTo>
                <a:lnTo>
                  <a:pt x="310485" y="101600"/>
                </a:lnTo>
                <a:lnTo>
                  <a:pt x="362614" y="101600"/>
                </a:lnTo>
                <a:lnTo>
                  <a:pt x="368300" y="95910"/>
                </a:lnTo>
                <a:lnTo>
                  <a:pt x="368300" y="81889"/>
                </a:lnTo>
                <a:lnTo>
                  <a:pt x="362614" y="76200"/>
                </a:lnTo>
                <a:close/>
              </a:path>
              <a:path w="5369559" h="179704">
                <a:moveTo>
                  <a:pt x="438814" y="76200"/>
                </a:moveTo>
                <a:lnTo>
                  <a:pt x="386685" y="76200"/>
                </a:lnTo>
                <a:lnTo>
                  <a:pt x="381000" y="81889"/>
                </a:lnTo>
                <a:lnTo>
                  <a:pt x="381000" y="95910"/>
                </a:lnTo>
                <a:lnTo>
                  <a:pt x="386685" y="101600"/>
                </a:lnTo>
                <a:lnTo>
                  <a:pt x="438814" y="101600"/>
                </a:lnTo>
                <a:lnTo>
                  <a:pt x="444500" y="95910"/>
                </a:lnTo>
                <a:lnTo>
                  <a:pt x="444500" y="81889"/>
                </a:lnTo>
                <a:lnTo>
                  <a:pt x="438814" y="76200"/>
                </a:lnTo>
                <a:close/>
              </a:path>
              <a:path w="5369559" h="179704">
                <a:moveTo>
                  <a:pt x="515014" y="76200"/>
                </a:moveTo>
                <a:lnTo>
                  <a:pt x="462885" y="76200"/>
                </a:lnTo>
                <a:lnTo>
                  <a:pt x="457200" y="81889"/>
                </a:lnTo>
                <a:lnTo>
                  <a:pt x="457200" y="95910"/>
                </a:lnTo>
                <a:lnTo>
                  <a:pt x="462885" y="101600"/>
                </a:lnTo>
                <a:lnTo>
                  <a:pt x="515014" y="101600"/>
                </a:lnTo>
                <a:lnTo>
                  <a:pt x="520700" y="95910"/>
                </a:lnTo>
                <a:lnTo>
                  <a:pt x="520700" y="81889"/>
                </a:lnTo>
                <a:lnTo>
                  <a:pt x="515014" y="76200"/>
                </a:lnTo>
                <a:close/>
              </a:path>
              <a:path w="5369559" h="179704">
                <a:moveTo>
                  <a:pt x="591214" y="76200"/>
                </a:moveTo>
                <a:lnTo>
                  <a:pt x="539085" y="76200"/>
                </a:lnTo>
                <a:lnTo>
                  <a:pt x="533400" y="81889"/>
                </a:lnTo>
                <a:lnTo>
                  <a:pt x="533400" y="95910"/>
                </a:lnTo>
                <a:lnTo>
                  <a:pt x="539085" y="101600"/>
                </a:lnTo>
                <a:lnTo>
                  <a:pt x="591214" y="101600"/>
                </a:lnTo>
                <a:lnTo>
                  <a:pt x="596900" y="95910"/>
                </a:lnTo>
                <a:lnTo>
                  <a:pt x="596900" y="81889"/>
                </a:lnTo>
                <a:lnTo>
                  <a:pt x="591214" y="76200"/>
                </a:lnTo>
                <a:close/>
              </a:path>
              <a:path w="5369559" h="179704">
                <a:moveTo>
                  <a:pt x="667414" y="76200"/>
                </a:moveTo>
                <a:lnTo>
                  <a:pt x="615285" y="76200"/>
                </a:lnTo>
                <a:lnTo>
                  <a:pt x="609600" y="81889"/>
                </a:lnTo>
                <a:lnTo>
                  <a:pt x="609600" y="95910"/>
                </a:lnTo>
                <a:lnTo>
                  <a:pt x="615285" y="101600"/>
                </a:lnTo>
                <a:lnTo>
                  <a:pt x="667414" y="101600"/>
                </a:lnTo>
                <a:lnTo>
                  <a:pt x="673100" y="95910"/>
                </a:lnTo>
                <a:lnTo>
                  <a:pt x="673100" y="81889"/>
                </a:lnTo>
                <a:lnTo>
                  <a:pt x="667414" y="76200"/>
                </a:lnTo>
                <a:close/>
              </a:path>
              <a:path w="5369559" h="179704">
                <a:moveTo>
                  <a:pt x="743614" y="76200"/>
                </a:moveTo>
                <a:lnTo>
                  <a:pt x="691485" y="76200"/>
                </a:lnTo>
                <a:lnTo>
                  <a:pt x="685800" y="81889"/>
                </a:lnTo>
                <a:lnTo>
                  <a:pt x="685800" y="95910"/>
                </a:lnTo>
                <a:lnTo>
                  <a:pt x="691485" y="101600"/>
                </a:lnTo>
                <a:lnTo>
                  <a:pt x="743614" y="101600"/>
                </a:lnTo>
                <a:lnTo>
                  <a:pt x="749300" y="95910"/>
                </a:lnTo>
                <a:lnTo>
                  <a:pt x="749300" y="81889"/>
                </a:lnTo>
                <a:lnTo>
                  <a:pt x="743614" y="76200"/>
                </a:lnTo>
                <a:close/>
              </a:path>
              <a:path w="5369559" h="179704">
                <a:moveTo>
                  <a:pt x="819814" y="76200"/>
                </a:moveTo>
                <a:lnTo>
                  <a:pt x="767685" y="76200"/>
                </a:lnTo>
                <a:lnTo>
                  <a:pt x="762000" y="81889"/>
                </a:lnTo>
                <a:lnTo>
                  <a:pt x="762000" y="95910"/>
                </a:lnTo>
                <a:lnTo>
                  <a:pt x="767685" y="101600"/>
                </a:lnTo>
                <a:lnTo>
                  <a:pt x="819814" y="101600"/>
                </a:lnTo>
                <a:lnTo>
                  <a:pt x="825500" y="95910"/>
                </a:lnTo>
                <a:lnTo>
                  <a:pt x="825500" y="81889"/>
                </a:lnTo>
                <a:lnTo>
                  <a:pt x="819814" y="76200"/>
                </a:lnTo>
                <a:close/>
              </a:path>
              <a:path w="5369559" h="179704">
                <a:moveTo>
                  <a:pt x="896014" y="76200"/>
                </a:moveTo>
                <a:lnTo>
                  <a:pt x="843885" y="76200"/>
                </a:lnTo>
                <a:lnTo>
                  <a:pt x="838200" y="81889"/>
                </a:lnTo>
                <a:lnTo>
                  <a:pt x="838200" y="95910"/>
                </a:lnTo>
                <a:lnTo>
                  <a:pt x="843885" y="101600"/>
                </a:lnTo>
                <a:lnTo>
                  <a:pt x="896014" y="101600"/>
                </a:lnTo>
                <a:lnTo>
                  <a:pt x="901700" y="95910"/>
                </a:lnTo>
                <a:lnTo>
                  <a:pt x="901700" y="81889"/>
                </a:lnTo>
                <a:lnTo>
                  <a:pt x="896014" y="76200"/>
                </a:lnTo>
                <a:close/>
              </a:path>
              <a:path w="5369559" h="179704">
                <a:moveTo>
                  <a:pt x="972214" y="76200"/>
                </a:moveTo>
                <a:lnTo>
                  <a:pt x="920085" y="76200"/>
                </a:lnTo>
                <a:lnTo>
                  <a:pt x="914400" y="81889"/>
                </a:lnTo>
                <a:lnTo>
                  <a:pt x="914400" y="95910"/>
                </a:lnTo>
                <a:lnTo>
                  <a:pt x="920085" y="101600"/>
                </a:lnTo>
                <a:lnTo>
                  <a:pt x="972214" y="101600"/>
                </a:lnTo>
                <a:lnTo>
                  <a:pt x="977900" y="95910"/>
                </a:lnTo>
                <a:lnTo>
                  <a:pt x="977900" y="81889"/>
                </a:lnTo>
                <a:lnTo>
                  <a:pt x="972214" y="76200"/>
                </a:lnTo>
                <a:close/>
              </a:path>
              <a:path w="5369559" h="179704">
                <a:moveTo>
                  <a:pt x="1048414" y="76200"/>
                </a:moveTo>
                <a:lnTo>
                  <a:pt x="996285" y="76200"/>
                </a:lnTo>
                <a:lnTo>
                  <a:pt x="990600" y="81889"/>
                </a:lnTo>
                <a:lnTo>
                  <a:pt x="990600" y="95910"/>
                </a:lnTo>
                <a:lnTo>
                  <a:pt x="996285" y="101600"/>
                </a:lnTo>
                <a:lnTo>
                  <a:pt x="1048414" y="101600"/>
                </a:lnTo>
                <a:lnTo>
                  <a:pt x="1054100" y="95910"/>
                </a:lnTo>
                <a:lnTo>
                  <a:pt x="1054100" y="81889"/>
                </a:lnTo>
                <a:lnTo>
                  <a:pt x="1048414" y="76200"/>
                </a:lnTo>
                <a:close/>
              </a:path>
              <a:path w="5369559" h="179704">
                <a:moveTo>
                  <a:pt x="1124614" y="76200"/>
                </a:moveTo>
                <a:lnTo>
                  <a:pt x="1072485" y="76200"/>
                </a:lnTo>
                <a:lnTo>
                  <a:pt x="1066800" y="81889"/>
                </a:lnTo>
                <a:lnTo>
                  <a:pt x="1066800" y="95910"/>
                </a:lnTo>
                <a:lnTo>
                  <a:pt x="1072485" y="101600"/>
                </a:lnTo>
                <a:lnTo>
                  <a:pt x="1124614" y="101600"/>
                </a:lnTo>
                <a:lnTo>
                  <a:pt x="1130300" y="95910"/>
                </a:lnTo>
                <a:lnTo>
                  <a:pt x="1130300" y="81889"/>
                </a:lnTo>
                <a:lnTo>
                  <a:pt x="1124614" y="76200"/>
                </a:lnTo>
                <a:close/>
              </a:path>
              <a:path w="5369559" h="179704">
                <a:moveTo>
                  <a:pt x="1200814" y="76200"/>
                </a:moveTo>
                <a:lnTo>
                  <a:pt x="1148685" y="76200"/>
                </a:lnTo>
                <a:lnTo>
                  <a:pt x="1143000" y="81889"/>
                </a:lnTo>
                <a:lnTo>
                  <a:pt x="1143000" y="95910"/>
                </a:lnTo>
                <a:lnTo>
                  <a:pt x="1148685" y="101600"/>
                </a:lnTo>
                <a:lnTo>
                  <a:pt x="1200814" y="101600"/>
                </a:lnTo>
                <a:lnTo>
                  <a:pt x="1206500" y="95910"/>
                </a:lnTo>
                <a:lnTo>
                  <a:pt x="1206500" y="81889"/>
                </a:lnTo>
                <a:lnTo>
                  <a:pt x="1200814" y="76200"/>
                </a:lnTo>
                <a:close/>
              </a:path>
              <a:path w="5369559" h="179704">
                <a:moveTo>
                  <a:pt x="1277014" y="76200"/>
                </a:moveTo>
                <a:lnTo>
                  <a:pt x="1224885" y="76200"/>
                </a:lnTo>
                <a:lnTo>
                  <a:pt x="1219200" y="81889"/>
                </a:lnTo>
                <a:lnTo>
                  <a:pt x="1219200" y="95910"/>
                </a:lnTo>
                <a:lnTo>
                  <a:pt x="1224885" y="101600"/>
                </a:lnTo>
                <a:lnTo>
                  <a:pt x="1277014" y="101600"/>
                </a:lnTo>
                <a:lnTo>
                  <a:pt x="1282700" y="95910"/>
                </a:lnTo>
                <a:lnTo>
                  <a:pt x="1282700" y="81889"/>
                </a:lnTo>
                <a:lnTo>
                  <a:pt x="1277014" y="76200"/>
                </a:lnTo>
                <a:close/>
              </a:path>
              <a:path w="5369559" h="179704">
                <a:moveTo>
                  <a:pt x="1353214" y="76200"/>
                </a:moveTo>
                <a:lnTo>
                  <a:pt x="1301085" y="76200"/>
                </a:lnTo>
                <a:lnTo>
                  <a:pt x="1295400" y="81889"/>
                </a:lnTo>
                <a:lnTo>
                  <a:pt x="1295400" y="95910"/>
                </a:lnTo>
                <a:lnTo>
                  <a:pt x="1301085" y="101600"/>
                </a:lnTo>
                <a:lnTo>
                  <a:pt x="1353214" y="101600"/>
                </a:lnTo>
                <a:lnTo>
                  <a:pt x="1358900" y="95910"/>
                </a:lnTo>
                <a:lnTo>
                  <a:pt x="1358900" y="81889"/>
                </a:lnTo>
                <a:lnTo>
                  <a:pt x="1353214" y="76200"/>
                </a:lnTo>
                <a:close/>
              </a:path>
              <a:path w="5369559" h="179704">
                <a:moveTo>
                  <a:pt x="1429414" y="76200"/>
                </a:moveTo>
                <a:lnTo>
                  <a:pt x="1377285" y="76200"/>
                </a:lnTo>
                <a:lnTo>
                  <a:pt x="1371600" y="81889"/>
                </a:lnTo>
                <a:lnTo>
                  <a:pt x="1371600" y="95910"/>
                </a:lnTo>
                <a:lnTo>
                  <a:pt x="1377285" y="101600"/>
                </a:lnTo>
                <a:lnTo>
                  <a:pt x="1429414" y="101600"/>
                </a:lnTo>
                <a:lnTo>
                  <a:pt x="1435100" y="95910"/>
                </a:lnTo>
                <a:lnTo>
                  <a:pt x="1435100" y="81889"/>
                </a:lnTo>
                <a:lnTo>
                  <a:pt x="1429414" y="76200"/>
                </a:lnTo>
                <a:close/>
              </a:path>
              <a:path w="5369559" h="179704">
                <a:moveTo>
                  <a:pt x="1505614" y="76200"/>
                </a:moveTo>
                <a:lnTo>
                  <a:pt x="1453485" y="76200"/>
                </a:lnTo>
                <a:lnTo>
                  <a:pt x="1447800" y="81889"/>
                </a:lnTo>
                <a:lnTo>
                  <a:pt x="1447800" y="95910"/>
                </a:lnTo>
                <a:lnTo>
                  <a:pt x="1453485" y="101600"/>
                </a:lnTo>
                <a:lnTo>
                  <a:pt x="1505614" y="101600"/>
                </a:lnTo>
                <a:lnTo>
                  <a:pt x="1511300" y="95910"/>
                </a:lnTo>
                <a:lnTo>
                  <a:pt x="1511300" y="81889"/>
                </a:lnTo>
                <a:lnTo>
                  <a:pt x="1505614" y="76200"/>
                </a:lnTo>
                <a:close/>
              </a:path>
              <a:path w="5369559" h="179704">
                <a:moveTo>
                  <a:pt x="1581814" y="76200"/>
                </a:moveTo>
                <a:lnTo>
                  <a:pt x="1529685" y="76200"/>
                </a:lnTo>
                <a:lnTo>
                  <a:pt x="1524000" y="81889"/>
                </a:lnTo>
                <a:lnTo>
                  <a:pt x="1524000" y="95910"/>
                </a:lnTo>
                <a:lnTo>
                  <a:pt x="1529685" y="101600"/>
                </a:lnTo>
                <a:lnTo>
                  <a:pt x="1581814" y="101600"/>
                </a:lnTo>
                <a:lnTo>
                  <a:pt x="1587500" y="95910"/>
                </a:lnTo>
                <a:lnTo>
                  <a:pt x="1587500" y="81889"/>
                </a:lnTo>
                <a:lnTo>
                  <a:pt x="1581814" y="76200"/>
                </a:lnTo>
                <a:close/>
              </a:path>
              <a:path w="5369559" h="179704">
                <a:moveTo>
                  <a:pt x="1658014" y="76200"/>
                </a:moveTo>
                <a:lnTo>
                  <a:pt x="1605885" y="76200"/>
                </a:lnTo>
                <a:lnTo>
                  <a:pt x="1600200" y="81889"/>
                </a:lnTo>
                <a:lnTo>
                  <a:pt x="1600200" y="95910"/>
                </a:lnTo>
                <a:lnTo>
                  <a:pt x="1605885" y="101600"/>
                </a:lnTo>
                <a:lnTo>
                  <a:pt x="1658014" y="101600"/>
                </a:lnTo>
                <a:lnTo>
                  <a:pt x="1663700" y="95910"/>
                </a:lnTo>
                <a:lnTo>
                  <a:pt x="1663700" y="81889"/>
                </a:lnTo>
                <a:lnTo>
                  <a:pt x="1658014" y="76200"/>
                </a:lnTo>
                <a:close/>
              </a:path>
              <a:path w="5369559" h="179704">
                <a:moveTo>
                  <a:pt x="1734214" y="76200"/>
                </a:moveTo>
                <a:lnTo>
                  <a:pt x="1682085" y="76200"/>
                </a:lnTo>
                <a:lnTo>
                  <a:pt x="1676400" y="81889"/>
                </a:lnTo>
                <a:lnTo>
                  <a:pt x="1676400" y="95910"/>
                </a:lnTo>
                <a:lnTo>
                  <a:pt x="1682085" y="101600"/>
                </a:lnTo>
                <a:lnTo>
                  <a:pt x="1734214" y="101600"/>
                </a:lnTo>
                <a:lnTo>
                  <a:pt x="1739900" y="95910"/>
                </a:lnTo>
                <a:lnTo>
                  <a:pt x="1739900" y="81889"/>
                </a:lnTo>
                <a:lnTo>
                  <a:pt x="1734214" y="76200"/>
                </a:lnTo>
                <a:close/>
              </a:path>
              <a:path w="5369559" h="179704">
                <a:moveTo>
                  <a:pt x="1810414" y="76200"/>
                </a:moveTo>
                <a:lnTo>
                  <a:pt x="1758285" y="76200"/>
                </a:lnTo>
                <a:lnTo>
                  <a:pt x="1752600" y="81889"/>
                </a:lnTo>
                <a:lnTo>
                  <a:pt x="1752600" y="95910"/>
                </a:lnTo>
                <a:lnTo>
                  <a:pt x="1758285" y="101600"/>
                </a:lnTo>
                <a:lnTo>
                  <a:pt x="1810414" y="101600"/>
                </a:lnTo>
                <a:lnTo>
                  <a:pt x="1816100" y="95910"/>
                </a:lnTo>
                <a:lnTo>
                  <a:pt x="1816100" y="81889"/>
                </a:lnTo>
                <a:lnTo>
                  <a:pt x="1810414" y="76200"/>
                </a:lnTo>
                <a:close/>
              </a:path>
              <a:path w="5369559" h="179704">
                <a:moveTo>
                  <a:pt x="1886614" y="76200"/>
                </a:moveTo>
                <a:lnTo>
                  <a:pt x="1834485" y="76200"/>
                </a:lnTo>
                <a:lnTo>
                  <a:pt x="1828800" y="81889"/>
                </a:lnTo>
                <a:lnTo>
                  <a:pt x="1828800" y="95910"/>
                </a:lnTo>
                <a:lnTo>
                  <a:pt x="1834485" y="101600"/>
                </a:lnTo>
                <a:lnTo>
                  <a:pt x="1886614" y="101600"/>
                </a:lnTo>
                <a:lnTo>
                  <a:pt x="1892300" y="95910"/>
                </a:lnTo>
                <a:lnTo>
                  <a:pt x="1892300" y="81889"/>
                </a:lnTo>
                <a:lnTo>
                  <a:pt x="1886614" y="76200"/>
                </a:lnTo>
                <a:close/>
              </a:path>
              <a:path w="5369559" h="179704">
                <a:moveTo>
                  <a:pt x="1962814" y="76200"/>
                </a:moveTo>
                <a:lnTo>
                  <a:pt x="1910685" y="76200"/>
                </a:lnTo>
                <a:lnTo>
                  <a:pt x="1905000" y="81889"/>
                </a:lnTo>
                <a:lnTo>
                  <a:pt x="1905000" y="95910"/>
                </a:lnTo>
                <a:lnTo>
                  <a:pt x="1910685" y="101600"/>
                </a:lnTo>
                <a:lnTo>
                  <a:pt x="1962814" y="101600"/>
                </a:lnTo>
                <a:lnTo>
                  <a:pt x="1968500" y="95910"/>
                </a:lnTo>
                <a:lnTo>
                  <a:pt x="1968500" y="81889"/>
                </a:lnTo>
                <a:lnTo>
                  <a:pt x="1962814" y="76200"/>
                </a:lnTo>
                <a:close/>
              </a:path>
              <a:path w="5369559" h="179704">
                <a:moveTo>
                  <a:pt x="2039014" y="76200"/>
                </a:moveTo>
                <a:lnTo>
                  <a:pt x="1986885" y="76200"/>
                </a:lnTo>
                <a:lnTo>
                  <a:pt x="1981200" y="81889"/>
                </a:lnTo>
                <a:lnTo>
                  <a:pt x="1981200" y="95910"/>
                </a:lnTo>
                <a:lnTo>
                  <a:pt x="1986885" y="101600"/>
                </a:lnTo>
                <a:lnTo>
                  <a:pt x="2039014" y="101600"/>
                </a:lnTo>
                <a:lnTo>
                  <a:pt x="2044700" y="95910"/>
                </a:lnTo>
                <a:lnTo>
                  <a:pt x="2044700" y="81889"/>
                </a:lnTo>
                <a:lnTo>
                  <a:pt x="2039014" y="76200"/>
                </a:lnTo>
                <a:close/>
              </a:path>
              <a:path w="5369559" h="179704">
                <a:moveTo>
                  <a:pt x="2115214" y="76200"/>
                </a:moveTo>
                <a:lnTo>
                  <a:pt x="2063085" y="76200"/>
                </a:lnTo>
                <a:lnTo>
                  <a:pt x="2057400" y="81889"/>
                </a:lnTo>
                <a:lnTo>
                  <a:pt x="2057400" y="95910"/>
                </a:lnTo>
                <a:lnTo>
                  <a:pt x="2063085" y="101600"/>
                </a:lnTo>
                <a:lnTo>
                  <a:pt x="2115214" y="101600"/>
                </a:lnTo>
                <a:lnTo>
                  <a:pt x="2120900" y="95910"/>
                </a:lnTo>
                <a:lnTo>
                  <a:pt x="2120900" y="81889"/>
                </a:lnTo>
                <a:lnTo>
                  <a:pt x="2115214" y="76200"/>
                </a:lnTo>
                <a:close/>
              </a:path>
              <a:path w="5369559" h="179704">
                <a:moveTo>
                  <a:pt x="2191414" y="76200"/>
                </a:moveTo>
                <a:lnTo>
                  <a:pt x="2139285" y="76200"/>
                </a:lnTo>
                <a:lnTo>
                  <a:pt x="2133600" y="81889"/>
                </a:lnTo>
                <a:lnTo>
                  <a:pt x="2133600" y="95910"/>
                </a:lnTo>
                <a:lnTo>
                  <a:pt x="2139285" y="101600"/>
                </a:lnTo>
                <a:lnTo>
                  <a:pt x="2191414" y="101600"/>
                </a:lnTo>
                <a:lnTo>
                  <a:pt x="2197100" y="95910"/>
                </a:lnTo>
                <a:lnTo>
                  <a:pt x="2197100" y="81889"/>
                </a:lnTo>
                <a:lnTo>
                  <a:pt x="2191414" y="76200"/>
                </a:lnTo>
                <a:close/>
              </a:path>
              <a:path w="5369559" h="179704">
                <a:moveTo>
                  <a:pt x="2267614" y="76200"/>
                </a:moveTo>
                <a:lnTo>
                  <a:pt x="2215485" y="76200"/>
                </a:lnTo>
                <a:lnTo>
                  <a:pt x="2209800" y="81889"/>
                </a:lnTo>
                <a:lnTo>
                  <a:pt x="2209800" y="95910"/>
                </a:lnTo>
                <a:lnTo>
                  <a:pt x="2215485" y="101600"/>
                </a:lnTo>
                <a:lnTo>
                  <a:pt x="2267614" y="101600"/>
                </a:lnTo>
                <a:lnTo>
                  <a:pt x="2273300" y="95910"/>
                </a:lnTo>
                <a:lnTo>
                  <a:pt x="2273300" y="81889"/>
                </a:lnTo>
                <a:lnTo>
                  <a:pt x="2267614" y="76200"/>
                </a:lnTo>
                <a:close/>
              </a:path>
              <a:path w="5369559" h="179704">
                <a:moveTo>
                  <a:pt x="2343814" y="76200"/>
                </a:moveTo>
                <a:lnTo>
                  <a:pt x="2291685" y="76200"/>
                </a:lnTo>
                <a:lnTo>
                  <a:pt x="2286000" y="81889"/>
                </a:lnTo>
                <a:lnTo>
                  <a:pt x="2286000" y="95910"/>
                </a:lnTo>
                <a:lnTo>
                  <a:pt x="2291685" y="101600"/>
                </a:lnTo>
                <a:lnTo>
                  <a:pt x="2343814" y="101600"/>
                </a:lnTo>
                <a:lnTo>
                  <a:pt x="2349500" y="95910"/>
                </a:lnTo>
                <a:lnTo>
                  <a:pt x="2349500" y="81889"/>
                </a:lnTo>
                <a:lnTo>
                  <a:pt x="2343814" y="76200"/>
                </a:lnTo>
                <a:close/>
              </a:path>
              <a:path w="5369559" h="179704">
                <a:moveTo>
                  <a:pt x="2420014" y="76200"/>
                </a:moveTo>
                <a:lnTo>
                  <a:pt x="2367885" y="76200"/>
                </a:lnTo>
                <a:lnTo>
                  <a:pt x="2362200" y="81889"/>
                </a:lnTo>
                <a:lnTo>
                  <a:pt x="2362200" y="95910"/>
                </a:lnTo>
                <a:lnTo>
                  <a:pt x="2367885" y="101600"/>
                </a:lnTo>
                <a:lnTo>
                  <a:pt x="2420014" y="101600"/>
                </a:lnTo>
                <a:lnTo>
                  <a:pt x="2425700" y="95910"/>
                </a:lnTo>
                <a:lnTo>
                  <a:pt x="2425700" y="81889"/>
                </a:lnTo>
                <a:lnTo>
                  <a:pt x="2420014" y="76200"/>
                </a:lnTo>
                <a:close/>
              </a:path>
              <a:path w="5369559" h="179704">
                <a:moveTo>
                  <a:pt x="2496214" y="76200"/>
                </a:moveTo>
                <a:lnTo>
                  <a:pt x="2444085" y="76200"/>
                </a:lnTo>
                <a:lnTo>
                  <a:pt x="2438400" y="81889"/>
                </a:lnTo>
                <a:lnTo>
                  <a:pt x="2438400" y="95910"/>
                </a:lnTo>
                <a:lnTo>
                  <a:pt x="2444085" y="101600"/>
                </a:lnTo>
                <a:lnTo>
                  <a:pt x="2496214" y="101600"/>
                </a:lnTo>
                <a:lnTo>
                  <a:pt x="2501900" y="95910"/>
                </a:lnTo>
                <a:lnTo>
                  <a:pt x="2501900" y="81889"/>
                </a:lnTo>
                <a:lnTo>
                  <a:pt x="2496214" y="76200"/>
                </a:lnTo>
                <a:close/>
              </a:path>
              <a:path w="5369559" h="179704">
                <a:moveTo>
                  <a:pt x="2572414" y="76200"/>
                </a:moveTo>
                <a:lnTo>
                  <a:pt x="2520285" y="76200"/>
                </a:lnTo>
                <a:lnTo>
                  <a:pt x="2514600" y="81889"/>
                </a:lnTo>
                <a:lnTo>
                  <a:pt x="2514600" y="95910"/>
                </a:lnTo>
                <a:lnTo>
                  <a:pt x="2520285" y="101600"/>
                </a:lnTo>
                <a:lnTo>
                  <a:pt x="2572414" y="101600"/>
                </a:lnTo>
                <a:lnTo>
                  <a:pt x="2578100" y="95910"/>
                </a:lnTo>
                <a:lnTo>
                  <a:pt x="2578100" y="81889"/>
                </a:lnTo>
                <a:lnTo>
                  <a:pt x="2572414" y="76200"/>
                </a:lnTo>
                <a:close/>
              </a:path>
              <a:path w="5369559" h="179704">
                <a:moveTo>
                  <a:pt x="2648614" y="76200"/>
                </a:moveTo>
                <a:lnTo>
                  <a:pt x="2596485" y="76200"/>
                </a:lnTo>
                <a:lnTo>
                  <a:pt x="2590800" y="81889"/>
                </a:lnTo>
                <a:lnTo>
                  <a:pt x="2590800" y="95910"/>
                </a:lnTo>
                <a:lnTo>
                  <a:pt x="2596485" y="101600"/>
                </a:lnTo>
                <a:lnTo>
                  <a:pt x="2648614" y="101600"/>
                </a:lnTo>
                <a:lnTo>
                  <a:pt x="2654300" y="95910"/>
                </a:lnTo>
                <a:lnTo>
                  <a:pt x="2654300" y="81889"/>
                </a:lnTo>
                <a:lnTo>
                  <a:pt x="2648614" y="76200"/>
                </a:lnTo>
                <a:close/>
              </a:path>
              <a:path w="5369559" h="179704">
                <a:moveTo>
                  <a:pt x="2724814" y="76200"/>
                </a:moveTo>
                <a:lnTo>
                  <a:pt x="2672685" y="76200"/>
                </a:lnTo>
                <a:lnTo>
                  <a:pt x="2667000" y="81889"/>
                </a:lnTo>
                <a:lnTo>
                  <a:pt x="2667000" y="95910"/>
                </a:lnTo>
                <a:lnTo>
                  <a:pt x="2672685" y="101600"/>
                </a:lnTo>
                <a:lnTo>
                  <a:pt x="2724814" y="101600"/>
                </a:lnTo>
                <a:lnTo>
                  <a:pt x="2730500" y="95910"/>
                </a:lnTo>
                <a:lnTo>
                  <a:pt x="2730500" y="81889"/>
                </a:lnTo>
                <a:lnTo>
                  <a:pt x="2724814" y="76200"/>
                </a:lnTo>
                <a:close/>
              </a:path>
              <a:path w="5369559" h="179704">
                <a:moveTo>
                  <a:pt x="2801014" y="76200"/>
                </a:moveTo>
                <a:lnTo>
                  <a:pt x="2748885" y="76200"/>
                </a:lnTo>
                <a:lnTo>
                  <a:pt x="2743200" y="81889"/>
                </a:lnTo>
                <a:lnTo>
                  <a:pt x="2743200" y="95910"/>
                </a:lnTo>
                <a:lnTo>
                  <a:pt x="2748885" y="101600"/>
                </a:lnTo>
                <a:lnTo>
                  <a:pt x="2801014" y="101600"/>
                </a:lnTo>
                <a:lnTo>
                  <a:pt x="2806700" y="95910"/>
                </a:lnTo>
                <a:lnTo>
                  <a:pt x="2806700" y="81889"/>
                </a:lnTo>
                <a:lnTo>
                  <a:pt x="2801014" y="76200"/>
                </a:lnTo>
                <a:close/>
              </a:path>
              <a:path w="5369559" h="179704">
                <a:moveTo>
                  <a:pt x="2877214" y="76200"/>
                </a:moveTo>
                <a:lnTo>
                  <a:pt x="2825085" y="76200"/>
                </a:lnTo>
                <a:lnTo>
                  <a:pt x="2819400" y="81889"/>
                </a:lnTo>
                <a:lnTo>
                  <a:pt x="2819400" y="95910"/>
                </a:lnTo>
                <a:lnTo>
                  <a:pt x="2825085" y="101600"/>
                </a:lnTo>
                <a:lnTo>
                  <a:pt x="2877214" y="101600"/>
                </a:lnTo>
                <a:lnTo>
                  <a:pt x="2882900" y="95910"/>
                </a:lnTo>
                <a:lnTo>
                  <a:pt x="2882900" y="81889"/>
                </a:lnTo>
                <a:lnTo>
                  <a:pt x="2877214" y="76200"/>
                </a:lnTo>
                <a:close/>
              </a:path>
              <a:path w="5369559" h="179704">
                <a:moveTo>
                  <a:pt x="2953414" y="76200"/>
                </a:moveTo>
                <a:lnTo>
                  <a:pt x="2901285" y="76200"/>
                </a:lnTo>
                <a:lnTo>
                  <a:pt x="2895600" y="81889"/>
                </a:lnTo>
                <a:lnTo>
                  <a:pt x="2895600" y="95910"/>
                </a:lnTo>
                <a:lnTo>
                  <a:pt x="2901285" y="101600"/>
                </a:lnTo>
                <a:lnTo>
                  <a:pt x="2953414" y="101600"/>
                </a:lnTo>
                <a:lnTo>
                  <a:pt x="2959100" y="95910"/>
                </a:lnTo>
                <a:lnTo>
                  <a:pt x="2959100" y="81889"/>
                </a:lnTo>
                <a:lnTo>
                  <a:pt x="2953414" y="76200"/>
                </a:lnTo>
                <a:close/>
              </a:path>
              <a:path w="5369559" h="179704">
                <a:moveTo>
                  <a:pt x="3029614" y="76200"/>
                </a:moveTo>
                <a:lnTo>
                  <a:pt x="2977485" y="76200"/>
                </a:lnTo>
                <a:lnTo>
                  <a:pt x="2971800" y="81889"/>
                </a:lnTo>
                <a:lnTo>
                  <a:pt x="2971800" y="95910"/>
                </a:lnTo>
                <a:lnTo>
                  <a:pt x="2977485" y="101600"/>
                </a:lnTo>
                <a:lnTo>
                  <a:pt x="3029614" y="101600"/>
                </a:lnTo>
                <a:lnTo>
                  <a:pt x="3035300" y="95910"/>
                </a:lnTo>
                <a:lnTo>
                  <a:pt x="3035300" y="81889"/>
                </a:lnTo>
                <a:lnTo>
                  <a:pt x="3029614" y="76200"/>
                </a:lnTo>
                <a:close/>
              </a:path>
              <a:path w="5369559" h="179704">
                <a:moveTo>
                  <a:pt x="3105814" y="76200"/>
                </a:moveTo>
                <a:lnTo>
                  <a:pt x="3053685" y="76200"/>
                </a:lnTo>
                <a:lnTo>
                  <a:pt x="3048000" y="81889"/>
                </a:lnTo>
                <a:lnTo>
                  <a:pt x="3048000" y="95910"/>
                </a:lnTo>
                <a:lnTo>
                  <a:pt x="3053685" y="101600"/>
                </a:lnTo>
                <a:lnTo>
                  <a:pt x="3105814" y="101600"/>
                </a:lnTo>
                <a:lnTo>
                  <a:pt x="3111500" y="95910"/>
                </a:lnTo>
                <a:lnTo>
                  <a:pt x="3111500" y="81889"/>
                </a:lnTo>
                <a:lnTo>
                  <a:pt x="3105814" y="76200"/>
                </a:lnTo>
                <a:close/>
              </a:path>
              <a:path w="5369559" h="179704">
                <a:moveTo>
                  <a:pt x="3182014" y="76200"/>
                </a:moveTo>
                <a:lnTo>
                  <a:pt x="3129885" y="76200"/>
                </a:lnTo>
                <a:lnTo>
                  <a:pt x="3124200" y="81889"/>
                </a:lnTo>
                <a:lnTo>
                  <a:pt x="3124200" y="95910"/>
                </a:lnTo>
                <a:lnTo>
                  <a:pt x="3129885" y="101600"/>
                </a:lnTo>
                <a:lnTo>
                  <a:pt x="3182014" y="101600"/>
                </a:lnTo>
                <a:lnTo>
                  <a:pt x="3187700" y="95910"/>
                </a:lnTo>
                <a:lnTo>
                  <a:pt x="3187700" y="81889"/>
                </a:lnTo>
                <a:lnTo>
                  <a:pt x="3182014" y="76200"/>
                </a:lnTo>
                <a:close/>
              </a:path>
              <a:path w="5369559" h="179704">
                <a:moveTo>
                  <a:pt x="3258214" y="76200"/>
                </a:moveTo>
                <a:lnTo>
                  <a:pt x="3206085" y="76200"/>
                </a:lnTo>
                <a:lnTo>
                  <a:pt x="3200400" y="81889"/>
                </a:lnTo>
                <a:lnTo>
                  <a:pt x="3200400" y="95910"/>
                </a:lnTo>
                <a:lnTo>
                  <a:pt x="3206085" y="101600"/>
                </a:lnTo>
                <a:lnTo>
                  <a:pt x="3258214" y="101600"/>
                </a:lnTo>
                <a:lnTo>
                  <a:pt x="3263900" y="95910"/>
                </a:lnTo>
                <a:lnTo>
                  <a:pt x="3263900" y="81889"/>
                </a:lnTo>
                <a:lnTo>
                  <a:pt x="3258214" y="76200"/>
                </a:lnTo>
                <a:close/>
              </a:path>
              <a:path w="5369559" h="179704">
                <a:moveTo>
                  <a:pt x="3334414" y="76200"/>
                </a:moveTo>
                <a:lnTo>
                  <a:pt x="3282285" y="76200"/>
                </a:lnTo>
                <a:lnTo>
                  <a:pt x="3276600" y="81889"/>
                </a:lnTo>
                <a:lnTo>
                  <a:pt x="3276600" y="95910"/>
                </a:lnTo>
                <a:lnTo>
                  <a:pt x="3282285" y="101600"/>
                </a:lnTo>
                <a:lnTo>
                  <a:pt x="3334414" y="101600"/>
                </a:lnTo>
                <a:lnTo>
                  <a:pt x="3340100" y="95910"/>
                </a:lnTo>
                <a:lnTo>
                  <a:pt x="3340100" y="81889"/>
                </a:lnTo>
                <a:lnTo>
                  <a:pt x="3334414" y="76200"/>
                </a:lnTo>
                <a:close/>
              </a:path>
              <a:path w="5369559" h="179704">
                <a:moveTo>
                  <a:pt x="3410614" y="76200"/>
                </a:moveTo>
                <a:lnTo>
                  <a:pt x="3358485" y="76200"/>
                </a:lnTo>
                <a:lnTo>
                  <a:pt x="3352800" y="81889"/>
                </a:lnTo>
                <a:lnTo>
                  <a:pt x="3352800" y="95910"/>
                </a:lnTo>
                <a:lnTo>
                  <a:pt x="3358485" y="101600"/>
                </a:lnTo>
                <a:lnTo>
                  <a:pt x="3410614" y="101600"/>
                </a:lnTo>
                <a:lnTo>
                  <a:pt x="3416300" y="95910"/>
                </a:lnTo>
                <a:lnTo>
                  <a:pt x="3416300" y="81889"/>
                </a:lnTo>
                <a:lnTo>
                  <a:pt x="3410614" y="76200"/>
                </a:lnTo>
                <a:close/>
              </a:path>
              <a:path w="5369559" h="179704">
                <a:moveTo>
                  <a:pt x="3486814" y="76200"/>
                </a:moveTo>
                <a:lnTo>
                  <a:pt x="3434685" y="76200"/>
                </a:lnTo>
                <a:lnTo>
                  <a:pt x="3429000" y="81889"/>
                </a:lnTo>
                <a:lnTo>
                  <a:pt x="3429000" y="95910"/>
                </a:lnTo>
                <a:lnTo>
                  <a:pt x="3434685" y="101600"/>
                </a:lnTo>
                <a:lnTo>
                  <a:pt x="3486814" y="101600"/>
                </a:lnTo>
                <a:lnTo>
                  <a:pt x="3492500" y="95910"/>
                </a:lnTo>
                <a:lnTo>
                  <a:pt x="3492500" y="81889"/>
                </a:lnTo>
                <a:lnTo>
                  <a:pt x="3486814" y="76200"/>
                </a:lnTo>
                <a:close/>
              </a:path>
              <a:path w="5369559" h="179704">
                <a:moveTo>
                  <a:pt x="3563014" y="76200"/>
                </a:moveTo>
                <a:lnTo>
                  <a:pt x="3510885" y="76200"/>
                </a:lnTo>
                <a:lnTo>
                  <a:pt x="3505200" y="81889"/>
                </a:lnTo>
                <a:lnTo>
                  <a:pt x="3505200" y="95910"/>
                </a:lnTo>
                <a:lnTo>
                  <a:pt x="3510885" y="101600"/>
                </a:lnTo>
                <a:lnTo>
                  <a:pt x="3563014" y="101600"/>
                </a:lnTo>
                <a:lnTo>
                  <a:pt x="3568700" y="95910"/>
                </a:lnTo>
                <a:lnTo>
                  <a:pt x="3568700" y="81889"/>
                </a:lnTo>
                <a:lnTo>
                  <a:pt x="3563014" y="76200"/>
                </a:lnTo>
                <a:close/>
              </a:path>
              <a:path w="5369559" h="179704">
                <a:moveTo>
                  <a:pt x="3639214" y="76200"/>
                </a:moveTo>
                <a:lnTo>
                  <a:pt x="3587085" y="76200"/>
                </a:lnTo>
                <a:lnTo>
                  <a:pt x="3581400" y="81889"/>
                </a:lnTo>
                <a:lnTo>
                  <a:pt x="3581400" y="95910"/>
                </a:lnTo>
                <a:lnTo>
                  <a:pt x="3587085" y="101600"/>
                </a:lnTo>
                <a:lnTo>
                  <a:pt x="3639214" y="101600"/>
                </a:lnTo>
                <a:lnTo>
                  <a:pt x="3644900" y="95910"/>
                </a:lnTo>
                <a:lnTo>
                  <a:pt x="3644900" y="81889"/>
                </a:lnTo>
                <a:lnTo>
                  <a:pt x="3639214" y="76200"/>
                </a:lnTo>
                <a:close/>
              </a:path>
              <a:path w="5369559" h="179704">
                <a:moveTo>
                  <a:pt x="3715414" y="76200"/>
                </a:moveTo>
                <a:lnTo>
                  <a:pt x="3663285" y="76200"/>
                </a:lnTo>
                <a:lnTo>
                  <a:pt x="3657600" y="81889"/>
                </a:lnTo>
                <a:lnTo>
                  <a:pt x="3657600" y="95910"/>
                </a:lnTo>
                <a:lnTo>
                  <a:pt x="3663285" y="101600"/>
                </a:lnTo>
                <a:lnTo>
                  <a:pt x="3715414" y="101600"/>
                </a:lnTo>
                <a:lnTo>
                  <a:pt x="3721100" y="95910"/>
                </a:lnTo>
                <a:lnTo>
                  <a:pt x="3721100" y="81889"/>
                </a:lnTo>
                <a:lnTo>
                  <a:pt x="3715414" y="76200"/>
                </a:lnTo>
                <a:close/>
              </a:path>
              <a:path w="5369559" h="179704">
                <a:moveTo>
                  <a:pt x="3791614" y="76200"/>
                </a:moveTo>
                <a:lnTo>
                  <a:pt x="3739485" y="76200"/>
                </a:lnTo>
                <a:lnTo>
                  <a:pt x="3733800" y="81889"/>
                </a:lnTo>
                <a:lnTo>
                  <a:pt x="3733800" y="95910"/>
                </a:lnTo>
                <a:lnTo>
                  <a:pt x="3739485" y="101600"/>
                </a:lnTo>
                <a:lnTo>
                  <a:pt x="3791614" y="101600"/>
                </a:lnTo>
                <a:lnTo>
                  <a:pt x="3797300" y="95910"/>
                </a:lnTo>
                <a:lnTo>
                  <a:pt x="3797300" y="81889"/>
                </a:lnTo>
                <a:lnTo>
                  <a:pt x="3791614" y="76200"/>
                </a:lnTo>
                <a:close/>
              </a:path>
              <a:path w="5369559" h="179704">
                <a:moveTo>
                  <a:pt x="3867814" y="76200"/>
                </a:moveTo>
                <a:lnTo>
                  <a:pt x="3815685" y="76200"/>
                </a:lnTo>
                <a:lnTo>
                  <a:pt x="3810000" y="81889"/>
                </a:lnTo>
                <a:lnTo>
                  <a:pt x="3810000" y="95910"/>
                </a:lnTo>
                <a:lnTo>
                  <a:pt x="3815685" y="101600"/>
                </a:lnTo>
                <a:lnTo>
                  <a:pt x="3867814" y="101600"/>
                </a:lnTo>
                <a:lnTo>
                  <a:pt x="3873500" y="95910"/>
                </a:lnTo>
                <a:lnTo>
                  <a:pt x="3873500" y="81889"/>
                </a:lnTo>
                <a:lnTo>
                  <a:pt x="3867814" y="76200"/>
                </a:lnTo>
                <a:close/>
              </a:path>
              <a:path w="5369559" h="179704">
                <a:moveTo>
                  <a:pt x="3944014" y="76200"/>
                </a:moveTo>
                <a:lnTo>
                  <a:pt x="3891885" y="76200"/>
                </a:lnTo>
                <a:lnTo>
                  <a:pt x="3886200" y="81889"/>
                </a:lnTo>
                <a:lnTo>
                  <a:pt x="3886200" y="95910"/>
                </a:lnTo>
                <a:lnTo>
                  <a:pt x="3891885" y="101600"/>
                </a:lnTo>
                <a:lnTo>
                  <a:pt x="3944014" y="101600"/>
                </a:lnTo>
                <a:lnTo>
                  <a:pt x="3949700" y="95910"/>
                </a:lnTo>
                <a:lnTo>
                  <a:pt x="3949700" y="81889"/>
                </a:lnTo>
                <a:lnTo>
                  <a:pt x="3944014" y="76200"/>
                </a:lnTo>
                <a:close/>
              </a:path>
              <a:path w="5369559" h="179704">
                <a:moveTo>
                  <a:pt x="4020214" y="76200"/>
                </a:moveTo>
                <a:lnTo>
                  <a:pt x="3968085" y="76200"/>
                </a:lnTo>
                <a:lnTo>
                  <a:pt x="3962400" y="81889"/>
                </a:lnTo>
                <a:lnTo>
                  <a:pt x="3962400" y="95910"/>
                </a:lnTo>
                <a:lnTo>
                  <a:pt x="3968085" y="101600"/>
                </a:lnTo>
                <a:lnTo>
                  <a:pt x="4020214" y="101600"/>
                </a:lnTo>
                <a:lnTo>
                  <a:pt x="4025900" y="95910"/>
                </a:lnTo>
                <a:lnTo>
                  <a:pt x="4025900" y="81889"/>
                </a:lnTo>
                <a:lnTo>
                  <a:pt x="4020214" y="76200"/>
                </a:lnTo>
                <a:close/>
              </a:path>
              <a:path w="5369559" h="179704">
                <a:moveTo>
                  <a:pt x="4096414" y="76200"/>
                </a:moveTo>
                <a:lnTo>
                  <a:pt x="4044285" y="76200"/>
                </a:lnTo>
                <a:lnTo>
                  <a:pt x="4038600" y="81889"/>
                </a:lnTo>
                <a:lnTo>
                  <a:pt x="4038600" y="95910"/>
                </a:lnTo>
                <a:lnTo>
                  <a:pt x="4044285" y="101600"/>
                </a:lnTo>
                <a:lnTo>
                  <a:pt x="4096414" y="101600"/>
                </a:lnTo>
                <a:lnTo>
                  <a:pt x="4102100" y="95910"/>
                </a:lnTo>
                <a:lnTo>
                  <a:pt x="4102100" y="81889"/>
                </a:lnTo>
                <a:lnTo>
                  <a:pt x="4096414" y="76200"/>
                </a:lnTo>
                <a:close/>
              </a:path>
              <a:path w="5369559" h="179704">
                <a:moveTo>
                  <a:pt x="4172614" y="76200"/>
                </a:moveTo>
                <a:lnTo>
                  <a:pt x="4120485" y="76200"/>
                </a:lnTo>
                <a:lnTo>
                  <a:pt x="4114800" y="81889"/>
                </a:lnTo>
                <a:lnTo>
                  <a:pt x="4114800" y="95910"/>
                </a:lnTo>
                <a:lnTo>
                  <a:pt x="4120485" y="101600"/>
                </a:lnTo>
                <a:lnTo>
                  <a:pt x="4172614" y="101600"/>
                </a:lnTo>
                <a:lnTo>
                  <a:pt x="4178300" y="95910"/>
                </a:lnTo>
                <a:lnTo>
                  <a:pt x="4178300" y="81889"/>
                </a:lnTo>
                <a:lnTo>
                  <a:pt x="4172614" y="76200"/>
                </a:lnTo>
                <a:close/>
              </a:path>
              <a:path w="5369559" h="179704">
                <a:moveTo>
                  <a:pt x="4248814" y="76200"/>
                </a:moveTo>
                <a:lnTo>
                  <a:pt x="4196685" y="76200"/>
                </a:lnTo>
                <a:lnTo>
                  <a:pt x="4191000" y="81889"/>
                </a:lnTo>
                <a:lnTo>
                  <a:pt x="4191000" y="95910"/>
                </a:lnTo>
                <a:lnTo>
                  <a:pt x="4196685" y="101600"/>
                </a:lnTo>
                <a:lnTo>
                  <a:pt x="4248814" y="101600"/>
                </a:lnTo>
                <a:lnTo>
                  <a:pt x="4254500" y="95910"/>
                </a:lnTo>
                <a:lnTo>
                  <a:pt x="4254500" y="81889"/>
                </a:lnTo>
                <a:lnTo>
                  <a:pt x="4248814" y="76200"/>
                </a:lnTo>
                <a:close/>
              </a:path>
              <a:path w="5369559" h="179704">
                <a:moveTo>
                  <a:pt x="4325014" y="76200"/>
                </a:moveTo>
                <a:lnTo>
                  <a:pt x="4272885" y="76200"/>
                </a:lnTo>
                <a:lnTo>
                  <a:pt x="4267200" y="81889"/>
                </a:lnTo>
                <a:lnTo>
                  <a:pt x="4267200" y="95910"/>
                </a:lnTo>
                <a:lnTo>
                  <a:pt x="4272885" y="101600"/>
                </a:lnTo>
                <a:lnTo>
                  <a:pt x="4325014" y="101600"/>
                </a:lnTo>
                <a:lnTo>
                  <a:pt x="4330700" y="95910"/>
                </a:lnTo>
                <a:lnTo>
                  <a:pt x="4330700" y="81889"/>
                </a:lnTo>
                <a:lnTo>
                  <a:pt x="4325014" y="76200"/>
                </a:lnTo>
                <a:close/>
              </a:path>
              <a:path w="5369559" h="179704">
                <a:moveTo>
                  <a:pt x="4401214" y="76200"/>
                </a:moveTo>
                <a:lnTo>
                  <a:pt x="4349085" y="76200"/>
                </a:lnTo>
                <a:lnTo>
                  <a:pt x="4343400" y="81889"/>
                </a:lnTo>
                <a:lnTo>
                  <a:pt x="4343400" y="95910"/>
                </a:lnTo>
                <a:lnTo>
                  <a:pt x="4349085" y="101600"/>
                </a:lnTo>
                <a:lnTo>
                  <a:pt x="4401214" y="101600"/>
                </a:lnTo>
                <a:lnTo>
                  <a:pt x="4406900" y="95910"/>
                </a:lnTo>
                <a:lnTo>
                  <a:pt x="4406900" y="81889"/>
                </a:lnTo>
                <a:lnTo>
                  <a:pt x="4401214" y="76200"/>
                </a:lnTo>
                <a:close/>
              </a:path>
              <a:path w="5369559" h="179704">
                <a:moveTo>
                  <a:pt x="4477414" y="76200"/>
                </a:moveTo>
                <a:lnTo>
                  <a:pt x="4425285" y="76200"/>
                </a:lnTo>
                <a:lnTo>
                  <a:pt x="4419600" y="81889"/>
                </a:lnTo>
                <a:lnTo>
                  <a:pt x="4419600" y="95910"/>
                </a:lnTo>
                <a:lnTo>
                  <a:pt x="4425285" y="101600"/>
                </a:lnTo>
                <a:lnTo>
                  <a:pt x="4477414" y="101600"/>
                </a:lnTo>
                <a:lnTo>
                  <a:pt x="4483100" y="95910"/>
                </a:lnTo>
                <a:lnTo>
                  <a:pt x="4483100" y="81889"/>
                </a:lnTo>
                <a:lnTo>
                  <a:pt x="4477414" y="76200"/>
                </a:lnTo>
                <a:close/>
              </a:path>
              <a:path w="5369559" h="179704">
                <a:moveTo>
                  <a:pt x="4553614" y="76200"/>
                </a:moveTo>
                <a:lnTo>
                  <a:pt x="4501485" y="76200"/>
                </a:lnTo>
                <a:lnTo>
                  <a:pt x="4495800" y="81889"/>
                </a:lnTo>
                <a:lnTo>
                  <a:pt x="4495800" y="95910"/>
                </a:lnTo>
                <a:lnTo>
                  <a:pt x="4501485" y="101600"/>
                </a:lnTo>
                <a:lnTo>
                  <a:pt x="4553614" y="101600"/>
                </a:lnTo>
                <a:lnTo>
                  <a:pt x="4559300" y="95910"/>
                </a:lnTo>
                <a:lnTo>
                  <a:pt x="4559300" y="81889"/>
                </a:lnTo>
                <a:lnTo>
                  <a:pt x="4553614" y="76200"/>
                </a:lnTo>
                <a:close/>
              </a:path>
              <a:path w="5369559" h="179704">
                <a:moveTo>
                  <a:pt x="4629814" y="76200"/>
                </a:moveTo>
                <a:lnTo>
                  <a:pt x="4577685" y="76200"/>
                </a:lnTo>
                <a:lnTo>
                  <a:pt x="4572000" y="81889"/>
                </a:lnTo>
                <a:lnTo>
                  <a:pt x="4572000" y="95910"/>
                </a:lnTo>
                <a:lnTo>
                  <a:pt x="4577685" y="101600"/>
                </a:lnTo>
                <a:lnTo>
                  <a:pt x="4629814" y="101600"/>
                </a:lnTo>
                <a:lnTo>
                  <a:pt x="4635500" y="95910"/>
                </a:lnTo>
                <a:lnTo>
                  <a:pt x="4635500" y="81889"/>
                </a:lnTo>
                <a:lnTo>
                  <a:pt x="4629814" y="76200"/>
                </a:lnTo>
                <a:close/>
              </a:path>
              <a:path w="5369559" h="179704">
                <a:moveTo>
                  <a:pt x="4706014" y="76200"/>
                </a:moveTo>
                <a:lnTo>
                  <a:pt x="4653885" y="76200"/>
                </a:lnTo>
                <a:lnTo>
                  <a:pt x="4648200" y="81889"/>
                </a:lnTo>
                <a:lnTo>
                  <a:pt x="4648200" y="95910"/>
                </a:lnTo>
                <a:lnTo>
                  <a:pt x="4653885" y="101600"/>
                </a:lnTo>
                <a:lnTo>
                  <a:pt x="4706014" y="101600"/>
                </a:lnTo>
                <a:lnTo>
                  <a:pt x="4711700" y="95910"/>
                </a:lnTo>
                <a:lnTo>
                  <a:pt x="4711700" y="81889"/>
                </a:lnTo>
                <a:lnTo>
                  <a:pt x="4706014" y="76200"/>
                </a:lnTo>
                <a:close/>
              </a:path>
              <a:path w="5369559" h="179704">
                <a:moveTo>
                  <a:pt x="4782214" y="76200"/>
                </a:moveTo>
                <a:lnTo>
                  <a:pt x="4730085" y="76200"/>
                </a:lnTo>
                <a:lnTo>
                  <a:pt x="4724400" y="81889"/>
                </a:lnTo>
                <a:lnTo>
                  <a:pt x="4724400" y="95910"/>
                </a:lnTo>
                <a:lnTo>
                  <a:pt x="4730085" y="101600"/>
                </a:lnTo>
                <a:lnTo>
                  <a:pt x="4782214" y="101600"/>
                </a:lnTo>
                <a:lnTo>
                  <a:pt x="4787900" y="95910"/>
                </a:lnTo>
                <a:lnTo>
                  <a:pt x="4787900" y="81889"/>
                </a:lnTo>
                <a:lnTo>
                  <a:pt x="4782214" y="76200"/>
                </a:lnTo>
                <a:close/>
              </a:path>
              <a:path w="5369559" h="179704">
                <a:moveTo>
                  <a:pt x="4858414" y="76200"/>
                </a:moveTo>
                <a:lnTo>
                  <a:pt x="4806285" y="76200"/>
                </a:lnTo>
                <a:lnTo>
                  <a:pt x="4800600" y="81889"/>
                </a:lnTo>
                <a:lnTo>
                  <a:pt x="4800600" y="95910"/>
                </a:lnTo>
                <a:lnTo>
                  <a:pt x="4806285" y="101600"/>
                </a:lnTo>
                <a:lnTo>
                  <a:pt x="4858414" y="101600"/>
                </a:lnTo>
                <a:lnTo>
                  <a:pt x="4864100" y="95910"/>
                </a:lnTo>
                <a:lnTo>
                  <a:pt x="4864100" y="81889"/>
                </a:lnTo>
                <a:lnTo>
                  <a:pt x="4858414" y="76200"/>
                </a:lnTo>
                <a:close/>
              </a:path>
              <a:path w="5369559" h="179704">
                <a:moveTo>
                  <a:pt x="4934614" y="76200"/>
                </a:moveTo>
                <a:lnTo>
                  <a:pt x="4882485" y="76200"/>
                </a:lnTo>
                <a:lnTo>
                  <a:pt x="4876800" y="81889"/>
                </a:lnTo>
                <a:lnTo>
                  <a:pt x="4876800" y="95910"/>
                </a:lnTo>
                <a:lnTo>
                  <a:pt x="4882485" y="101600"/>
                </a:lnTo>
                <a:lnTo>
                  <a:pt x="4934614" y="101600"/>
                </a:lnTo>
                <a:lnTo>
                  <a:pt x="4940300" y="95910"/>
                </a:lnTo>
                <a:lnTo>
                  <a:pt x="4940300" y="81889"/>
                </a:lnTo>
                <a:lnTo>
                  <a:pt x="4934614" y="76200"/>
                </a:lnTo>
                <a:close/>
              </a:path>
              <a:path w="5369559" h="179704">
                <a:moveTo>
                  <a:pt x="5010814" y="76200"/>
                </a:moveTo>
                <a:lnTo>
                  <a:pt x="4958685" y="76200"/>
                </a:lnTo>
                <a:lnTo>
                  <a:pt x="4953000" y="81889"/>
                </a:lnTo>
                <a:lnTo>
                  <a:pt x="4953000" y="95910"/>
                </a:lnTo>
                <a:lnTo>
                  <a:pt x="4958685" y="101600"/>
                </a:lnTo>
                <a:lnTo>
                  <a:pt x="5010814" y="101600"/>
                </a:lnTo>
                <a:lnTo>
                  <a:pt x="5016500" y="95910"/>
                </a:lnTo>
                <a:lnTo>
                  <a:pt x="5016500" y="81889"/>
                </a:lnTo>
                <a:lnTo>
                  <a:pt x="5010814" y="76200"/>
                </a:lnTo>
                <a:close/>
              </a:path>
              <a:path w="5369559" h="179704">
                <a:moveTo>
                  <a:pt x="5087014" y="76200"/>
                </a:moveTo>
                <a:lnTo>
                  <a:pt x="5034885" y="76200"/>
                </a:lnTo>
                <a:lnTo>
                  <a:pt x="5029200" y="81889"/>
                </a:lnTo>
                <a:lnTo>
                  <a:pt x="5029200" y="95910"/>
                </a:lnTo>
                <a:lnTo>
                  <a:pt x="5034885" y="101600"/>
                </a:lnTo>
                <a:lnTo>
                  <a:pt x="5087014" y="101600"/>
                </a:lnTo>
                <a:lnTo>
                  <a:pt x="5092700" y="95910"/>
                </a:lnTo>
                <a:lnTo>
                  <a:pt x="5092700" y="81889"/>
                </a:lnTo>
                <a:lnTo>
                  <a:pt x="5087014" y="76200"/>
                </a:lnTo>
                <a:close/>
              </a:path>
              <a:path w="5369559" h="179704">
                <a:moveTo>
                  <a:pt x="5163214" y="76200"/>
                </a:moveTo>
                <a:lnTo>
                  <a:pt x="5111085" y="76200"/>
                </a:lnTo>
                <a:lnTo>
                  <a:pt x="5105400" y="81889"/>
                </a:lnTo>
                <a:lnTo>
                  <a:pt x="5105400" y="95910"/>
                </a:lnTo>
                <a:lnTo>
                  <a:pt x="5111085" y="101600"/>
                </a:lnTo>
                <a:lnTo>
                  <a:pt x="5163214" y="101600"/>
                </a:lnTo>
                <a:lnTo>
                  <a:pt x="5168900" y="95910"/>
                </a:lnTo>
                <a:lnTo>
                  <a:pt x="5168900" y="81889"/>
                </a:lnTo>
                <a:lnTo>
                  <a:pt x="5163214" y="7620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0" name="object 30"/>
          <p:cNvSpPr/>
          <p:nvPr/>
        </p:nvSpPr>
        <p:spPr>
          <a:xfrm>
            <a:off x="1263650" y="1930400"/>
            <a:ext cx="3917950" cy="1162050"/>
          </a:xfrm>
          <a:custGeom>
            <a:avLst/>
            <a:gdLst/>
            <a:ahLst/>
            <a:cxnLst/>
            <a:rect l="l" t="t" r="r" b="b"/>
            <a:pathLst>
              <a:path w="7835900" h="2324100">
                <a:moveTo>
                  <a:pt x="1651000" y="952500"/>
                </a:moveTo>
                <a:lnTo>
                  <a:pt x="1646351" y="906437"/>
                </a:lnTo>
                <a:lnTo>
                  <a:pt x="1633029" y="863523"/>
                </a:lnTo>
                <a:lnTo>
                  <a:pt x="1611947" y="824699"/>
                </a:lnTo>
                <a:lnTo>
                  <a:pt x="1584032" y="790867"/>
                </a:lnTo>
                <a:lnTo>
                  <a:pt x="1550200" y="762952"/>
                </a:lnTo>
                <a:lnTo>
                  <a:pt x="1511376" y="741870"/>
                </a:lnTo>
                <a:lnTo>
                  <a:pt x="1468462" y="728548"/>
                </a:lnTo>
                <a:lnTo>
                  <a:pt x="1422400" y="723900"/>
                </a:lnTo>
                <a:lnTo>
                  <a:pt x="228600" y="723900"/>
                </a:lnTo>
                <a:lnTo>
                  <a:pt x="182524" y="728548"/>
                </a:lnTo>
                <a:lnTo>
                  <a:pt x="139611" y="741870"/>
                </a:lnTo>
                <a:lnTo>
                  <a:pt x="100787" y="762952"/>
                </a:lnTo>
                <a:lnTo>
                  <a:pt x="66954" y="790867"/>
                </a:lnTo>
                <a:lnTo>
                  <a:pt x="39039" y="824699"/>
                </a:lnTo>
                <a:lnTo>
                  <a:pt x="17957" y="863523"/>
                </a:lnTo>
                <a:lnTo>
                  <a:pt x="4635" y="906437"/>
                </a:lnTo>
                <a:lnTo>
                  <a:pt x="0" y="952500"/>
                </a:lnTo>
                <a:lnTo>
                  <a:pt x="0" y="1333500"/>
                </a:lnTo>
                <a:lnTo>
                  <a:pt x="4635" y="1379575"/>
                </a:lnTo>
                <a:lnTo>
                  <a:pt x="17957" y="1422488"/>
                </a:lnTo>
                <a:lnTo>
                  <a:pt x="39039" y="1461312"/>
                </a:lnTo>
                <a:lnTo>
                  <a:pt x="66954" y="1495145"/>
                </a:lnTo>
                <a:lnTo>
                  <a:pt x="100787" y="1523060"/>
                </a:lnTo>
                <a:lnTo>
                  <a:pt x="139611" y="1544142"/>
                </a:lnTo>
                <a:lnTo>
                  <a:pt x="182524" y="1557464"/>
                </a:lnTo>
                <a:lnTo>
                  <a:pt x="228600" y="1562100"/>
                </a:lnTo>
                <a:lnTo>
                  <a:pt x="1422400" y="1562100"/>
                </a:lnTo>
                <a:lnTo>
                  <a:pt x="1468462" y="1557464"/>
                </a:lnTo>
                <a:lnTo>
                  <a:pt x="1511376" y="1544142"/>
                </a:lnTo>
                <a:lnTo>
                  <a:pt x="1550200" y="1523060"/>
                </a:lnTo>
                <a:lnTo>
                  <a:pt x="1584032" y="1495145"/>
                </a:lnTo>
                <a:lnTo>
                  <a:pt x="1611947" y="1461312"/>
                </a:lnTo>
                <a:lnTo>
                  <a:pt x="1633029" y="1422488"/>
                </a:lnTo>
                <a:lnTo>
                  <a:pt x="1646351" y="1379575"/>
                </a:lnTo>
                <a:lnTo>
                  <a:pt x="1651000" y="1333500"/>
                </a:lnTo>
                <a:lnTo>
                  <a:pt x="1651000" y="952500"/>
                </a:lnTo>
                <a:close/>
              </a:path>
              <a:path w="7835900" h="2324100">
                <a:moveTo>
                  <a:pt x="3594100" y="1714500"/>
                </a:moveTo>
                <a:lnTo>
                  <a:pt x="3589451" y="1668437"/>
                </a:lnTo>
                <a:lnTo>
                  <a:pt x="3576129" y="1625523"/>
                </a:lnTo>
                <a:lnTo>
                  <a:pt x="3555047" y="1586699"/>
                </a:lnTo>
                <a:lnTo>
                  <a:pt x="3527133" y="1552867"/>
                </a:lnTo>
                <a:lnTo>
                  <a:pt x="3493300" y="1524952"/>
                </a:lnTo>
                <a:lnTo>
                  <a:pt x="3454476" y="1503870"/>
                </a:lnTo>
                <a:lnTo>
                  <a:pt x="3411563" y="1490548"/>
                </a:lnTo>
                <a:lnTo>
                  <a:pt x="3365500" y="1485900"/>
                </a:lnTo>
                <a:lnTo>
                  <a:pt x="1968500" y="1485900"/>
                </a:lnTo>
                <a:lnTo>
                  <a:pt x="1922424" y="1490548"/>
                </a:lnTo>
                <a:lnTo>
                  <a:pt x="1879511" y="1503870"/>
                </a:lnTo>
                <a:lnTo>
                  <a:pt x="1840687" y="1524952"/>
                </a:lnTo>
                <a:lnTo>
                  <a:pt x="1806854" y="1552867"/>
                </a:lnTo>
                <a:lnTo>
                  <a:pt x="1778939" y="1586699"/>
                </a:lnTo>
                <a:lnTo>
                  <a:pt x="1757857" y="1625523"/>
                </a:lnTo>
                <a:lnTo>
                  <a:pt x="1744535" y="1668437"/>
                </a:lnTo>
                <a:lnTo>
                  <a:pt x="1739900" y="1714500"/>
                </a:lnTo>
                <a:lnTo>
                  <a:pt x="1739900" y="2095500"/>
                </a:lnTo>
                <a:lnTo>
                  <a:pt x="1744535" y="2141575"/>
                </a:lnTo>
                <a:lnTo>
                  <a:pt x="1757857" y="2184489"/>
                </a:lnTo>
                <a:lnTo>
                  <a:pt x="1778939" y="2223312"/>
                </a:lnTo>
                <a:lnTo>
                  <a:pt x="1806854" y="2257145"/>
                </a:lnTo>
                <a:lnTo>
                  <a:pt x="1840687" y="2285060"/>
                </a:lnTo>
                <a:lnTo>
                  <a:pt x="1879511" y="2306142"/>
                </a:lnTo>
                <a:lnTo>
                  <a:pt x="1922424" y="2319464"/>
                </a:lnTo>
                <a:lnTo>
                  <a:pt x="1968500" y="2324100"/>
                </a:lnTo>
                <a:lnTo>
                  <a:pt x="3365500" y="2324100"/>
                </a:lnTo>
                <a:lnTo>
                  <a:pt x="3411563" y="2319464"/>
                </a:lnTo>
                <a:lnTo>
                  <a:pt x="3454476" y="2306142"/>
                </a:lnTo>
                <a:lnTo>
                  <a:pt x="3493300" y="2285060"/>
                </a:lnTo>
                <a:lnTo>
                  <a:pt x="3527133" y="2257145"/>
                </a:lnTo>
                <a:lnTo>
                  <a:pt x="3555047" y="2223312"/>
                </a:lnTo>
                <a:lnTo>
                  <a:pt x="3576129" y="2184489"/>
                </a:lnTo>
                <a:lnTo>
                  <a:pt x="3589451" y="2141575"/>
                </a:lnTo>
                <a:lnTo>
                  <a:pt x="3594100" y="2095500"/>
                </a:lnTo>
                <a:lnTo>
                  <a:pt x="3594100" y="1714500"/>
                </a:lnTo>
                <a:close/>
              </a:path>
              <a:path w="7835900" h="2324100">
                <a:moveTo>
                  <a:pt x="3594100" y="228600"/>
                </a:moveTo>
                <a:lnTo>
                  <a:pt x="3589451" y="182537"/>
                </a:lnTo>
                <a:lnTo>
                  <a:pt x="3576129" y="139623"/>
                </a:lnTo>
                <a:lnTo>
                  <a:pt x="3555047" y="100799"/>
                </a:lnTo>
                <a:lnTo>
                  <a:pt x="3527133" y="66967"/>
                </a:lnTo>
                <a:lnTo>
                  <a:pt x="3493300" y="39052"/>
                </a:lnTo>
                <a:lnTo>
                  <a:pt x="3454476" y="17970"/>
                </a:lnTo>
                <a:lnTo>
                  <a:pt x="3411563" y="4648"/>
                </a:lnTo>
                <a:lnTo>
                  <a:pt x="3365500" y="0"/>
                </a:lnTo>
                <a:lnTo>
                  <a:pt x="1968500" y="0"/>
                </a:lnTo>
                <a:lnTo>
                  <a:pt x="1922424" y="4648"/>
                </a:lnTo>
                <a:lnTo>
                  <a:pt x="1879511" y="17970"/>
                </a:lnTo>
                <a:lnTo>
                  <a:pt x="1840687" y="39052"/>
                </a:lnTo>
                <a:lnTo>
                  <a:pt x="1806854" y="66967"/>
                </a:lnTo>
                <a:lnTo>
                  <a:pt x="1778939" y="100799"/>
                </a:lnTo>
                <a:lnTo>
                  <a:pt x="1757857" y="139623"/>
                </a:lnTo>
                <a:lnTo>
                  <a:pt x="1744535" y="182537"/>
                </a:lnTo>
                <a:lnTo>
                  <a:pt x="1739900" y="228600"/>
                </a:lnTo>
                <a:lnTo>
                  <a:pt x="1739900" y="609600"/>
                </a:lnTo>
                <a:lnTo>
                  <a:pt x="1744535" y="655675"/>
                </a:lnTo>
                <a:lnTo>
                  <a:pt x="1757857" y="698588"/>
                </a:lnTo>
                <a:lnTo>
                  <a:pt x="1778939" y="737412"/>
                </a:lnTo>
                <a:lnTo>
                  <a:pt x="1806854" y="771245"/>
                </a:lnTo>
                <a:lnTo>
                  <a:pt x="1840687" y="799160"/>
                </a:lnTo>
                <a:lnTo>
                  <a:pt x="1879511" y="820242"/>
                </a:lnTo>
                <a:lnTo>
                  <a:pt x="1922424" y="833564"/>
                </a:lnTo>
                <a:lnTo>
                  <a:pt x="1968500" y="838200"/>
                </a:lnTo>
                <a:lnTo>
                  <a:pt x="3365500" y="838200"/>
                </a:lnTo>
                <a:lnTo>
                  <a:pt x="3411563" y="833564"/>
                </a:lnTo>
                <a:lnTo>
                  <a:pt x="3454476" y="820242"/>
                </a:lnTo>
                <a:lnTo>
                  <a:pt x="3493300" y="799160"/>
                </a:lnTo>
                <a:lnTo>
                  <a:pt x="3527133" y="771245"/>
                </a:lnTo>
                <a:lnTo>
                  <a:pt x="3555047" y="737412"/>
                </a:lnTo>
                <a:lnTo>
                  <a:pt x="3576129" y="698588"/>
                </a:lnTo>
                <a:lnTo>
                  <a:pt x="3589451" y="655675"/>
                </a:lnTo>
                <a:lnTo>
                  <a:pt x="3594100" y="609600"/>
                </a:lnTo>
                <a:lnTo>
                  <a:pt x="3594100" y="228600"/>
                </a:lnTo>
                <a:close/>
              </a:path>
              <a:path w="7835900" h="2324100">
                <a:moveTo>
                  <a:pt x="5651500" y="1714500"/>
                </a:moveTo>
                <a:lnTo>
                  <a:pt x="5646852" y="1668437"/>
                </a:lnTo>
                <a:lnTo>
                  <a:pt x="5633529" y="1625523"/>
                </a:lnTo>
                <a:lnTo>
                  <a:pt x="5612447" y="1586699"/>
                </a:lnTo>
                <a:lnTo>
                  <a:pt x="5584533" y="1552867"/>
                </a:lnTo>
                <a:lnTo>
                  <a:pt x="5550700" y="1524952"/>
                </a:lnTo>
                <a:lnTo>
                  <a:pt x="5511876" y="1503870"/>
                </a:lnTo>
                <a:lnTo>
                  <a:pt x="5468963" y="1490548"/>
                </a:lnTo>
                <a:lnTo>
                  <a:pt x="5422900" y="1485900"/>
                </a:lnTo>
                <a:lnTo>
                  <a:pt x="4025900" y="1485900"/>
                </a:lnTo>
                <a:lnTo>
                  <a:pt x="3979824" y="1490548"/>
                </a:lnTo>
                <a:lnTo>
                  <a:pt x="3936911" y="1503870"/>
                </a:lnTo>
                <a:lnTo>
                  <a:pt x="3898087" y="1524952"/>
                </a:lnTo>
                <a:lnTo>
                  <a:pt x="3864254" y="1552867"/>
                </a:lnTo>
                <a:lnTo>
                  <a:pt x="3836339" y="1586699"/>
                </a:lnTo>
                <a:lnTo>
                  <a:pt x="3815257" y="1625523"/>
                </a:lnTo>
                <a:lnTo>
                  <a:pt x="3801935" y="1668437"/>
                </a:lnTo>
                <a:lnTo>
                  <a:pt x="3797300" y="1714500"/>
                </a:lnTo>
                <a:lnTo>
                  <a:pt x="3797300" y="2095500"/>
                </a:lnTo>
                <a:lnTo>
                  <a:pt x="3801935" y="2141575"/>
                </a:lnTo>
                <a:lnTo>
                  <a:pt x="3815257" y="2184489"/>
                </a:lnTo>
                <a:lnTo>
                  <a:pt x="3836339" y="2223312"/>
                </a:lnTo>
                <a:lnTo>
                  <a:pt x="3864254" y="2257145"/>
                </a:lnTo>
                <a:lnTo>
                  <a:pt x="3898087" y="2285060"/>
                </a:lnTo>
                <a:lnTo>
                  <a:pt x="3936911" y="2306142"/>
                </a:lnTo>
                <a:lnTo>
                  <a:pt x="3979824" y="2319464"/>
                </a:lnTo>
                <a:lnTo>
                  <a:pt x="4025900" y="2324100"/>
                </a:lnTo>
                <a:lnTo>
                  <a:pt x="5422900" y="2324100"/>
                </a:lnTo>
                <a:lnTo>
                  <a:pt x="5468963" y="2319464"/>
                </a:lnTo>
                <a:lnTo>
                  <a:pt x="5511876" y="2306142"/>
                </a:lnTo>
                <a:lnTo>
                  <a:pt x="5550700" y="2285060"/>
                </a:lnTo>
                <a:lnTo>
                  <a:pt x="5584533" y="2257145"/>
                </a:lnTo>
                <a:lnTo>
                  <a:pt x="5612447" y="2223312"/>
                </a:lnTo>
                <a:lnTo>
                  <a:pt x="5633529" y="2184489"/>
                </a:lnTo>
                <a:lnTo>
                  <a:pt x="5646852" y="2141575"/>
                </a:lnTo>
                <a:lnTo>
                  <a:pt x="5651500" y="2095500"/>
                </a:lnTo>
                <a:lnTo>
                  <a:pt x="5651500" y="1714500"/>
                </a:lnTo>
                <a:close/>
              </a:path>
              <a:path w="7835900" h="2324100">
                <a:moveTo>
                  <a:pt x="5651500" y="228600"/>
                </a:moveTo>
                <a:lnTo>
                  <a:pt x="5646852" y="182537"/>
                </a:lnTo>
                <a:lnTo>
                  <a:pt x="5633529" y="139623"/>
                </a:lnTo>
                <a:lnTo>
                  <a:pt x="5612447" y="100799"/>
                </a:lnTo>
                <a:lnTo>
                  <a:pt x="5584533" y="66967"/>
                </a:lnTo>
                <a:lnTo>
                  <a:pt x="5550700" y="39052"/>
                </a:lnTo>
                <a:lnTo>
                  <a:pt x="5511876" y="17970"/>
                </a:lnTo>
                <a:lnTo>
                  <a:pt x="5468963" y="4648"/>
                </a:lnTo>
                <a:lnTo>
                  <a:pt x="5422900" y="0"/>
                </a:lnTo>
                <a:lnTo>
                  <a:pt x="4025900" y="0"/>
                </a:lnTo>
                <a:lnTo>
                  <a:pt x="3979824" y="4648"/>
                </a:lnTo>
                <a:lnTo>
                  <a:pt x="3936911" y="17970"/>
                </a:lnTo>
                <a:lnTo>
                  <a:pt x="3898087" y="39052"/>
                </a:lnTo>
                <a:lnTo>
                  <a:pt x="3864254" y="66967"/>
                </a:lnTo>
                <a:lnTo>
                  <a:pt x="3836339" y="100799"/>
                </a:lnTo>
                <a:lnTo>
                  <a:pt x="3815257" y="139623"/>
                </a:lnTo>
                <a:lnTo>
                  <a:pt x="3801935" y="182537"/>
                </a:lnTo>
                <a:lnTo>
                  <a:pt x="3797300" y="228600"/>
                </a:lnTo>
                <a:lnTo>
                  <a:pt x="3797300" y="609600"/>
                </a:lnTo>
                <a:lnTo>
                  <a:pt x="3801935" y="655675"/>
                </a:lnTo>
                <a:lnTo>
                  <a:pt x="3815257" y="698588"/>
                </a:lnTo>
                <a:lnTo>
                  <a:pt x="3836339" y="737412"/>
                </a:lnTo>
                <a:lnTo>
                  <a:pt x="3864254" y="771245"/>
                </a:lnTo>
                <a:lnTo>
                  <a:pt x="3898087" y="799160"/>
                </a:lnTo>
                <a:lnTo>
                  <a:pt x="3936911" y="820242"/>
                </a:lnTo>
                <a:lnTo>
                  <a:pt x="3979824" y="833564"/>
                </a:lnTo>
                <a:lnTo>
                  <a:pt x="4025900" y="838200"/>
                </a:lnTo>
                <a:lnTo>
                  <a:pt x="5422900" y="838200"/>
                </a:lnTo>
                <a:lnTo>
                  <a:pt x="5468963" y="833564"/>
                </a:lnTo>
                <a:lnTo>
                  <a:pt x="5511876" y="820242"/>
                </a:lnTo>
                <a:lnTo>
                  <a:pt x="5550700" y="799160"/>
                </a:lnTo>
                <a:lnTo>
                  <a:pt x="5584533" y="771245"/>
                </a:lnTo>
                <a:lnTo>
                  <a:pt x="5612447" y="737412"/>
                </a:lnTo>
                <a:lnTo>
                  <a:pt x="5633529" y="698588"/>
                </a:lnTo>
                <a:lnTo>
                  <a:pt x="5646852" y="655675"/>
                </a:lnTo>
                <a:lnTo>
                  <a:pt x="5651500" y="609600"/>
                </a:lnTo>
                <a:lnTo>
                  <a:pt x="5651500" y="228600"/>
                </a:lnTo>
                <a:close/>
              </a:path>
              <a:path w="7835900" h="2324100">
                <a:moveTo>
                  <a:pt x="7835900" y="1714500"/>
                </a:moveTo>
                <a:lnTo>
                  <a:pt x="7831252" y="1668437"/>
                </a:lnTo>
                <a:lnTo>
                  <a:pt x="7817929" y="1625523"/>
                </a:lnTo>
                <a:lnTo>
                  <a:pt x="7796847" y="1586699"/>
                </a:lnTo>
                <a:lnTo>
                  <a:pt x="7768933" y="1552867"/>
                </a:lnTo>
                <a:lnTo>
                  <a:pt x="7735100" y="1524952"/>
                </a:lnTo>
                <a:lnTo>
                  <a:pt x="7696276" y="1503870"/>
                </a:lnTo>
                <a:lnTo>
                  <a:pt x="7653363" y="1490548"/>
                </a:lnTo>
                <a:lnTo>
                  <a:pt x="7607300" y="1485900"/>
                </a:lnTo>
                <a:lnTo>
                  <a:pt x="6210300" y="1485900"/>
                </a:lnTo>
                <a:lnTo>
                  <a:pt x="6164224" y="1490548"/>
                </a:lnTo>
                <a:lnTo>
                  <a:pt x="6121311" y="1503870"/>
                </a:lnTo>
                <a:lnTo>
                  <a:pt x="6082487" y="1524952"/>
                </a:lnTo>
                <a:lnTo>
                  <a:pt x="6048654" y="1552867"/>
                </a:lnTo>
                <a:lnTo>
                  <a:pt x="6020740" y="1586699"/>
                </a:lnTo>
                <a:lnTo>
                  <a:pt x="5999658" y="1625523"/>
                </a:lnTo>
                <a:lnTo>
                  <a:pt x="5986335" y="1668437"/>
                </a:lnTo>
                <a:lnTo>
                  <a:pt x="5981700" y="1714500"/>
                </a:lnTo>
                <a:lnTo>
                  <a:pt x="5981700" y="2095500"/>
                </a:lnTo>
                <a:lnTo>
                  <a:pt x="5986335" y="2141575"/>
                </a:lnTo>
                <a:lnTo>
                  <a:pt x="5999658" y="2184489"/>
                </a:lnTo>
                <a:lnTo>
                  <a:pt x="6020740" y="2223312"/>
                </a:lnTo>
                <a:lnTo>
                  <a:pt x="6048654" y="2257145"/>
                </a:lnTo>
                <a:lnTo>
                  <a:pt x="6082487" y="2285060"/>
                </a:lnTo>
                <a:lnTo>
                  <a:pt x="6121311" y="2306142"/>
                </a:lnTo>
                <a:lnTo>
                  <a:pt x="6164224" y="2319464"/>
                </a:lnTo>
                <a:lnTo>
                  <a:pt x="6210300" y="2324100"/>
                </a:lnTo>
                <a:lnTo>
                  <a:pt x="7607300" y="2324100"/>
                </a:lnTo>
                <a:lnTo>
                  <a:pt x="7653363" y="2319464"/>
                </a:lnTo>
                <a:lnTo>
                  <a:pt x="7696276" y="2306142"/>
                </a:lnTo>
                <a:lnTo>
                  <a:pt x="7735100" y="2285060"/>
                </a:lnTo>
                <a:lnTo>
                  <a:pt x="7768933" y="2257145"/>
                </a:lnTo>
                <a:lnTo>
                  <a:pt x="7796847" y="2223312"/>
                </a:lnTo>
                <a:lnTo>
                  <a:pt x="7817929" y="2184489"/>
                </a:lnTo>
                <a:lnTo>
                  <a:pt x="7831252" y="2141575"/>
                </a:lnTo>
                <a:lnTo>
                  <a:pt x="7835900" y="2095500"/>
                </a:lnTo>
                <a:lnTo>
                  <a:pt x="7835900" y="1714500"/>
                </a:lnTo>
                <a:close/>
              </a:path>
            </a:pathLst>
          </a:custGeom>
          <a:solidFill>
            <a:srgbClr val="11A766"/>
          </a:solidFill>
        </p:spPr>
        <p:txBody>
          <a:bodyPr wrap="square" lIns="0" tIns="0" rIns="0" bIns="0" rtlCol="0"/>
          <a:lstStyle/>
          <a:p>
            <a:endParaRPr sz="900" dirty="0">
              <a:latin typeface="江城圆体 400W" panose="020B0800000000000000" pitchFamily="34" charset="-128"/>
              <a:ea typeface="江城圆体 400W" panose="020B0800000000000000" pitchFamily="34" charset="-128"/>
            </a:endParaRPr>
          </a:p>
        </p:txBody>
      </p:sp>
      <p:sp>
        <p:nvSpPr>
          <p:cNvPr id="31" name="object 31"/>
          <p:cNvSpPr txBox="1"/>
          <p:nvPr/>
        </p:nvSpPr>
        <p:spPr>
          <a:xfrm>
            <a:off x="1536942" y="2413000"/>
            <a:ext cx="279083" cy="167640"/>
          </a:xfrm>
          <a:prstGeom prst="rect">
            <a:avLst/>
          </a:prstGeom>
        </p:spPr>
        <p:txBody>
          <a:bodyPr vert="horz" wrap="square" lIns="0" tIns="6350" rIns="0" bIns="0" rtlCol="0">
            <a:spAutoFit/>
          </a:bodyPr>
          <a:lstStyle/>
          <a:p>
            <a:pPr marL="6350">
              <a:spcBef>
                <a:spcPts val="50"/>
              </a:spcBef>
            </a:pPr>
            <a:r>
              <a:rPr sz="1050" spc="-15" dirty="0">
                <a:solidFill>
                  <a:srgbClr val="FFFFFF"/>
                </a:solidFill>
                <a:latin typeface="江城圆体 400W" panose="020B0800000000000000" pitchFamily="34" charset="-128"/>
                <a:ea typeface="江城圆体 400W" panose="020B0800000000000000" pitchFamily="34" charset="-128"/>
                <a:cs typeface="Microsoft JhengHei"/>
              </a:rPr>
              <a:t>倾听</a:t>
            </a:r>
            <a:endParaRPr sz="1050" dirty="0">
              <a:latin typeface="江城圆体 400W" panose="020B0800000000000000" pitchFamily="34" charset="-128"/>
              <a:ea typeface="江城圆体 400W" panose="020B0800000000000000" pitchFamily="34" charset="-128"/>
              <a:cs typeface="Microsoft JhengHei"/>
            </a:endParaRPr>
          </a:p>
        </p:txBody>
      </p:sp>
      <p:sp>
        <p:nvSpPr>
          <p:cNvPr id="32" name="object 32"/>
          <p:cNvSpPr txBox="1"/>
          <p:nvPr/>
        </p:nvSpPr>
        <p:spPr>
          <a:xfrm>
            <a:off x="4448781" y="2063750"/>
            <a:ext cx="678498" cy="167640"/>
          </a:xfrm>
          <a:prstGeom prst="rect">
            <a:avLst/>
          </a:prstGeom>
        </p:spPr>
        <p:txBody>
          <a:bodyPr vert="horz" wrap="square" lIns="0" tIns="6350" rIns="0" bIns="0" rtlCol="0">
            <a:spAutoFit/>
          </a:bodyPr>
          <a:lstStyle/>
          <a:p>
            <a:pPr marL="6350">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Microsoft JhengHei"/>
              </a:rPr>
              <a:t>回应型聆听</a:t>
            </a:r>
            <a:endParaRPr sz="1050">
              <a:latin typeface="江城圆体 400W" panose="020B0800000000000000" pitchFamily="34" charset="-128"/>
              <a:ea typeface="江城圆体 400W" panose="020B0800000000000000" pitchFamily="34" charset="-128"/>
              <a:cs typeface="Microsoft JhengHei"/>
            </a:endParaRPr>
          </a:p>
        </p:txBody>
      </p:sp>
      <p:sp>
        <p:nvSpPr>
          <p:cNvPr id="33" name="object 33"/>
          <p:cNvSpPr txBox="1"/>
          <p:nvPr/>
        </p:nvSpPr>
        <p:spPr>
          <a:xfrm>
            <a:off x="5378935" y="2787650"/>
            <a:ext cx="545148" cy="167640"/>
          </a:xfrm>
          <a:prstGeom prst="rect">
            <a:avLst/>
          </a:prstGeom>
        </p:spPr>
        <p:txBody>
          <a:bodyPr vert="horz" wrap="square" lIns="0" tIns="6350" rIns="0" bIns="0" rtlCol="0">
            <a:spAutoFit/>
          </a:bodyPr>
          <a:lstStyle/>
          <a:p>
            <a:pPr marL="6350">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Microsoft JhengHei"/>
              </a:rPr>
              <a:t>移情聆听</a:t>
            </a:r>
            <a:endParaRPr sz="1050">
              <a:latin typeface="江城圆体 400W" panose="020B0800000000000000" pitchFamily="34" charset="-128"/>
              <a:ea typeface="江城圆体 400W" panose="020B0800000000000000" pitchFamily="34" charset="-128"/>
              <a:cs typeface="Microsoft JhengHei"/>
            </a:endParaRPr>
          </a:p>
        </p:txBody>
      </p:sp>
      <p:sp>
        <p:nvSpPr>
          <p:cNvPr id="34" name="object 34"/>
          <p:cNvSpPr txBox="1"/>
          <p:nvPr/>
        </p:nvSpPr>
        <p:spPr>
          <a:xfrm>
            <a:off x="2457692" y="2794000"/>
            <a:ext cx="279083" cy="167640"/>
          </a:xfrm>
          <a:prstGeom prst="rect">
            <a:avLst/>
          </a:prstGeom>
        </p:spPr>
        <p:txBody>
          <a:bodyPr vert="horz" wrap="square" lIns="0" tIns="6350" rIns="0" bIns="0" rtlCol="0">
            <a:spAutoFit/>
          </a:bodyPr>
          <a:lstStyle/>
          <a:p>
            <a:pPr marL="6350">
              <a:spcBef>
                <a:spcPts val="50"/>
              </a:spcBef>
            </a:pPr>
            <a:r>
              <a:rPr sz="1050" spc="-15" dirty="0">
                <a:solidFill>
                  <a:srgbClr val="FFFFFF"/>
                </a:solidFill>
                <a:latin typeface="江城圆体 400W" panose="020B0800000000000000" pitchFamily="34" charset="-128"/>
                <a:ea typeface="江城圆体 400W" panose="020B0800000000000000" pitchFamily="34" charset="-128"/>
                <a:cs typeface="Microsoft JhengHei"/>
              </a:rPr>
              <a:t>理解</a:t>
            </a:r>
            <a:endParaRPr sz="1050">
              <a:latin typeface="江城圆体 400W" panose="020B0800000000000000" pitchFamily="34" charset="-128"/>
              <a:ea typeface="江城圆体 400W" panose="020B0800000000000000" pitchFamily="34" charset="-128"/>
              <a:cs typeface="Microsoft JhengHei"/>
            </a:endParaRPr>
          </a:p>
        </p:txBody>
      </p:sp>
      <p:sp>
        <p:nvSpPr>
          <p:cNvPr id="35" name="object 35"/>
          <p:cNvSpPr txBox="1"/>
          <p:nvPr/>
        </p:nvSpPr>
        <p:spPr>
          <a:xfrm>
            <a:off x="3486393" y="2794000"/>
            <a:ext cx="279083" cy="167640"/>
          </a:xfrm>
          <a:prstGeom prst="rect">
            <a:avLst/>
          </a:prstGeom>
        </p:spPr>
        <p:txBody>
          <a:bodyPr vert="horz" wrap="square" lIns="0" tIns="6350" rIns="0" bIns="0" rtlCol="0">
            <a:spAutoFit/>
          </a:bodyPr>
          <a:lstStyle/>
          <a:p>
            <a:pPr marL="6350">
              <a:spcBef>
                <a:spcPts val="50"/>
              </a:spcBef>
            </a:pPr>
            <a:r>
              <a:rPr sz="1050" spc="-15" dirty="0">
                <a:solidFill>
                  <a:srgbClr val="FFFFFF"/>
                </a:solidFill>
                <a:latin typeface="江城圆体 400W" panose="020B0800000000000000" pitchFamily="34" charset="-128"/>
                <a:ea typeface="江城圆体 400W" panose="020B0800000000000000" pitchFamily="34" charset="-128"/>
                <a:cs typeface="Microsoft JhengHei"/>
              </a:rPr>
              <a:t>回应</a:t>
            </a:r>
            <a:endParaRPr sz="1050">
              <a:latin typeface="江城圆体 400W" panose="020B0800000000000000" pitchFamily="34" charset="-128"/>
              <a:ea typeface="江城圆体 400W" panose="020B0800000000000000" pitchFamily="34" charset="-128"/>
              <a:cs typeface="Microsoft JhengHei"/>
            </a:endParaRPr>
          </a:p>
        </p:txBody>
      </p:sp>
      <p:sp>
        <p:nvSpPr>
          <p:cNvPr id="36" name="object 36"/>
          <p:cNvSpPr txBox="1"/>
          <p:nvPr/>
        </p:nvSpPr>
        <p:spPr>
          <a:xfrm>
            <a:off x="2457692" y="2051050"/>
            <a:ext cx="279083" cy="167640"/>
          </a:xfrm>
          <a:prstGeom prst="rect">
            <a:avLst/>
          </a:prstGeom>
        </p:spPr>
        <p:txBody>
          <a:bodyPr vert="horz" wrap="square" lIns="0" tIns="6350" rIns="0" bIns="0" rtlCol="0">
            <a:spAutoFit/>
          </a:bodyPr>
          <a:lstStyle/>
          <a:p>
            <a:pPr marL="6350">
              <a:spcBef>
                <a:spcPts val="50"/>
              </a:spcBef>
            </a:pPr>
            <a:r>
              <a:rPr sz="1050" spc="-15" dirty="0">
                <a:solidFill>
                  <a:srgbClr val="FFFFFF"/>
                </a:solidFill>
                <a:latin typeface="江城圆体 400W" panose="020B0800000000000000" pitchFamily="34" charset="-128"/>
                <a:ea typeface="江城圆体 400W" panose="020B0800000000000000" pitchFamily="34" charset="-128"/>
                <a:cs typeface="Microsoft JhengHei"/>
              </a:rPr>
              <a:t>回应</a:t>
            </a:r>
            <a:endParaRPr sz="1050">
              <a:latin typeface="江城圆体 400W" panose="020B0800000000000000" pitchFamily="34" charset="-128"/>
              <a:ea typeface="江城圆体 400W" panose="020B0800000000000000" pitchFamily="34" charset="-128"/>
              <a:cs typeface="Microsoft JhengHei"/>
            </a:endParaRPr>
          </a:p>
        </p:txBody>
      </p:sp>
      <p:sp>
        <p:nvSpPr>
          <p:cNvPr id="37" name="object 37"/>
          <p:cNvSpPr txBox="1"/>
          <p:nvPr/>
        </p:nvSpPr>
        <p:spPr>
          <a:xfrm>
            <a:off x="3419839" y="2051050"/>
            <a:ext cx="412115" cy="167640"/>
          </a:xfrm>
          <a:prstGeom prst="rect">
            <a:avLst/>
          </a:prstGeom>
        </p:spPr>
        <p:txBody>
          <a:bodyPr vert="horz" wrap="square" lIns="0" tIns="6350" rIns="0" bIns="0" rtlCol="0">
            <a:spAutoFit/>
          </a:bodyPr>
          <a:lstStyle/>
          <a:p>
            <a:pPr marL="6350">
              <a:spcBef>
                <a:spcPts val="50"/>
              </a:spcBef>
            </a:pPr>
            <a:r>
              <a:rPr sz="1050" spc="-13" dirty="0">
                <a:solidFill>
                  <a:srgbClr val="FFFFFF"/>
                </a:solidFill>
                <a:latin typeface="江城圆体 400W" panose="020B0800000000000000" pitchFamily="34" charset="-128"/>
                <a:ea typeface="江城圆体 400W" panose="020B0800000000000000" pitchFamily="34" charset="-128"/>
                <a:cs typeface="Microsoft JhengHei"/>
              </a:rPr>
              <a:t>被理解</a:t>
            </a:r>
            <a:endParaRPr sz="1050">
              <a:latin typeface="江城圆体 400W" panose="020B0800000000000000" pitchFamily="34" charset="-128"/>
              <a:ea typeface="江城圆体 400W" panose="020B0800000000000000" pitchFamily="34" charset="-128"/>
              <a:cs typeface="Microsoft JhengHei"/>
            </a:endParaRPr>
          </a:p>
        </p:txBody>
      </p:sp>
      <p:sp>
        <p:nvSpPr>
          <p:cNvPr id="38" name="object 38"/>
          <p:cNvSpPr txBox="1"/>
          <p:nvPr/>
        </p:nvSpPr>
        <p:spPr>
          <a:xfrm>
            <a:off x="4512039" y="2794000"/>
            <a:ext cx="412115" cy="167640"/>
          </a:xfrm>
          <a:prstGeom prst="rect">
            <a:avLst/>
          </a:prstGeom>
        </p:spPr>
        <p:txBody>
          <a:bodyPr vert="horz" wrap="square" lIns="0" tIns="6350" rIns="0" bIns="0" rtlCol="0">
            <a:spAutoFit/>
          </a:bodyPr>
          <a:lstStyle/>
          <a:p>
            <a:pPr marL="6350">
              <a:spcBef>
                <a:spcPts val="50"/>
              </a:spcBef>
            </a:pPr>
            <a:r>
              <a:rPr sz="1050" spc="-13" dirty="0">
                <a:solidFill>
                  <a:srgbClr val="FFFFFF"/>
                </a:solidFill>
                <a:latin typeface="江城圆体 400W" panose="020B0800000000000000" pitchFamily="34" charset="-128"/>
                <a:ea typeface="江城圆体 400W" panose="020B0800000000000000" pitchFamily="34" charset="-128"/>
                <a:cs typeface="Microsoft JhengHei"/>
              </a:rPr>
              <a:t>被理解</a:t>
            </a:r>
            <a:endParaRPr sz="1050">
              <a:latin typeface="江城圆体 400W" panose="020B0800000000000000" pitchFamily="34" charset="-128"/>
              <a:ea typeface="江城圆体 400W" panose="020B0800000000000000" pitchFamily="34" charset="-128"/>
              <a:cs typeface="Microsoft JhengHei"/>
            </a:endParaRPr>
          </a:p>
        </p:txBody>
      </p:sp>
      <p:pic>
        <p:nvPicPr>
          <p:cNvPr id="39" name="object 39"/>
          <p:cNvPicPr/>
          <p:nvPr/>
        </p:nvPicPr>
        <p:blipFill>
          <a:blip r:embed="rId2" cstate="print"/>
          <a:stretch>
            <a:fillRect/>
          </a:stretch>
        </p:blipFill>
        <p:spPr>
          <a:xfrm>
            <a:off x="3189837" y="8851900"/>
            <a:ext cx="486698" cy="292100"/>
          </a:xfrm>
          <a:prstGeom prst="rect">
            <a:avLst/>
          </a:prstGeom>
        </p:spPr>
      </p:pic>
      <p:sp>
        <p:nvSpPr>
          <p:cNvPr id="40" name="object 6"/>
          <p:cNvSpPr txBox="1"/>
          <p:nvPr/>
        </p:nvSpPr>
        <p:spPr>
          <a:xfrm>
            <a:off x="1652582" y="1335819"/>
            <a:ext cx="226066" cy="325120"/>
          </a:xfrm>
          <a:prstGeom prst="rect">
            <a:avLst/>
          </a:prstGeom>
        </p:spPr>
        <p:txBody>
          <a:bodyPr vert="horz" wrap="square" lIns="0" tIns="6350" rIns="0" bIns="0" rtlCol="0">
            <a:spAutoFit/>
          </a:bodyPr>
          <a:lstStyle/>
          <a:p>
            <a:pPr marL="19050">
              <a:spcBef>
                <a:spcPts val="50"/>
              </a:spcBef>
              <a:tabLst>
                <a:tab pos="245745" algn="l"/>
              </a:tabLst>
            </a:pPr>
            <a:r>
              <a:rPr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a:t>
            </a:r>
            <a:r>
              <a:rPr lang="en-US" altLang="zh-CN"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5</a:t>
            </a:r>
            <a:r>
              <a:rPr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a:t>
            </a:r>
            <a:endParaRPr sz="2000" b="1" dirty="0">
              <a:latin typeface="江城圆体 600W" panose="020B0800000000000000" pitchFamily="34" charset="-128"/>
              <a:ea typeface="江城圆体 600W" panose="020B0800000000000000" pitchFamily="34" charset="-128"/>
              <a:cs typeface="Microsoft JhengHe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622425" y="1241425"/>
            <a:ext cx="259398" cy="259080"/>
            <a:chOff x="3244850" y="2482850"/>
            <a:chExt cx="518795" cy="518159"/>
          </a:xfrm>
        </p:grpSpPr>
        <p:sp>
          <p:nvSpPr>
            <p:cNvPr id="3" name="object 3"/>
            <p:cNvSpPr/>
            <p:nvPr/>
          </p:nvSpPr>
          <p:spPr>
            <a:xfrm>
              <a:off x="3251200" y="2489200"/>
              <a:ext cx="506095" cy="505459"/>
            </a:xfrm>
            <a:custGeom>
              <a:avLst/>
              <a:gdLst/>
              <a:ahLst/>
              <a:cxnLst/>
              <a:rect l="l" t="t" r="r" b="b"/>
              <a:pathLst>
                <a:path w="506095" h="505460">
                  <a:moveTo>
                    <a:pt x="252529" y="0"/>
                  </a:moveTo>
                  <a:lnTo>
                    <a:pt x="207137" y="4068"/>
                  </a:lnTo>
                  <a:lnTo>
                    <a:pt x="164413" y="15798"/>
                  </a:lnTo>
                  <a:lnTo>
                    <a:pt x="125073" y="34476"/>
                  </a:lnTo>
                  <a:lnTo>
                    <a:pt x="89828" y="59389"/>
                  </a:lnTo>
                  <a:lnTo>
                    <a:pt x="59391" y="89825"/>
                  </a:lnTo>
                  <a:lnTo>
                    <a:pt x="34477" y="125069"/>
                  </a:lnTo>
                  <a:lnTo>
                    <a:pt x="15798" y="164410"/>
                  </a:lnTo>
                  <a:lnTo>
                    <a:pt x="4068" y="207133"/>
                  </a:lnTo>
                  <a:lnTo>
                    <a:pt x="0" y="252526"/>
                  </a:lnTo>
                  <a:lnTo>
                    <a:pt x="4068" y="297920"/>
                  </a:lnTo>
                  <a:lnTo>
                    <a:pt x="15798" y="340643"/>
                  </a:lnTo>
                  <a:lnTo>
                    <a:pt x="34477" y="379984"/>
                  </a:lnTo>
                  <a:lnTo>
                    <a:pt x="59391" y="415228"/>
                  </a:lnTo>
                  <a:lnTo>
                    <a:pt x="89828" y="445664"/>
                  </a:lnTo>
                  <a:lnTo>
                    <a:pt x="125073" y="470577"/>
                  </a:lnTo>
                  <a:lnTo>
                    <a:pt x="164413" y="489255"/>
                  </a:lnTo>
                  <a:lnTo>
                    <a:pt x="207137" y="500985"/>
                  </a:lnTo>
                  <a:lnTo>
                    <a:pt x="252529" y="505053"/>
                  </a:lnTo>
                  <a:lnTo>
                    <a:pt x="287809" y="502610"/>
                  </a:lnTo>
                  <a:lnTo>
                    <a:pt x="321592" y="495498"/>
                  </a:lnTo>
                  <a:lnTo>
                    <a:pt x="353550" y="484045"/>
                  </a:lnTo>
                  <a:lnTo>
                    <a:pt x="383353" y="468579"/>
                  </a:lnTo>
                  <a:lnTo>
                    <a:pt x="502900" y="468579"/>
                  </a:lnTo>
                  <a:lnTo>
                    <a:pt x="493532" y="437051"/>
                  </a:lnTo>
                  <a:lnTo>
                    <a:pt x="480073" y="394304"/>
                  </a:lnTo>
                  <a:lnTo>
                    <a:pt x="478115" y="366153"/>
                  </a:lnTo>
                  <a:lnTo>
                    <a:pt x="489596" y="339734"/>
                  </a:lnTo>
                  <a:lnTo>
                    <a:pt x="498050" y="311854"/>
                  </a:lnTo>
                  <a:lnTo>
                    <a:pt x="503272" y="282718"/>
                  </a:lnTo>
                  <a:lnTo>
                    <a:pt x="505058" y="252526"/>
                  </a:lnTo>
                  <a:lnTo>
                    <a:pt x="500990" y="207133"/>
                  </a:lnTo>
                  <a:lnTo>
                    <a:pt x="489259" y="164410"/>
                  </a:lnTo>
                  <a:lnTo>
                    <a:pt x="470580" y="125069"/>
                  </a:lnTo>
                  <a:lnTo>
                    <a:pt x="445666" y="89825"/>
                  </a:lnTo>
                  <a:lnTo>
                    <a:pt x="415230" y="59389"/>
                  </a:lnTo>
                  <a:lnTo>
                    <a:pt x="379985" y="34476"/>
                  </a:lnTo>
                  <a:lnTo>
                    <a:pt x="340644" y="15798"/>
                  </a:lnTo>
                  <a:lnTo>
                    <a:pt x="297921" y="4068"/>
                  </a:lnTo>
                  <a:lnTo>
                    <a:pt x="252529" y="0"/>
                  </a:lnTo>
                  <a:close/>
                </a:path>
                <a:path w="506095" h="505460">
                  <a:moveTo>
                    <a:pt x="502900" y="468579"/>
                  </a:moveTo>
                  <a:lnTo>
                    <a:pt x="383353" y="468579"/>
                  </a:lnTo>
                  <a:lnTo>
                    <a:pt x="408707" y="471511"/>
                  </a:lnTo>
                  <a:lnTo>
                    <a:pt x="445823" y="488716"/>
                  </a:lnTo>
                  <a:lnTo>
                    <a:pt x="482130" y="504971"/>
                  </a:lnTo>
                  <a:lnTo>
                    <a:pt x="505058" y="505053"/>
                  </a:lnTo>
                  <a:lnTo>
                    <a:pt x="506018" y="479074"/>
                  </a:lnTo>
                  <a:lnTo>
                    <a:pt x="502900" y="468579"/>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 name="object 4"/>
            <p:cNvSpPr/>
            <p:nvPr/>
          </p:nvSpPr>
          <p:spPr>
            <a:xfrm>
              <a:off x="3251200" y="2489200"/>
              <a:ext cx="506095" cy="505459"/>
            </a:xfrm>
            <a:custGeom>
              <a:avLst/>
              <a:gdLst/>
              <a:ahLst/>
              <a:cxnLst/>
              <a:rect l="l" t="t" r="r" b="b"/>
              <a:pathLst>
                <a:path w="506095" h="505460">
                  <a:moveTo>
                    <a:pt x="252529" y="505058"/>
                  </a:moveTo>
                  <a:lnTo>
                    <a:pt x="287809" y="502613"/>
                  </a:lnTo>
                  <a:lnTo>
                    <a:pt x="321592" y="495498"/>
                  </a:lnTo>
                  <a:lnTo>
                    <a:pt x="353550" y="484042"/>
                  </a:lnTo>
                  <a:lnTo>
                    <a:pt x="383353" y="468572"/>
                  </a:lnTo>
                  <a:lnTo>
                    <a:pt x="408707" y="471508"/>
                  </a:lnTo>
                  <a:lnTo>
                    <a:pt x="445822" y="488716"/>
                  </a:lnTo>
                  <a:lnTo>
                    <a:pt x="482130" y="504973"/>
                  </a:lnTo>
                  <a:lnTo>
                    <a:pt x="505058" y="505058"/>
                  </a:lnTo>
                  <a:lnTo>
                    <a:pt x="506018" y="479079"/>
                  </a:lnTo>
                  <a:lnTo>
                    <a:pt x="493532" y="437055"/>
                  </a:lnTo>
                  <a:lnTo>
                    <a:pt x="480074" y="394304"/>
                  </a:lnTo>
                  <a:lnTo>
                    <a:pt x="478116" y="366147"/>
                  </a:lnTo>
                  <a:lnTo>
                    <a:pt x="489596" y="339734"/>
                  </a:lnTo>
                  <a:lnTo>
                    <a:pt x="498050" y="311856"/>
                  </a:lnTo>
                  <a:lnTo>
                    <a:pt x="503272" y="282720"/>
                  </a:lnTo>
                  <a:lnTo>
                    <a:pt x="505058" y="252529"/>
                  </a:lnTo>
                  <a:lnTo>
                    <a:pt x="500990" y="207136"/>
                  </a:lnTo>
                  <a:lnTo>
                    <a:pt x="489259" y="164413"/>
                  </a:lnTo>
                  <a:lnTo>
                    <a:pt x="470581" y="125072"/>
                  </a:lnTo>
                  <a:lnTo>
                    <a:pt x="445666" y="89827"/>
                  </a:lnTo>
                  <a:lnTo>
                    <a:pt x="415230" y="59391"/>
                  </a:lnTo>
                  <a:lnTo>
                    <a:pt x="379985" y="34477"/>
                  </a:lnTo>
                  <a:lnTo>
                    <a:pt x="340645" y="15798"/>
                  </a:lnTo>
                  <a:lnTo>
                    <a:pt x="297921" y="4068"/>
                  </a:lnTo>
                  <a:lnTo>
                    <a:pt x="252529" y="0"/>
                  </a:lnTo>
                  <a:lnTo>
                    <a:pt x="207136" y="4068"/>
                  </a:lnTo>
                  <a:lnTo>
                    <a:pt x="164413" y="15798"/>
                  </a:lnTo>
                  <a:lnTo>
                    <a:pt x="125072" y="34477"/>
                  </a:lnTo>
                  <a:lnTo>
                    <a:pt x="89827" y="59391"/>
                  </a:lnTo>
                  <a:lnTo>
                    <a:pt x="59391" y="89827"/>
                  </a:lnTo>
                  <a:lnTo>
                    <a:pt x="34477" y="125072"/>
                  </a:lnTo>
                  <a:lnTo>
                    <a:pt x="15798" y="164413"/>
                  </a:lnTo>
                  <a:lnTo>
                    <a:pt x="4068" y="207136"/>
                  </a:lnTo>
                  <a:lnTo>
                    <a:pt x="0" y="252529"/>
                  </a:lnTo>
                  <a:lnTo>
                    <a:pt x="4068" y="297921"/>
                  </a:lnTo>
                  <a:lnTo>
                    <a:pt x="15798" y="340645"/>
                  </a:lnTo>
                  <a:lnTo>
                    <a:pt x="34477" y="379985"/>
                  </a:lnTo>
                  <a:lnTo>
                    <a:pt x="59391" y="415230"/>
                  </a:lnTo>
                  <a:lnTo>
                    <a:pt x="89827" y="445666"/>
                  </a:lnTo>
                  <a:lnTo>
                    <a:pt x="125072" y="470581"/>
                  </a:lnTo>
                  <a:lnTo>
                    <a:pt x="164413" y="489259"/>
                  </a:lnTo>
                  <a:lnTo>
                    <a:pt x="207136" y="500990"/>
                  </a:lnTo>
                  <a:lnTo>
                    <a:pt x="252529" y="505058"/>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5" name="object 5"/>
          <p:cNvSpPr txBox="1"/>
          <p:nvPr/>
        </p:nvSpPr>
        <p:spPr>
          <a:xfrm>
            <a:off x="1638300" y="1257300"/>
            <a:ext cx="3599498" cy="283210"/>
          </a:xfrm>
          <a:prstGeom prst="rect">
            <a:avLst/>
          </a:prstGeom>
        </p:spPr>
        <p:txBody>
          <a:bodyPr vert="horz" wrap="square" lIns="0" tIns="6350" rIns="0" bIns="0" rtlCol="0">
            <a:spAutoFit/>
          </a:bodyPr>
          <a:lstStyle/>
          <a:p>
            <a:pPr algn="ctr">
              <a:spcBef>
                <a:spcPts val="50"/>
              </a:spcBef>
              <a:tabLst>
                <a:tab pos="226695" algn="l"/>
              </a:tabLst>
            </a:pPr>
            <a:r>
              <a:rPr sz="1575" baseline="190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b="1" dirty="0">
                <a:solidFill>
                  <a:srgbClr val="212121"/>
                </a:solidFill>
                <a:latin typeface="江城圆体 600W" panose="020B0800000000000000" pitchFamily="34" charset="-128"/>
                <a:ea typeface="江城圆体 600W" panose="020B0800000000000000" pitchFamily="34" charset="-128"/>
                <a:cs typeface="Microsoft JhengHei"/>
              </a:rPr>
              <a:t>「创造性合作」的原则 --- </a:t>
            </a:r>
            <a:r>
              <a:rPr b="1" dirty="0" err="1">
                <a:solidFill>
                  <a:srgbClr val="212121"/>
                </a:solidFill>
                <a:latin typeface="江城圆体 600W" panose="020B0800000000000000" pitchFamily="34" charset="-128"/>
                <a:ea typeface="江城圆体 600W" panose="020B0800000000000000" pitchFamily="34" charset="-128"/>
                <a:cs typeface="Microsoft JhengHei"/>
              </a:rPr>
              <a:t>统合综效</a:t>
            </a:r>
            <a:endParaRPr b="1" dirty="0">
              <a:latin typeface="江城圆体 600W" panose="020B0800000000000000" pitchFamily="34" charset="-128"/>
              <a:ea typeface="江城圆体 600W" panose="020B0800000000000000" pitchFamily="34" charset="-128"/>
              <a:cs typeface="Microsoft JhengHei"/>
            </a:endParaRPr>
          </a:p>
        </p:txBody>
      </p:sp>
      <p:sp>
        <p:nvSpPr>
          <p:cNvPr id="6" name="object 6"/>
          <p:cNvSpPr txBox="1"/>
          <p:nvPr/>
        </p:nvSpPr>
        <p:spPr>
          <a:xfrm>
            <a:off x="2412276" y="2657456"/>
            <a:ext cx="192405" cy="375285"/>
          </a:xfrm>
          <a:prstGeom prst="rect">
            <a:avLst/>
          </a:prstGeom>
        </p:spPr>
        <p:txBody>
          <a:bodyPr vert="horz" wrap="square" lIns="0" tIns="6350" rIns="0" bIns="0" rtlCol="0">
            <a:spAutoFit/>
          </a:bodyPr>
          <a:lstStyle/>
          <a:p>
            <a:pPr marL="6350">
              <a:spcBef>
                <a:spcPts val="50"/>
              </a:spcBef>
            </a:pPr>
            <a:r>
              <a:rPr sz="2400" spc="-358" dirty="0">
                <a:solidFill>
                  <a:srgbClr val="212121"/>
                </a:solidFill>
                <a:latin typeface="江城圆体 400W" panose="020B0800000000000000" pitchFamily="34" charset="-128"/>
                <a:ea typeface="江城圆体 400W" panose="020B0800000000000000" pitchFamily="34" charset="-128"/>
                <a:cs typeface="Microsoft JhengHei"/>
              </a:rPr>
              <a:t>&gt;</a:t>
            </a:r>
            <a:endParaRPr sz="2400">
              <a:latin typeface="江城圆体 400W" panose="020B0800000000000000" pitchFamily="34" charset="-128"/>
              <a:ea typeface="江城圆体 400W" panose="020B0800000000000000" pitchFamily="34" charset="-128"/>
              <a:cs typeface="Microsoft JhengHei"/>
            </a:endParaRPr>
          </a:p>
        </p:txBody>
      </p:sp>
      <p:grpSp>
        <p:nvGrpSpPr>
          <p:cNvPr id="7" name="object 7"/>
          <p:cNvGrpSpPr/>
          <p:nvPr/>
        </p:nvGrpSpPr>
        <p:grpSpPr>
          <a:xfrm>
            <a:off x="2874108" y="2238089"/>
            <a:ext cx="1080453" cy="923607"/>
            <a:chOff x="5748216" y="4476178"/>
            <a:chExt cx="2160905" cy="1847214"/>
          </a:xfrm>
        </p:grpSpPr>
        <p:sp>
          <p:nvSpPr>
            <p:cNvPr id="8" name="object 8"/>
            <p:cNvSpPr/>
            <p:nvPr/>
          </p:nvSpPr>
          <p:spPr>
            <a:xfrm>
              <a:off x="5754566" y="5641070"/>
              <a:ext cx="2148205" cy="405765"/>
            </a:xfrm>
            <a:custGeom>
              <a:avLst/>
              <a:gdLst/>
              <a:ahLst/>
              <a:cxnLst/>
              <a:rect l="l" t="t" r="r" b="b"/>
              <a:pathLst>
                <a:path w="2148204" h="405764">
                  <a:moveTo>
                    <a:pt x="0" y="0"/>
                  </a:moveTo>
                  <a:lnTo>
                    <a:pt x="0" y="303949"/>
                  </a:lnTo>
                  <a:lnTo>
                    <a:pt x="51621" y="313368"/>
                  </a:lnTo>
                  <a:lnTo>
                    <a:pt x="154851" y="330828"/>
                  </a:lnTo>
                  <a:lnTo>
                    <a:pt x="258061" y="346451"/>
                  </a:lnTo>
                  <a:lnTo>
                    <a:pt x="361252" y="360235"/>
                  </a:lnTo>
                  <a:lnTo>
                    <a:pt x="464423" y="372182"/>
                  </a:lnTo>
                  <a:lnTo>
                    <a:pt x="567576" y="382290"/>
                  </a:lnTo>
                  <a:lnTo>
                    <a:pt x="670709" y="390561"/>
                  </a:lnTo>
                  <a:lnTo>
                    <a:pt x="773822" y="396993"/>
                  </a:lnTo>
                  <a:lnTo>
                    <a:pt x="876917" y="401588"/>
                  </a:lnTo>
                  <a:lnTo>
                    <a:pt x="979992" y="404345"/>
                  </a:lnTo>
                  <a:lnTo>
                    <a:pt x="1083048" y="405264"/>
                  </a:lnTo>
                  <a:lnTo>
                    <a:pt x="1185939" y="404345"/>
                  </a:lnTo>
                  <a:lnTo>
                    <a:pt x="1288519" y="401588"/>
                  </a:lnTo>
                  <a:lnTo>
                    <a:pt x="1390789" y="396993"/>
                  </a:lnTo>
                  <a:lnTo>
                    <a:pt x="1492747" y="390561"/>
                  </a:lnTo>
                  <a:lnTo>
                    <a:pt x="1594395" y="382290"/>
                  </a:lnTo>
                  <a:lnTo>
                    <a:pt x="1695733" y="372182"/>
                  </a:lnTo>
                  <a:lnTo>
                    <a:pt x="1796759" y="360235"/>
                  </a:lnTo>
                  <a:lnTo>
                    <a:pt x="1897475" y="346451"/>
                  </a:lnTo>
                  <a:lnTo>
                    <a:pt x="1997880" y="330828"/>
                  </a:lnTo>
                  <a:lnTo>
                    <a:pt x="2097974" y="313368"/>
                  </a:lnTo>
                  <a:lnTo>
                    <a:pt x="2147905" y="303949"/>
                  </a:lnTo>
                  <a:lnTo>
                    <a:pt x="2147905" y="101316"/>
                  </a:lnTo>
                  <a:lnTo>
                    <a:pt x="1083067" y="101316"/>
                  </a:lnTo>
                  <a:lnTo>
                    <a:pt x="981397" y="100397"/>
                  </a:lnTo>
                  <a:lnTo>
                    <a:pt x="879415" y="97640"/>
                  </a:lnTo>
                  <a:lnTo>
                    <a:pt x="777122" y="93045"/>
                  </a:lnTo>
                  <a:lnTo>
                    <a:pt x="674518" y="86612"/>
                  </a:lnTo>
                  <a:lnTo>
                    <a:pt x="571602" y="78342"/>
                  </a:lnTo>
                  <a:lnTo>
                    <a:pt x="468375" y="68233"/>
                  </a:lnTo>
                  <a:lnTo>
                    <a:pt x="364836" y="56286"/>
                  </a:lnTo>
                  <a:lnTo>
                    <a:pt x="260986" y="42502"/>
                  </a:lnTo>
                  <a:lnTo>
                    <a:pt x="156825" y="26879"/>
                  </a:lnTo>
                  <a:lnTo>
                    <a:pt x="52353" y="9419"/>
                  </a:lnTo>
                  <a:lnTo>
                    <a:pt x="0" y="0"/>
                  </a:lnTo>
                  <a:close/>
                </a:path>
                <a:path w="2148204" h="405764">
                  <a:moveTo>
                    <a:pt x="2147905" y="0"/>
                  </a:moveTo>
                  <a:lnTo>
                    <a:pt x="2097246" y="9419"/>
                  </a:lnTo>
                  <a:lnTo>
                    <a:pt x="1995915" y="26879"/>
                  </a:lnTo>
                  <a:lnTo>
                    <a:pt x="1894565" y="42502"/>
                  </a:lnTo>
                  <a:lnTo>
                    <a:pt x="1793195" y="56286"/>
                  </a:lnTo>
                  <a:lnTo>
                    <a:pt x="1691806" y="68233"/>
                  </a:lnTo>
                  <a:lnTo>
                    <a:pt x="1590398" y="78342"/>
                  </a:lnTo>
                  <a:lnTo>
                    <a:pt x="1488970" y="86612"/>
                  </a:lnTo>
                  <a:lnTo>
                    <a:pt x="1387523" y="93045"/>
                  </a:lnTo>
                  <a:lnTo>
                    <a:pt x="1286057" y="97640"/>
                  </a:lnTo>
                  <a:lnTo>
                    <a:pt x="1184572" y="100397"/>
                  </a:lnTo>
                  <a:lnTo>
                    <a:pt x="1083067" y="101316"/>
                  </a:lnTo>
                  <a:lnTo>
                    <a:pt x="2147905" y="101316"/>
                  </a:lnTo>
                  <a:lnTo>
                    <a:pt x="2147905"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 name="object 9"/>
            <p:cNvSpPr/>
            <p:nvPr/>
          </p:nvSpPr>
          <p:spPr>
            <a:xfrm>
              <a:off x="5754566" y="6012563"/>
              <a:ext cx="302260" cy="304165"/>
            </a:xfrm>
            <a:custGeom>
              <a:avLst/>
              <a:gdLst/>
              <a:ahLst/>
              <a:cxnLst/>
              <a:rect l="l" t="t" r="r" b="b"/>
              <a:pathLst>
                <a:path w="302260" h="304164">
                  <a:moveTo>
                    <a:pt x="302049" y="0"/>
                  </a:moveTo>
                  <a:lnTo>
                    <a:pt x="0" y="0"/>
                  </a:lnTo>
                  <a:lnTo>
                    <a:pt x="0" y="303947"/>
                  </a:lnTo>
                  <a:lnTo>
                    <a:pt x="302049" y="303947"/>
                  </a:lnTo>
                  <a:lnTo>
                    <a:pt x="302049" y="0"/>
                  </a:lnTo>
                  <a:close/>
                </a:path>
              </a:pathLst>
            </a:custGeom>
            <a:solidFill>
              <a:srgbClr val="E9F9F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 name="object 10"/>
            <p:cNvSpPr/>
            <p:nvPr/>
          </p:nvSpPr>
          <p:spPr>
            <a:xfrm>
              <a:off x="5754566" y="6012563"/>
              <a:ext cx="302260" cy="304165"/>
            </a:xfrm>
            <a:custGeom>
              <a:avLst/>
              <a:gdLst/>
              <a:ahLst/>
              <a:cxnLst/>
              <a:rect l="l" t="t" r="r" b="b"/>
              <a:pathLst>
                <a:path w="302260" h="304164">
                  <a:moveTo>
                    <a:pt x="0" y="0"/>
                  </a:moveTo>
                  <a:lnTo>
                    <a:pt x="302049" y="0"/>
                  </a:lnTo>
                  <a:lnTo>
                    <a:pt x="302049" y="303948"/>
                  </a:lnTo>
                  <a:lnTo>
                    <a:pt x="0" y="303948"/>
                  </a:lnTo>
                  <a:lnTo>
                    <a:pt x="0" y="0"/>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 name="object 11"/>
            <p:cNvSpPr/>
            <p:nvPr/>
          </p:nvSpPr>
          <p:spPr>
            <a:xfrm>
              <a:off x="7600423" y="6012563"/>
              <a:ext cx="302260" cy="304165"/>
            </a:xfrm>
            <a:custGeom>
              <a:avLst/>
              <a:gdLst/>
              <a:ahLst/>
              <a:cxnLst/>
              <a:rect l="l" t="t" r="r" b="b"/>
              <a:pathLst>
                <a:path w="302259" h="304164">
                  <a:moveTo>
                    <a:pt x="302049" y="0"/>
                  </a:moveTo>
                  <a:lnTo>
                    <a:pt x="0" y="0"/>
                  </a:lnTo>
                  <a:lnTo>
                    <a:pt x="0" y="303947"/>
                  </a:lnTo>
                  <a:lnTo>
                    <a:pt x="302049" y="303947"/>
                  </a:lnTo>
                  <a:lnTo>
                    <a:pt x="302049" y="0"/>
                  </a:lnTo>
                  <a:close/>
                </a:path>
              </a:pathLst>
            </a:custGeom>
            <a:solidFill>
              <a:srgbClr val="E9F9F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 name="object 12"/>
            <p:cNvSpPr/>
            <p:nvPr/>
          </p:nvSpPr>
          <p:spPr>
            <a:xfrm>
              <a:off x="7600423" y="6012563"/>
              <a:ext cx="302260" cy="304165"/>
            </a:xfrm>
            <a:custGeom>
              <a:avLst/>
              <a:gdLst/>
              <a:ahLst/>
              <a:cxnLst/>
              <a:rect l="l" t="t" r="r" b="b"/>
              <a:pathLst>
                <a:path w="302259" h="304164">
                  <a:moveTo>
                    <a:pt x="0" y="0"/>
                  </a:moveTo>
                  <a:lnTo>
                    <a:pt x="302049" y="0"/>
                  </a:lnTo>
                  <a:lnTo>
                    <a:pt x="302049" y="303948"/>
                  </a:lnTo>
                  <a:lnTo>
                    <a:pt x="0" y="303948"/>
                  </a:lnTo>
                  <a:lnTo>
                    <a:pt x="0" y="0"/>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 name="object 13"/>
            <p:cNvSpPr/>
            <p:nvPr/>
          </p:nvSpPr>
          <p:spPr>
            <a:xfrm>
              <a:off x="6642293" y="4476178"/>
              <a:ext cx="406400" cy="1198880"/>
            </a:xfrm>
            <a:custGeom>
              <a:avLst/>
              <a:gdLst/>
              <a:ahLst/>
              <a:cxnLst/>
              <a:rect l="l" t="t" r="r" b="b"/>
              <a:pathLst>
                <a:path w="406400" h="1198879">
                  <a:moveTo>
                    <a:pt x="203006" y="0"/>
                  </a:moveTo>
                  <a:lnTo>
                    <a:pt x="190647" y="2496"/>
                  </a:lnTo>
                  <a:lnTo>
                    <a:pt x="180555" y="9302"/>
                  </a:lnTo>
                  <a:lnTo>
                    <a:pt x="173751" y="19395"/>
                  </a:lnTo>
                  <a:lnTo>
                    <a:pt x="171256" y="31750"/>
                  </a:lnTo>
                  <a:lnTo>
                    <a:pt x="171256" y="1045857"/>
                  </a:lnTo>
                  <a:lnTo>
                    <a:pt x="59228" y="846696"/>
                  </a:lnTo>
                  <a:lnTo>
                    <a:pt x="15989" y="834580"/>
                  </a:lnTo>
                  <a:lnTo>
                    <a:pt x="0" y="865825"/>
                  </a:lnTo>
                  <a:lnTo>
                    <a:pt x="3884" y="877824"/>
                  </a:lnTo>
                  <a:lnTo>
                    <a:pt x="175334" y="1182622"/>
                  </a:lnTo>
                  <a:lnTo>
                    <a:pt x="187395" y="1194760"/>
                  </a:lnTo>
                  <a:lnTo>
                    <a:pt x="203006" y="1198806"/>
                  </a:lnTo>
                  <a:lnTo>
                    <a:pt x="218617" y="1194760"/>
                  </a:lnTo>
                  <a:lnTo>
                    <a:pt x="230678" y="1182622"/>
                  </a:lnTo>
                  <a:lnTo>
                    <a:pt x="402128" y="877824"/>
                  </a:lnTo>
                  <a:lnTo>
                    <a:pt x="406012" y="865825"/>
                  </a:lnTo>
                  <a:lnTo>
                    <a:pt x="405029" y="853692"/>
                  </a:lnTo>
                  <a:lnTo>
                    <a:pt x="399570" y="842814"/>
                  </a:lnTo>
                  <a:lnTo>
                    <a:pt x="390022" y="834580"/>
                  </a:lnTo>
                  <a:lnTo>
                    <a:pt x="388090" y="833577"/>
                  </a:lnTo>
                  <a:lnTo>
                    <a:pt x="376489" y="830560"/>
                  </a:lnTo>
                  <a:lnTo>
                    <a:pt x="364922" y="831969"/>
                  </a:lnTo>
                  <a:lnTo>
                    <a:pt x="354612" y="837461"/>
                  </a:lnTo>
                  <a:lnTo>
                    <a:pt x="346784" y="846696"/>
                  </a:lnTo>
                  <a:lnTo>
                    <a:pt x="234756" y="1045857"/>
                  </a:lnTo>
                  <a:lnTo>
                    <a:pt x="234756" y="31750"/>
                  </a:lnTo>
                  <a:lnTo>
                    <a:pt x="232261" y="19395"/>
                  </a:lnTo>
                  <a:lnTo>
                    <a:pt x="225456" y="9302"/>
                  </a:lnTo>
                  <a:lnTo>
                    <a:pt x="215364" y="2496"/>
                  </a:lnTo>
                  <a:lnTo>
                    <a:pt x="203006"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4" name="object 14"/>
          <p:cNvGrpSpPr/>
          <p:nvPr/>
        </p:nvGrpSpPr>
        <p:grpSpPr>
          <a:xfrm>
            <a:off x="4669622" y="2238089"/>
            <a:ext cx="1080453" cy="923607"/>
            <a:chOff x="9339244" y="4476178"/>
            <a:chExt cx="2160905" cy="1847214"/>
          </a:xfrm>
        </p:grpSpPr>
        <p:sp>
          <p:nvSpPr>
            <p:cNvPr id="15" name="object 15"/>
            <p:cNvSpPr/>
            <p:nvPr/>
          </p:nvSpPr>
          <p:spPr>
            <a:xfrm>
              <a:off x="9345594" y="5641070"/>
              <a:ext cx="2148205" cy="405765"/>
            </a:xfrm>
            <a:custGeom>
              <a:avLst/>
              <a:gdLst/>
              <a:ahLst/>
              <a:cxnLst/>
              <a:rect l="l" t="t" r="r" b="b"/>
              <a:pathLst>
                <a:path w="2148204" h="405764">
                  <a:moveTo>
                    <a:pt x="0" y="0"/>
                  </a:moveTo>
                  <a:lnTo>
                    <a:pt x="0" y="303949"/>
                  </a:lnTo>
                  <a:lnTo>
                    <a:pt x="51621" y="313368"/>
                  </a:lnTo>
                  <a:lnTo>
                    <a:pt x="154851" y="330828"/>
                  </a:lnTo>
                  <a:lnTo>
                    <a:pt x="258061" y="346451"/>
                  </a:lnTo>
                  <a:lnTo>
                    <a:pt x="361252" y="360235"/>
                  </a:lnTo>
                  <a:lnTo>
                    <a:pt x="464423" y="372182"/>
                  </a:lnTo>
                  <a:lnTo>
                    <a:pt x="567576" y="382290"/>
                  </a:lnTo>
                  <a:lnTo>
                    <a:pt x="670709" y="390561"/>
                  </a:lnTo>
                  <a:lnTo>
                    <a:pt x="773822" y="396993"/>
                  </a:lnTo>
                  <a:lnTo>
                    <a:pt x="876917" y="401588"/>
                  </a:lnTo>
                  <a:lnTo>
                    <a:pt x="979992" y="404345"/>
                  </a:lnTo>
                  <a:lnTo>
                    <a:pt x="1083048" y="405264"/>
                  </a:lnTo>
                  <a:lnTo>
                    <a:pt x="1185939" y="404345"/>
                  </a:lnTo>
                  <a:lnTo>
                    <a:pt x="1288519" y="401588"/>
                  </a:lnTo>
                  <a:lnTo>
                    <a:pt x="1390789" y="396993"/>
                  </a:lnTo>
                  <a:lnTo>
                    <a:pt x="1492747" y="390561"/>
                  </a:lnTo>
                  <a:lnTo>
                    <a:pt x="1594395" y="382290"/>
                  </a:lnTo>
                  <a:lnTo>
                    <a:pt x="1695733" y="372182"/>
                  </a:lnTo>
                  <a:lnTo>
                    <a:pt x="1796759" y="360235"/>
                  </a:lnTo>
                  <a:lnTo>
                    <a:pt x="1897475" y="346451"/>
                  </a:lnTo>
                  <a:lnTo>
                    <a:pt x="1997880" y="330828"/>
                  </a:lnTo>
                  <a:lnTo>
                    <a:pt x="2097974" y="313368"/>
                  </a:lnTo>
                  <a:lnTo>
                    <a:pt x="2147905" y="303949"/>
                  </a:lnTo>
                  <a:lnTo>
                    <a:pt x="2147905" y="101316"/>
                  </a:lnTo>
                  <a:lnTo>
                    <a:pt x="1083067" y="101316"/>
                  </a:lnTo>
                  <a:lnTo>
                    <a:pt x="981397" y="100397"/>
                  </a:lnTo>
                  <a:lnTo>
                    <a:pt x="879415" y="97640"/>
                  </a:lnTo>
                  <a:lnTo>
                    <a:pt x="777122" y="93045"/>
                  </a:lnTo>
                  <a:lnTo>
                    <a:pt x="674518" y="86612"/>
                  </a:lnTo>
                  <a:lnTo>
                    <a:pt x="571602" y="78342"/>
                  </a:lnTo>
                  <a:lnTo>
                    <a:pt x="468375" y="68233"/>
                  </a:lnTo>
                  <a:lnTo>
                    <a:pt x="364836" y="56286"/>
                  </a:lnTo>
                  <a:lnTo>
                    <a:pt x="260986" y="42502"/>
                  </a:lnTo>
                  <a:lnTo>
                    <a:pt x="156825" y="26879"/>
                  </a:lnTo>
                  <a:lnTo>
                    <a:pt x="52353" y="9419"/>
                  </a:lnTo>
                  <a:lnTo>
                    <a:pt x="0" y="0"/>
                  </a:lnTo>
                  <a:close/>
                </a:path>
                <a:path w="2148204" h="405764">
                  <a:moveTo>
                    <a:pt x="2147905" y="0"/>
                  </a:moveTo>
                  <a:lnTo>
                    <a:pt x="2097246" y="9419"/>
                  </a:lnTo>
                  <a:lnTo>
                    <a:pt x="1995915" y="26879"/>
                  </a:lnTo>
                  <a:lnTo>
                    <a:pt x="1894565" y="42502"/>
                  </a:lnTo>
                  <a:lnTo>
                    <a:pt x="1793195" y="56286"/>
                  </a:lnTo>
                  <a:lnTo>
                    <a:pt x="1691806" y="68233"/>
                  </a:lnTo>
                  <a:lnTo>
                    <a:pt x="1590398" y="78342"/>
                  </a:lnTo>
                  <a:lnTo>
                    <a:pt x="1488970" y="86612"/>
                  </a:lnTo>
                  <a:lnTo>
                    <a:pt x="1387523" y="93045"/>
                  </a:lnTo>
                  <a:lnTo>
                    <a:pt x="1286057" y="97640"/>
                  </a:lnTo>
                  <a:lnTo>
                    <a:pt x="1184572" y="100397"/>
                  </a:lnTo>
                  <a:lnTo>
                    <a:pt x="1083067" y="101316"/>
                  </a:lnTo>
                  <a:lnTo>
                    <a:pt x="2147905" y="101316"/>
                  </a:lnTo>
                  <a:lnTo>
                    <a:pt x="2147905"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6" name="object 16"/>
            <p:cNvSpPr/>
            <p:nvPr/>
          </p:nvSpPr>
          <p:spPr>
            <a:xfrm>
              <a:off x="9345594" y="6012563"/>
              <a:ext cx="302260" cy="304165"/>
            </a:xfrm>
            <a:custGeom>
              <a:avLst/>
              <a:gdLst/>
              <a:ahLst/>
              <a:cxnLst/>
              <a:rect l="l" t="t" r="r" b="b"/>
              <a:pathLst>
                <a:path w="302259" h="304164">
                  <a:moveTo>
                    <a:pt x="302049" y="0"/>
                  </a:moveTo>
                  <a:lnTo>
                    <a:pt x="0" y="0"/>
                  </a:lnTo>
                  <a:lnTo>
                    <a:pt x="0" y="303947"/>
                  </a:lnTo>
                  <a:lnTo>
                    <a:pt x="302049" y="303947"/>
                  </a:lnTo>
                  <a:lnTo>
                    <a:pt x="302049" y="0"/>
                  </a:lnTo>
                  <a:close/>
                </a:path>
              </a:pathLst>
            </a:custGeom>
            <a:solidFill>
              <a:srgbClr val="E9F9F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7" name="object 17"/>
            <p:cNvSpPr/>
            <p:nvPr/>
          </p:nvSpPr>
          <p:spPr>
            <a:xfrm>
              <a:off x="9345594" y="6012563"/>
              <a:ext cx="302260" cy="304165"/>
            </a:xfrm>
            <a:custGeom>
              <a:avLst/>
              <a:gdLst/>
              <a:ahLst/>
              <a:cxnLst/>
              <a:rect l="l" t="t" r="r" b="b"/>
              <a:pathLst>
                <a:path w="302259" h="304164">
                  <a:moveTo>
                    <a:pt x="0" y="0"/>
                  </a:moveTo>
                  <a:lnTo>
                    <a:pt x="302049" y="0"/>
                  </a:lnTo>
                  <a:lnTo>
                    <a:pt x="302049" y="303948"/>
                  </a:lnTo>
                  <a:lnTo>
                    <a:pt x="0" y="303948"/>
                  </a:lnTo>
                  <a:lnTo>
                    <a:pt x="0" y="0"/>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8" name="object 18"/>
            <p:cNvSpPr/>
            <p:nvPr/>
          </p:nvSpPr>
          <p:spPr>
            <a:xfrm>
              <a:off x="11191450" y="6012563"/>
              <a:ext cx="302260" cy="304165"/>
            </a:xfrm>
            <a:custGeom>
              <a:avLst/>
              <a:gdLst/>
              <a:ahLst/>
              <a:cxnLst/>
              <a:rect l="l" t="t" r="r" b="b"/>
              <a:pathLst>
                <a:path w="302259" h="304164">
                  <a:moveTo>
                    <a:pt x="302049" y="0"/>
                  </a:moveTo>
                  <a:lnTo>
                    <a:pt x="0" y="0"/>
                  </a:lnTo>
                  <a:lnTo>
                    <a:pt x="0" y="303947"/>
                  </a:lnTo>
                  <a:lnTo>
                    <a:pt x="302049" y="303947"/>
                  </a:lnTo>
                  <a:lnTo>
                    <a:pt x="302049" y="0"/>
                  </a:lnTo>
                  <a:close/>
                </a:path>
              </a:pathLst>
            </a:custGeom>
            <a:solidFill>
              <a:srgbClr val="E9F9F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9" name="object 19"/>
            <p:cNvSpPr/>
            <p:nvPr/>
          </p:nvSpPr>
          <p:spPr>
            <a:xfrm>
              <a:off x="11191450" y="6012563"/>
              <a:ext cx="302260" cy="304165"/>
            </a:xfrm>
            <a:custGeom>
              <a:avLst/>
              <a:gdLst/>
              <a:ahLst/>
              <a:cxnLst/>
              <a:rect l="l" t="t" r="r" b="b"/>
              <a:pathLst>
                <a:path w="302259" h="304164">
                  <a:moveTo>
                    <a:pt x="0" y="0"/>
                  </a:moveTo>
                  <a:lnTo>
                    <a:pt x="302049" y="0"/>
                  </a:lnTo>
                  <a:lnTo>
                    <a:pt x="302049" y="303948"/>
                  </a:lnTo>
                  <a:lnTo>
                    <a:pt x="0" y="303948"/>
                  </a:lnTo>
                  <a:lnTo>
                    <a:pt x="0" y="0"/>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0" name="object 20"/>
            <p:cNvSpPr/>
            <p:nvPr/>
          </p:nvSpPr>
          <p:spPr>
            <a:xfrm>
              <a:off x="10233321" y="4476178"/>
              <a:ext cx="406400" cy="1198880"/>
            </a:xfrm>
            <a:custGeom>
              <a:avLst/>
              <a:gdLst/>
              <a:ahLst/>
              <a:cxnLst/>
              <a:rect l="l" t="t" r="r" b="b"/>
              <a:pathLst>
                <a:path w="406400" h="1198879">
                  <a:moveTo>
                    <a:pt x="203006" y="0"/>
                  </a:moveTo>
                  <a:lnTo>
                    <a:pt x="190647" y="2496"/>
                  </a:lnTo>
                  <a:lnTo>
                    <a:pt x="180555" y="9302"/>
                  </a:lnTo>
                  <a:lnTo>
                    <a:pt x="173751" y="19395"/>
                  </a:lnTo>
                  <a:lnTo>
                    <a:pt x="171256" y="31750"/>
                  </a:lnTo>
                  <a:lnTo>
                    <a:pt x="171256" y="1045857"/>
                  </a:lnTo>
                  <a:lnTo>
                    <a:pt x="59229" y="846696"/>
                  </a:lnTo>
                  <a:lnTo>
                    <a:pt x="15991" y="834580"/>
                  </a:lnTo>
                  <a:lnTo>
                    <a:pt x="0" y="865825"/>
                  </a:lnTo>
                  <a:lnTo>
                    <a:pt x="3884" y="877824"/>
                  </a:lnTo>
                  <a:lnTo>
                    <a:pt x="175334" y="1182622"/>
                  </a:lnTo>
                  <a:lnTo>
                    <a:pt x="187395" y="1194760"/>
                  </a:lnTo>
                  <a:lnTo>
                    <a:pt x="203006" y="1198806"/>
                  </a:lnTo>
                  <a:lnTo>
                    <a:pt x="218617" y="1194760"/>
                  </a:lnTo>
                  <a:lnTo>
                    <a:pt x="230679" y="1182622"/>
                  </a:lnTo>
                  <a:lnTo>
                    <a:pt x="402129" y="877824"/>
                  </a:lnTo>
                  <a:lnTo>
                    <a:pt x="406013" y="865825"/>
                  </a:lnTo>
                  <a:lnTo>
                    <a:pt x="405030" y="853692"/>
                  </a:lnTo>
                  <a:lnTo>
                    <a:pt x="399570" y="842814"/>
                  </a:lnTo>
                  <a:lnTo>
                    <a:pt x="390022" y="834580"/>
                  </a:lnTo>
                  <a:lnTo>
                    <a:pt x="388092" y="833577"/>
                  </a:lnTo>
                  <a:lnTo>
                    <a:pt x="376490" y="830560"/>
                  </a:lnTo>
                  <a:lnTo>
                    <a:pt x="364922" y="831969"/>
                  </a:lnTo>
                  <a:lnTo>
                    <a:pt x="354612" y="837461"/>
                  </a:lnTo>
                  <a:lnTo>
                    <a:pt x="346784" y="846696"/>
                  </a:lnTo>
                  <a:lnTo>
                    <a:pt x="234756" y="1045857"/>
                  </a:lnTo>
                  <a:lnTo>
                    <a:pt x="234756" y="31750"/>
                  </a:lnTo>
                  <a:lnTo>
                    <a:pt x="232261" y="19395"/>
                  </a:lnTo>
                  <a:lnTo>
                    <a:pt x="225456" y="9302"/>
                  </a:lnTo>
                  <a:lnTo>
                    <a:pt x="215364" y="2496"/>
                  </a:lnTo>
                  <a:lnTo>
                    <a:pt x="203006"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1" name="object 21"/>
          <p:cNvSpPr txBox="1"/>
          <p:nvPr/>
        </p:nvSpPr>
        <p:spPr>
          <a:xfrm>
            <a:off x="4241351" y="2708116"/>
            <a:ext cx="192405" cy="375285"/>
          </a:xfrm>
          <a:prstGeom prst="rect">
            <a:avLst/>
          </a:prstGeom>
        </p:spPr>
        <p:txBody>
          <a:bodyPr vert="horz" wrap="square" lIns="0" tIns="6350" rIns="0" bIns="0" rtlCol="0">
            <a:spAutoFit/>
          </a:bodyPr>
          <a:lstStyle/>
          <a:p>
            <a:pPr marL="6350">
              <a:spcBef>
                <a:spcPts val="50"/>
              </a:spcBef>
            </a:pPr>
            <a:r>
              <a:rPr sz="2400" spc="-358" dirty="0">
                <a:solidFill>
                  <a:srgbClr val="212121"/>
                </a:solidFill>
                <a:latin typeface="江城圆体 400W" panose="020B0800000000000000" pitchFamily="34" charset="-128"/>
                <a:ea typeface="江城圆体 400W" panose="020B0800000000000000" pitchFamily="34" charset="-128"/>
                <a:cs typeface="Microsoft JhengHei"/>
              </a:rPr>
              <a:t>+</a:t>
            </a:r>
            <a:endParaRPr sz="2400">
              <a:latin typeface="江城圆体 400W" panose="020B0800000000000000" pitchFamily="34" charset="-128"/>
              <a:ea typeface="江城圆体 400W" panose="020B0800000000000000" pitchFamily="34" charset="-128"/>
              <a:cs typeface="Microsoft JhengHei"/>
            </a:endParaRPr>
          </a:p>
        </p:txBody>
      </p:sp>
      <p:grpSp>
        <p:nvGrpSpPr>
          <p:cNvPr id="22" name="object 22"/>
          <p:cNvGrpSpPr/>
          <p:nvPr/>
        </p:nvGrpSpPr>
        <p:grpSpPr>
          <a:xfrm>
            <a:off x="1095375" y="2136775"/>
            <a:ext cx="1080453" cy="1092200"/>
            <a:chOff x="2190750" y="4273550"/>
            <a:chExt cx="2160905" cy="2184400"/>
          </a:xfrm>
        </p:grpSpPr>
        <p:sp>
          <p:nvSpPr>
            <p:cNvPr id="23" name="object 23"/>
            <p:cNvSpPr/>
            <p:nvPr/>
          </p:nvSpPr>
          <p:spPr>
            <a:xfrm>
              <a:off x="2197100" y="5514352"/>
              <a:ext cx="2148205" cy="633730"/>
            </a:xfrm>
            <a:custGeom>
              <a:avLst/>
              <a:gdLst/>
              <a:ahLst/>
              <a:cxnLst/>
              <a:rect l="l" t="t" r="r" b="b"/>
              <a:pathLst>
                <a:path w="2148204" h="633729">
                  <a:moveTo>
                    <a:pt x="2147900" y="329361"/>
                  </a:moveTo>
                  <a:lnTo>
                    <a:pt x="0" y="329361"/>
                  </a:lnTo>
                  <a:lnTo>
                    <a:pt x="0" y="633310"/>
                  </a:lnTo>
                  <a:lnTo>
                    <a:pt x="2147900" y="633310"/>
                  </a:lnTo>
                  <a:lnTo>
                    <a:pt x="2147900" y="329361"/>
                  </a:lnTo>
                  <a:close/>
                </a:path>
                <a:path w="2148204" h="633729">
                  <a:moveTo>
                    <a:pt x="2147900" y="0"/>
                  </a:moveTo>
                  <a:lnTo>
                    <a:pt x="0" y="0"/>
                  </a:lnTo>
                  <a:lnTo>
                    <a:pt x="0" y="303961"/>
                  </a:lnTo>
                  <a:lnTo>
                    <a:pt x="2147900" y="303961"/>
                  </a:lnTo>
                  <a:lnTo>
                    <a:pt x="21479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4" name="object 24"/>
            <p:cNvSpPr/>
            <p:nvPr/>
          </p:nvSpPr>
          <p:spPr>
            <a:xfrm>
              <a:off x="2197100" y="6147652"/>
              <a:ext cx="302260" cy="304165"/>
            </a:xfrm>
            <a:custGeom>
              <a:avLst/>
              <a:gdLst/>
              <a:ahLst/>
              <a:cxnLst/>
              <a:rect l="l" t="t" r="r" b="b"/>
              <a:pathLst>
                <a:path w="302260" h="304164">
                  <a:moveTo>
                    <a:pt x="302049" y="0"/>
                  </a:moveTo>
                  <a:lnTo>
                    <a:pt x="0" y="0"/>
                  </a:lnTo>
                  <a:lnTo>
                    <a:pt x="0" y="303947"/>
                  </a:lnTo>
                  <a:lnTo>
                    <a:pt x="302049" y="303947"/>
                  </a:lnTo>
                  <a:lnTo>
                    <a:pt x="302049" y="0"/>
                  </a:lnTo>
                  <a:close/>
                </a:path>
              </a:pathLst>
            </a:custGeom>
            <a:solidFill>
              <a:srgbClr val="E9F9F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 name="object 25"/>
            <p:cNvSpPr/>
            <p:nvPr/>
          </p:nvSpPr>
          <p:spPr>
            <a:xfrm>
              <a:off x="2197100" y="6147652"/>
              <a:ext cx="302260" cy="304165"/>
            </a:xfrm>
            <a:custGeom>
              <a:avLst/>
              <a:gdLst/>
              <a:ahLst/>
              <a:cxnLst/>
              <a:rect l="l" t="t" r="r" b="b"/>
              <a:pathLst>
                <a:path w="302260" h="304164">
                  <a:moveTo>
                    <a:pt x="0" y="0"/>
                  </a:moveTo>
                  <a:lnTo>
                    <a:pt x="302049" y="0"/>
                  </a:lnTo>
                  <a:lnTo>
                    <a:pt x="302049" y="303948"/>
                  </a:lnTo>
                  <a:lnTo>
                    <a:pt x="0" y="303948"/>
                  </a:lnTo>
                  <a:lnTo>
                    <a:pt x="0" y="0"/>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6" name="object 26"/>
            <p:cNvSpPr/>
            <p:nvPr/>
          </p:nvSpPr>
          <p:spPr>
            <a:xfrm>
              <a:off x="4042956" y="6147652"/>
              <a:ext cx="302260" cy="304165"/>
            </a:xfrm>
            <a:custGeom>
              <a:avLst/>
              <a:gdLst/>
              <a:ahLst/>
              <a:cxnLst/>
              <a:rect l="l" t="t" r="r" b="b"/>
              <a:pathLst>
                <a:path w="302260" h="304164">
                  <a:moveTo>
                    <a:pt x="302049" y="0"/>
                  </a:moveTo>
                  <a:lnTo>
                    <a:pt x="0" y="0"/>
                  </a:lnTo>
                  <a:lnTo>
                    <a:pt x="0" y="303947"/>
                  </a:lnTo>
                  <a:lnTo>
                    <a:pt x="302049" y="303947"/>
                  </a:lnTo>
                  <a:lnTo>
                    <a:pt x="302049" y="0"/>
                  </a:lnTo>
                  <a:close/>
                </a:path>
              </a:pathLst>
            </a:custGeom>
            <a:solidFill>
              <a:srgbClr val="E9F9F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7" name="object 27"/>
            <p:cNvSpPr/>
            <p:nvPr/>
          </p:nvSpPr>
          <p:spPr>
            <a:xfrm>
              <a:off x="4042956" y="6147652"/>
              <a:ext cx="302260" cy="304165"/>
            </a:xfrm>
            <a:custGeom>
              <a:avLst/>
              <a:gdLst/>
              <a:ahLst/>
              <a:cxnLst/>
              <a:rect l="l" t="t" r="r" b="b"/>
              <a:pathLst>
                <a:path w="302260" h="304164">
                  <a:moveTo>
                    <a:pt x="0" y="0"/>
                  </a:moveTo>
                  <a:lnTo>
                    <a:pt x="302049" y="0"/>
                  </a:lnTo>
                  <a:lnTo>
                    <a:pt x="302049" y="303948"/>
                  </a:lnTo>
                  <a:lnTo>
                    <a:pt x="0" y="303948"/>
                  </a:lnTo>
                  <a:lnTo>
                    <a:pt x="0" y="0"/>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 name="object 28"/>
            <p:cNvSpPr/>
            <p:nvPr/>
          </p:nvSpPr>
          <p:spPr>
            <a:xfrm>
              <a:off x="3084825" y="4273550"/>
              <a:ext cx="406400" cy="1198880"/>
            </a:xfrm>
            <a:custGeom>
              <a:avLst/>
              <a:gdLst/>
              <a:ahLst/>
              <a:cxnLst/>
              <a:rect l="l" t="t" r="r" b="b"/>
              <a:pathLst>
                <a:path w="406400" h="1198879">
                  <a:moveTo>
                    <a:pt x="203007" y="0"/>
                  </a:moveTo>
                  <a:lnTo>
                    <a:pt x="190649" y="2494"/>
                  </a:lnTo>
                  <a:lnTo>
                    <a:pt x="180556" y="9297"/>
                  </a:lnTo>
                  <a:lnTo>
                    <a:pt x="173752" y="19389"/>
                  </a:lnTo>
                  <a:lnTo>
                    <a:pt x="171257" y="31750"/>
                  </a:lnTo>
                  <a:lnTo>
                    <a:pt x="171257" y="1045857"/>
                  </a:lnTo>
                  <a:lnTo>
                    <a:pt x="59229" y="846683"/>
                  </a:lnTo>
                  <a:lnTo>
                    <a:pt x="15991" y="834580"/>
                  </a:lnTo>
                  <a:lnTo>
                    <a:pt x="0" y="865825"/>
                  </a:lnTo>
                  <a:lnTo>
                    <a:pt x="3884" y="877823"/>
                  </a:lnTo>
                  <a:lnTo>
                    <a:pt x="175334" y="1182624"/>
                  </a:lnTo>
                  <a:lnTo>
                    <a:pt x="187396" y="1194761"/>
                  </a:lnTo>
                  <a:lnTo>
                    <a:pt x="203007" y="1198806"/>
                  </a:lnTo>
                  <a:lnTo>
                    <a:pt x="218618" y="1194761"/>
                  </a:lnTo>
                  <a:lnTo>
                    <a:pt x="230679" y="1182624"/>
                  </a:lnTo>
                  <a:lnTo>
                    <a:pt x="402129" y="877823"/>
                  </a:lnTo>
                  <a:lnTo>
                    <a:pt x="406013" y="865825"/>
                  </a:lnTo>
                  <a:lnTo>
                    <a:pt x="405030" y="853692"/>
                  </a:lnTo>
                  <a:lnTo>
                    <a:pt x="399570" y="842814"/>
                  </a:lnTo>
                  <a:lnTo>
                    <a:pt x="390022" y="834580"/>
                  </a:lnTo>
                  <a:lnTo>
                    <a:pt x="388092" y="833577"/>
                  </a:lnTo>
                  <a:lnTo>
                    <a:pt x="376490" y="830560"/>
                  </a:lnTo>
                  <a:lnTo>
                    <a:pt x="364922" y="831967"/>
                  </a:lnTo>
                  <a:lnTo>
                    <a:pt x="354612" y="837456"/>
                  </a:lnTo>
                  <a:lnTo>
                    <a:pt x="346784" y="846683"/>
                  </a:lnTo>
                  <a:lnTo>
                    <a:pt x="234757" y="1045857"/>
                  </a:lnTo>
                  <a:lnTo>
                    <a:pt x="234757" y="31750"/>
                  </a:lnTo>
                  <a:lnTo>
                    <a:pt x="232262" y="19389"/>
                  </a:lnTo>
                  <a:lnTo>
                    <a:pt x="225458" y="9297"/>
                  </a:lnTo>
                  <a:lnTo>
                    <a:pt x="215365" y="2494"/>
                  </a:lnTo>
                  <a:lnTo>
                    <a:pt x="203007"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9" name="object 29"/>
          <p:cNvSpPr txBox="1"/>
          <p:nvPr/>
        </p:nvSpPr>
        <p:spPr>
          <a:xfrm>
            <a:off x="1042249" y="4178300"/>
            <a:ext cx="944563" cy="167640"/>
          </a:xfrm>
          <a:prstGeom prst="rect">
            <a:avLst/>
          </a:prstGeom>
        </p:spPr>
        <p:txBody>
          <a:bodyPr vert="horz" wrap="square" lIns="0" tIns="6350" rIns="0" bIns="0" rtlCol="0">
            <a:spAutoFit/>
          </a:bodyPr>
          <a:lstStyle/>
          <a:p>
            <a:pPr marL="6350">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Microsoft JhengHei"/>
              </a:rPr>
              <a:t>统合综效的条件</a:t>
            </a:r>
            <a:endParaRPr sz="1050" dirty="0">
              <a:latin typeface="江城圆体 400W" panose="020B0800000000000000" pitchFamily="34" charset="-128"/>
              <a:ea typeface="江城圆体 400W" panose="020B0800000000000000" pitchFamily="34" charset="-128"/>
              <a:cs typeface="Microsoft JhengHei"/>
            </a:endParaRPr>
          </a:p>
        </p:txBody>
      </p:sp>
      <p:sp>
        <p:nvSpPr>
          <p:cNvPr id="30" name="object 30"/>
          <p:cNvSpPr txBox="1"/>
          <p:nvPr/>
        </p:nvSpPr>
        <p:spPr>
          <a:xfrm>
            <a:off x="4782398" y="3860800"/>
            <a:ext cx="944563" cy="167640"/>
          </a:xfrm>
          <a:prstGeom prst="rect">
            <a:avLst/>
          </a:prstGeom>
        </p:spPr>
        <p:txBody>
          <a:bodyPr vert="horz" wrap="square" lIns="0" tIns="6350" rIns="0" bIns="0" rtlCol="0">
            <a:spAutoFit/>
          </a:bodyPr>
          <a:lstStyle/>
          <a:p>
            <a:pPr marL="6350">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Microsoft JhengHei"/>
              </a:rPr>
              <a:t>对合作者的要求</a:t>
            </a:r>
            <a:endParaRPr sz="1050" dirty="0">
              <a:latin typeface="江城圆体 400W" panose="020B0800000000000000" pitchFamily="34" charset="-128"/>
              <a:ea typeface="江城圆体 400W" panose="020B0800000000000000" pitchFamily="34" charset="-128"/>
              <a:cs typeface="Microsoft JhengHei"/>
            </a:endParaRPr>
          </a:p>
        </p:txBody>
      </p:sp>
      <p:sp>
        <p:nvSpPr>
          <p:cNvPr id="31" name="object 31"/>
          <p:cNvSpPr txBox="1"/>
          <p:nvPr/>
        </p:nvSpPr>
        <p:spPr>
          <a:xfrm>
            <a:off x="1056596" y="4503420"/>
            <a:ext cx="934547" cy="749300"/>
          </a:xfrm>
          <a:prstGeom prst="rect">
            <a:avLst/>
          </a:prstGeom>
        </p:spPr>
        <p:txBody>
          <a:bodyPr vert="horz" wrap="square" lIns="0" tIns="30480" rIns="0" bIns="0" rtlCol="0">
            <a:spAutoFit/>
          </a:bodyPr>
          <a:lstStyle/>
          <a:p>
            <a:pPr marL="71755">
              <a:spcBef>
                <a:spcPts val="240"/>
              </a:spcBef>
            </a:pPr>
            <a:r>
              <a:rPr sz="105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困难的任务</a:t>
            </a:r>
            <a:endParaRPr sz="1050">
              <a:latin typeface="江城圆体 400W" panose="020B0800000000000000" pitchFamily="34" charset="-128"/>
              <a:ea typeface="江城圆体 400W" panose="020B0800000000000000" pitchFamily="34" charset="-128"/>
              <a:cs typeface="PMingLiU" panose="02020500000000000000" charset="-120"/>
            </a:endParaRPr>
          </a:p>
          <a:p>
            <a:pPr marL="137160">
              <a:spcBef>
                <a:spcPts val="190"/>
              </a:spcBef>
            </a:pPr>
            <a:r>
              <a:rPr sz="105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缺乏竞争</a:t>
            </a:r>
            <a:endParaRPr sz="1050">
              <a:latin typeface="江城圆体 400W" panose="020B0800000000000000" pitchFamily="34" charset="-128"/>
              <a:ea typeface="江城圆体 400W" panose="020B0800000000000000" pitchFamily="34" charset="-128"/>
              <a:cs typeface="PMingLiU" panose="02020500000000000000" charset="-120"/>
            </a:endParaRPr>
          </a:p>
          <a:p>
            <a:pPr marL="6350">
              <a:spcBef>
                <a:spcPts val="190"/>
              </a:spcBef>
            </a:pPr>
            <a:r>
              <a:rPr sz="105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共同追求双赢</a:t>
            </a:r>
            <a:endParaRPr sz="1050">
              <a:latin typeface="江城圆体 400W" panose="020B0800000000000000" pitchFamily="34" charset="-128"/>
              <a:ea typeface="江城圆体 400W" panose="020B0800000000000000" pitchFamily="34" charset="-128"/>
              <a:cs typeface="PMingLiU" panose="02020500000000000000" charset="-120"/>
            </a:endParaRPr>
          </a:p>
          <a:p>
            <a:pPr marL="137160">
              <a:spcBef>
                <a:spcPts val="190"/>
              </a:spcBef>
            </a:pPr>
            <a:r>
              <a:rPr sz="105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移情交流</a:t>
            </a:r>
            <a:endParaRPr sz="1050">
              <a:latin typeface="江城圆体 400W" panose="020B0800000000000000" pitchFamily="34" charset="-128"/>
              <a:ea typeface="江城圆体 400W" panose="020B0800000000000000" pitchFamily="34" charset="-128"/>
              <a:cs typeface="PMingLiU" panose="02020500000000000000" charset="-120"/>
            </a:endParaRPr>
          </a:p>
        </p:txBody>
      </p:sp>
      <p:pic>
        <p:nvPicPr>
          <p:cNvPr id="32" name="object 32"/>
          <p:cNvPicPr/>
          <p:nvPr/>
        </p:nvPicPr>
        <p:blipFill>
          <a:blip r:embed="rId2" cstate="print"/>
          <a:stretch>
            <a:fillRect/>
          </a:stretch>
        </p:blipFill>
        <p:spPr>
          <a:xfrm>
            <a:off x="1949450" y="3587717"/>
            <a:ext cx="2749550" cy="1974850"/>
          </a:xfrm>
          <a:prstGeom prst="rect">
            <a:avLst/>
          </a:prstGeom>
        </p:spPr>
      </p:pic>
      <p:sp>
        <p:nvSpPr>
          <p:cNvPr id="33" name="object 33"/>
          <p:cNvSpPr txBox="1"/>
          <p:nvPr/>
        </p:nvSpPr>
        <p:spPr>
          <a:xfrm>
            <a:off x="4597922" y="4159768"/>
            <a:ext cx="1223853" cy="933450"/>
          </a:xfrm>
          <a:prstGeom prst="rect">
            <a:avLst/>
          </a:prstGeom>
        </p:spPr>
        <p:txBody>
          <a:bodyPr vert="horz" wrap="square" lIns="0" tIns="6350" rIns="0" bIns="0" rtlCol="0">
            <a:spAutoFit/>
          </a:bodyPr>
          <a:lstStyle/>
          <a:p>
            <a:pPr marL="6350" marR="2540" algn="ctr">
              <a:lnSpc>
                <a:spcPct val="115000"/>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认识到自己理解的局限和经验的不足</a:t>
            </a:r>
            <a:endParaRPr sz="1050" dirty="0">
              <a:latin typeface="江城圆体 400W" panose="020B0800000000000000" pitchFamily="34" charset="-128"/>
              <a:ea typeface="江城圆体 400W" panose="020B0800000000000000" pitchFamily="34" charset="-128"/>
              <a:cs typeface="PMingLiU" panose="02020500000000000000" charset="-120"/>
            </a:endParaRPr>
          </a:p>
          <a:p>
            <a:pPr marL="6350" marR="2540" algn="ctr">
              <a:lnSpc>
                <a:spcPct val="115000"/>
              </a:lnSpc>
            </a:pPr>
            <a:r>
              <a:rPr sz="105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完善你的长处，弥补你的弱点</a:t>
            </a:r>
            <a:endParaRPr sz="105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190"/>
              </a:spcBef>
            </a:pPr>
            <a:r>
              <a:rPr sz="105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尊重价值差异</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34" name="object 34"/>
          <p:cNvSpPr txBox="1"/>
          <p:nvPr/>
        </p:nvSpPr>
        <p:spPr>
          <a:xfrm>
            <a:off x="1022350" y="5824220"/>
            <a:ext cx="4815840" cy="1278255"/>
          </a:xfrm>
          <a:prstGeom prst="rect">
            <a:avLst/>
          </a:prstGeom>
        </p:spPr>
        <p:txBody>
          <a:bodyPr vert="horz" wrap="square" lIns="0" tIns="6350" rIns="0" bIns="0" rtlCol="0">
            <a:spAutoFit/>
          </a:bodyPr>
          <a:lstStyle/>
          <a:p>
            <a:pPr marL="6350" marR="2540">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统合综效的精髓就是判断和尊重差异，取长补短。与人合作最重要的是，重视不同个体的不同心理、情绪与智能，以及个人眼中所见到的不同世界。</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15"/>
              </a:spcBef>
            </a:pPr>
            <a:endParaRPr sz="102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5080" algn="just">
              <a:lnSpc>
                <a:spcPct val="115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The essence of integrative synthesis is to recognize and respect differences and to build on strengths. The most important thing in working with people is to value the different mentalities, emotions and intelligences of different individuals, as well as the different ways in which they see the world.</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pic>
        <p:nvPicPr>
          <p:cNvPr id="35" name="object 35"/>
          <p:cNvPicPr/>
          <p:nvPr/>
        </p:nvPicPr>
        <p:blipFill>
          <a:blip r:embed="rId3" cstate="print"/>
          <a:stretch>
            <a:fillRect/>
          </a:stretch>
        </p:blipFill>
        <p:spPr>
          <a:xfrm>
            <a:off x="3189837" y="8851900"/>
            <a:ext cx="486698" cy="292100"/>
          </a:xfrm>
          <a:prstGeom prst="rect">
            <a:avLst/>
          </a:prstGeom>
        </p:spPr>
      </p:pic>
      <p:sp>
        <p:nvSpPr>
          <p:cNvPr id="36" name="object 36"/>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a:latin typeface="江城圆体 300W" panose="020B0800000000000000" pitchFamily="34" charset="-128"/>
              <a:ea typeface="江城圆体 300W" panose="020B0800000000000000" pitchFamily="34" charset="-128"/>
              <a:cs typeface="PMingLiU" panose="02020500000000000000" charset="-120"/>
            </a:endParaRPr>
          </a:p>
        </p:txBody>
      </p:sp>
      <p:sp>
        <p:nvSpPr>
          <p:cNvPr id="38" name="文本框 37"/>
          <p:cNvSpPr txBox="1"/>
          <p:nvPr/>
        </p:nvSpPr>
        <p:spPr>
          <a:xfrm>
            <a:off x="1718686" y="1778505"/>
            <a:ext cx="3429000" cy="275590"/>
          </a:xfrm>
          <a:prstGeom prst="rect">
            <a:avLst/>
          </a:prstGeom>
          <a:noFill/>
        </p:spPr>
        <p:txBody>
          <a:bodyPr wrap="square">
            <a:spAutoFit/>
          </a:bodyPr>
          <a:lstStyle/>
          <a:p>
            <a:pPr marR="42545" algn="ctr"/>
            <a:r>
              <a:rPr lang="zh-CN" altLang="en-US" sz="1200" spc="-1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整体大于部分之和</a:t>
            </a:r>
            <a:endParaRPr lang="zh-CN" altLang="en-US" sz="12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39" name="object 6"/>
          <p:cNvSpPr txBox="1"/>
          <p:nvPr/>
        </p:nvSpPr>
        <p:spPr>
          <a:xfrm>
            <a:off x="1652582" y="1338873"/>
            <a:ext cx="226066" cy="325120"/>
          </a:xfrm>
          <a:prstGeom prst="rect">
            <a:avLst/>
          </a:prstGeom>
        </p:spPr>
        <p:txBody>
          <a:bodyPr vert="horz" wrap="square" lIns="0" tIns="6350" rIns="0" bIns="0" rtlCol="0">
            <a:spAutoFit/>
          </a:bodyPr>
          <a:lstStyle/>
          <a:p>
            <a:pPr marL="19050">
              <a:spcBef>
                <a:spcPts val="50"/>
              </a:spcBef>
              <a:tabLst>
                <a:tab pos="245745" algn="l"/>
              </a:tabLst>
            </a:pPr>
            <a:r>
              <a:rPr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a:t>
            </a:r>
            <a:r>
              <a:rPr lang="en-US" altLang="zh-CN"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6</a:t>
            </a:r>
            <a:r>
              <a:rPr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a:t>
            </a:r>
            <a:endParaRPr sz="2000" b="1" dirty="0">
              <a:latin typeface="江城圆体 600W" panose="020B0800000000000000" pitchFamily="34" charset="-128"/>
              <a:ea typeface="江城圆体 600W" panose="020B0800000000000000" pitchFamily="34" charset="-128"/>
              <a:cs typeface="Microsoft JhengHe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grpSp>
        <p:nvGrpSpPr>
          <p:cNvPr id="3" name="object 3"/>
          <p:cNvGrpSpPr/>
          <p:nvPr/>
        </p:nvGrpSpPr>
        <p:grpSpPr>
          <a:xfrm>
            <a:off x="1622425" y="1241425"/>
            <a:ext cx="259398" cy="259080"/>
            <a:chOff x="3244850" y="2482850"/>
            <a:chExt cx="518795" cy="518159"/>
          </a:xfrm>
        </p:grpSpPr>
        <p:sp>
          <p:nvSpPr>
            <p:cNvPr id="4" name="object 4"/>
            <p:cNvSpPr/>
            <p:nvPr/>
          </p:nvSpPr>
          <p:spPr>
            <a:xfrm>
              <a:off x="3251200" y="2489200"/>
              <a:ext cx="506095" cy="505459"/>
            </a:xfrm>
            <a:custGeom>
              <a:avLst/>
              <a:gdLst/>
              <a:ahLst/>
              <a:cxnLst/>
              <a:rect l="l" t="t" r="r" b="b"/>
              <a:pathLst>
                <a:path w="506095" h="505460">
                  <a:moveTo>
                    <a:pt x="252529" y="0"/>
                  </a:moveTo>
                  <a:lnTo>
                    <a:pt x="207137" y="4068"/>
                  </a:lnTo>
                  <a:lnTo>
                    <a:pt x="164413" y="15798"/>
                  </a:lnTo>
                  <a:lnTo>
                    <a:pt x="125073" y="34476"/>
                  </a:lnTo>
                  <a:lnTo>
                    <a:pt x="89828" y="59389"/>
                  </a:lnTo>
                  <a:lnTo>
                    <a:pt x="59391" y="89825"/>
                  </a:lnTo>
                  <a:lnTo>
                    <a:pt x="34477" y="125069"/>
                  </a:lnTo>
                  <a:lnTo>
                    <a:pt x="15798" y="164410"/>
                  </a:lnTo>
                  <a:lnTo>
                    <a:pt x="4068" y="207133"/>
                  </a:lnTo>
                  <a:lnTo>
                    <a:pt x="0" y="252526"/>
                  </a:lnTo>
                  <a:lnTo>
                    <a:pt x="4068" y="297920"/>
                  </a:lnTo>
                  <a:lnTo>
                    <a:pt x="15798" y="340643"/>
                  </a:lnTo>
                  <a:lnTo>
                    <a:pt x="34477" y="379984"/>
                  </a:lnTo>
                  <a:lnTo>
                    <a:pt x="59391" y="415228"/>
                  </a:lnTo>
                  <a:lnTo>
                    <a:pt x="89828" y="445664"/>
                  </a:lnTo>
                  <a:lnTo>
                    <a:pt x="125073" y="470577"/>
                  </a:lnTo>
                  <a:lnTo>
                    <a:pt x="164413" y="489255"/>
                  </a:lnTo>
                  <a:lnTo>
                    <a:pt x="207137" y="500985"/>
                  </a:lnTo>
                  <a:lnTo>
                    <a:pt x="252529" y="505053"/>
                  </a:lnTo>
                  <a:lnTo>
                    <a:pt x="287809" y="502610"/>
                  </a:lnTo>
                  <a:lnTo>
                    <a:pt x="321592" y="495498"/>
                  </a:lnTo>
                  <a:lnTo>
                    <a:pt x="353550" y="484045"/>
                  </a:lnTo>
                  <a:lnTo>
                    <a:pt x="383353" y="468579"/>
                  </a:lnTo>
                  <a:lnTo>
                    <a:pt x="502900" y="468579"/>
                  </a:lnTo>
                  <a:lnTo>
                    <a:pt x="493532" y="437051"/>
                  </a:lnTo>
                  <a:lnTo>
                    <a:pt x="480073" y="394304"/>
                  </a:lnTo>
                  <a:lnTo>
                    <a:pt x="478115" y="366153"/>
                  </a:lnTo>
                  <a:lnTo>
                    <a:pt x="489596" y="339734"/>
                  </a:lnTo>
                  <a:lnTo>
                    <a:pt x="498050" y="311854"/>
                  </a:lnTo>
                  <a:lnTo>
                    <a:pt x="503272" y="282718"/>
                  </a:lnTo>
                  <a:lnTo>
                    <a:pt x="505058" y="252526"/>
                  </a:lnTo>
                  <a:lnTo>
                    <a:pt x="500990" y="207133"/>
                  </a:lnTo>
                  <a:lnTo>
                    <a:pt x="489259" y="164410"/>
                  </a:lnTo>
                  <a:lnTo>
                    <a:pt x="470580" y="125069"/>
                  </a:lnTo>
                  <a:lnTo>
                    <a:pt x="445666" y="89825"/>
                  </a:lnTo>
                  <a:lnTo>
                    <a:pt x="415230" y="59389"/>
                  </a:lnTo>
                  <a:lnTo>
                    <a:pt x="379985" y="34476"/>
                  </a:lnTo>
                  <a:lnTo>
                    <a:pt x="340644" y="15798"/>
                  </a:lnTo>
                  <a:lnTo>
                    <a:pt x="297921" y="4068"/>
                  </a:lnTo>
                  <a:lnTo>
                    <a:pt x="252529" y="0"/>
                  </a:lnTo>
                  <a:close/>
                </a:path>
                <a:path w="506095" h="505460">
                  <a:moveTo>
                    <a:pt x="502900" y="468579"/>
                  </a:moveTo>
                  <a:lnTo>
                    <a:pt x="383353" y="468579"/>
                  </a:lnTo>
                  <a:lnTo>
                    <a:pt x="408707" y="471511"/>
                  </a:lnTo>
                  <a:lnTo>
                    <a:pt x="445823" y="488716"/>
                  </a:lnTo>
                  <a:lnTo>
                    <a:pt x="482130" y="504971"/>
                  </a:lnTo>
                  <a:lnTo>
                    <a:pt x="505058" y="505053"/>
                  </a:lnTo>
                  <a:lnTo>
                    <a:pt x="506018" y="479074"/>
                  </a:lnTo>
                  <a:lnTo>
                    <a:pt x="502900" y="468579"/>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 name="object 5"/>
            <p:cNvSpPr/>
            <p:nvPr/>
          </p:nvSpPr>
          <p:spPr>
            <a:xfrm>
              <a:off x="3251200" y="2489200"/>
              <a:ext cx="506095" cy="505459"/>
            </a:xfrm>
            <a:custGeom>
              <a:avLst/>
              <a:gdLst/>
              <a:ahLst/>
              <a:cxnLst/>
              <a:rect l="l" t="t" r="r" b="b"/>
              <a:pathLst>
                <a:path w="506095" h="505460">
                  <a:moveTo>
                    <a:pt x="252529" y="505058"/>
                  </a:moveTo>
                  <a:lnTo>
                    <a:pt x="287809" y="502613"/>
                  </a:lnTo>
                  <a:lnTo>
                    <a:pt x="321592" y="495498"/>
                  </a:lnTo>
                  <a:lnTo>
                    <a:pt x="353550" y="484042"/>
                  </a:lnTo>
                  <a:lnTo>
                    <a:pt x="383353" y="468572"/>
                  </a:lnTo>
                  <a:lnTo>
                    <a:pt x="408707" y="471508"/>
                  </a:lnTo>
                  <a:lnTo>
                    <a:pt x="445822" y="488716"/>
                  </a:lnTo>
                  <a:lnTo>
                    <a:pt x="482130" y="504973"/>
                  </a:lnTo>
                  <a:lnTo>
                    <a:pt x="505058" y="505058"/>
                  </a:lnTo>
                  <a:lnTo>
                    <a:pt x="506018" y="479079"/>
                  </a:lnTo>
                  <a:lnTo>
                    <a:pt x="493532" y="437055"/>
                  </a:lnTo>
                  <a:lnTo>
                    <a:pt x="480074" y="394304"/>
                  </a:lnTo>
                  <a:lnTo>
                    <a:pt x="478116" y="366147"/>
                  </a:lnTo>
                  <a:lnTo>
                    <a:pt x="489596" y="339734"/>
                  </a:lnTo>
                  <a:lnTo>
                    <a:pt x="498050" y="311856"/>
                  </a:lnTo>
                  <a:lnTo>
                    <a:pt x="503272" y="282720"/>
                  </a:lnTo>
                  <a:lnTo>
                    <a:pt x="505058" y="252529"/>
                  </a:lnTo>
                  <a:lnTo>
                    <a:pt x="500990" y="207136"/>
                  </a:lnTo>
                  <a:lnTo>
                    <a:pt x="489259" y="164413"/>
                  </a:lnTo>
                  <a:lnTo>
                    <a:pt x="470581" y="125072"/>
                  </a:lnTo>
                  <a:lnTo>
                    <a:pt x="445666" y="89827"/>
                  </a:lnTo>
                  <a:lnTo>
                    <a:pt x="415230" y="59391"/>
                  </a:lnTo>
                  <a:lnTo>
                    <a:pt x="379985" y="34477"/>
                  </a:lnTo>
                  <a:lnTo>
                    <a:pt x="340645" y="15798"/>
                  </a:lnTo>
                  <a:lnTo>
                    <a:pt x="297921" y="4068"/>
                  </a:lnTo>
                  <a:lnTo>
                    <a:pt x="252529" y="0"/>
                  </a:lnTo>
                  <a:lnTo>
                    <a:pt x="207136" y="4068"/>
                  </a:lnTo>
                  <a:lnTo>
                    <a:pt x="164413" y="15798"/>
                  </a:lnTo>
                  <a:lnTo>
                    <a:pt x="125072" y="34477"/>
                  </a:lnTo>
                  <a:lnTo>
                    <a:pt x="89827" y="59391"/>
                  </a:lnTo>
                  <a:lnTo>
                    <a:pt x="59391" y="89827"/>
                  </a:lnTo>
                  <a:lnTo>
                    <a:pt x="34477" y="125072"/>
                  </a:lnTo>
                  <a:lnTo>
                    <a:pt x="15798" y="164413"/>
                  </a:lnTo>
                  <a:lnTo>
                    <a:pt x="4068" y="207136"/>
                  </a:lnTo>
                  <a:lnTo>
                    <a:pt x="0" y="252529"/>
                  </a:lnTo>
                  <a:lnTo>
                    <a:pt x="4068" y="297921"/>
                  </a:lnTo>
                  <a:lnTo>
                    <a:pt x="15798" y="340645"/>
                  </a:lnTo>
                  <a:lnTo>
                    <a:pt x="34477" y="379985"/>
                  </a:lnTo>
                  <a:lnTo>
                    <a:pt x="59391" y="415230"/>
                  </a:lnTo>
                  <a:lnTo>
                    <a:pt x="89827" y="445666"/>
                  </a:lnTo>
                  <a:lnTo>
                    <a:pt x="125072" y="470581"/>
                  </a:lnTo>
                  <a:lnTo>
                    <a:pt x="164413" y="489259"/>
                  </a:lnTo>
                  <a:lnTo>
                    <a:pt x="207136" y="500990"/>
                  </a:lnTo>
                  <a:lnTo>
                    <a:pt x="252529" y="505058"/>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6" name="object 6"/>
          <p:cNvSpPr txBox="1"/>
          <p:nvPr/>
        </p:nvSpPr>
        <p:spPr>
          <a:xfrm>
            <a:off x="1866900" y="1257300"/>
            <a:ext cx="3364865" cy="283210"/>
          </a:xfrm>
          <a:prstGeom prst="rect">
            <a:avLst/>
          </a:prstGeom>
        </p:spPr>
        <p:txBody>
          <a:bodyPr vert="horz" wrap="square" lIns="0" tIns="6350" rIns="0" bIns="0" rtlCol="0">
            <a:spAutoFit/>
          </a:bodyPr>
          <a:lstStyle/>
          <a:p>
            <a:pPr marL="19050">
              <a:spcBef>
                <a:spcPts val="50"/>
              </a:spcBef>
              <a:tabLst>
                <a:tab pos="252095" algn="l"/>
              </a:tabLst>
            </a:pPr>
            <a:r>
              <a:rPr b="1" dirty="0">
                <a:solidFill>
                  <a:srgbClr val="212121"/>
                </a:solidFill>
                <a:latin typeface="江城圆体 600W" panose="020B0800000000000000" pitchFamily="34" charset="-128"/>
                <a:ea typeface="江城圆体 600W" panose="020B0800000000000000" pitchFamily="34" charset="-128"/>
                <a:cs typeface="Microsoft JhengHei"/>
              </a:rPr>
              <a:t>「自我提升」的原则 --- 不断更新</a:t>
            </a:r>
            <a:endParaRPr b="1" dirty="0">
              <a:latin typeface="江城圆体 600W" panose="020B0800000000000000" pitchFamily="34" charset="-128"/>
              <a:ea typeface="江城圆体 600W" panose="020B0800000000000000" pitchFamily="34" charset="-128"/>
              <a:cs typeface="Microsoft JhengHei"/>
            </a:endParaRPr>
          </a:p>
        </p:txBody>
      </p:sp>
      <p:sp>
        <p:nvSpPr>
          <p:cNvPr id="7" name="object 7"/>
          <p:cNvSpPr/>
          <p:nvPr/>
        </p:nvSpPr>
        <p:spPr>
          <a:xfrm>
            <a:off x="2774039" y="2590136"/>
            <a:ext cx="1728788" cy="614998"/>
          </a:xfrm>
          <a:custGeom>
            <a:avLst/>
            <a:gdLst/>
            <a:ahLst/>
            <a:cxnLst/>
            <a:rect l="l" t="t" r="r" b="b"/>
            <a:pathLst>
              <a:path w="3457575" h="1229995">
                <a:moveTo>
                  <a:pt x="28424" y="114100"/>
                </a:moveTo>
                <a:lnTo>
                  <a:pt x="1612" y="144813"/>
                </a:lnTo>
                <a:lnTo>
                  <a:pt x="0" y="147785"/>
                </a:lnTo>
                <a:lnTo>
                  <a:pt x="1383" y="152395"/>
                </a:lnTo>
                <a:lnTo>
                  <a:pt x="3893" y="1083438"/>
                </a:lnTo>
                <a:lnTo>
                  <a:pt x="9795" y="1132087"/>
                </a:lnTo>
                <a:lnTo>
                  <a:pt x="26972" y="1170569"/>
                </a:lnTo>
                <a:lnTo>
                  <a:pt x="55070" y="1198532"/>
                </a:lnTo>
                <a:lnTo>
                  <a:pt x="93738" y="1215625"/>
                </a:lnTo>
                <a:lnTo>
                  <a:pt x="142622" y="1221497"/>
                </a:lnTo>
                <a:lnTo>
                  <a:pt x="3252024" y="1229806"/>
                </a:lnTo>
                <a:lnTo>
                  <a:pt x="3304460" y="1223963"/>
                </a:lnTo>
                <a:lnTo>
                  <a:pt x="3343937" y="1205148"/>
                </a:lnTo>
                <a:lnTo>
                  <a:pt x="3372329" y="1171901"/>
                </a:lnTo>
                <a:lnTo>
                  <a:pt x="3391513" y="1122766"/>
                </a:lnTo>
                <a:lnTo>
                  <a:pt x="3403389" y="1077367"/>
                </a:lnTo>
                <a:lnTo>
                  <a:pt x="3415157" y="1031938"/>
                </a:lnTo>
                <a:lnTo>
                  <a:pt x="3426981" y="986525"/>
                </a:lnTo>
                <a:lnTo>
                  <a:pt x="3439027" y="941176"/>
                </a:lnTo>
                <a:lnTo>
                  <a:pt x="3451459" y="895937"/>
                </a:lnTo>
                <a:lnTo>
                  <a:pt x="3457341" y="860232"/>
                </a:lnTo>
                <a:lnTo>
                  <a:pt x="3454492" y="826724"/>
                </a:lnTo>
                <a:lnTo>
                  <a:pt x="3443323" y="794863"/>
                </a:lnTo>
                <a:lnTo>
                  <a:pt x="3424247" y="764099"/>
                </a:lnTo>
                <a:lnTo>
                  <a:pt x="3236747" y="512801"/>
                </a:lnTo>
                <a:lnTo>
                  <a:pt x="2688402" y="512801"/>
                </a:lnTo>
                <a:lnTo>
                  <a:pt x="2650383" y="504556"/>
                </a:lnTo>
                <a:lnTo>
                  <a:pt x="2615686" y="484022"/>
                </a:lnTo>
                <a:lnTo>
                  <a:pt x="2586998" y="451292"/>
                </a:lnTo>
                <a:lnTo>
                  <a:pt x="2541215" y="379615"/>
                </a:lnTo>
                <a:lnTo>
                  <a:pt x="2012244" y="379615"/>
                </a:lnTo>
                <a:lnTo>
                  <a:pt x="1975656" y="370171"/>
                </a:lnTo>
                <a:lnTo>
                  <a:pt x="1942055" y="348494"/>
                </a:lnTo>
                <a:lnTo>
                  <a:pt x="1913460" y="314777"/>
                </a:lnTo>
                <a:lnTo>
                  <a:pt x="1878580" y="260208"/>
                </a:lnTo>
                <a:lnTo>
                  <a:pt x="1352343" y="260208"/>
                </a:lnTo>
                <a:lnTo>
                  <a:pt x="1310483" y="257985"/>
                </a:lnTo>
                <a:lnTo>
                  <a:pt x="1309612" y="257613"/>
                </a:lnTo>
                <a:lnTo>
                  <a:pt x="686920" y="257613"/>
                </a:lnTo>
                <a:lnTo>
                  <a:pt x="643833" y="257400"/>
                </a:lnTo>
                <a:lnTo>
                  <a:pt x="603018" y="242045"/>
                </a:lnTo>
                <a:lnTo>
                  <a:pt x="568453" y="212834"/>
                </a:lnTo>
                <a:lnTo>
                  <a:pt x="514800" y="149501"/>
                </a:lnTo>
                <a:lnTo>
                  <a:pt x="117197" y="149501"/>
                </a:lnTo>
                <a:lnTo>
                  <a:pt x="85348" y="144215"/>
                </a:lnTo>
                <a:lnTo>
                  <a:pt x="53140" y="123553"/>
                </a:lnTo>
                <a:lnTo>
                  <a:pt x="46006" y="118883"/>
                </a:lnTo>
                <a:lnTo>
                  <a:pt x="37228" y="115509"/>
                </a:lnTo>
                <a:lnTo>
                  <a:pt x="28424" y="114100"/>
                </a:lnTo>
                <a:close/>
              </a:path>
              <a:path w="3457575" h="1229995">
                <a:moveTo>
                  <a:pt x="2987236" y="283383"/>
                </a:moveTo>
                <a:lnTo>
                  <a:pt x="2949717" y="295924"/>
                </a:lnTo>
                <a:lnTo>
                  <a:pt x="2916989" y="321610"/>
                </a:lnTo>
                <a:lnTo>
                  <a:pt x="2885803" y="356203"/>
                </a:lnTo>
                <a:lnTo>
                  <a:pt x="2855140" y="391284"/>
                </a:lnTo>
                <a:lnTo>
                  <a:pt x="2825033" y="426843"/>
                </a:lnTo>
                <a:lnTo>
                  <a:pt x="2795515" y="462872"/>
                </a:lnTo>
                <a:lnTo>
                  <a:pt x="2763655" y="492051"/>
                </a:lnTo>
                <a:lnTo>
                  <a:pt x="2727055" y="508664"/>
                </a:lnTo>
                <a:lnTo>
                  <a:pt x="2688402" y="512801"/>
                </a:lnTo>
                <a:lnTo>
                  <a:pt x="3236747" y="512801"/>
                </a:lnTo>
                <a:lnTo>
                  <a:pt x="3126404" y="365298"/>
                </a:lnTo>
                <a:lnTo>
                  <a:pt x="3097689" y="330130"/>
                </a:lnTo>
                <a:lnTo>
                  <a:pt x="3064121" y="300782"/>
                </a:lnTo>
                <a:lnTo>
                  <a:pt x="3026415" y="284748"/>
                </a:lnTo>
                <a:lnTo>
                  <a:pt x="2987236" y="283383"/>
                </a:lnTo>
                <a:close/>
              </a:path>
              <a:path w="3457575" h="1229995">
                <a:moveTo>
                  <a:pt x="2321438" y="155253"/>
                </a:moveTo>
                <a:lnTo>
                  <a:pt x="2279878" y="166166"/>
                </a:lnTo>
                <a:lnTo>
                  <a:pt x="2243085" y="192984"/>
                </a:lnTo>
                <a:lnTo>
                  <a:pt x="2211645" y="227333"/>
                </a:lnTo>
                <a:lnTo>
                  <a:pt x="2180955" y="262388"/>
                </a:lnTo>
                <a:lnTo>
                  <a:pt x="2150491" y="297660"/>
                </a:lnTo>
                <a:lnTo>
                  <a:pt x="2119731" y="332659"/>
                </a:lnTo>
                <a:lnTo>
                  <a:pt x="2086301" y="361049"/>
                </a:lnTo>
                <a:lnTo>
                  <a:pt x="2049799" y="376638"/>
                </a:lnTo>
                <a:lnTo>
                  <a:pt x="2012244" y="379615"/>
                </a:lnTo>
                <a:lnTo>
                  <a:pt x="2541215" y="379615"/>
                </a:lnTo>
                <a:lnTo>
                  <a:pt x="2459647" y="252393"/>
                </a:lnTo>
                <a:lnTo>
                  <a:pt x="2434007" y="212720"/>
                </a:lnTo>
                <a:lnTo>
                  <a:pt x="2402572" y="179053"/>
                </a:lnTo>
                <a:lnTo>
                  <a:pt x="2363692" y="159724"/>
                </a:lnTo>
                <a:lnTo>
                  <a:pt x="2321438" y="155253"/>
                </a:lnTo>
                <a:close/>
              </a:path>
              <a:path w="3457575" h="1229995">
                <a:moveTo>
                  <a:pt x="1757430" y="74302"/>
                </a:moveTo>
                <a:lnTo>
                  <a:pt x="1556397" y="74302"/>
                </a:lnTo>
                <a:lnTo>
                  <a:pt x="1493541" y="146788"/>
                </a:lnTo>
                <a:lnTo>
                  <a:pt x="1461886" y="182911"/>
                </a:lnTo>
                <a:lnTo>
                  <a:pt x="1429731" y="218574"/>
                </a:lnTo>
                <a:lnTo>
                  <a:pt x="1393088" y="247194"/>
                </a:lnTo>
                <a:lnTo>
                  <a:pt x="1352343" y="260208"/>
                </a:lnTo>
                <a:lnTo>
                  <a:pt x="1878580" y="260208"/>
                </a:lnTo>
                <a:lnTo>
                  <a:pt x="1848280" y="212720"/>
                </a:lnTo>
                <a:lnTo>
                  <a:pt x="1795542" y="130227"/>
                </a:lnTo>
                <a:lnTo>
                  <a:pt x="1765889" y="84196"/>
                </a:lnTo>
                <a:lnTo>
                  <a:pt x="1757430" y="74302"/>
                </a:lnTo>
                <a:close/>
              </a:path>
              <a:path w="3457575" h="1229995">
                <a:moveTo>
                  <a:pt x="983464" y="2810"/>
                </a:moveTo>
                <a:lnTo>
                  <a:pt x="945379" y="15959"/>
                </a:lnTo>
                <a:lnTo>
                  <a:pt x="911265" y="42819"/>
                </a:lnTo>
                <a:lnTo>
                  <a:pt x="879171" y="78521"/>
                </a:lnTo>
                <a:lnTo>
                  <a:pt x="847762" y="114857"/>
                </a:lnTo>
                <a:lnTo>
                  <a:pt x="816507" y="151340"/>
                </a:lnTo>
                <a:lnTo>
                  <a:pt x="784875" y="187485"/>
                </a:lnTo>
                <a:lnTo>
                  <a:pt x="758184" y="216588"/>
                </a:lnTo>
                <a:lnTo>
                  <a:pt x="728301" y="241396"/>
                </a:lnTo>
                <a:lnTo>
                  <a:pt x="686920" y="257613"/>
                </a:lnTo>
                <a:lnTo>
                  <a:pt x="1309612" y="257613"/>
                </a:lnTo>
                <a:lnTo>
                  <a:pt x="1270495" y="240894"/>
                </a:lnTo>
                <a:lnTo>
                  <a:pt x="1235367" y="209303"/>
                </a:lnTo>
                <a:lnTo>
                  <a:pt x="1200877" y="167660"/>
                </a:lnTo>
                <a:lnTo>
                  <a:pt x="1165912" y="126403"/>
                </a:lnTo>
                <a:lnTo>
                  <a:pt x="1130484" y="85543"/>
                </a:lnTo>
                <a:lnTo>
                  <a:pt x="1094604" y="45092"/>
                </a:lnTo>
                <a:lnTo>
                  <a:pt x="1060770" y="17430"/>
                </a:lnTo>
                <a:lnTo>
                  <a:pt x="1022826" y="3318"/>
                </a:lnTo>
                <a:lnTo>
                  <a:pt x="983464" y="2810"/>
                </a:lnTo>
                <a:close/>
              </a:path>
              <a:path w="3457575" h="1229995">
                <a:moveTo>
                  <a:pt x="334051" y="0"/>
                </a:moveTo>
                <a:lnTo>
                  <a:pt x="285889" y="8551"/>
                </a:lnTo>
                <a:lnTo>
                  <a:pt x="243363" y="37282"/>
                </a:lnTo>
                <a:lnTo>
                  <a:pt x="209055" y="74871"/>
                </a:lnTo>
                <a:lnTo>
                  <a:pt x="176326" y="113888"/>
                </a:lnTo>
                <a:lnTo>
                  <a:pt x="147815" y="139396"/>
                </a:lnTo>
                <a:lnTo>
                  <a:pt x="117197" y="149501"/>
                </a:lnTo>
                <a:lnTo>
                  <a:pt x="514800" y="149501"/>
                </a:lnTo>
                <a:lnTo>
                  <a:pt x="496002" y="127409"/>
                </a:lnTo>
                <a:lnTo>
                  <a:pt x="459529" y="84909"/>
                </a:lnTo>
                <a:lnTo>
                  <a:pt x="422836" y="42603"/>
                </a:lnTo>
                <a:lnTo>
                  <a:pt x="381737" y="11420"/>
                </a:lnTo>
                <a:lnTo>
                  <a:pt x="334051" y="0"/>
                </a:lnTo>
                <a:close/>
              </a:path>
              <a:path w="3457575" h="1229995">
                <a:moveTo>
                  <a:pt x="1556691" y="74201"/>
                </a:moveTo>
                <a:lnTo>
                  <a:pt x="1556485" y="74201"/>
                </a:lnTo>
                <a:lnTo>
                  <a:pt x="1556691" y="74201"/>
                </a:lnTo>
                <a:close/>
              </a:path>
              <a:path w="3457575" h="1229995">
                <a:moveTo>
                  <a:pt x="1667044" y="20324"/>
                </a:moveTo>
                <a:lnTo>
                  <a:pt x="1629758" y="24107"/>
                </a:lnTo>
                <a:lnTo>
                  <a:pt x="1593560" y="40618"/>
                </a:lnTo>
                <a:lnTo>
                  <a:pt x="1560405" y="69972"/>
                </a:lnTo>
                <a:lnTo>
                  <a:pt x="1556691" y="74201"/>
                </a:lnTo>
                <a:lnTo>
                  <a:pt x="1757343" y="74201"/>
                </a:lnTo>
                <a:lnTo>
                  <a:pt x="1737064" y="50484"/>
                </a:lnTo>
                <a:lnTo>
                  <a:pt x="1703465" y="29155"/>
                </a:lnTo>
                <a:lnTo>
                  <a:pt x="1667044" y="20324"/>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 name="object 8"/>
          <p:cNvSpPr/>
          <p:nvPr/>
        </p:nvSpPr>
        <p:spPr>
          <a:xfrm>
            <a:off x="2285453" y="2584858"/>
            <a:ext cx="369253" cy="613410"/>
          </a:xfrm>
          <a:custGeom>
            <a:avLst/>
            <a:gdLst/>
            <a:ahLst/>
            <a:cxnLst/>
            <a:rect l="l" t="t" r="r" b="b"/>
            <a:pathLst>
              <a:path w="738504" h="1226820">
                <a:moveTo>
                  <a:pt x="257934" y="0"/>
                </a:moveTo>
                <a:lnTo>
                  <a:pt x="211244" y="1430"/>
                </a:lnTo>
                <a:lnTo>
                  <a:pt x="167401" y="10784"/>
                </a:lnTo>
                <a:lnTo>
                  <a:pt x="127115" y="27496"/>
                </a:lnTo>
                <a:lnTo>
                  <a:pt x="91101" y="51000"/>
                </a:lnTo>
                <a:lnTo>
                  <a:pt x="60068" y="80731"/>
                </a:lnTo>
                <a:lnTo>
                  <a:pt x="34730" y="116124"/>
                </a:lnTo>
                <a:lnTo>
                  <a:pt x="15797" y="156613"/>
                </a:lnTo>
                <a:lnTo>
                  <a:pt x="3983" y="201633"/>
                </a:lnTo>
                <a:lnTo>
                  <a:pt x="0" y="250618"/>
                </a:lnTo>
                <a:lnTo>
                  <a:pt x="1291" y="611423"/>
                </a:lnTo>
                <a:lnTo>
                  <a:pt x="2783" y="972228"/>
                </a:lnTo>
                <a:lnTo>
                  <a:pt x="6795" y="1019018"/>
                </a:lnTo>
                <a:lnTo>
                  <a:pt x="18039" y="1062422"/>
                </a:lnTo>
                <a:lnTo>
                  <a:pt x="35971" y="1101888"/>
                </a:lnTo>
                <a:lnTo>
                  <a:pt x="60051" y="1136863"/>
                </a:lnTo>
                <a:lnTo>
                  <a:pt x="89734" y="1166796"/>
                </a:lnTo>
                <a:lnTo>
                  <a:pt x="124480" y="1191133"/>
                </a:lnTo>
                <a:lnTo>
                  <a:pt x="163747" y="1209321"/>
                </a:lnTo>
                <a:lnTo>
                  <a:pt x="206990" y="1220810"/>
                </a:lnTo>
                <a:lnTo>
                  <a:pt x="253669" y="1225046"/>
                </a:lnTo>
                <a:lnTo>
                  <a:pt x="608716" y="1226639"/>
                </a:lnTo>
                <a:lnTo>
                  <a:pt x="634989" y="1224849"/>
                </a:lnTo>
                <a:lnTo>
                  <a:pt x="682072" y="1207614"/>
                </a:lnTo>
                <a:lnTo>
                  <a:pt x="719168" y="1170630"/>
                </a:lnTo>
                <a:lnTo>
                  <a:pt x="736498" y="1123761"/>
                </a:lnTo>
                <a:lnTo>
                  <a:pt x="738342" y="1097481"/>
                </a:lnTo>
                <a:lnTo>
                  <a:pt x="737981" y="1025092"/>
                </a:lnTo>
                <a:lnTo>
                  <a:pt x="367989" y="1025092"/>
                </a:lnTo>
                <a:lnTo>
                  <a:pt x="332854" y="1018533"/>
                </a:lnTo>
                <a:lnTo>
                  <a:pt x="276200" y="982253"/>
                </a:lnTo>
                <a:lnTo>
                  <a:pt x="248021" y="920685"/>
                </a:lnTo>
                <a:lnTo>
                  <a:pt x="245051" y="645327"/>
                </a:lnTo>
                <a:lnTo>
                  <a:pt x="244473" y="489472"/>
                </a:lnTo>
                <a:lnTo>
                  <a:pt x="243992" y="335619"/>
                </a:lnTo>
                <a:lnTo>
                  <a:pt x="246318" y="310818"/>
                </a:lnTo>
                <a:lnTo>
                  <a:pt x="267091" y="264405"/>
                </a:lnTo>
                <a:lnTo>
                  <a:pt x="313134" y="223274"/>
                </a:lnTo>
                <a:lnTo>
                  <a:pt x="377061" y="212098"/>
                </a:lnTo>
                <a:lnTo>
                  <a:pt x="734419" y="212098"/>
                </a:lnTo>
                <a:lnTo>
                  <a:pt x="728039" y="166248"/>
                </a:lnTo>
                <a:lnTo>
                  <a:pt x="708340" y="128065"/>
                </a:lnTo>
                <a:lnTo>
                  <a:pt x="675741" y="100209"/>
                </a:lnTo>
                <a:lnTo>
                  <a:pt x="630301" y="82775"/>
                </a:lnTo>
                <a:lnTo>
                  <a:pt x="306759" y="7058"/>
                </a:lnTo>
                <a:lnTo>
                  <a:pt x="257934" y="0"/>
                </a:lnTo>
                <a:close/>
              </a:path>
              <a:path w="738504" h="1226820">
                <a:moveTo>
                  <a:pt x="734419" y="212098"/>
                </a:moveTo>
                <a:lnTo>
                  <a:pt x="377061" y="212098"/>
                </a:lnTo>
                <a:lnTo>
                  <a:pt x="413009" y="221472"/>
                </a:lnTo>
                <a:lnTo>
                  <a:pt x="446217" y="240077"/>
                </a:lnTo>
                <a:lnTo>
                  <a:pt x="485799" y="297019"/>
                </a:lnTo>
                <a:lnTo>
                  <a:pt x="491645" y="386285"/>
                </a:lnTo>
                <a:lnTo>
                  <a:pt x="492017" y="438094"/>
                </a:lnTo>
                <a:lnTo>
                  <a:pt x="492330" y="489902"/>
                </a:lnTo>
                <a:lnTo>
                  <a:pt x="492592" y="541710"/>
                </a:lnTo>
                <a:lnTo>
                  <a:pt x="492991" y="645327"/>
                </a:lnTo>
                <a:lnTo>
                  <a:pt x="493277" y="748943"/>
                </a:lnTo>
                <a:lnTo>
                  <a:pt x="493629" y="904367"/>
                </a:lnTo>
                <a:lnTo>
                  <a:pt x="491500" y="927667"/>
                </a:lnTo>
                <a:lnTo>
                  <a:pt x="474392" y="969314"/>
                </a:lnTo>
                <a:lnTo>
                  <a:pt x="431610" y="1009202"/>
                </a:lnTo>
                <a:lnTo>
                  <a:pt x="367989" y="1025092"/>
                </a:lnTo>
                <a:lnTo>
                  <a:pt x="737981" y="1025092"/>
                </a:lnTo>
                <a:lnTo>
                  <a:pt x="737218" y="847989"/>
                </a:lnTo>
                <a:lnTo>
                  <a:pt x="734776" y="214665"/>
                </a:lnTo>
                <a:lnTo>
                  <a:pt x="734419" y="212098"/>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 name="object 9"/>
          <p:cNvSpPr txBox="1"/>
          <p:nvPr/>
        </p:nvSpPr>
        <p:spPr>
          <a:xfrm>
            <a:off x="2090713" y="1879600"/>
            <a:ext cx="545148" cy="167640"/>
          </a:xfrm>
          <a:prstGeom prst="rect">
            <a:avLst/>
          </a:prstGeom>
        </p:spPr>
        <p:txBody>
          <a:bodyPr vert="horz" wrap="square" lIns="0" tIns="6350" rIns="0" bIns="0" rtlCol="0">
            <a:spAutoFit/>
          </a:bodyPr>
          <a:lstStyle/>
          <a:p>
            <a:pPr marL="6350">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Microsoft JhengHei"/>
              </a:rPr>
              <a:t>磨炼心理</a:t>
            </a:r>
            <a:endParaRPr sz="1050">
              <a:latin typeface="江城圆体 400W" panose="020B0800000000000000" pitchFamily="34" charset="-128"/>
              <a:ea typeface="江城圆体 400W" panose="020B0800000000000000" pitchFamily="34" charset="-128"/>
              <a:cs typeface="Microsoft JhengHei"/>
            </a:endParaRPr>
          </a:p>
        </p:txBody>
      </p:sp>
      <p:sp>
        <p:nvSpPr>
          <p:cNvPr id="10" name="object 10"/>
          <p:cNvSpPr txBox="1"/>
          <p:nvPr/>
        </p:nvSpPr>
        <p:spPr>
          <a:xfrm>
            <a:off x="2803335" y="1879600"/>
            <a:ext cx="545148" cy="167640"/>
          </a:xfrm>
          <a:prstGeom prst="rect">
            <a:avLst/>
          </a:prstGeom>
        </p:spPr>
        <p:txBody>
          <a:bodyPr vert="horz" wrap="square" lIns="0" tIns="6350" rIns="0" bIns="0" rtlCol="0">
            <a:spAutoFit/>
          </a:bodyPr>
          <a:lstStyle/>
          <a:p>
            <a:pPr marL="6350">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Microsoft JhengHei"/>
              </a:rPr>
              <a:t>磨炼身体</a:t>
            </a:r>
            <a:endParaRPr sz="1050">
              <a:latin typeface="江城圆体 400W" panose="020B0800000000000000" pitchFamily="34" charset="-128"/>
              <a:ea typeface="江城圆体 400W" panose="020B0800000000000000" pitchFamily="34" charset="-128"/>
              <a:cs typeface="Microsoft JhengHei"/>
            </a:endParaRPr>
          </a:p>
        </p:txBody>
      </p:sp>
      <p:sp>
        <p:nvSpPr>
          <p:cNvPr id="11" name="object 11"/>
          <p:cNvSpPr txBox="1"/>
          <p:nvPr/>
        </p:nvSpPr>
        <p:spPr>
          <a:xfrm>
            <a:off x="3515957" y="1879600"/>
            <a:ext cx="545148" cy="167640"/>
          </a:xfrm>
          <a:prstGeom prst="rect">
            <a:avLst/>
          </a:prstGeom>
        </p:spPr>
        <p:txBody>
          <a:bodyPr vert="horz" wrap="square" lIns="0" tIns="6350" rIns="0" bIns="0" rtlCol="0">
            <a:spAutoFit/>
          </a:bodyPr>
          <a:lstStyle/>
          <a:p>
            <a:pPr marL="6350">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Microsoft JhengHei"/>
              </a:rPr>
              <a:t>磨炼精神</a:t>
            </a:r>
            <a:endParaRPr sz="1050">
              <a:latin typeface="江城圆体 400W" panose="020B0800000000000000" pitchFamily="34" charset="-128"/>
              <a:ea typeface="江城圆体 400W" panose="020B0800000000000000" pitchFamily="34" charset="-128"/>
              <a:cs typeface="Microsoft JhengHei"/>
            </a:endParaRPr>
          </a:p>
        </p:txBody>
      </p:sp>
      <p:sp>
        <p:nvSpPr>
          <p:cNvPr id="12" name="object 12"/>
          <p:cNvSpPr txBox="1"/>
          <p:nvPr/>
        </p:nvSpPr>
        <p:spPr>
          <a:xfrm>
            <a:off x="4228580" y="1879600"/>
            <a:ext cx="545148" cy="167640"/>
          </a:xfrm>
          <a:prstGeom prst="rect">
            <a:avLst/>
          </a:prstGeom>
        </p:spPr>
        <p:txBody>
          <a:bodyPr vert="horz" wrap="square" lIns="0" tIns="6350" rIns="0" bIns="0" rtlCol="0">
            <a:spAutoFit/>
          </a:bodyPr>
          <a:lstStyle/>
          <a:p>
            <a:pPr marL="6350">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Microsoft JhengHei"/>
              </a:rPr>
              <a:t>磨炼情感</a:t>
            </a:r>
            <a:endParaRPr sz="1050">
              <a:latin typeface="江城圆体 400W" panose="020B0800000000000000" pitchFamily="34" charset="-128"/>
              <a:ea typeface="江城圆体 400W" panose="020B0800000000000000" pitchFamily="34" charset="-128"/>
              <a:cs typeface="Microsoft JhengHei"/>
            </a:endParaRPr>
          </a:p>
        </p:txBody>
      </p:sp>
      <p:sp>
        <p:nvSpPr>
          <p:cNvPr id="13" name="object 13"/>
          <p:cNvSpPr/>
          <p:nvPr/>
        </p:nvSpPr>
        <p:spPr>
          <a:xfrm>
            <a:off x="2393950" y="2089150"/>
            <a:ext cx="469900" cy="463550"/>
          </a:xfrm>
          <a:custGeom>
            <a:avLst/>
            <a:gdLst/>
            <a:ahLst/>
            <a:cxnLst/>
            <a:rect l="l" t="t" r="r" b="b"/>
            <a:pathLst>
              <a:path w="939800" h="927100">
                <a:moveTo>
                  <a:pt x="31513" y="0"/>
                </a:moveTo>
                <a:lnTo>
                  <a:pt x="19583" y="2412"/>
                </a:lnTo>
                <a:lnTo>
                  <a:pt x="9132" y="9461"/>
                </a:lnTo>
                <a:lnTo>
                  <a:pt x="2236" y="20019"/>
                </a:lnTo>
                <a:lnTo>
                  <a:pt x="0" y="31986"/>
                </a:lnTo>
                <a:lnTo>
                  <a:pt x="2413" y="43917"/>
                </a:lnTo>
                <a:lnTo>
                  <a:pt x="9465" y="54368"/>
                </a:lnTo>
                <a:lnTo>
                  <a:pt x="800328" y="833577"/>
                </a:lnTo>
                <a:lnTo>
                  <a:pt x="579803" y="773582"/>
                </a:lnTo>
                <a:lnTo>
                  <a:pt x="540833" y="795896"/>
                </a:lnTo>
                <a:lnTo>
                  <a:pt x="539997" y="808474"/>
                </a:lnTo>
                <a:lnTo>
                  <a:pt x="543913" y="819997"/>
                </a:lnTo>
                <a:lnTo>
                  <a:pt x="551865" y="829211"/>
                </a:lnTo>
                <a:lnTo>
                  <a:pt x="563136" y="834859"/>
                </a:lnTo>
                <a:lnTo>
                  <a:pt x="900585" y="926655"/>
                </a:lnTo>
                <a:lnTo>
                  <a:pt x="917696" y="926584"/>
                </a:lnTo>
                <a:lnTo>
                  <a:pt x="931535" y="918303"/>
                </a:lnTo>
                <a:lnTo>
                  <a:pt x="939609" y="904343"/>
                </a:lnTo>
                <a:lnTo>
                  <a:pt x="939428" y="887234"/>
                </a:lnTo>
                <a:lnTo>
                  <a:pt x="842644" y="551180"/>
                </a:lnTo>
                <a:lnTo>
                  <a:pt x="836826" y="539994"/>
                </a:lnTo>
                <a:lnTo>
                  <a:pt x="827495" y="532182"/>
                </a:lnTo>
                <a:lnTo>
                  <a:pt x="815914" y="528439"/>
                </a:lnTo>
                <a:lnTo>
                  <a:pt x="803347" y="529463"/>
                </a:lnTo>
                <a:lnTo>
                  <a:pt x="781624" y="568756"/>
                </a:lnTo>
                <a:lnTo>
                  <a:pt x="844880" y="788339"/>
                </a:lnTo>
                <a:lnTo>
                  <a:pt x="54032" y="9131"/>
                </a:lnTo>
                <a:lnTo>
                  <a:pt x="43478" y="2235"/>
                </a:lnTo>
                <a:lnTo>
                  <a:pt x="31513"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4" name="object 14"/>
          <p:cNvSpPr/>
          <p:nvPr/>
        </p:nvSpPr>
        <p:spPr>
          <a:xfrm>
            <a:off x="3047999" y="2089148"/>
            <a:ext cx="242253" cy="466090"/>
          </a:xfrm>
          <a:custGeom>
            <a:avLst/>
            <a:gdLst/>
            <a:ahLst/>
            <a:cxnLst/>
            <a:rect l="l" t="t" r="r" b="b"/>
            <a:pathLst>
              <a:path w="484504" h="932179">
                <a:moveTo>
                  <a:pt x="31075" y="0"/>
                </a:moveTo>
                <a:lnTo>
                  <a:pt x="18775" y="2771"/>
                </a:lnTo>
                <a:lnTo>
                  <a:pt x="8516" y="10105"/>
                </a:lnTo>
                <a:lnTo>
                  <a:pt x="2085" y="20442"/>
                </a:lnTo>
                <a:lnTo>
                  <a:pt x="0" y="32434"/>
                </a:lnTo>
                <a:lnTo>
                  <a:pt x="2773" y="44732"/>
                </a:lnTo>
                <a:lnTo>
                  <a:pt x="342038" y="802389"/>
                </a:lnTo>
                <a:lnTo>
                  <a:pt x="158390" y="666397"/>
                </a:lnTo>
                <a:lnTo>
                  <a:pt x="113979" y="673026"/>
                </a:lnTo>
                <a:lnTo>
                  <a:pt x="108092" y="696599"/>
                </a:lnTo>
                <a:lnTo>
                  <a:pt x="112153" y="708075"/>
                </a:lnTo>
                <a:lnTo>
                  <a:pt x="120600" y="717438"/>
                </a:lnTo>
                <a:lnTo>
                  <a:pt x="401641" y="925553"/>
                </a:lnTo>
                <a:lnTo>
                  <a:pt x="417610" y="931702"/>
                </a:lnTo>
                <a:lnTo>
                  <a:pt x="433511" y="929017"/>
                </a:lnTo>
                <a:lnTo>
                  <a:pt x="446105" y="918945"/>
                </a:lnTo>
                <a:lnTo>
                  <a:pt x="452154" y="902935"/>
                </a:lnTo>
                <a:lnTo>
                  <a:pt x="484196" y="552605"/>
                </a:lnTo>
                <a:lnTo>
                  <a:pt x="484183" y="550535"/>
                </a:lnTo>
                <a:lnTo>
                  <a:pt x="455353" y="520169"/>
                </a:lnTo>
                <a:lnTo>
                  <a:pt x="453267" y="520042"/>
                </a:lnTo>
                <a:lnTo>
                  <a:pt x="441417" y="522009"/>
                </a:lnTo>
                <a:lnTo>
                  <a:pt x="431407" y="528015"/>
                </a:lnTo>
                <a:lnTo>
                  <a:pt x="424219" y="537244"/>
                </a:lnTo>
                <a:lnTo>
                  <a:pt x="420837" y="548884"/>
                </a:lnTo>
                <a:lnTo>
                  <a:pt x="399988" y="776468"/>
                </a:lnTo>
                <a:lnTo>
                  <a:pt x="60728" y="18773"/>
                </a:lnTo>
                <a:lnTo>
                  <a:pt x="53401" y="8515"/>
                </a:lnTo>
                <a:lnTo>
                  <a:pt x="43066" y="2085"/>
                </a:lnTo>
                <a:lnTo>
                  <a:pt x="31075"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 name="object 15"/>
          <p:cNvSpPr/>
          <p:nvPr/>
        </p:nvSpPr>
        <p:spPr>
          <a:xfrm>
            <a:off x="3546980" y="2089152"/>
            <a:ext cx="225108" cy="466090"/>
          </a:xfrm>
          <a:custGeom>
            <a:avLst/>
            <a:gdLst/>
            <a:ahLst/>
            <a:cxnLst/>
            <a:rect l="l" t="t" r="r" b="b"/>
            <a:pathLst>
              <a:path w="450215" h="932179">
                <a:moveTo>
                  <a:pt x="417150" y="0"/>
                </a:moveTo>
                <a:lnTo>
                  <a:pt x="405280" y="2692"/>
                </a:lnTo>
                <a:lnTo>
                  <a:pt x="395286" y="9641"/>
                </a:lnTo>
                <a:lnTo>
                  <a:pt x="388489" y="20265"/>
                </a:lnTo>
                <a:lnTo>
                  <a:pt x="95243" y="775927"/>
                </a:lnTo>
                <a:lnTo>
                  <a:pt x="62858" y="549728"/>
                </a:lnTo>
                <a:lnTo>
                  <a:pt x="58637" y="537846"/>
                </a:lnTo>
                <a:lnTo>
                  <a:pt x="50471" y="528820"/>
                </a:lnTo>
                <a:lnTo>
                  <a:pt x="39516" y="523514"/>
                </a:lnTo>
                <a:lnTo>
                  <a:pt x="26929" y="522791"/>
                </a:lnTo>
                <a:lnTo>
                  <a:pt x="15048" y="527015"/>
                </a:lnTo>
                <a:lnTo>
                  <a:pt x="6023" y="535183"/>
                </a:lnTo>
                <a:lnTo>
                  <a:pt x="718" y="546137"/>
                </a:lnTo>
                <a:lnTo>
                  <a:pt x="0" y="558719"/>
                </a:lnTo>
                <a:lnTo>
                  <a:pt x="49568" y="904908"/>
                </a:lnTo>
                <a:lnTo>
                  <a:pt x="56421" y="920589"/>
                </a:lnTo>
                <a:lnTo>
                  <a:pt x="69511" y="930008"/>
                </a:lnTo>
                <a:lnTo>
                  <a:pt x="85528" y="931881"/>
                </a:lnTo>
                <a:lnTo>
                  <a:pt x="101164" y="924924"/>
                </a:lnTo>
                <a:lnTo>
                  <a:pt x="371270" y="702801"/>
                </a:lnTo>
                <a:lnTo>
                  <a:pt x="379230" y="693023"/>
                </a:lnTo>
                <a:lnTo>
                  <a:pt x="382703" y="681355"/>
                </a:lnTo>
                <a:lnTo>
                  <a:pt x="381548" y="669238"/>
                </a:lnTo>
                <a:lnTo>
                  <a:pt x="341551" y="647987"/>
                </a:lnTo>
                <a:lnTo>
                  <a:pt x="154451" y="798889"/>
                </a:lnTo>
                <a:lnTo>
                  <a:pt x="447688" y="43226"/>
                </a:lnTo>
                <a:lnTo>
                  <a:pt x="449833" y="30804"/>
                </a:lnTo>
                <a:lnTo>
                  <a:pt x="447141" y="18936"/>
                </a:lnTo>
                <a:lnTo>
                  <a:pt x="440193" y="8941"/>
                </a:lnTo>
                <a:lnTo>
                  <a:pt x="429574" y="2142"/>
                </a:lnTo>
                <a:lnTo>
                  <a:pt x="4171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6" name="object 16"/>
          <p:cNvSpPr/>
          <p:nvPr/>
        </p:nvSpPr>
        <p:spPr>
          <a:xfrm>
            <a:off x="3955916" y="2089156"/>
            <a:ext cx="489268" cy="463550"/>
          </a:xfrm>
          <a:custGeom>
            <a:avLst/>
            <a:gdLst/>
            <a:ahLst/>
            <a:cxnLst/>
            <a:rect l="l" t="t" r="r" b="b"/>
            <a:pathLst>
              <a:path w="978534" h="927100">
                <a:moveTo>
                  <a:pt x="947337" y="0"/>
                </a:moveTo>
                <a:lnTo>
                  <a:pt x="935327" y="1978"/>
                </a:lnTo>
                <a:lnTo>
                  <a:pt x="924627" y="8648"/>
                </a:lnTo>
                <a:lnTo>
                  <a:pt x="97233" y="789432"/>
                </a:lnTo>
                <a:lnTo>
                  <a:pt x="165186" y="571271"/>
                </a:lnTo>
                <a:lnTo>
                  <a:pt x="144316" y="531507"/>
                </a:lnTo>
                <a:lnTo>
                  <a:pt x="131774" y="530217"/>
                </a:lnTo>
                <a:lnTo>
                  <a:pt x="120115" y="533712"/>
                </a:lnTo>
                <a:lnTo>
                  <a:pt x="110617" y="541324"/>
                </a:lnTo>
                <a:lnTo>
                  <a:pt x="104560" y="552386"/>
                </a:lnTo>
                <a:lnTo>
                  <a:pt x="549" y="886269"/>
                </a:lnTo>
                <a:lnTo>
                  <a:pt x="0" y="903370"/>
                </a:lnTo>
                <a:lnTo>
                  <a:pt x="7771" y="917498"/>
                </a:lnTo>
                <a:lnTo>
                  <a:pt x="21428" y="926074"/>
                </a:lnTo>
                <a:lnTo>
                  <a:pt x="38534" y="926515"/>
                </a:lnTo>
                <a:lnTo>
                  <a:pt x="377884" y="842022"/>
                </a:lnTo>
                <a:lnTo>
                  <a:pt x="389274" y="836619"/>
                </a:lnTo>
                <a:lnTo>
                  <a:pt x="397423" y="827578"/>
                </a:lnTo>
                <a:lnTo>
                  <a:pt x="401587" y="816139"/>
                </a:lnTo>
                <a:lnTo>
                  <a:pt x="401022" y="803541"/>
                </a:lnTo>
                <a:lnTo>
                  <a:pt x="362541" y="780402"/>
                </a:lnTo>
                <a:lnTo>
                  <a:pt x="140794" y="835609"/>
                </a:lnTo>
                <a:lnTo>
                  <a:pt x="968208" y="54825"/>
                </a:lnTo>
                <a:lnTo>
                  <a:pt x="975484" y="44532"/>
                </a:lnTo>
                <a:lnTo>
                  <a:pt x="978154" y="32656"/>
                </a:lnTo>
                <a:lnTo>
                  <a:pt x="976176" y="20644"/>
                </a:lnTo>
                <a:lnTo>
                  <a:pt x="969509" y="9944"/>
                </a:lnTo>
                <a:lnTo>
                  <a:pt x="959212" y="2669"/>
                </a:lnTo>
                <a:lnTo>
                  <a:pt x="947337"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7" name="object 17"/>
          <p:cNvSpPr txBox="1"/>
          <p:nvPr/>
        </p:nvSpPr>
        <p:spPr>
          <a:xfrm>
            <a:off x="1028700" y="5671820"/>
            <a:ext cx="4819650" cy="2760980"/>
          </a:xfrm>
          <a:prstGeom prst="rect">
            <a:avLst/>
          </a:prstGeom>
        </p:spPr>
        <p:txBody>
          <a:bodyPr vert="horz" wrap="square" lIns="0" tIns="6350" rIns="0" bIns="0" rtlCol="0">
            <a:spAutoFit/>
          </a:bodyPr>
          <a:lstStyle/>
          <a:p>
            <a:pPr marL="6350" marR="2540" algn="just">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人生最值得的投资就是磨炼自己，工作本身并不能带来经济上的安全感，具备良好的思考、学习、创造与适应能力，才能利于不败之地。拥有财富，并不代表经济独立，拥有创造财富的能力才真正可靠。为了提高效率，有时我们必须抽出时间进行更新，柯维指出了我们应该关注人性的四个方面——磨炼智力的锐利、身体的锐利、情感的锐利和精神的锐利。</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15"/>
              </a:spcBef>
            </a:pPr>
            <a:endParaRPr sz="102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8890" algn="just">
              <a:lnSpc>
                <a:spcPct val="115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The most worthwhile investment in life is to sharpen oneself. Work itself does not bring financial security, but having the ability to think, learn, create and adapt is the only way to be invincible. Being wealthy does not mean being financially independent, but having the ability to create wealth is the only thing that is truly reliable. In order to improve eﬃciency, sometimes we must take time out for renewal, Covey pointed out that we should pay attention to the four aspects of human nature - sharpening intellectual  sharpness,  physical  sharpness,  emotional  sharpness  and spiritual sharpness.</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pic>
        <p:nvPicPr>
          <p:cNvPr id="18" name="object 18"/>
          <p:cNvPicPr/>
          <p:nvPr/>
        </p:nvPicPr>
        <p:blipFill>
          <a:blip r:embed="rId2" cstate="print"/>
          <a:stretch>
            <a:fillRect/>
          </a:stretch>
        </p:blipFill>
        <p:spPr>
          <a:xfrm>
            <a:off x="2295525" y="3311525"/>
            <a:ext cx="2266950" cy="2266950"/>
          </a:xfrm>
          <a:prstGeom prst="rect">
            <a:avLst/>
          </a:prstGeom>
        </p:spPr>
      </p:pic>
      <p:sp>
        <p:nvSpPr>
          <p:cNvPr id="19" name="object 19"/>
          <p:cNvSpPr txBox="1"/>
          <p:nvPr/>
        </p:nvSpPr>
        <p:spPr>
          <a:xfrm>
            <a:off x="2522733" y="4197429"/>
            <a:ext cx="441008" cy="479425"/>
          </a:xfrm>
          <a:prstGeom prst="rect">
            <a:avLst/>
          </a:prstGeom>
        </p:spPr>
        <p:txBody>
          <a:bodyPr vert="horz" wrap="square" lIns="0" tIns="37783" rIns="0" bIns="0" rtlCol="0">
            <a:spAutoFit/>
          </a:bodyPr>
          <a:lstStyle/>
          <a:p>
            <a:pPr marL="6350" algn="ctr">
              <a:spcBef>
                <a:spcPts val="300"/>
              </a:spcBef>
            </a:pPr>
            <a:r>
              <a:rPr sz="1050" dirty="0">
                <a:solidFill>
                  <a:srgbClr val="FFFFFF"/>
                </a:solidFill>
                <a:latin typeface="江城圆体 400W" panose="020B0800000000000000" pitchFamily="34" charset="-128"/>
                <a:ea typeface="江城圆体 400W" panose="020B0800000000000000" pitchFamily="34" charset="-128"/>
                <a:cs typeface="Microsoft JhengHei"/>
              </a:rPr>
              <a:t>智力</a:t>
            </a:r>
            <a:endParaRPr sz="1050">
              <a:latin typeface="江城圆体 400W" panose="020B0800000000000000" pitchFamily="34" charset="-128"/>
              <a:ea typeface="江城圆体 400W" panose="020B0800000000000000" pitchFamily="34" charset="-128"/>
              <a:cs typeface="Microsoft JhengHei"/>
            </a:endParaRPr>
          </a:p>
          <a:p>
            <a:pPr marL="6350" marR="2540" algn="ctr">
              <a:spcBef>
                <a:spcPts val="270"/>
              </a:spcBef>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阅读 想象规划 写作</a:t>
            </a:r>
            <a:endParaRPr sz="800">
              <a:latin typeface="江城圆体 400W" panose="020B0800000000000000" pitchFamily="34" charset="-128"/>
              <a:ea typeface="江城圆体 400W" panose="020B0800000000000000" pitchFamily="34" charset="-128"/>
              <a:cs typeface="PMingLiU" panose="02020500000000000000" charset="-120"/>
            </a:endParaRPr>
          </a:p>
        </p:txBody>
      </p:sp>
      <p:sp>
        <p:nvSpPr>
          <p:cNvPr id="20" name="object 20"/>
          <p:cNvSpPr txBox="1"/>
          <p:nvPr/>
        </p:nvSpPr>
        <p:spPr>
          <a:xfrm>
            <a:off x="3900682" y="4180761"/>
            <a:ext cx="441008" cy="509270"/>
          </a:xfrm>
          <a:prstGeom prst="rect">
            <a:avLst/>
          </a:prstGeom>
        </p:spPr>
        <p:txBody>
          <a:bodyPr vert="horz" wrap="square" lIns="0" tIns="54610" rIns="0" bIns="0" rtlCol="0">
            <a:spAutoFit/>
          </a:bodyPr>
          <a:lstStyle/>
          <a:p>
            <a:pPr marL="6350" algn="ctr">
              <a:spcBef>
                <a:spcPts val="430"/>
              </a:spcBef>
            </a:pPr>
            <a:r>
              <a:rPr sz="1050" dirty="0">
                <a:solidFill>
                  <a:srgbClr val="FFFFFF"/>
                </a:solidFill>
                <a:latin typeface="江城圆体 400W" panose="020B0800000000000000" pitchFamily="34" charset="-128"/>
                <a:ea typeface="江城圆体 400W" panose="020B0800000000000000" pitchFamily="34" charset="-128"/>
                <a:cs typeface="Microsoft JhengHei"/>
              </a:rPr>
              <a:t>情感</a:t>
            </a:r>
            <a:endParaRPr sz="1050">
              <a:latin typeface="江城圆体 400W" panose="020B0800000000000000" pitchFamily="34" charset="-128"/>
              <a:ea typeface="江城圆体 400W" panose="020B0800000000000000" pitchFamily="34" charset="-128"/>
              <a:cs typeface="Microsoft JhengHei"/>
            </a:endParaRPr>
          </a:p>
          <a:p>
            <a:pPr marL="6350" marR="2540" algn="ctr">
              <a:spcBef>
                <a:spcPts val="370"/>
              </a:spcBef>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服务 移情安全感</a:t>
            </a:r>
            <a:endParaRPr sz="800">
              <a:latin typeface="江城圆体 400W" panose="020B0800000000000000" pitchFamily="34" charset="-128"/>
              <a:ea typeface="江城圆体 400W" panose="020B0800000000000000" pitchFamily="34" charset="-128"/>
              <a:cs typeface="PMingLiU" panose="02020500000000000000" charset="-120"/>
            </a:endParaRPr>
          </a:p>
        </p:txBody>
      </p:sp>
      <p:sp>
        <p:nvSpPr>
          <p:cNvPr id="21" name="object 21"/>
          <p:cNvSpPr txBox="1"/>
          <p:nvPr/>
        </p:nvSpPr>
        <p:spPr>
          <a:xfrm>
            <a:off x="3211708" y="3503295"/>
            <a:ext cx="441008" cy="494665"/>
          </a:xfrm>
          <a:prstGeom prst="rect">
            <a:avLst/>
          </a:prstGeom>
        </p:spPr>
        <p:txBody>
          <a:bodyPr vert="horz" wrap="square" lIns="0" tIns="46355" rIns="0" bIns="0" rtlCol="0">
            <a:spAutoFit/>
          </a:bodyPr>
          <a:lstStyle/>
          <a:p>
            <a:pPr algn="ctr">
              <a:spcBef>
                <a:spcPts val="365"/>
              </a:spcBef>
            </a:pPr>
            <a:r>
              <a:rPr sz="1050" dirty="0">
                <a:solidFill>
                  <a:srgbClr val="FFFFFF"/>
                </a:solidFill>
                <a:latin typeface="江城圆体 400W" panose="020B0800000000000000" pitchFamily="34" charset="-128"/>
                <a:ea typeface="江城圆体 400W" panose="020B0800000000000000" pitchFamily="34" charset="-128"/>
                <a:cs typeface="Microsoft JhengHei"/>
              </a:rPr>
              <a:t>身体</a:t>
            </a:r>
            <a:endParaRPr sz="1050" dirty="0">
              <a:latin typeface="江城圆体 400W" panose="020B0800000000000000" pitchFamily="34" charset="-128"/>
              <a:ea typeface="江城圆体 400W" panose="020B0800000000000000" pitchFamily="34" charset="-128"/>
              <a:cs typeface="Microsoft JhengHei"/>
            </a:endParaRPr>
          </a:p>
          <a:p>
            <a:pPr marL="6350" marR="2540" algn="ctr">
              <a:spcBef>
                <a:spcPts val="320"/>
              </a:spcBef>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锻炼 营养压力调节</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2" name="object 22"/>
          <p:cNvSpPr txBox="1"/>
          <p:nvPr/>
        </p:nvSpPr>
        <p:spPr>
          <a:xfrm>
            <a:off x="3208533" y="4864179"/>
            <a:ext cx="441008" cy="479425"/>
          </a:xfrm>
          <a:prstGeom prst="rect">
            <a:avLst/>
          </a:prstGeom>
        </p:spPr>
        <p:txBody>
          <a:bodyPr vert="horz" wrap="square" lIns="0" tIns="37783" rIns="0" bIns="0" rtlCol="0">
            <a:spAutoFit/>
          </a:bodyPr>
          <a:lstStyle/>
          <a:p>
            <a:pPr marL="6350" algn="ctr">
              <a:spcBef>
                <a:spcPts val="300"/>
              </a:spcBef>
            </a:pPr>
            <a:r>
              <a:rPr sz="1050" dirty="0">
                <a:solidFill>
                  <a:srgbClr val="FFFFFF"/>
                </a:solidFill>
                <a:latin typeface="江城圆体 400W" panose="020B0800000000000000" pitchFamily="34" charset="-128"/>
                <a:ea typeface="江城圆体 400W" panose="020B0800000000000000" pitchFamily="34" charset="-128"/>
                <a:cs typeface="Microsoft JhengHei"/>
              </a:rPr>
              <a:t>精神</a:t>
            </a:r>
            <a:endParaRPr sz="1050">
              <a:latin typeface="江城圆体 400W" panose="020B0800000000000000" pitchFamily="34" charset="-128"/>
              <a:ea typeface="江城圆体 400W" panose="020B0800000000000000" pitchFamily="34" charset="-128"/>
              <a:cs typeface="Microsoft JhengHei"/>
            </a:endParaRPr>
          </a:p>
          <a:p>
            <a:pPr marL="6350" marR="2540" algn="ctr">
              <a:spcBef>
                <a:spcPts val="270"/>
              </a:spcBef>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坚持 学习价値观</a:t>
            </a:r>
            <a:endParaRPr sz="800">
              <a:latin typeface="江城圆体 400W" panose="020B0800000000000000" pitchFamily="34" charset="-128"/>
              <a:ea typeface="江城圆体 400W" panose="020B0800000000000000" pitchFamily="34" charset="-128"/>
              <a:cs typeface="PMingLiU" panose="02020500000000000000" charset="-120"/>
            </a:endParaRPr>
          </a:p>
        </p:txBody>
      </p:sp>
      <p:sp>
        <p:nvSpPr>
          <p:cNvPr id="23" name="object 23"/>
          <p:cNvSpPr txBox="1"/>
          <p:nvPr/>
        </p:nvSpPr>
        <p:spPr>
          <a:xfrm>
            <a:off x="3163806" y="4361180"/>
            <a:ext cx="545148" cy="167640"/>
          </a:xfrm>
          <a:prstGeom prst="rect">
            <a:avLst/>
          </a:prstGeom>
        </p:spPr>
        <p:txBody>
          <a:bodyPr vert="horz" wrap="square" lIns="0" tIns="6350" rIns="0" bIns="0" rtlCol="0">
            <a:spAutoFit/>
          </a:bodyPr>
          <a:lstStyle/>
          <a:p>
            <a:pPr marL="6350">
              <a:spcBef>
                <a:spcPts val="50"/>
              </a:spcBef>
            </a:pPr>
            <a:r>
              <a:rPr sz="1050" spc="-10" dirty="0">
                <a:solidFill>
                  <a:srgbClr val="FFFFFF"/>
                </a:solidFill>
                <a:latin typeface="江城圆体 400W" panose="020B0800000000000000" pitchFamily="34" charset="-128"/>
                <a:ea typeface="江城圆体 400W" panose="020B0800000000000000" pitchFamily="34" charset="-128"/>
                <a:cs typeface="Microsoft JhengHei"/>
              </a:rPr>
              <a:t>不断更新</a:t>
            </a:r>
            <a:endParaRPr sz="1050" dirty="0">
              <a:latin typeface="江城圆体 400W" panose="020B0800000000000000" pitchFamily="34" charset="-128"/>
              <a:ea typeface="江城圆体 400W" panose="020B0800000000000000" pitchFamily="34" charset="-128"/>
              <a:cs typeface="Microsoft JhengHei"/>
            </a:endParaRPr>
          </a:p>
        </p:txBody>
      </p:sp>
      <p:pic>
        <p:nvPicPr>
          <p:cNvPr id="24" name="object 24"/>
          <p:cNvPicPr/>
          <p:nvPr/>
        </p:nvPicPr>
        <p:blipFill>
          <a:blip r:embed="rId3" cstate="print"/>
          <a:stretch>
            <a:fillRect/>
          </a:stretch>
        </p:blipFill>
        <p:spPr>
          <a:xfrm>
            <a:off x="3189837" y="8851900"/>
            <a:ext cx="486698" cy="292100"/>
          </a:xfrm>
          <a:prstGeom prst="rect">
            <a:avLst/>
          </a:prstGeom>
        </p:spPr>
      </p:pic>
      <p:sp>
        <p:nvSpPr>
          <p:cNvPr id="25" name="object 6"/>
          <p:cNvSpPr txBox="1"/>
          <p:nvPr/>
        </p:nvSpPr>
        <p:spPr>
          <a:xfrm>
            <a:off x="1652975" y="1335930"/>
            <a:ext cx="226066" cy="325120"/>
          </a:xfrm>
          <a:prstGeom prst="rect">
            <a:avLst/>
          </a:prstGeom>
        </p:spPr>
        <p:txBody>
          <a:bodyPr vert="horz" wrap="square" lIns="0" tIns="6350" rIns="0" bIns="0" rtlCol="0">
            <a:spAutoFit/>
          </a:bodyPr>
          <a:lstStyle/>
          <a:p>
            <a:pPr marL="19050">
              <a:spcBef>
                <a:spcPts val="50"/>
              </a:spcBef>
              <a:tabLst>
                <a:tab pos="245745" algn="l"/>
              </a:tabLst>
            </a:pPr>
            <a:r>
              <a:rPr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a:t>
            </a:r>
            <a:r>
              <a:rPr lang="en-US" altLang="zh-CN"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7</a:t>
            </a:r>
            <a:r>
              <a:rPr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a:t>
            </a:r>
            <a:endParaRPr sz="2000" b="1" dirty="0">
              <a:latin typeface="江城圆体 600W" panose="020B0800000000000000" pitchFamily="34" charset="-128"/>
              <a:ea typeface="江城圆体 600W" panose="020B0800000000000000" pitchFamily="34" charset="-128"/>
              <a:cs typeface="Microsoft JhengHe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a:latin typeface="江城圆体 300W" panose="020B0800000000000000" pitchFamily="34" charset="-128"/>
              <a:ea typeface="江城圆体 300W" panose="020B0800000000000000" pitchFamily="34" charset="-128"/>
              <a:cs typeface="PMingLiU" panose="02020500000000000000" charset="-120"/>
            </a:endParaRPr>
          </a:p>
        </p:txBody>
      </p:sp>
      <p:grpSp>
        <p:nvGrpSpPr>
          <p:cNvPr id="3" name="object 3"/>
          <p:cNvGrpSpPr/>
          <p:nvPr/>
        </p:nvGrpSpPr>
        <p:grpSpPr>
          <a:xfrm>
            <a:off x="574675" y="1241425"/>
            <a:ext cx="259398" cy="259080"/>
            <a:chOff x="1149350" y="2482850"/>
            <a:chExt cx="518795" cy="518159"/>
          </a:xfrm>
        </p:grpSpPr>
        <p:sp>
          <p:nvSpPr>
            <p:cNvPr id="4" name="object 4"/>
            <p:cNvSpPr/>
            <p:nvPr/>
          </p:nvSpPr>
          <p:spPr>
            <a:xfrm>
              <a:off x="1155700" y="2489200"/>
              <a:ext cx="506095" cy="505459"/>
            </a:xfrm>
            <a:custGeom>
              <a:avLst/>
              <a:gdLst/>
              <a:ahLst/>
              <a:cxnLst/>
              <a:rect l="l" t="t" r="r" b="b"/>
              <a:pathLst>
                <a:path w="506094" h="505460">
                  <a:moveTo>
                    <a:pt x="252529" y="0"/>
                  </a:moveTo>
                  <a:lnTo>
                    <a:pt x="207136" y="4068"/>
                  </a:lnTo>
                  <a:lnTo>
                    <a:pt x="164413" y="15798"/>
                  </a:lnTo>
                  <a:lnTo>
                    <a:pt x="125072" y="34476"/>
                  </a:lnTo>
                  <a:lnTo>
                    <a:pt x="89827" y="59389"/>
                  </a:lnTo>
                  <a:lnTo>
                    <a:pt x="59391" y="89825"/>
                  </a:lnTo>
                  <a:lnTo>
                    <a:pt x="34477" y="125069"/>
                  </a:lnTo>
                  <a:lnTo>
                    <a:pt x="15798" y="164410"/>
                  </a:lnTo>
                  <a:lnTo>
                    <a:pt x="4068" y="207133"/>
                  </a:lnTo>
                  <a:lnTo>
                    <a:pt x="0" y="252526"/>
                  </a:lnTo>
                  <a:lnTo>
                    <a:pt x="4068" y="297920"/>
                  </a:lnTo>
                  <a:lnTo>
                    <a:pt x="15798" y="340643"/>
                  </a:lnTo>
                  <a:lnTo>
                    <a:pt x="34477" y="379984"/>
                  </a:lnTo>
                  <a:lnTo>
                    <a:pt x="59391" y="415228"/>
                  </a:lnTo>
                  <a:lnTo>
                    <a:pt x="89827" y="445664"/>
                  </a:lnTo>
                  <a:lnTo>
                    <a:pt x="125072" y="470577"/>
                  </a:lnTo>
                  <a:lnTo>
                    <a:pt x="164413" y="489255"/>
                  </a:lnTo>
                  <a:lnTo>
                    <a:pt x="207136" y="500985"/>
                  </a:lnTo>
                  <a:lnTo>
                    <a:pt x="252529" y="505053"/>
                  </a:lnTo>
                  <a:lnTo>
                    <a:pt x="287809" y="502610"/>
                  </a:lnTo>
                  <a:lnTo>
                    <a:pt x="321592" y="495498"/>
                  </a:lnTo>
                  <a:lnTo>
                    <a:pt x="353550" y="484045"/>
                  </a:lnTo>
                  <a:lnTo>
                    <a:pt x="383353" y="468579"/>
                  </a:lnTo>
                  <a:lnTo>
                    <a:pt x="502900" y="468579"/>
                  </a:lnTo>
                  <a:lnTo>
                    <a:pt x="493532" y="437051"/>
                  </a:lnTo>
                  <a:lnTo>
                    <a:pt x="480073" y="394304"/>
                  </a:lnTo>
                  <a:lnTo>
                    <a:pt x="478115" y="366153"/>
                  </a:lnTo>
                  <a:lnTo>
                    <a:pt x="489596" y="339734"/>
                  </a:lnTo>
                  <a:lnTo>
                    <a:pt x="498050" y="311854"/>
                  </a:lnTo>
                  <a:lnTo>
                    <a:pt x="503272" y="282718"/>
                  </a:lnTo>
                  <a:lnTo>
                    <a:pt x="505058" y="252526"/>
                  </a:lnTo>
                  <a:lnTo>
                    <a:pt x="500990" y="207133"/>
                  </a:lnTo>
                  <a:lnTo>
                    <a:pt x="489259" y="164410"/>
                  </a:lnTo>
                  <a:lnTo>
                    <a:pt x="470580" y="125069"/>
                  </a:lnTo>
                  <a:lnTo>
                    <a:pt x="445666" y="89825"/>
                  </a:lnTo>
                  <a:lnTo>
                    <a:pt x="415230" y="59389"/>
                  </a:lnTo>
                  <a:lnTo>
                    <a:pt x="379985" y="34476"/>
                  </a:lnTo>
                  <a:lnTo>
                    <a:pt x="340644" y="15798"/>
                  </a:lnTo>
                  <a:lnTo>
                    <a:pt x="297921" y="4068"/>
                  </a:lnTo>
                  <a:lnTo>
                    <a:pt x="252529" y="0"/>
                  </a:lnTo>
                  <a:close/>
                </a:path>
                <a:path w="506094" h="505460">
                  <a:moveTo>
                    <a:pt x="502900" y="468579"/>
                  </a:moveTo>
                  <a:lnTo>
                    <a:pt x="383353" y="468579"/>
                  </a:lnTo>
                  <a:lnTo>
                    <a:pt x="408707" y="471511"/>
                  </a:lnTo>
                  <a:lnTo>
                    <a:pt x="445823" y="488716"/>
                  </a:lnTo>
                  <a:lnTo>
                    <a:pt x="482130" y="504971"/>
                  </a:lnTo>
                  <a:lnTo>
                    <a:pt x="505058" y="505053"/>
                  </a:lnTo>
                  <a:lnTo>
                    <a:pt x="506018" y="479074"/>
                  </a:lnTo>
                  <a:lnTo>
                    <a:pt x="502900" y="468579"/>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 name="object 5"/>
            <p:cNvSpPr/>
            <p:nvPr/>
          </p:nvSpPr>
          <p:spPr>
            <a:xfrm>
              <a:off x="1155700" y="2489200"/>
              <a:ext cx="506095" cy="505459"/>
            </a:xfrm>
            <a:custGeom>
              <a:avLst/>
              <a:gdLst/>
              <a:ahLst/>
              <a:cxnLst/>
              <a:rect l="l" t="t" r="r" b="b"/>
              <a:pathLst>
                <a:path w="506094" h="505460">
                  <a:moveTo>
                    <a:pt x="252529" y="505058"/>
                  </a:moveTo>
                  <a:lnTo>
                    <a:pt x="287809" y="502613"/>
                  </a:lnTo>
                  <a:lnTo>
                    <a:pt x="321592" y="495498"/>
                  </a:lnTo>
                  <a:lnTo>
                    <a:pt x="353550" y="484042"/>
                  </a:lnTo>
                  <a:lnTo>
                    <a:pt x="383353" y="468572"/>
                  </a:lnTo>
                  <a:lnTo>
                    <a:pt x="408707" y="471508"/>
                  </a:lnTo>
                  <a:lnTo>
                    <a:pt x="445822" y="488716"/>
                  </a:lnTo>
                  <a:lnTo>
                    <a:pt x="482130" y="504973"/>
                  </a:lnTo>
                  <a:lnTo>
                    <a:pt x="505058" y="505058"/>
                  </a:lnTo>
                  <a:lnTo>
                    <a:pt x="506018" y="479079"/>
                  </a:lnTo>
                  <a:lnTo>
                    <a:pt x="493532" y="437055"/>
                  </a:lnTo>
                  <a:lnTo>
                    <a:pt x="480074" y="394304"/>
                  </a:lnTo>
                  <a:lnTo>
                    <a:pt x="478116" y="366147"/>
                  </a:lnTo>
                  <a:lnTo>
                    <a:pt x="489596" y="339734"/>
                  </a:lnTo>
                  <a:lnTo>
                    <a:pt x="498050" y="311856"/>
                  </a:lnTo>
                  <a:lnTo>
                    <a:pt x="503272" y="282720"/>
                  </a:lnTo>
                  <a:lnTo>
                    <a:pt x="505058" y="252529"/>
                  </a:lnTo>
                  <a:lnTo>
                    <a:pt x="500990" y="207136"/>
                  </a:lnTo>
                  <a:lnTo>
                    <a:pt x="489259" y="164413"/>
                  </a:lnTo>
                  <a:lnTo>
                    <a:pt x="470581" y="125072"/>
                  </a:lnTo>
                  <a:lnTo>
                    <a:pt x="445666" y="89827"/>
                  </a:lnTo>
                  <a:lnTo>
                    <a:pt x="415230" y="59391"/>
                  </a:lnTo>
                  <a:lnTo>
                    <a:pt x="379985" y="34477"/>
                  </a:lnTo>
                  <a:lnTo>
                    <a:pt x="340645" y="15798"/>
                  </a:lnTo>
                  <a:lnTo>
                    <a:pt x="297921" y="4068"/>
                  </a:lnTo>
                  <a:lnTo>
                    <a:pt x="252529" y="0"/>
                  </a:lnTo>
                  <a:lnTo>
                    <a:pt x="207136" y="4068"/>
                  </a:lnTo>
                  <a:lnTo>
                    <a:pt x="164413" y="15798"/>
                  </a:lnTo>
                  <a:lnTo>
                    <a:pt x="125072" y="34477"/>
                  </a:lnTo>
                  <a:lnTo>
                    <a:pt x="89827" y="59391"/>
                  </a:lnTo>
                  <a:lnTo>
                    <a:pt x="59391" y="89827"/>
                  </a:lnTo>
                  <a:lnTo>
                    <a:pt x="34477" y="125072"/>
                  </a:lnTo>
                  <a:lnTo>
                    <a:pt x="15798" y="164413"/>
                  </a:lnTo>
                  <a:lnTo>
                    <a:pt x="4068" y="207136"/>
                  </a:lnTo>
                  <a:lnTo>
                    <a:pt x="0" y="252529"/>
                  </a:lnTo>
                  <a:lnTo>
                    <a:pt x="4068" y="297921"/>
                  </a:lnTo>
                  <a:lnTo>
                    <a:pt x="15798" y="340645"/>
                  </a:lnTo>
                  <a:lnTo>
                    <a:pt x="34477" y="379985"/>
                  </a:lnTo>
                  <a:lnTo>
                    <a:pt x="59391" y="415230"/>
                  </a:lnTo>
                  <a:lnTo>
                    <a:pt x="89827" y="445666"/>
                  </a:lnTo>
                  <a:lnTo>
                    <a:pt x="125072" y="470581"/>
                  </a:lnTo>
                  <a:lnTo>
                    <a:pt x="164413" y="489259"/>
                  </a:lnTo>
                  <a:lnTo>
                    <a:pt x="207136" y="500990"/>
                  </a:lnTo>
                  <a:lnTo>
                    <a:pt x="252529" y="505058"/>
                  </a:lnTo>
                  <a:close/>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6" name="object 6"/>
          <p:cNvSpPr txBox="1"/>
          <p:nvPr/>
        </p:nvSpPr>
        <p:spPr>
          <a:xfrm>
            <a:off x="604832" y="1275080"/>
            <a:ext cx="5817235" cy="283210"/>
          </a:xfrm>
          <a:prstGeom prst="rect">
            <a:avLst/>
          </a:prstGeom>
        </p:spPr>
        <p:txBody>
          <a:bodyPr vert="horz" wrap="square" lIns="0" tIns="6350" rIns="0" bIns="0" rtlCol="0">
            <a:spAutoFit/>
          </a:bodyPr>
          <a:lstStyle/>
          <a:p>
            <a:pPr marL="19050">
              <a:spcBef>
                <a:spcPts val="50"/>
              </a:spcBef>
              <a:tabLst>
                <a:tab pos="245745" algn="l"/>
              </a:tabLst>
            </a:pPr>
            <a:r>
              <a:rPr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a:t>
            </a:r>
            <a:r>
              <a:rPr b="1" dirty="0">
                <a:solidFill>
                  <a:srgbClr val="212121"/>
                </a:solidFill>
                <a:latin typeface="江城圆体 600W" panose="020B0800000000000000" pitchFamily="34" charset="-128"/>
                <a:ea typeface="江城圆体 600W" panose="020B0800000000000000" pitchFamily="34" charset="-128"/>
                <a:cs typeface="Microsoft JhengHei"/>
              </a:rPr>
              <a:t>「走出困境」的原则 ---找到你的心声并激励他人寻找心声</a:t>
            </a:r>
            <a:endParaRPr b="1" dirty="0">
              <a:latin typeface="江城圆体 600W" panose="020B0800000000000000" pitchFamily="34" charset="-128"/>
              <a:ea typeface="江城圆体 600W" panose="020B0800000000000000" pitchFamily="34" charset="-128"/>
              <a:cs typeface="Microsoft JhengHei"/>
            </a:endParaRPr>
          </a:p>
        </p:txBody>
      </p:sp>
      <p:sp>
        <p:nvSpPr>
          <p:cNvPr id="7" name="object 7"/>
          <p:cNvSpPr txBox="1"/>
          <p:nvPr/>
        </p:nvSpPr>
        <p:spPr>
          <a:xfrm>
            <a:off x="926783" y="5023409"/>
            <a:ext cx="4997450" cy="3316605"/>
          </a:xfrm>
          <a:prstGeom prst="rect">
            <a:avLst/>
          </a:prstGeom>
        </p:spPr>
        <p:txBody>
          <a:bodyPr vert="horz" wrap="square" lIns="0" tIns="6350" rIns="0" bIns="0" rtlCol="0">
            <a:spAutoFit/>
          </a:bodyPr>
          <a:lstStyle/>
          <a:p>
            <a:pPr marL="6350" marR="2540">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我们每个人的内心都有一个深藏的、先天的、几乎无法表达的渴望，它驱使我们去寻找自己心声。心声位于中心，而周围是天赋才能（你的天赋和天然优势）、</a:t>
            </a:r>
            <a:r>
              <a:rPr sz="1050" dirty="0" err="1">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热情</a:t>
            </a:r>
            <a:r>
              <a:rPr lang="en-US" altLang="zh-CN"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a:t>
            </a:r>
            <a:r>
              <a:rPr sz="1050" dirty="0" err="1">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也即激励、鼓励、动员、激发你的热情</a:t>
            </a: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需求（包括世界由于极其需要而付钱给你、要你做的事务）以及良知（内心深处安静的独白，它让你分清对错并敦促你行动）。如果你从事的某项工作能开发你的天赋才能、唤起你的热情，而且世界也极其需要、你的良知也敦促你去从事该项工作，那么，你的心声、你的召唤、你的灵魂密码就在那儿。</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15"/>
              </a:spcBef>
            </a:pPr>
            <a:endParaRPr sz="102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5080" algn="just">
              <a:lnSpc>
                <a:spcPct val="115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Within each of us is a deep, innate, almost inexpressible longing that drives us  to  find  our  heart's  voice.The  heart's  voice  sits  at  the  center  and  is surrounded by natural talents (your gifts and natural strengths), passions (i.e., that which inspires, encourages, mobilizes, and energizes you), needs (which includes the things the world pays you to do and asks you to do because of your great need), and conscience (that quiet monologue deep within that separates you from right from wrong and urges you to act). If you are doing something that develops your natural talents and arouses your passions, and the world needs it badly and your conscience urges you to do it, then your heart's voice, your calling, your soul's code is there.</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pic>
        <p:nvPicPr>
          <p:cNvPr id="8" name="object 8"/>
          <p:cNvPicPr/>
          <p:nvPr/>
        </p:nvPicPr>
        <p:blipFill>
          <a:blip r:embed="rId2" cstate="print"/>
          <a:stretch>
            <a:fillRect/>
          </a:stretch>
        </p:blipFill>
        <p:spPr>
          <a:xfrm>
            <a:off x="1981200" y="1835150"/>
            <a:ext cx="2889250" cy="2940050"/>
          </a:xfrm>
          <a:prstGeom prst="rect">
            <a:avLst/>
          </a:prstGeom>
        </p:spPr>
      </p:pic>
      <p:sp>
        <p:nvSpPr>
          <p:cNvPr id="9" name="object 9"/>
          <p:cNvSpPr txBox="1"/>
          <p:nvPr/>
        </p:nvSpPr>
        <p:spPr>
          <a:xfrm>
            <a:off x="4229100" y="3175000"/>
            <a:ext cx="393065" cy="236855"/>
          </a:xfrm>
          <a:prstGeom prst="rect">
            <a:avLst/>
          </a:prstGeom>
        </p:spPr>
        <p:txBody>
          <a:bodyPr vert="horz" wrap="square" lIns="0" tIns="6350" rIns="0" bIns="0" rtlCol="0">
            <a:spAutoFit/>
          </a:bodyPr>
          <a:lstStyle/>
          <a:p>
            <a:pPr marL="6350">
              <a:spcBef>
                <a:spcPts val="50"/>
              </a:spcBef>
            </a:pPr>
            <a:r>
              <a:rPr sz="1500" spc="-15" dirty="0">
                <a:solidFill>
                  <a:srgbClr val="FFFFFF"/>
                </a:solidFill>
                <a:latin typeface="江城圆体 400W" panose="020B0800000000000000" pitchFamily="34" charset="-128"/>
                <a:ea typeface="江城圆体 400W" panose="020B0800000000000000" pitchFamily="34" charset="-128"/>
                <a:cs typeface="Microsoft JhengHei"/>
              </a:rPr>
              <a:t>需求</a:t>
            </a:r>
            <a:endParaRPr sz="1500" dirty="0">
              <a:latin typeface="江城圆体 400W" panose="020B0800000000000000" pitchFamily="34" charset="-128"/>
              <a:ea typeface="江城圆体 400W" panose="020B0800000000000000" pitchFamily="34" charset="-128"/>
              <a:cs typeface="Microsoft JhengHei"/>
            </a:endParaRPr>
          </a:p>
        </p:txBody>
      </p:sp>
      <p:sp>
        <p:nvSpPr>
          <p:cNvPr id="10" name="object 10"/>
          <p:cNvSpPr txBox="1"/>
          <p:nvPr/>
        </p:nvSpPr>
        <p:spPr>
          <a:xfrm>
            <a:off x="2241550" y="3200400"/>
            <a:ext cx="393065" cy="236855"/>
          </a:xfrm>
          <a:prstGeom prst="rect">
            <a:avLst/>
          </a:prstGeom>
        </p:spPr>
        <p:txBody>
          <a:bodyPr vert="horz" wrap="square" lIns="0" tIns="6350" rIns="0" bIns="0" rtlCol="0">
            <a:spAutoFit/>
          </a:bodyPr>
          <a:lstStyle/>
          <a:p>
            <a:pPr marL="6350">
              <a:spcBef>
                <a:spcPts val="50"/>
              </a:spcBef>
            </a:pPr>
            <a:r>
              <a:rPr sz="1500" spc="-15" dirty="0">
                <a:solidFill>
                  <a:srgbClr val="FFFFFF"/>
                </a:solidFill>
                <a:latin typeface="江城圆体 400W" panose="020B0800000000000000" pitchFamily="34" charset="-128"/>
                <a:ea typeface="江城圆体 400W" panose="020B0800000000000000" pitchFamily="34" charset="-128"/>
                <a:cs typeface="Microsoft JhengHei"/>
              </a:rPr>
              <a:t>热情</a:t>
            </a:r>
            <a:endParaRPr sz="1500" dirty="0">
              <a:latin typeface="江城圆体 400W" panose="020B0800000000000000" pitchFamily="34" charset="-128"/>
              <a:ea typeface="江城圆体 400W" panose="020B0800000000000000" pitchFamily="34" charset="-128"/>
              <a:cs typeface="Microsoft JhengHei"/>
            </a:endParaRPr>
          </a:p>
        </p:txBody>
      </p:sp>
      <p:sp>
        <p:nvSpPr>
          <p:cNvPr id="11" name="object 11"/>
          <p:cNvSpPr txBox="1"/>
          <p:nvPr/>
        </p:nvSpPr>
        <p:spPr>
          <a:xfrm>
            <a:off x="3136900" y="4171950"/>
            <a:ext cx="583248" cy="236855"/>
          </a:xfrm>
          <a:prstGeom prst="rect">
            <a:avLst/>
          </a:prstGeom>
        </p:spPr>
        <p:txBody>
          <a:bodyPr vert="horz" wrap="square" lIns="0" tIns="6350" rIns="0" bIns="0" rtlCol="0">
            <a:spAutoFit/>
          </a:bodyPr>
          <a:lstStyle/>
          <a:p>
            <a:pPr marL="6350">
              <a:spcBef>
                <a:spcPts val="50"/>
              </a:spcBef>
            </a:pPr>
            <a:r>
              <a:rPr sz="1500" spc="-13" dirty="0">
                <a:solidFill>
                  <a:srgbClr val="FFFFFF"/>
                </a:solidFill>
                <a:latin typeface="江城圆体 400W" panose="020B0800000000000000" pitchFamily="34" charset="-128"/>
                <a:ea typeface="江城圆体 400W" panose="020B0800000000000000" pitchFamily="34" charset="-128"/>
                <a:cs typeface="Microsoft JhengHei"/>
              </a:rPr>
              <a:t>价値观</a:t>
            </a:r>
            <a:endParaRPr sz="1500" dirty="0">
              <a:latin typeface="江城圆体 400W" panose="020B0800000000000000" pitchFamily="34" charset="-128"/>
              <a:ea typeface="江城圆体 400W" panose="020B0800000000000000" pitchFamily="34" charset="-128"/>
              <a:cs typeface="Microsoft JhengHei"/>
            </a:endParaRPr>
          </a:p>
        </p:txBody>
      </p:sp>
      <p:sp>
        <p:nvSpPr>
          <p:cNvPr id="12" name="object 12"/>
          <p:cNvSpPr txBox="1"/>
          <p:nvPr/>
        </p:nvSpPr>
        <p:spPr>
          <a:xfrm>
            <a:off x="3225800" y="2190750"/>
            <a:ext cx="399415" cy="792480"/>
          </a:xfrm>
          <a:prstGeom prst="rect">
            <a:avLst/>
          </a:prstGeom>
        </p:spPr>
        <p:txBody>
          <a:bodyPr vert="horz" wrap="square" lIns="0" tIns="6350" rIns="0" bIns="0" rtlCol="0">
            <a:spAutoFit/>
          </a:bodyPr>
          <a:lstStyle/>
          <a:p>
            <a:pPr marL="12700">
              <a:spcBef>
                <a:spcPts val="50"/>
              </a:spcBef>
            </a:pPr>
            <a:r>
              <a:rPr sz="1500" spc="-15" dirty="0">
                <a:solidFill>
                  <a:srgbClr val="FFFFFF"/>
                </a:solidFill>
                <a:latin typeface="江城圆体 400W" panose="020B0800000000000000" pitchFamily="34" charset="-128"/>
                <a:ea typeface="江城圆体 400W" panose="020B0800000000000000" pitchFamily="34" charset="-128"/>
                <a:cs typeface="Microsoft JhengHei"/>
              </a:rPr>
              <a:t>天赋</a:t>
            </a:r>
            <a:endParaRPr sz="1500" dirty="0">
              <a:latin typeface="江城圆体 400W" panose="020B0800000000000000" pitchFamily="34" charset="-128"/>
              <a:ea typeface="江城圆体 400W" panose="020B0800000000000000" pitchFamily="34" charset="-128"/>
              <a:cs typeface="Microsoft JhengHei"/>
            </a:endParaRPr>
          </a:p>
          <a:p>
            <a:pPr>
              <a:spcBef>
                <a:spcPts val="35"/>
              </a:spcBef>
            </a:pPr>
            <a:endParaRPr sz="2075" dirty="0">
              <a:latin typeface="江城圆体 400W" panose="020B0800000000000000" pitchFamily="34" charset="-128"/>
              <a:ea typeface="江城圆体 400W" panose="020B0800000000000000" pitchFamily="34" charset="-128"/>
              <a:cs typeface="Microsoft JhengHei"/>
            </a:endParaRPr>
          </a:p>
          <a:p>
            <a:pPr marL="6350"/>
            <a:r>
              <a:rPr sz="1500" spc="-15"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心声</a:t>
            </a:r>
            <a:endParaRPr sz="1500" dirty="0">
              <a:latin typeface="江城圆体 400W" panose="020B0800000000000000" pitchFamily="34" charset="-128"/>
              <a:ea typeface="江城圆体 400W" panose="020B0800000000000000" pitchFamily="34" charset="-128"/>
              <a:cs typeface="PMingLiU" panose="02020500000000000000" charset="-120"/>
            </a:endParaRPr>
          </a:p>
        </p:txBody>
      </p:sp>
      <p:pic>
        <p:nvPicPr>
          <p:cNvPr id="13" name="object 13"/>
          <p:cNvPicPr/>
          <p:nvPr/>
        </p:nvPicPr>
        <p:blipFill>
          <a:blip r:embed="rId3" cstate="print"/>
          <a:stretch>
            <a:fillRect/>
          </a:stretch>
        </p:blipFill>
        <p:spPr>
          <a:xfrm>
            <a:off x="3189837" y="8851900"/>
            <a:ext cx="486698" cy="292100"/>
          </a:xfrm>
          <a:prstGeom prst="rect">
            <a:avLst/>
          </a:prstGeom>
        </p:spPr>
      </p:pic>
      <p:sp>
        <p:nvSpPr>
          <p:cNvPr id="14" name="object 6"/>
          <p:cNvSpPr txBox="1"/>
          <p:nvPr/>
        </p:nvSpPr>
        <p:spPr>
          <a:xfrm>
            <a:off x="601458" y="1335819"/>
            <a:ext cx="226066" cy="325120"/>
          </a:xfrm>
          <a:prstGeom prst="rect">
            <a:avLst/>
          </a:prstGeom>
        </p:spPr>
        <p:txBody>
          <a:bodyPr vert="horz" wrap="square" lIns="0" tIns="6350" rIns="0" bIns="0" rtlCol="0">
            <a:spAutoFit/>
          </a:bodyPr>
          <a:lstStyle/>
          <a:p>
            <a:pPr marL="19050">
              <a:spcBef>
                <a:spcPts val="50"/>
              </a:spcBef>
              <a:tabLst>
                <a:tab pos="245745" algn="l"/>
              </a:tabLst>
            </a:pPr>
            <a:r>
              <a:rPr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a:t>
            </a:r>
            <a:r>
              <a:rPr lang="en-US" altLang="zh-CN"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8</a:t>
            </a:r>
            <a:r>
              <a:rPr sz="1600" b="1" baseline="19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a:t>
            </a:r>
            <a:endParaRPr sz="2000" b="1" dirty="0">
              <a:latin typeface="江城圆体 600W" panose="020B0800000000000000" pitchFamily="34" charset="-128"/>
              <a:ea typeface="江城圆体 600W" panose="020B0800000000000000" pitchFamily="34" charset="-128"/>
              <a:cs typeface="Microsoft JhengHe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257550" y="8934450"/>
            <a:ext cx="338572" cy="209550"/>
          </a:xfrm>
          <a:prstGeom prst="rect">
            <a:avLst/>
          </a:prstGeom>
        </p:spPr>
      </p:pic>
      <p:sp>
        <p:nvSpPr>
          <p:cNvPr id="3" name="object 3"/>
          <p:cNvSpPr txBox="1"/>
          <p:nvPr/>
        </p:nvSpPr>
        <p:spPr>
          <a:xfrm>
            <a:off x="1802671" y="781050"/>
            <a:ext cx="3252788" cy="144780"/>
          </a:xfrm>
          <a:prstGeom prst="rect">
            <a:avLst/>
          </a:prstGeom>
        </p:spPr>
        <p:txBody>
          <a:bodyPr vert="horz" wrap="square" lIns="0" tIns="6350" rIns="0" bIns="0" rtlCol="0">
            <a:spAutoFit/>
          </a:bodyPr>
          <a:lstStyle/>
          <a:p>
            <a:pPr marL="6350">
              <a:spcBef>
                <a:spcPts val="50"/>
              </a:spcBef>
            </a:pPr>
            <a:r>
              <a:rPr sz="900" spc="-3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a:t>
            </a:r>
            <a:r>
              <a:rPr sz="9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美国著名心理学家罗伯特·斯腾伯格（Robert</a:t>
            </a:r>
            <a:r>
              <a:rPr sz="900" spc="48"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900" spc="98"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J</a:t>
            </a:r>
            <a:r>
              <a:rPr sz="900" spc="7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9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Sternberg）</a:t>
            </a:r>
            <a:endParaRPr sz="900" dirty="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4" name="object 4"/>
          <p:cNvSpPr txBox="1"/>
          <p:nvPr/>
        </p:nvSpPr>
        <p:spPr>
          <a:xfrm>
            <a:off x="2391153" y="1321772"/>
            <a:ext cx="2109579" cy="283210"/>
          </a:xfrm>
          <a:prstGeom prst="rect">
            <a:avLst/>
          </a:prstGeom>
        </p:spPr>
        <p:txBody>
          <a:bodyPr vert="horz" wrap="square" lIns="0" tIns="6350" rIns="0" bIns="0" rtlCol="0">
            <a:spAutoFit/>
          </a:bodyPr>
          <a:lstStyle/>
          <a:p>
            <a:pPr marL="6350">
              <a:spcBef>
                <a:spcPts val="50"/>
              </a:spcBef>
            </a:pPr>
            <a:r>
              <a:rPr b="1" dirty="0">
                <a:solidFill>
                  <a:srgbClr val="11A766"/>
                </a:solidFill>
                <a:latin typeface="江城圆体 700W" panose="020B0800000000000000" pitchFamily="34" charset="-128"/>
                <a:ea typeface="江城圆体 700W" panose="020B0800000000000000" pitchFamily="34" charset="-128"/>
                <a:cs typeface="PMingLiU" panose="02020500000000000000" charset="-120"/>
              </a:rPr>
              <a:t>8 Types of Love</a:t>
            </a:r>
            <a:endParaRPr b="1" dirty="0">
              <a:latin typeface="江城圆体 700W" panose="020B0800000000000000" pitchFamily="34" charset="-128"/>
              <a:ea typeface="江城圆体 700W" panose="020B0800000000000000" pitchFamily="34" charset="-128"/>
              <a:cs typeface="PMingLiU" panose="02020500000000000000" charset="-120"/>
            </a:endParaRPr>
          </a:p>
        </p:txBody>
      </p:sp>
      <p:sp>
        <p:nvSpPr>
          <p:cNvPr id="10" name="object 10"/>
          <p:cNvSpPr txBox="1">
            <a:spLocks noGrp="1"/>
          </p:cNvSpPr>
          <p:nvPr>
            <p:ph type="title"/>
          </p:nvPr>
        </p:nvSpPr>
        <p:spPr>
          <a:xfrm>
            <a:off x="2113493" y="952671"/>
            <a:ext cx="2915707" cy="560070"/>
          </a:xfrm>
          <a:prstGeom prst="rect">
            <a:avLst/>
          </a:prstGeom>
        </p:spPr>
        <p:txBody>
          <a:bodyPr vert="horz" wrap="square" lIns="0" tIns="6350" rIns="0" bIns="0" rtlCol="0" anchor="ctr">
            <a:spAutoFit/>
          </a:bodyPr>
          <a:lstStyle/>
          <a:p>
            <a:pPr marL="6350">
              <a:lnSpc>
                <a:spcPct val="100000"/>
              </a:lnSpc>
              <a:spcBef>
                <a:spcPts val="50"/>
              </a:spcBef>
            </a:pPr>
            <a:r>
              <a:rPr sz="3600" b="1" spc="63" dirty="0">
                <a:latin typeface="江城圆体 700W" panose="020B0800000000000000" pitchFamily="34" charset="-128"/>
                <a:ea typeface="江城圆体 700W" panose="020B0800000000000000" pitchFamily="34" charset="-128"/>
              </a:rPr>
              <a:t>爱的</a:t>
            </a:r>
            <a:r>
              <a:rPr sz="3600" b="1" spc="25" dirty="0">
                <a:latin typeface="江城圆体 700W" panose="020B0800000000000000" pitchFamily="34" charset="-128"/>
                <a:ea typeface="江城圆体 700W" panose="020B0800000000000000" pitchFamily="34" charset="-128"/>
              </a:rPr>
              <a:t>8</a:t>
            </a:r>
            <a:r>
              <a:rPr sz="3600" b="1" spc="53" dirty="0">
                <a:latin typeface="江城圆体 700W" panose="020B0800000000000000" pitchFamily="34" charset="-128"/>
                <a:ea typeface="江城圆体 700W" panose="020B0800000000000000" pitchFamily="34" charset="-128"/>
              </a:rPr>
              <a:t>种类型</a:t>
            </a:r>
            <a:endParaRPr sz="3600" b="1" dirty="0">
              <a:latin typeface="江城圆体 700W" panose="020B0800000000000000" pitchFamily="34" charset="-128"/>
              <a:ea typeface="江城圆体 700W" panose="020B0800000000000000" pitchFamily="34" charset="-128"/>
            </a:endParaRPr>
          </a:p>
        </p:txBody>
      </p:sp>
      <p:sp>
        <p:nvSpPr>
          <p:cNvPr id="11" name="object 11"/>
          <p:cNvSpPr/>
          <p:nvPr/>
        </p:nvSpPr>
        <p:spPr>
          <a:xfrm>
            <a:off x="508000" y="1695450"/>
            <a:ext cx="253048" cy="252730"/>
          </a:xfrm>
          <a:custGeom>
            <a:avLst/>
            <a:gdLst/>
            <a:ahLst/>
            <a:cxnLst/>
            <a:rect l="l" t="t" r="r" b="b"/>
            <a:pathLst>
              <a:path w="506094" h="505460">
                <a:moveTo>
                  <a:pt x="252529" y="0"/>
                </a:moveTo>
                <a:lnTo>
                  <a:pt x="207136" y="4068"/>
                </a:lnTo>
                <a:lnTo>
                  <a:pt x="164413" y="15798"/>
                </a:lnTo>
                <a:lnTo>
                  <a:pt x="125072" y="34476"/>
                </a:lnTo>
                <a:lnTo>
                  <a:pt x="89827" y="59389"/>
                </a:lnTo>
                <a:lnTo>
                  <a:pt x="59391" y="89825"/>
                </a:lnTo>
                <a:lnTo>
                  <a:pt x="34477" y="125069"/>
                </a:lnTo>
                <a:lnTo>
                  <a:pt x="15798" y="164410"/>
                </a:lnTo>
                <a:lnTo>
                  <a:pt x="4068" y="207133"/>
                </a:lnTo>
                <a:lnTo>
                  <a:pt x="0" y="252526"/>
                </a:lnTo>
                <a:lnTo>
                  <a:pt x="4068" y="297920"/>
                </a:lnTo>
                <a:lnTo>
                  <a:pt x="15798" y="340643"/>
                </a:lnTo>
                <a:lnTo>
                  <a:pt x="34477" y="379984"/>
                </a:lnTo>
                <a:lnTo>
                  <a:pt x="59391" y="415228"/>
                </a:lnTo>
                <a:lnTo>
                  <a:pt x="89827" y="445664"/>
                </a:lnTo>
                <a:lnTo>
                  <a:pt x="125072" y="470577"/>
                </a:lnTo>
                <a:lnTo>
                  <a:pt x="164413" y="489255"/>
                </a:lnTo>
                <a:lnTo>
                  <a:pt x="207136" y="500985"/>
                </a:lnTo>
                <a:lnTo>
                  <a:pt x="252529" y="505053"/>
                </a:lnTo>
                <a:lnTo>
                  <a:pt x="287809" y="502610"/>
                </a:lnTo>
                <a:lnTo>
                  <a:pt x="321592" y="495498"/>
                </a:lnTo>
                <a:lnTo>
                  <a:pt x="353550" y="484045"/>
                </a:lnTo>
                <a:lnTo>
                  <a:pt x="383353" y="468579"/>
                </a:lnTo>
                <a:lnTo>
                  <a:pt x="502900" y="468579"/>
                </a:lnTo>
                <a:lnTo>
                  <a:pt x="493532" y="437051"/>
                </a:lnTo>
                <a:lnTo>
                  <a:pt x="480073" y="394304"/>
                </a:lnTo>
                <a:lnTo>
                  <a:pt x="478115" y="366153"/>
                </a:lnTo>
                <a:lnTo>
                  <a:pt x="489596" y="339734"/>
                </a:lnTo>
                <a:lnTo>
                  <a:pt x="498050" y="311854"/>
                </a:lnTo>
                <a:lnTo>
                  <a:pt x="503272" y="282718"/>
                </a:lnTo>
                <a:lnTo>
                  <a:pt x="505058" y="252526"/>
                </a:lnTo>
                <a:lnTo>
                  <a:pt x="500990" y="207133"/>
                </a:lnTo>
                <a:lnTo>
                  <a:pt x="489259" y="164410"/>
                </a:lnTo>
                <a:lnTo>
                  <a:pt x="470580" y="125069"/>
                </a:lnTo>
                <a:lnTo>
                  <a:pt x="445666" y="89825"/>
                </a:lnTo>
                <a:lnTo>
                  <a:pt x="415230" y="59389"/>
                </a:lnTo>
                <a:lnTo>
                  <a:pt x="379985" y="34476"/>
                </a:lnTo>
                <a:lnTo>
                  <a:pt x="340644" y="15798"/>
                </a:lnTo>
                <a:lnTo>
                  <a:pt x="297921" y="4068"/>
                </a:lnTo>
                <a:lnTo>
                  <a:pt x="252529" y="0"/>
                </a:lnTo>
                <a:close/>
              </a:path>
              <a:path w="506094" h="505460">
                <a:moveTo>
                  <a:pt x="502900" y="468579"/>
                </a:moveTo>
                <a:lnTo>
                  <a:pt x="383353" y="468579"/>
                </a:lnTo>
                <a:lnTo>
                  <a:pt x="408707" y="471511"/>
                </a:lnTo>
                <a:lnTo>
                  <a:pt x="445823" y="488716"/>
                </a:lnTo>
                <a:lnTo>
                  <a:pt x="482130" y="504971"/>
                </a:lnTo>
                <a:lnTo>
                  <a:pt x="505058" y="505053"/>
                </a:lnTo>
                <a:lnTo>
                  <a:pt x="506018" y="479074"/>
                </a:lnTo>
                <a:lnTo>
                  <a:pt x="502900" y="468579"/>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 name="object 12"/>
          <p:cNvSpPr txBox="1"/>
          <p:nvPr/>
        </p:nvSpPr>
        <p:spPr>
          <a:xfrm>
            <a:off x="547682" y="1733550"/>
            <a:ext cx="258768"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01</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3" name="object 13"/>
          <p:cNvSpPr/>
          <p:nvPr/>
        </p:nvSpPr>
        <p:spPr>
          <a:xfrm>
            <a:off x="768350" y="1720850"/>
            <a:ext cx="1619250" cy="222250"/>
          </a:xfrm>
          <a:custGeom>
            <a:avLst/>
            <a:gdLst/>
            <a:ahLst/>
            <a:cxnLst/>
            <a:rect l="l" t="t" r="r" b="b"/>
            <a:pathLst>
              <a:path w="3238500" h="444500">
                <a:moveTo>
                  <a:pt x="30162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3016250" y="444500"/>
                </a:lnTo>
                <a:lnTo>
                  <a:pt x="3061041" y="439984"/>
                </a:lnTo>
                <a:lnTo>
                  <a:pt x="3102759" y="427034"/>
                </a:lnTo>
                <a:lnTo>
                  <a:pt x="3140512" y="406543"/>
                </a:lnTo>
                <a:lnTo>
                  <a:pt x="3173404" y="379404"/>
                </a:lnTo>
                <a:lnTo>
                  <a:pt x="3200543" y="346512"/>
                </a:lnTo>
                <a:lnTo>
                  <a:pt x="3221034" y="308759"/>
                </a:lnTo>
                <a:lnTo>
                  <a:pt x="3233984" y="267041"/>
                </a:lnTo>
                <a:lnTo>
                  <a:pt x="3238500" y="222250"/>
                </a:lnTo>
                <a:lnTo>
                  <a:pt x="3233984" y="177458"/>
                </a:lnTo>
                <a:lnTo>
                  <a:pt x="3221034" y="135740"/>
                </a:lnTo>
                <a:lnTo>
                  <a:pt x="3200543" y="97987"/>
                </a:lnTo>
                <a:lnTo>
                  <a:pt x="3173404" y="65095"/>
                </a:lnTo>
                <a:lnTo>
                  <a:pt x="3140512" y="37956"/>
                </a:lnTo>
                <a:lnTo>
                  <a:pt x="3102759" y="17465"/>
                </a:lnTo>
                <a:lnTo>
                  <a:pt x="3061041" y="4515"/>
                </a:lnTo>
                <a:lnTo>
                  <a:pt x="30162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4" name="object 14"/>
          <p:cNvSpPr/>
          <p:nvPr/>
        </p:nvSpPr>
        <p:spPr>
          <a:xfrm>
            <a:off x="2603500" y="1689100"/>
            <a:ext cx="253048" cy="252730"/>
          </a:xfrm>
          <a:custGeom>
            <a:avLst/>
            <a:gdLst/>
            <a:ahLst/>
            <a:cxnLst/>
            <a:rect l="l" t="t" r="r" b="b"/>
            <a:pathLst>
              <a:path w="506095" h="505460">
                <a:moveTo>
                  <a:pt x="252529" y="0"/>
                </a:moveTo>
                <a:lnTo>
                  <a:pt x="207137" y="4068"/>
                </a:lnTo>
                <a:lnTo>
                  <a:pt x="164413" y="15798"/>
                </a:lnTo>
                <a:lnTo>
                  <a:pt x="125073" y="34476"/>
                </a:lnTo>
                <a:lnTo>
                  <a:pt x="89828" y="59389"/>
                </a:lnTo>
                <a:lnTo>
                  <a:pt x="59391" y="89825"/>
                </a:lnTo>
                <a:lnTo>
                  <a:pt x="34477" y="125069"/>
                </a:lnTo>
                <a:lnTo>
                  <a:pt x="15798" y="164410"/>
                </a:lnTo>
                <a:lnTo>
                  <a:pt x="4068" y="207133"/>
                </a:lnTo>
                <a:lnTo>
                  <a:pt x="0" y="252526"/>
                </a:lnTo>
                <a:lnTo>
                  <a:pt x="4068" y="297920"/>
                </a:lnTo>
                <a:lnTo>
                  <a:pt x="15798" y="340643"/>
                </a:lnTo>
                <a:lnTo>
                  <a:pt x="34477" y="379984"/>
                </a:lnTo>
                <a:lnTo>
                  <a:pt x="59391" y="415228"/>
                </a:lnTo>
                <a:lnTo>
                  <a:pt x="89828" y="445664"/>
                </a:lnTo>
                <a:lnTo>
                  <a:pt x="125073" y="470577"/>
                </a:lnTo>
                <a:lnTo>
                  <a:pt x="164413" y="489255"/>
                </a:lnTo>
                <a:lnTo>
                  <a:pt x="207137" y="500985"/>
                </a:lnTo>
                <a:lnTo>
                  <a:pt x="252529" y="505053"/>
                </a:lnTo>
                <a:lnTo>
                  <a:pt x="287809" y="502610"/>
                </a:lnTo>
                <a:lnTo>
                  <a:pt x="321592" y="495498"/>
                </a:lnTo>
                <a:lnTo>
                  <a:pt x="353550" y="484045"/>
                </a:lnTo>
                <a:lnTo>
                  <a:pt x="383353" y="468579"/>
                </a:lnTo>
                <a:lnTo>
                  <a:pt x="502900" y="468579"/>
                </a:lnTo>
                <a:lnTo>
                  <a:pt x="493532" y="437051"/>
                </a:lnTo>
                <a:lnTo>
                  <a:pt x="480073" y="394304"/>
                </a:lnTo>
                <a:lnTo>
                  <a:pt x="478115" y="366153"/>
                </a:lnTo>
                <a:lnTo>
                  <a:pt x="489596" y="339734"/>
                </a:lnTo>
                <a:lnTo>
                  <a:pt x="498050" y="311854"/>
                </a:lnTo>
                <a:lnTo>
                  <a:pt x="503272" y="282718"/>
                </a:lnTo>
                <a:lnTo>
                  <a:pt x="505058" y="252526"/>
                </a:lnTo>
                <a:lnTo>
                  <a:pt x="500990" y="207133"/>
                </a:lnTo>
                <a:lnTo>
                  <a:pt x="489259" y="164410"/>
                </a:lnTo>
                <a:lnTo>
                  <a:pt x="470580" y="125069"/>
                </a:lnTo>
                <a:lnTo>
                  <a:pt x="445666" y="89825"/>
                </a:lnTo>
                <a:lnTo>
                  <a:pt x="415230" y="59389"/>
                </a:lnTo>
                <a:lnTo>
                  <a:pt x="379985" y="34476"/>
                </a:lnTo>
                <a:lnTo>
                  <a:pt x="340644" y="15798"/>
                </a:lnTo>
                <a:lnTo>
                  <a:pt x="297921" y="4068"/>
                </a:lnTo>
                <a:lnTo>
                  <a:pt x="252529" y="0"/>
                </a:lnTo>
                <a:close/>
              </a:path>
              <a:path w="506095" h="505460">
                <a:moveTo>
                  <a:pt x="502900" y="468579"/>
                </a:moveTo>
                <a:lnTo>
                  <a:pt x="383353" y="468579"/>
                </a:lnTo>
                <a:lnTo>
                  <a:pt x="408707" y="471511"/>
                </a:lnTo>
                <a:lnTo>
                  <a:pt x="445823" y="488716"/>
                </a:lnTo>
                <a:lnTo>
                  <a:pt x="482130" y="504971"/>
                </a:lnTo>
                <a:lnTo>
                  <a:pt x="505058" y="505053"/>
                </a:lnTo>
                <a:lnTo>
                  <a:pt x="506018" y="479074"/>
                </a:lnTo>
                <a:lnTo>
                  <a:pt x="502900" y="468579"/>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 name="object 15"/>
          <p:cNvSpPr/>
          <p:nvPr/>
        </p:nvSpPr>
        <p:spPr>
          <a:xfrm>
            <a:off x="2895600" y="1714500"/>
            <a:ext cx="3498850" cy="222250"/>
          </a:xfrm>
          <a:custGeom>
            <a:avLst/>
            <a:gdLst/>
            <a:ahLst/>
            <a:cxnLst/>
            <a:rect l="l" t="t" r="r" b="b"/>
            <a:pathLst>
              <a:path w="6997700" h="444500">
                <a:moveTo>
                  <a:pt x="67754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6775450" y="444500"/>
                </a:lnTo>
                <a:lnTo>
                  <a:pt x="6820241" y="439984"/>
                </a:lnTo>
                <a:lnTo>
                  <a:pt x="6861959" y="427034"/>
                </a:lnTo>
                <a:lnTo>
                  <a:pt x="6899712" y="406543"/>
                </a:lnTo>
                <a:lnTo>
                  <a:pt x="6932604" y="379404"/>
                </a:lnTo>
                <a:lnTo>
                  <a:pt x="6959743" y="346512"/>
                </a:lnTo>
                <a:lnTo>
                  <a:pt x="6980234" y="308759"/>
                </a:lnTo>
                <a:lnTo>
                  <a:pt x="6993184" y="267041"/>
                </a:lnTo>
                <a:lnTo>
                  <a:pt x="6997700" y="222250"/>
                </a:lnTo>
                <a:lnTo>
                  <a:pt x="6993184" y="177458"/>
                </a:lnTo>
                <a:lnTo>
                  <a:pt x="6980234" y="135740"/>
                </a:lnTo>
                <a:lnTo>
                  <a:pt x="6959743" y="97987"/>
                </a:lnTo>
                <a:lnTo>
                  <a:pt x="6932604" y="65095"/>
                </a:lnTo>
                <a:lnTo>
                  <a:pt x="6899712" y="37956"/>
                </a:lnTo>
                <a:lnTo>
                  <a:pt x="6861959" y="17465"/>
                </a:lnTo>
                <a:lnTo>
                  <a:pt x="6820241" y="4515"/>
                </a:lnTo>
                <a:lnTo>
                  <a:pt x="67754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6" name="object 16"/>
          <p:cNvSpPr/>
          <p:nvPr/>
        </p:nvSpPr>
        <p:spPr>
          <a:xfrm>
            <a:off x="508000" y="4013200"/>
            <a:ext cx="253048" cy="252730"/>
          </a:xfrm>
          <a:custGeom>
            <a:avLst/>
            <a:gdLst/>
            <a:ahLst/>
            <a:cxnLst/>
            <a:rect l="l" t="t" r="r" b="b"/>
            <a:pathLst>
              <a:path w="506094" h="505459">
                <a:moveTo>
                  <a:pt x="252529" y="0"/>
                </a:moveTo>
                <a:lnTo>
                  <a:pt x="207136" y="4068"/>
                </a:lnTo>
                <a:lnTo>
                  <a:pt x="164413" y="15798"/>
                </a:lnTo>
                <a:lnTo>
                  <a:pt x="125072" y="34477"/>
                </a:lnTo>
                <a:lnTo>
                  <a:pt x="89827" y="59391"/>
                </a:lnTo>
                <a:lnTo>
                  <a:pt x="59391" y="89828"/>
                </a:lnTo>
                <a:lnTo>
                  <a:pt x="34477" y="125073"/>
                </a:lnTo>
                <a:lnTo>
                  <a:pt x="15798" y="164413"/>
                </a:lnTo>
                <a:lnTo>
                  <a:pt x="4068" y="207137"/>
                </a:lnTo>
                <a:lnTo>
                  <a:pt x="0" y="252529"/>
                </a:lnTo>
                <a:lnTo>
                  <a:pt x="4068" y="297921"/>
                </a:lnTo>
                <a:lnTo>
                  <a:pt x="15798" y="340644"/>
                </a:lnTo>
                <a:lnTo>
                  <a:pt x="34477" y="379985"/>
                </a:lnTo>
                <a:lnTo>
                  <a:pt x="59391" y="415230"/>
                </a:lnTo>
                <a:lnTo>
                  <a:pt x="89827" y="445666"/>
                </a:lnTo>
                <a:lnTo>
                  <a:pt x="125072" y="470580"/>
                </a:lnTo>
                <a:lnTo>
                  <a:pt x="164413" y="489259"/>
                </a:lnTo>
                <a:lnTo>
                  <a:pt x="207136" y="500990"/>
                </a:lnTo>
                <a:lnTo>
                  <a:pt x="252529" y="505058"/>
                </a:lnTo>
                <a:lnTo>
                  <a:pt x="287809" y="502613"/>
                </a:lnTo>
                <a:lnTo>
                  <a:pt x="321592" y="495498"/>
                </a:lnTo>
                <a:lnTo>
                  <a:pt x="353550" y="484042"/>
                </a:lnTo>
                <a:lnTo>
                  <a:pt x="383353" y="468572"/>
                </a:lnTo>
                <a:lnTo>
                  <a:pt x="502896" y="468572"/>
                </a:lnTo>
                <a:lnTo>
                  <a:pt x="493532" y="437055"/>
                </a:lnTo>
                <a:lnTo>
                  <a:pt x="480073" y="394304"/>
                </a:lnTo>
                <a:lnTo>
                  <a:pt x="478115" y="366148"/>
                </a:lnTo>
                <a:lnTo>
                  <a:pt x="489596" y="339734"/>
                </a:lnTo>
                <a:lnTo>
                  <a:pt x="498050" y="311856"/>
                </a:lnTo>
                <a:lnTo>
                  <a:pt x="503272" y="282720"/>
                </a:lnTo>
                <a:lnTo>
                  <a:pt x="505058" y="252529"/>
                </a:lnTo>
                <a:lnTo>
                  <a:pt x="500990" y="207137"/>
                </a:lnTo>
                <a:lnTo>
                  <a:pt x="489259" y="164413"/>
                </a:lnTo>
                <a:lnTo>
                  <a:pt x="470580" y="125073"/>
                </a:lnTo>
                <a:lnTo>
                  <a:pt x="445666" y="89828"/>
                </a:lnTo>
                <a:lnTo>
                  <a:pt x="415230" y="59391"/>
                </a:lnTo>
                <a:lnTo>
                  <a:pt x="379985" y="34477"/>
                </a:lnTo>
                <a:lnTo>
                  <a:pt x="340644" y="15798"/>
                </a:lnTo>
                <a:lnTo>
                  <a:pt x="297921" y="4068"/>
                </a:lnTo>
                <a:lnTo>
                  <a:pt x="252529" y="0"/>
                </a:lnTo>
                <a:close/>
              </a:path>
              <a:path w="506094" h="505459">
                <a:moveTo>
                  <a:pt x="502896" y="468572"/>
                </a:moveTo>
                <a:lnTo>
                  <a:pt x="383353" y="468572"/>
                </a:lnTo>
                <a:lnTo>
                  <a:pt x="408707" y="471509"/>
                </a:lnTo>
                <a:lnTo>
                  <a:pt x="445823" y="488716"/>
                </a:lnTo>
                <a:lnTo>
                  <a:pt x="482130" y="504974"/>
                </a:lnTo>
                <a:lnTo>
                  <a:pt x="505058" y="505058"/>
                </a:lnTo>
                <a:lnTo>
                  <a:pt x="506018" y="479079"/>
                </a:lnTo>
                <a:lnTo>
                  <a:pt x="502896" y="468572"/>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7" name="object 17"/>
          <p:cNvSpPr txBox="1"/>
          <p:nvPr/>
        </p:nvSpPr>
        <p:spPr>
          <a:xfrm>
            <a:off x="547682" y="4051300"/>
            <a:ext cx="174943"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03</a:t>
            </a:r>
            <a:endParaRPr sz="1050" b="1">
              <a:latin typeface="江城圆体 600W" panose="020B0800000000000000" pitchFamily="34" charset="-128"/>
              <a:ea typeface="江城圆体 600W" panose="020B0800000000000000" pitchFamily="34" charset="-128"/>
              <a:cs typeface="PMingLiU" panose="02020500000000000000" charset="-120"/>
            </a:endParaRPr>
          </a:p>
        </p:txBody>
      </p:sp>
      <p:sp>
        <p:nvSpPr>
          <p:cNvPr id="18" name="object 18"/>
          <p:cNvSpPr/>
          <p:nvPr/>
        </p:nvSpPr>
        <p:spPr>
          <a:xfrm>
            <a:off x="768350" y="4038600"/>
            <a:ext cx="5600700" cy="222250"/>
          </a:xfrm>
          <a:custGeom>
            <a:avLst/>
            <a:gdLst/>
            <a:ahLst/>
            <a:cxnLst/>
            <a:rect l="l" t="t" r="r" b="b"/>
            <a:pathLst>
              <a:path w="11201400" h="444500">
                <a:moveTo>
                  <a:pt x="109791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0979150" y="444500"/>
                </a:lnTo>
                <a:lnTo>
                  <a:pt x="11023941" y="439984"/>
                </a:lnTo>
                <a:lnTo>
                  <a:pt x="11065659" y="427034"/>
                </a:lnTo>
                <a:lnTo>
                  <a:pt x="11103412" y="406543"/>
                </a:lnTo>
                <a:lnTo>
                  <a:pt x="11136304" y="379404"/>
                </a:lnTo>
                <a:lnTo>
                  <a:pt x="11163443" y="346512"/>
                </a:lnTo>
                <a:lnTo>
                  <a:pt x="11183934" y="308759"/>
                </a:lnTo>
                <a:lnTo>
                  <a:pt x="11196884" y="267041"/>
                </a:lnTo>
                <a:lnTo>
                  <a:pt x="11201400" y="222250"/>
                </a:lnTo>
                <a:lnTo>
                  <a:pt x="11196884" y="177458"/>
                </a:lnTo>
                <a:lnTo>
                  <a:pt x="11183934" y="135740"/>
                </a:lnTo>
                <a:lnTo>
                  <a:pt x="11163443" y="97987"/>
                </a:lnTo>
                <a:lnTo>
                  <a:pt x="11136304" y="65095"/>
                </a:lnTo>
                <a:lnTo>
                  <a:pt x="11103412" y="37956"/>
                </a:lnTo>
                <a:lnTo>
                  <a:pt x="11065659" y="17465"/>
                </a:lnTo>
                <a:lnTo>
                  <a:pt x="11023941" y="4515"/>
                </a:lnTo>
                <a:lnTo>
                  <a:pt x="109791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9" name="object 19"/>
          <p:cNvSpPr txBox="1"/>
          <p:nvPr/>
        </p:nvSpPr>
        <p:spPr>
          <a:xfrm>
            <a:off x="3034856" y="4057650"/>
            <a:ext cx="756603" cy="167640"/>
          </a:xfrm>
          <a:prstGeom prst="rect">
            <a:avLst/>
          </a:prstGeom>
        </p:spPr>
        <p:txBody>
          <a:bodyPr vert="horz" wrap="square" lIns="0" tIns="6350" rIns="0" bIns="0" rtlCol="0">
            <a:spAutoFit/>
          </a:bodyPr>
          <a:lstStyle/>
          <a:p>
            <a:pPr marL="6350">
              <a:spcBef>
                <a:spcPts val="50"/>
              </a:spcBef>
            </a:pPr>
            <a:r>
              <a:rPr sz="1050" b="1" spc="-5"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爱的8</a:t>
            </a:r>
            <a:r>
              <a:rPr sz="1050" b="1" spc="-13"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种类型</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20" name="object 20"/>
          <p:cNvSpPr txBox="1"/>
          <p:nvPr/>
        </p:nvSpPr>
        <p:spPr>
          <a:xfrm>
            <a:off x="3839363" y="4076700"/>
            <a:ext cx="779780" cy="128905"/>
          </a:xfrm>
          <a:prstGeom prst="rect">
            <a:avLst/>
          </a:prstGeom>
        </p:spPr>
        <p:txBody>
          <a:bodyPr vert="horz" wrap="square" lIns="0" tIns="6350" rIns="0" bIns="0" rtlCol="0">
            <a:spAutoFit/>
          </a:bodyPr>
          <a:lstStyle/>
          <a:p>
            <a:pPr marL="6350">
              <a:spcBef>
                <a:spcPts val="50"/>
              </a:spcBef>
            </a:pPr>
            <a:r>
              <a:rPr sz="80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8</a:t>
            </a:r>
            <a:r>
              <a:rPr sz="800" b="1" spc="-20"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 </a:t>
            </a:r>
            <a:r>
              <a:rPr sz="80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Types</a:t>
            </a:r>
            <a:r>
              <a:rPr sz="800" b="1" spc="-18"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 </a:t>
            </a:r>
            <a:r>
              <a:rPr sz="80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of</a:t>
            </a:r>
            <a:r>
              <a:rPr sz="800" b="1" spc="-18"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 </a:t>
            </a:r>
            <a:r>
              <a:rPr sz="800" b="1" spc="-10"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Love</a:t>
            </a:r>
            <a:endParaRPr sz="800"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21" name="object 21"/>
          <p:cNvSpPr/>
          <p:nvPr/>
        </p:nvSpPr>
        <p:spPr>
          <a:xfrm>
            <a:off x="2990850" y="4961110"/>
            <a:ext cx="82550" cy="8255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2" name="object 22"/>
          <p:cNvSpPr/>
          <p:nvPr/>
        </p:nvSpPr>
        <p:spPr>
          <a:xfrm>
            <a:off x="1854200" y="4961110"/>
            <a:ext cx="82550" cy="8255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3" name="object 23"/>
          <p:cNvSpPr/>
          <p:nvPr/>
        </p:nvSpPr>
        <p:spPr>
          <a:xfrm>
            <a:off x="2406650" y="4961110"/>
            <a:ext cx="82550" cy="8255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4" name="object 24"/>
          <p:cNvSpPr/>
          <p:nvPr/>
        </p:nvSpPr>
        <p:spPr>
          <a:xfrm>
            <a:off x="2990850" y="6037928"/>
            <a:ext cx="82550" cy="8255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 name="object 25"/>
          <p:cNvSpPr/>
          <p:nvPr/>
        </p:nvSpPr>
        <p:spPr>
          <a:xfrm>
            <a:off x="1854200" y="6044278"/>
            <a:ext cx="82550" cy="8255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26" name="object 26"/>
          <p:cNvGrpSpPr/>
          <p:nvPr/>
        </p:nvGrpSpPr>
        <p:grpSpPr>
          <a:xfrm>
            <a:off x="2400300" y="6037928"/>
            <a:ext cx="95250" cy="95250"/>
            <a:chOff x="4800600" y="11976100"/>
            <a:chExt cx="190500" cy="190500"/>
          </a:xfrm>
        </p:grpSpPr>
        <p:sp>
          <p:nvSpPr>
            <p:cNvPr id="27" name="object 27"/>
            <p:cNvSpPr/>
            <p:nvPr/>
          </p:nvSpPr>
          <p:spPr>
            <a:xfrm>
              <a:off x="4813300" y="11988800"/>
              <a:ext cx="165100" cy="165100"/>
            </a:xfrm>
            <a:custGeom>
              <a:avLst/>
              <a:gdLst/>
              <a:ahLst/>
              <a:cxnLst/>
              <a:rect l="l" t="t" r="r" b="b"/>
              <a:pathLst>
                <a:path w="165100" h="165100">
                  <a:moveTo>
                    <a:pt x="165100" y="0"/>
                  </a:moveTo>
                  <a:lnTo>
                    <a:pt x="0" y="0"/>
                  </a:lnTo>
                  <a:lnTo>
                    <a:pt x="0" y="165100"/>
                  </a:lnTo>
                  <a:lnTo>
                    <a:pt x="165100" y="165100"/>
                  </a:lnTo>
                  <a:lnTo>
                    <a:pt x="165100"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 name="object 28"/>
            <p:cNvSpPr/>
            <p:nvPr/>
          </p:nvSpPr>
          <p:spPr>
            <a:xfrm>
              <a:off x="4813300" y="11988800"/>
              <a:ext cx="165100" cy="16510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29" name="object 29"/>
          <p:cNvGrpSpPr/>
          <p:nvPr/>
        </p:nvGrpSpPr>
        <p:grpSpPr>
          <a:xfrm>
            <a:off x="2984500" y="8202614"/>
            <a:ext cx="95250" cy="95250"/>
            <a:chOff x="5969000" y="16319500"/>
            <a:chExt cx="190500" cy="190500"/>
          </a:xfrm>
        </p:grpSpPr>
        <p:sp>
          <p:nvSpPr>
            <p:cNvPr id="30" name="object 30"/>
            <p:cNvSpPr/>
            <p:nvPr/>
          </p:nvSpPr>
          <p:spPr>
            <a:xfrm>
              <a:off x="5981700" y="16332200"/>
              <a:ext cx="165100" cy="165100"/>
            </a:xfrm>
            <a:custGeom>
              <a:avLst/>
              <a:gdLst/>
              <a:ahLst/>
              <a:cxnLst/>
              <a:rect l="l" t="t" r="r" b="b"/>
              <a:pathLst>
                <a:path w="165100" h="165100">
                  <a:moveTo>
                    <a:pt x="165100" y="0"/>
                  </a:moveTo>
                  <a:lnTo>
                    <a:pt x="0" y="0"/>
                  </a:lnTo>
                  <a:lnTo>
                    <a:pt x="0" y="165100"/>
                  </a:lnTo>
                  <a:lnTo>
                    <a:pt x="165100" y="165100"/>
                  </a:lnTo>
                  <a:lnTo>
                    <a:pt x="1651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1" name="object 31"/>
            <p:cNvSpPr/>
            <p:nvPr/>
          </p:nvSpPr>
          <p:spPr>
            <a:xfrm>
              <a:off x="5981700" y="16332200"/>
              <a:ext cx="165100" cy="16510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32" name="object 32"/>
          <p:cNvSpPr/>
          <p:nvPr/>
        </p:nvSpPr>
        <p:spPr>
          <a:xfrm>
            <a:off x="1854200" y="8215314"/>
            <a:ext cx="82550" cy="8255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33" name="object 33"/>
          <p:cNvGrpSpPr/>
          <p:nvPr/>
        </p:nvGrpSpPr>
        <p:grpSpPr>
          <a:xfrm>
            <a:off x="2400300" y="8208964"/>
            <a:ext cx="95250" cy="95250"/>
            <a:chOff x="4800600" y="16332200"/>
            <a:chExt cx="190500" cy="190500"/>
          </a:xfrm>
        </p:grpSpPr>
        <p:sp>
          <p:nvSpPr>
            <p:cNvPr id="34" name="object 34"/>
            <p:cNvSpPr/>
            <p:nvPr/>
          </p:nvSpPr>
          <p:spPr>
            <a:xfrm>
              <a:off x="4813300" y="16344900"/>
              <a:ext cx="165100" cy="165100"/>
            </a:xfrm>
            <a:custGeom>
              <a:avLst/>
              <a:gdLst/>
              <a:ahLst/>
              <a:cxnLst/>
              <a:rect l="l" t="t" r="r" b="b"/>
              <a:pathLst>
                <a:path w="165100" h="165100">
                  <a:moveTo>
                    <a:pt x="165100" y="0"/>
                  </a:moveTo>
                  <a:lnTo>
                    <a:pt x="0" y="0"/>
                  </a:lnTo>
                  <a:lnTo>
                    <a:pt x="0" y="165100"/>
                  </a:lnTo>
                  <a:lnTo>
                    <a:pt x="165100" y="165100"/>
                  </a:lnTo>
                  <a:lnTo>
                    <a:pt x="165100"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 name="object 35"/>
            <p:cNvSpPr/>
            <p:nvPr/>
          </p:nvSpPr>
          <p:spPr>
            <a:xfrm>
              <a:off x="4813300" y="16344900"/>
              <a:ext cx="165100" cy="16510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36" name="object 36"/>
          <p:cNvSpPr/>
          <p:nvPr/>
        </p:nvSpPr>
        <p:spPr>
          <a:xfrm>
            <a:off x="5848350" y="4981397"/>
            <a:ext cx="82550" cy="8255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37" name="object 37"/>
          <p:cNvGrpSpPr/>
          <p:nvPr/>
        </p:nvGrpSpPr>
        <p:grpSpPr>
          <a:xfrm>
            <a:off x="4705350" y="4975047"/>
            <a:ext cx="95250" cy="95250"/>
            <a:chOff x="9410700" y="9842500"/>
            <a:chExt cx="190500" cy="190500"/>
          </a:xfrm>
        </p:grpSpPr>
        <p:sp>
          <p:nvSpPr>
            <p:cNvPr id="38" name="object 38"/>
            <p:cNvSpPr/>
            <p:nvPr/>
          </p:nvSpPr>
          <p:spPr>
            <a:xfrm>
              <a:off x="9423400" y="9855200"/>
              <a:ext cx="165100" cy="165100"/>
            </a:xfrm>
            <a:custGeom>
              <a:avLst/>
              <a:gdLst/>
              <a:ahLst/>
              <a:cxnLst/>
              <a:rect l="l" t="t" r="r" b="b"/>
              <a:pathLst>
                <a:path w="165100" h="165100">
                  <a:moveTo>
                    <a:pt x="165100" y="0"/>
                  </a:moveTo>
                  <a:lnTo>
                    <a:pt x="0" y="0"/>
                  </a:lnTo>
                  <a:lnTo>
                    <a:pt x="0" y="165100"/>
                  </a:lnTo>
                  <a:lnTo>
                    <a:pt x="165100" y="165100"/>
                  </a:lnTo>
                  <a:lnTo>
                    <a:pt x="165100"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9" name="object 39"/>
            <p:cNvSpPr/>
            <p:nvPr/>
          </p:nvSpPr>
          <p:spPr>
            <a:xfrm>
              <a:off x="9423400" y="9855200"/>
              <a:ext cx="165100" cy="16510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40" name="object 40"/>
          <p:cNvSpPr/>
          <p:nvPr/>
        </p:nvSpPr>
        <p:spPr>
          <a:xfrm>
            <a:off x="5302250" y="4981397"/>
            <a:ext cx="82550" cy="8255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41" name="object 41"/>
          <p:cNvGrpSpPr/>
          <p:nvPr/>
        </p:nvGrpSpPr>
        <p:grpSpPr>
          <a:xfrm>
            <a:off x="5842000" y="6051002"/>
            <a:ext cx="95250" cy="95250"/>
            <a:chOff x="11684000" y="11988800"/>
            <a:chExt cx="190500" cy="190500"/>
          </a:xfrm>
        </p:grpSpPr>
        <p:sp>
          <p:nvSpPr>
            <p:cNvPr id="42" name="object 42"/>
            <p:cNvSpPr/>
            <p:nvPr/>
          </p:nvSpPr>
          <p:spPr>
            <a:xfrm>
              <a:off x="11696700" y="12001500"/>
              <a:ext cx="165100" cy="165100"/>
            </a:xfrm>
            <a:custGeom>
              <a:avLst/>
              <a:gdLst/>
              <a:ahLst/>
              <a:cxnLst/>
              <a:rect l="l" t="t" r="r" b="b"/>
              <a:pathLst>
                <a:path w="165100" h="165100">
                  <a:moveTo>
                    <a:pt x="165100" y="0"/>
                  </a:moveTo>
                  <a:lnTo>
                    <a:pt x="0" y="0"/>
                  </a:lnTo>
                  <a:lnTo>
                    <a:pt x="0" y="165100"/>
                  </a:lnTo>
                  <a:lnTo>
                    <a:pt x="165100" y="165100"/>
                  </a:lnTo>
                  <a:lnTo>
                    <a:pt x="1651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3" name="object 43"/>
            <p:cNvSpPr/>
            <p:nvPr/>
          </p:nvSpPr>
          <p:spPr>
            <a:xfrm>
              <a:off x="11696700" y="12001500"/>
              <a:ext cx="165100" cy="16510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44" name="object 44"/>
          <p:cNvSpPr/>
          <p:nvPr/>
        </p:nvSpPr>
        <p:spPr>
          <a:xfrm>
            <a:off x="4711700" y="6063702"/>
            <a:ext cx="82550" cy="8255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5" name="object 45"/>
          <p:cNvSpPr/>
          <p:nvPr/>
        </p:nvSpPr>
        <p:spPr>
          <a:xfrm>
            <a:off x="5302250" y="6057352"/>
            <a:ext cx="82550" cy="8255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46" name="object 46"/>
          <p:cNvGrpSpPr/>
          <p:nvPr/>
        </p:nvGrpSpPr>
        <p:grpSpPr>
          <a:xfrm>
            <a:off x="5842000" y="7084744"/>
            <a:ext cx="95250" cy="95250"/>
            <a:chOff x="11684000" y="14046200"/>
            <a:chExt cx="190500" cy="190500"/>
          </a:xfrm>
        </p:grpSpPr>
        <p:sp>
          <p:nvSpPr>
            <p:cNvPr id="47" name="object 47"/>
            <p:cNvSpPr/>
            <p:nvPr/>
          </p:nvSpPr>
          <p:spPr>
            <a:xfrm>
              <a:off x="11696700" y="14058900"/>
              <a:ext cx="165100" cy="165100"/>
            </a:xfrm>
            <a:custGeom>
              <a:avLst/>
              <a:gdLst/>
              <a:ahLst/>
              <a:cxnLst/>
              <a:rect l="l" t="t" r="r" b="b"/>
              <a:pathLst>
                <a:path w="165100" h="165100">
                  <a:moveTo>
                    <a:pt x="165100" y="0"/>
                  </a:moveTo>
                  <a:lnTo>
                    <a:pt x="0" y="0"/>
                  </a:lnTo>
                  <a:lnTo>
                    <a:pt x="0" y="165100"/>
                  </a:lnTo>
                  <a:lnTo>
                    <a:pt x="165100" y="165100"/>
                  </a:lnTo>
                  <a:lnTo>
                    <a:pt x="1651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8" name="object 48"/>
            <p:cNvSpPr/>
            <p:nvPr/>
          </p:nvSpPr>
          <p:spPr>
            <a:xfrm>
              <a:off x="11696700" y="14058900"/>
              <a:ext cx="165100" cy="16510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49" name="object 49"/>
          <p:cNvGrpSpPr/>
          <p:nvPr/>
        </p:nvGrpSpPr>
        <p:grpSpPr>
          <a:xfrm>
            <a:off x="4705350" y="7084744"/>
            <a:ext cx="95250" cy="95250"/>
            <a:chOff x="9410700" y="14046200"/>
            <a:chExt cx="190500" cy="190500"/>
          </a:xfrm>
        </p:grpSpPr>
        <p:sp>
          <p:nvSpPr>
            <p:cNvPr id="50" name="object 50"/>
            <p:cNvSpPr/>
            <p:nvPr/>
          </p:nvSpPr>
          <p:spPr>
            <a:xfrm>
              <a:off x="9423400" y="14058900"/>
              <a:ext cx="165100" cy="165100"/>
            </a:xfrm>
            <a:custGeom>
              <a:avLst/>
              <a:gdLst/>
              <a:ahLst/>
              <a:cxnLst/>
              <a:rect l="l" t="t" r="r" b="b"/>
              <a:pathLst>
                <a:path w="165100" h="165100">
                  <a:moveTo>
                    <a:pt x="165100" y="0"/>
                  </a:moveTo>
                  <a:lnTo>
                    <a:pt x="0" y="0"/>
                  </a:lnTo>
                  <a:lnTo>
                    <a:pt x="0" y="165100"/>
                  </a:lnTo>
                  <a:lnTo>
                    <a:pt x="165100" y="165100"/>
                  </a:lnTo>
                  <a:lnTo>
                    <a:pt x="165100"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1" name="object 51"/>
            <p:cNvSpPr/>
            <p:nvPr/>
          </p:nvSpPr>
          <p:spPr>
            <a:xfrm>
              <a:off x="9423400" y="14058900"/>
              <a:ext cx="165100" cy="16510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52" name="object 52"/>
          <p:cNvSpPr/>
          <p:nvPr/>
        </p:nvSpPr>
        <p:spPr>
          <a:xfrm>
            <a:off x="5302250" y="7091094"/>
            <a:ext cx="82550" cy="8255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53" name="object 53"/>
          <p:cNvGrpSpPr/>
          <p:nvPr/>
        </p:nvGrpSpPr>
        <p:grpSpPr>
          <a:xfrm>
            <a:off x="5842000" y="8196264"/>
            <a:ext cx="95250" cy="95250"/>
            <a:chOff x="11684000" y="16306800"/>
            <a:chExt cx="190500" cy="190500"/>
          </a:xfrm>
        </p:grpSpPr>
        <p:sp>
          <p:nvSpPr>
            <p:cNvPr id="54" name="object 54"/>
            <p:cNvSpPr/>
            <p:nvPr/>
          </p:nvSpPr>
          <p:spPr>
            <a:xfrm>
              <a:off x="11696700" y="16319500"/>
              <a:ext cx="165100" cy="165100"/>
            </a:xfrm>
            <a:custGeom>
              <a:avLst/>
              <a:gdLst/>
              <a:ahLst/>
              <a:cxnLst/>
              <a:rect l="l" t="t" r="r" b="b"/>
              <a:pathLst>
                <a:path w="165100" h="165100">
                  <a:moveTo>
                    <a:pt x="165100" y="0"/>
                  </a:moveTo>
                  <a:lnTo>
                    <a:pt x="0" y="0"/>
                  </a:lnTo>
                  <a:lnTo>
                    <a:pt x="0" y="165100"/>
                  </a:lnTo>
                  <a:lnTo>
                    <a:pt x="165100" y="165100"/>
                  </a:lnTo>
                  <a:lnTo>
                    <a:pt x="1651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5" name="object 55"/>
            <p:cNvSpPr/>
            <p:nvPr/>
          </p:nvSpPr>
          <p:spPr>
            <a:xfrm>
              <a:off x="11696700" y="16319500"/>
              <a:ext cx="165100" cy="16510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56" name="object 56"/>
          <p:cNvGrpSpPr/>
          <p:nvPr/>
        </p:nvGrpSpPr>
        <p:grpSpPr>
          <a:xfrm>
            <a:off x="4705350" y="8202614"/>
            <a:ext cx="95250" cy="95250"/>
            <a:chOff x="9410700" y="16319500"/>
            <a:chExt cx="190500" cy="190500"/>
          </a:xfrm>
        </p:grpSpPr>
        <p:sp>
          <p:nvSpPr>
            <p:cNvPr id="57" name="object 57"/>
            <p:cNvSpPr/>
            <p:nvPr/>
          </p:nvSpPr>
          <p:spPr>
            <a:xfrm>
              <a:off x="9423400" y="16332200"/>
              <a:ext cx="165100" cy="165100"/>
            </a:xfrm>
            <a:custGeom>
              <a:avLst/>
              <a:gdLst/>
              <a:ahLst/>
              <a:cxnLst/>
              <a:rect l="l" t="t" r="r" b="b"/>
              <a:pathLst>
                <a:path w="165100" h="165100">
                  <a:moveTo>
                    <a:pt x="165100" y="0"/>
                  </a:moveTo>
                  <a:lnTo>
                    <a:pt x="0" y="0"/>
                  </a:lnTo>
                  <a:lnTo>
                    <a:pt x="0" y="165100"/>
                  </a:lnTo>
                  <a:lnTo>
                    <a:pt x="165100" y="165100"/>
                  </a:lnTo>
                  <a:lnTo>
                    <a:pt x="165100"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8" name="object 58"/>
            <p:cNvSpPr/>
            <p:nvPr/>
          </p:nvSpPr>
          <p:spPr>
            <a:xfrm>
              <a:off x="9423400" y="16332200"/>
              <a:ext cx="165100" cy="16510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59" name="object 59"/>
          <p:cNvGrpSpPr/>
          <p:nvPr/>
        </p:nvGrpSpPr>
        <p:grpSpPr>
          <a:xfrm>
            <a:off x="5295900" y="8196264"/>
            <a:ext cx="95250" cy="95250"/>
            <a:chOff x="10591800" y="16306800"/>
            <a:chExt cx="190500" cy="190500"/>
          </a:xfrm>
        </p:grpSpPr>
        <p:sp>
          <p:nvSpPr>
            <p:cNvPr id="60" name="object 60"/>
            <p:cNvSpPr/>
            <p:nvPr/>
          </p:nvSpPr>
          <p:spPr>
            <a:xfrm>
              <a:off x="10604500" y="16319500"/>
              <a:ext cx="165100" cy="165100"/>
            </a:xfrm>
            <a:custGeom>
              <a:avLst/>
              <a:gdLst/>
              <a:ahLst/>
              <a:cxnLst/>
              <a:rect l="l" t="t" r="r" b="b"/>
              <a:pathLst>
                <a:path w="165100" h="165100">
                  <a:moveTo>
                    <a:pt x="165100" y="0"/>
                  </a:moveTo>
                  <a:lnTo>
                    <a:pt x="0" y="0"/>
                  </a:lnTo>
                  <a:lnTo>
                    <a:pt x="0" y="165100"/>
                  </a:lnTo>
                  <a:lnTo>
                    <a:pt x="165100" y="165100"/>
                  </a:lnTo>
                  <a:lnTo>
                    <a:pt x="165100"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1" name="object 61"/>
            <p:cNvSpPr/>
            <p:nvPr/>
          </p:nvSpPr>
          <p:spPr>
            <a:xfrm>
              <a:off x="10604500" y="16319500"/>
              <a:ext cx="165100" cy="16510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62" name="object 62"/>
          <p:cNvSpPr txBox="1"/>
          <p:nvPr/>
        </p:nvSpPr>
        <p:spPr>
          <a:xfrm>
            <a:off x="1904630" y="8801100"/>
            <a:ext cx="3036253" cy="144780"/>
          </a:xfrm>
          <a:prstGeom prst="rect">
            <a:avLst/>
          </a:prstGeom>
        </p:spPr>
        <p:txBody>
          <a:bodyPr vert="horz" wrap="square" lIns="0" tIns="6350" rIns="0" bIns="0" rtlCol="0">
            <a:spAutoFit/>
          </a:bodyPr>
          <a:lstStyle/>
          <a:p>
            <a:pPr marL="6350">
              <a:spcBef>
                <a:spcPts val="50"/>
              </a:spcBef>
            </a:pPr>
            <a:r>
              <a:rPr sz="900" spc="-25" dirty="0">
                <a:solidFill>
                  <a:srgbClr val="212121"/>
                </a:solidFill>
                <a:latin typeface="江城圆体 300W" panose="020B0800000000000000" pitchFamily="34" charset="-128"/>
                <a:ea typeface="江城圆体 300W" panose="020B0800000000000000" pitchFamily="34" charset="-128"/>
                <a:cs typeface="Microsoft JhengHei"/>
              </a:rPr>
              <a:t>爱是让他依自己本然去生⻓，成熟的爱是保存自己的完整性。</a:t>
            </a:r>
            <a:endParaRPr sz="900" dirty="0">
              <a:latin typeface="江城圆体 300W" panose="020B0800000000000000" pitchFamily="34" charset="-128"/>
              <a:ea typeface="江城圆体 300W" panose="020B0800000000000000" pitchFamily="34" charset="-128"/>
              <a:cs typeface="Microsoft JhengHei"/>
            </a:endParaRPr>
          </a:p>
        </p:txBody>
      </p:sp>
      <p:grpSp>
        <p:nvGrpSpPr>
          <p:cNvPr id="63" name="object 63"/>
          <p:cNvGrpSpPr/>
          <p:nvPr/>
        </p:nvGrpSpPr>
        <p:grpSpPr>
          <a:xfrm>
            <a:off x="635000" y="2216150"/>
            <a:ext cx="1790700" cy="1708150"/>
            <a:chOff x="1270000" y="4432300"/>
            <a:chExt cx="3581400" cy="3416300"/>
          </a:xfrm>
        </p:grpSpPr>
        <p:sp>
          <p:nvSpPr>
            <p:cNvPr id="64" name="object 64"/>
            <p:cNvSpPr/>
            <p:nvPr/>
          </p:nvSpPr>
          <p:spPr>
            <a:xfrm>
              <a:off x="1985153" y="4432300"/>
              <a:ext cx="2104390" cy="2108200"/>
            </a:xfrm>
            <a:custGeom>
              <a:avLst/>
              <a:gdLst/>
              <a:ahLst/>
              <a:cxnLst/>
              <a:rect l="l" t="t" r="r" b="b"/>
              <a:pathLst>
                <a:path w="2104390" h="2108200">
                  <a:moveTo>
                    <a:pt x="1051942" y="0"/>
                  </a:moveTo>
                  <a:lnTo>
                    <a:pt x="1003790" y="1084"/>
                  </a:lnTo>
                  <a:lnTo>
                    <a:pt x="956194" y="4307"/>
                  </a:lnTo>
                  <a:lnTo>
                    <a:pt x="909199" y="9622"/>
                  </a:lnTo>
                  <a:lnTo>
                    <a:pt x="862854" y="16982"/>
                  </a:lnTo>
                  <a:lnTo>
                    <a:pt x="817203" y="26341"/>
                  </a:lnTo>
                  <a:lnTo>
                    <a:pt x="772294" y="37653"/>
                  </a:lnTo>
                  <a:lnTo>
                    <a:pt x="728172" y="50870"/>
                  </a:lnTo>
                  <a:lnTo>
                    <a:pt x="684885" y="65946"/>
                  </a:lnTo>
                  <a:lnTo>
                    <a:pt x="642478" y="82835"/>
                  </a:lnTo>
                  <a:lnTo>
                    <a:pt x="600999" y="101491"/>
                  </a:lnTo>
                  <a:lnTo>
                    <a:pt x="560493" y="121866"/>
                  </a:lnTo>
                  <a:lnTo>
                    <a:pt x="521006" y="143914"/>
                  </a:lnTo>
                  <a:lnTo>
                    <a:pt x="482586" y="167589"/>
                  </a:lnTo>
                  <a:lnTo>
                    <a:pt x="445279" y="192844"/>
                  </a:lnTo>
                  <a:lnTo>
                    <a:pt x="409131" y="219633"/>
                  </a:lnTo>
                  <a:lnTo>
                    <a:pt x="374189" y="247909"/>
                  </a:lnTo>
                  <a:lnTo>
                    <a:pt x="340498" y="277626"/>
                  </a:lnTo>
                  <a:lnTo>
                    <a:pt x="308106" y="308737"/>
                  </a:lnTo>
                  <a:lnTo>
                    <a:pt x="277059" y="341195"/>
                  </a:lnTo>
                  <a:lnTo>
                    <a:pt x="247403" y="374954"/>
                  </a:lnTo>
                  <a:lnTo>
                    <a:pt x="219185" y="409968"/>
                  </a:lnTo>
                  <a:lnTo>
                    <a:pt x="192451" y="446191"/>
                  </a:lnTo>
                  <a:lnTo>
                    <a:pt x="167247" y="483574"/>
                  </a:lnTo>
                  <a:lnTo>
                    <a:pt x="143620" y="522073"/>
                  </a:lnTo>
                  <a:lnTo>
                    <a:pt x="121617" y="561640"/>
                  </a:lnTo>
                  <a:lnTo>
                    <a:pt x="101284" y="602229"/>
                  </a:lnTo>
                  <a:lnTo>
                    <a:pt x="82666" y="643794"/>
                  </a:lnTo>
                  <a:lnTo>
                    <a:pt x="65812" y="686288"/>
                  </a:lnTo>
                  <a:lnTo>
                    <a:pt x="50766" y="729664"/>
                  </a:lnTo>
                  <a:lnTo>
                    <a:pt x="37576" y="773876"/>
                  </a:lnTo>
                  <a:lnTo>
                    <a:pt x="26288" y="818878"/>
                  </a:lnTo>
                  <a:lnTo>
                    <a:pt x="16948" y="864622"/>
                  </a:lnTo>
                  <a:lnTo>
                    <a:pt x="9602" y="911063"/>
                  </a:lnTo>
                  <a:lnTo>
                    <a:pt x="4298" y="958154"/>
                  </a:lnTo>
                  <a:lnTo>
                    <a:pt x="1082" y="1005848"/>
                  </a:lnTo>
                  <a:lnTo>
                    <a:pt x="0" y="1054100"/>
                  </a:lnTo>
                  <a:lnTo>
                    <a:pt x="1082" y="1102350"/>
                  </a:lnTo>
                  <a:lnTo>
                    <a:pt x="4298" y="1150044"/>
                  </a:lnTo>
                  <a:lnTo>
                    <a:pt x="9602" y="1197135"/>
                  </a:lnTo>
                  <a:lnTo>
                    <a:pt x="16948" y="1243575"/>
                  </a:lnTo>
                  <a:lnTo>
                    <a:pt x="26288" y="1289319"/>
                  </a:lnTo>
                  <a:lnTo>
                    <a:pt x="37576" y="1334321"/>
                  </a:lnTo>
                  <a:lnTo>
                    <a:pt x="50766" y="1378533"/>
                  </a:lnTo>
                  <a:lnTo>
                    <a:pt x="65812" y="1421909"/>
                  </a:lnTo>
                  <a:lnTo>
                    <a:pt x="82666" y="1464403"/>
                  </a:lnTo>
                  <a:lnTo>
                    <a:pt x="101284" y="1505967"/>
                  </a:lnTo>
                  <a:lnTo>
                    <a:pt x="121617" y="1546557"/>
                  </a:lnTo>
                  <a:lnTo>
                    <a:pt x="143620" y="1586124"/>
                  </a:lnTo>
                  <a:lnTo>
                    <a:pt x="167247" y="1624622"/>
                  </a:lnTo>
                  <a:lnTo>
                    <a:pt x="192451" y="1662006"/>
                  </a:lnTo>
                  <a:lnTo>
                    <a:pt x="219185" y="1698228"/>
                  </a:lnTo>
                  <a:lnTo>
                    <a:pt x="247403" y="1733243"/>
                  </a:lnTo>
                  <a:lnTo>
                    <a:pt x="277059" y="1767002"/>
                  </a:lnTo>
                  <a:lnTo>
                    <a:pt x="308106" y="1799461"/>
                  </a:lnTo>
                  <a:lnTo>
                    <a:pt x="340498" y="1830571"/>
                  </a:lnTo>
                  <a:lnTo>
                    <a:pt x="374189" y="1860288"/>
                  </a:lnTo>
                  <a:lnTo>
                    <a:pt x="409131" y="1888564"/>
                  </a:lnTo>
                  <a:lnTo>
                    <a:pt x="445279" y="1915353"/>
                  </a:lnTo>
                  <a:lnTo>
                    <a:pt x="482586" y="1940609"/>
                  </a:lnTo>
                  <a:lnTo>
                    <a:pt x="521006" y="1964284"/>
                  </a:lnTo>
                  <a:lnTo>
                    <a:pt x="560493" y="1986332"/>
                  </a:lnTo>
                  <a:lnTo>
                    <a:pt x="600999" y="2006708"/>
                  </a:lnTo>
                  <a:lnTo>
                    <a:pt x="642478" y="2025363"/>
                  </a:lnTo>
                  <a:lnTo>
                    <a:pt x="684885" y="2042252"/>
                  </a:lnTo>
                  <a:lnTo>
                    <a:pt x="728172" y="2057329"/>
                  </a:lnTo>
                  <a:lnTo>
                    <a:pt x="772294" y="2070546"/>
                  </a:lnTo>
                  <a:lnTo>
                    <a:pt x="817203" y="2081857"/>
                  </a:lnTo>
                  <a:lnTo>
                    <a:pt x="862854" y="2091217"/>
                  </a:lnTo>
                  <a:lnTo>
                    <a:pt x="909199" y="2098577"/>
                  </a:lnTo>
                  <a:lnTo>
                    <a:pt x="956194" y="2103892"/>
                  </a:lnTo>
                  <a:lnTo>
                    <a:pt x="1003790" y="2107115"/>
                  </a:lnTo>
                  <a:lnTo>
                    <a:pt x="1051942" y="2108200"/>
                  </a:lnTo>
                  <a:lnTo>
                    <a:pt x="1100094" y="2107115"/>
                  </a:lnTo>
                  <a:lnTo>
                    <a:pt x="1147690" y="2103892"/>
                  </a:lnTo>
                  <a:lnTo>
                    <a:pt x="1194684" y="2098577"/>
                  </a:lnTo>
                  <a:lnTo>
                    <a:pt x="1241030" y="2091217"/>
                  </a:lnTo>
                  <a:lnTo>
                    <a:pt x="1286680" y="2081857"/>
                  </a:lnTo>
                  <a:lnTo>
                    <a:pt x="1331590" y="2070546"/>
                  </a:lnTo>
                  <a:lnTo>
                    <a:pt x="1375711" y="2057329"/>
                  </a:lnTo>
                  <a:lnTo>
                    <a:pt x="1418999" y="2042252"/>
                  </a:lnTo>
                  <a:lnTo>
                    <a:pt x="1461405" y="2025363"/>
                  </a:lnTo>
                  <a:lnTo>
                    <a:pt x="1502885" y="2006708"/>
                  </a:lnTo>
                  <a:lnTo>
                    <a:pt x="1543391" y="1986332"/>
                  </a:lnTo>
                  <a:lnTo>
                    <a:pt x="1582877" y="1964284"/>
                  </a:lnTo>
                  <a:lnTo>
                    <a:pt x="1621297" y="1940609"/>
                  </a:lnTo>
                  <a:lnTo>
                    <a:pt x="1658604" y="1915353"/>
                  </a:lnTo>
                  <a:lnTo>
                    <a:pt x="1694752" y="1888564"/>
                  </a:lnTo>
                  <a:lnTo>
                    <a:pt x="1729695" y="1860288"/>
                  </a:lnTo>
                  <a:lnTo>
                    <a:pt x="1763385" y="1830571"/>
                  </a:lnTo>
                  <a:lnTo>
                    <a:pt x="1795777" y="1799461"/>
                  </a:lnTo>
                  <a:lnTo>
                    <a:pt x="1826824" y="1767002"/>
                  </a:lnTo>
                  <a:lnTo>
                    <a:pt x="1856480" y="1733243"/>
                  </a:lnTo>
                  <a:lnTo>
                    <a:pt x="1884699" y="1698228"/>
                  </a:lnTo>
                  <a:lnTo>
                    <a:pt x="1911433" y="1662006"/>
                  </a:lnTo>
                  <a:lnTo>
                    <a:pt x="1936636" y="1624622"/>
                  </a:lnTo>
                  <a:lnTo>
                    <a:pt x="1960263" y="1586124"/>
                  </a:lnTo>
                  <a:lnTo>
                    <a:pt x="1982266" y="1546557"/>
                  </a:lnTo>
                  <a:lnTo>
                    <a:pt x="2002600" y="1505967"/>
                  </a:lnTo>
                  <a:lnTo>
                    <a:pt x="2021217" y="1464403"/>
                  </a:lnTo>
                  <a:lnTo>
                    <a:pt x="2038072" y="1421909"/>
                  </a:lnTo>
                  <a:lnTo>
                    <a:pt x="2053117" y="1378533"/>
                  </a:lnTo>
                  <a:lnTo>
                    <a:pt x="2066308" y="1334321"/>
                  </a:lnTo>
                  <a:lnTo>
                    <a:pt x="2077596" y="1289319"/>
                  </a:lnTo>
                  <a:lnTo>
                    <a:pt x="2086936" y="1243575"/>
                  </a:lnTo>
                  <a:lnTo>
                    <a:pt x="2094281" y="1197135"/>
                  </a:lnTo>
                  <a:lnTo>
                    <a:pt x="2099585" y="1150044"/>
                  </a:lnTo>
                  <a:lnTo>
                    <a:pt x="2102802" y="1102350"/>
                  </a:lnTo>
                  <a:lnTo>
                    <a:pt x="2103884" y="1054100"/>
                  </a:lnTo>
                  <a:lnTo>
                    <a:pt x="2102802" y="1005848"/>
                  </a:lnTo>
                  <a:lnTo>
                    <a:pt x="2099585" y="958154"/>
                  </a:lnTo>
                  <a:lnTo>
                    <a:pt x="2094281" y="911063"/>
                  </a:lnTo>
                  <a:lnTo>
                    <a:pt x="2086936" y="864622"/>
                  </a:lnTo>
                  <a:lnTo>
                    <a:pt x="2077596" y="818878"/>
                  </a:lnTo>
                  <a:lnTo>
                    <a:pt x="2066308" y="773876"/>
                  </a:lnTo>
                  <a:lnTo>
                    <a:pt x="2053117" y="729664"/>
                  </a:lnTo>
                  <a:lnTo>
                    <a:pt x="2038072" y="686288"/>
                  </a:lnTo>
                  <a:lnTo>
                    <a:pt x="2021217" y="643794"/>
                  </a:lnTo>
                  <a:lnTo>
                    <a:pt x="2002600" y="602229"/>
                  </a:lnTo>
                  <a:lnTo>
                    <a:pt x="1982266" y="561640"/>
                  </a:lnTo>
                  <a:lnTo>
                    <a:pt x="1960263" y="522073"/>
                  </a:lnTo>
                  <a:lnTo>
                    <a:pt x="1936636" y="483574"/>
                  </a:lnTo>
                  <a:lnTo>
                    <a:pt x="1911433" y="446191"/>
                  </a:lnTo>
                  <a:lnTo>
                    <a:pt x="1884699" y="409968"/>
                  </a:lnTo>
                  <a:lnTo>
                    <a:pt x="1856480" y="374954"/>
                  </a:lnTo>
                  <a:lnTo>
                    <a:pt x="1826824" y="341195"/>
                  </a:lnTo>
                  <a:lnTo>
                    <a:pt x="1795777" y="308737"/>
                  </a:lnTo>
                  <a:lnTo>
                    <a:pt x="1763385" y="277626"/>
                  </a:lnTo>
                  <a:lnTo>
                    <a:pt x="1729695" y="247909"/>
                  </a:lnTo>
                  <a:lnTo>
                    <a:pt x="1694752" y="219633"/>
                  </a:lnTo>
                  <a:lnTo>
                    <a:pt x="1658604" y="192844"/>
                  </a:lnTo>
                  <a:lnTo>
                    <a:pt x="1621297" y="167589"/>
                  </a:lnTo>
                  <a:lnTo>
                    <a:pt x="1582877" y="143914"/>
                  </a:lnTo>
                  <a:lnTo>
                    <a:pt x="1543391" y="121866"/>
                  </a:lnTo>
                  <a:lnTo>
                    <a:pt x="1502885" y="101491"/>
                  </a:lnTo>
                  <a:lnTo>
                    <a:pt x="1461405" y="82835"/>
                  </a:lnTo>
                  <a:lnTo>
                    <a:pt x="1418999" y="65946"/>
                  </a:lnTo>
                  <a:lnTo>
                    <a:pt x="1375711" y="50870"/>
                  </a:lnTo>
                  <a:lnTo>
                    <a:pt x="1331590" y="37653"/>
                  </a:lnTo>
                  <a:lnTo>
                    <a:pt x="1286680" y="26341"/>
                  </a:lnTo>
                  <a:lnTo>
                    <a:pt x="1241030" y="16982"/>
                  </a:lnTo>
                  <a:lnTo>
                    <a:pt x="1194684" y="9622"/>
                  </a:lnTo>
                  <a:lnTo>
                    <a:pt x="1147690" y="4307"/>
                  </a:lnTo>
                  <a:lnTo>
                    <a:pt x="1100094" y="1084"/>
                  </a:lnTo>
                  <a:lnTo>
                    <a:pt x="1051942"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5" name="object 65"/>
            <p:cNvSpPr/>
            <p:nvPr/>
          </p:nvSpPr>
          <p:spPr>
            <a:xfrm>
              <a:off x="2747515" y="5740400"/>
              <a:ext cx="2104390" cy="2108200"/>
            </a:xfrm>
            <a:custGeom>
              <a:avLst/>
              <a:gdLst/>
              <a:ahLst/>
              <a:cxnLst/>
              <a:rect l="l" t="t" r="r" b="b"/>
              <a:pathLst>
                <a:path w="2104390" h="2108200">
                  <a:moveTo>
                    <a:pt x="1051942" y="0"/>
                  </a:moveTo>
                  <a:lnTo>
                    <a:pt x="1003790" y="1084"/>
                  </a:lnTo>
                  <a:lnTo>
                    <a:pt x="956194" y="4307"/>
                  </a:lnTo>
                  <a:lnTo>
                    <a:pt x="909199" y="9622"/>
                  </a:lnTo>
                  <a:lnTo>
                    <a:pt x="862854" y="16982"/>
                  </a:lnTo>
                  <a:lnTo>
                    <a:pt x="817203" y="26342"/>
                  </a:lnTo>
                  <a:lnTo>
                    <a:pt x="772294" y="37653"/>
                  </a:lnTo>
                  <a:lnTo>
                    <a:pt x="728172" y="50870"/>
                  </a:lnTo>
                  <a:lnTo>
                    <a:pt x="684885" y="65947"/>
                  </a:lnTo>
                  <a:lnTo>
                    <a:pt x="642478" y="82836"/>
                  </a:lnTo>
                  <a:lnTo>
                    <a:pt x="600999" y="101491"/>
                  </a:lnTo>
                  <a:lnTo>
                    <a:pt x="560493" y="121867"/>
                  </a:lnTo>
                  <a:lnTo>
                    <a:pt x="521006" y="143915"/>
                  </a:lnTo>
                  <a:lnTo>
                    <a:pt x="482586" y="167590"/>
                  </a:lnTo>
                  <a:lnTo>
                    <a:pt x="445279" y="192846"/>
                  </a:lnTo>
                  <a:lnTo>
                    <a:pt x="409131" y="219635"/>
                  </a:lnTo>
                  <a:lnTo>
                    <a:pt x="374189" y="247911"/>
                  </a:lnTo>
                  <a:lnTo>
                    <a:pt x="340498" y="277628"/>
                  </a:lnTo>
                  <a:lnTo>
                    <a:pt x="308106" y="308738"/>
                  </a:lnTo>
                  <a:lnTo>
                    <a:pt x="277059" y="341197"/>
                  </a:lnTo>
                  <a:lnTo>
                    <a:pt x="247403" y="374956"/>
                  </a:lnTo>
                  <a:lnTo>
                    <a:pt x="219185" y="409971"/>
                  </a:lnTo>
                  <a:lnTo>
                    <a:pt x="192451" y="446193"/>
                  </a:lnTo>
                  <a:lnTo>
                    <a:pt x="167247" y="483577"/>
                  </a:lnTo>
                  <a:lnTo>
                    <a:pt x="143620" y="522075"/>
                  </a:lnTo>
                  <a:lnTo>
                    <a:pt x="121617" y="561642"/>
                  </a:lnTo>
                  <a:lnTo>
                    <a:pt x="101284" y="602232"/>
                  </a:lnTo>
                  <a:lnTo>
                    <a:pt x="82666" y="643796"/>
                  </a:lnTo>
                  <a:lnTo>
                    <a:pt x="65812" y="686290"/>
                  </a:lnTo>
                  <a:lnTo>
                    <a:pt x="50766" y="729666"/>
                  </a:lnTo>
                  <a:lnTo>
                    <a:pt x="37576" y="773878"/>
                  </a:lnTo>
                  <a:lnTo>
                    <a:pt x="26288" y="818880"/>
                  </a:lnTo>
                  <a:lnTo>
                    <a:pt x="16948" y="864624"/>
                  </a:lnTo>
                  <a:lnTo>
                    <a:pt x="9602" y="911064"/>
                  </a:lnTo>
                  <a:lnTo>
                    <a:pt x="4298" y="958155"/>
                  </a:lnTo>
                  <a:lnTo>
                    <a:pt x="1082" y="1005849"/>
                  </a:lnTo>
                  <a:lnTo>
                    <a:pt x="0" y="1054100"/>
                  </a:lnTo>
                  <a:lnTo>
                    <a:pt x="1082" y="1102350"/>
                  </a:lnTo>
                  <a:lnTo>
                    <a:pt x="4298" y="1150044"/>
                  </a:lnTo>
                  <a:lnTo>
                    <a:pt x="9602" y="1197135"/>
                  </a:lnTo>
                  <a:lnTo>
                    <a:pt x="16948" y="1243575"/>
                  </a:lnTo>
                  <a:lnTo>
                    <a:pt x="26288" y="1289319"/>
                  </a:lnTo>
                  <a:lnTo>
                    <a:pt x="37576" y="1334321"/>
                  </a:lnTo>
                  <a:lnTo>
                    <a:pt x="50766" y="1378533"/>
                  </a:lnTo>
                  <a:lnTo>
                    <a:pt x="65812" y="1421909"/>
                  </a:lnTo>
                  <a:lnTo>
                    <a:pt x="82666" y="1464403"/>
                  </a:lnTo>
                  <a:lnTo>
                    <a:pt x="101284" y="1505967"/>
                  </a:lnTo>
                  <a:lnTo>
                    <a:pt x="121617" y="1546557"/>
                  </a:lnTo>
                  <a:lnTo>
                    <a:pt x="143620" y="1586124"/>
                  </a:lnTo>
                  <a:lnTo>
                    <a:pt x="167247" y="1624622"/>
                  </a:lnTo>
                  <a:lnTo>
                    <a:pt x="192451" y="1662006"/>
                  </a:lnTo>
                  <a:lnTo>
                    <a:pt x="219185" y="1698228"/>
                  </a:lnTo>
                  <a:lnTo>
                    <a:pt x="247403" y="1733243"/>
                  </a:lnTo>
                  <a:lnTo>
                    <a:pt x="277059" y="1767002"/>
                  </a:lnTo>
                  <a:lnTo>
                    <a:pt x="308106" y="1799461"/>
                  </a:lnTo>
                  <a:lnTo>
                    <a:pt x="340498" y="1830571"/>
                  </a:lnTo>
                  <a:lnTo>
                    <a:pt x="374189" y="1860288"/>
                  </a:lnTo>
                  <a:lnTo>
                    <a:pt x="409131" y="1888564"/>
                  </a:lnTo>
                  <a:lnTo>
                    <a:pt x="445279" y="1915353"/>
                  </a:lnTo>
                  <a:lnTo>
                    <a:pt x="482586" y="1940609"/>
                  </a:lnTo>
                  <a:lnTo>
                    <a:pt x="521006" y="1964284"/>
                  </a:lnTo>
                  <a:lnTo>
                    <a:pt x="560493" y="1986332"/>
                  </a:lnTo>
                  <a:lnTo>
                    <a:pt x="600999" y="2006708"/>
                  </a:lnTo>
                  <a:lnTo>
                    <a:pt x="642478" y="2025363"/>
                  </a:lnTo>
                  <a:lnTo>
                    <a:pt x="684885" y="2042252"/>
                  </a:lnTo>
                  <a:lnTo>
                    <a:pt x="728172" y="2057329"/>
                  </a:lnTo>
                  <a:lnTo>
                    <a:pt x="772294" y="2070546"/>
                  </a:lnTo>
                  <a:lnTo>
                    <a:pt x="817203" y="2081857"/>
                  </a:lnTo>
                  <a:lnTo>
                    <a:pt x="862854" y="2091217"/>
                  </a:lnTo>
                  <a:lnTo>
                    <a:pt x="909199" y="2098577"/>
                  </a:lnTo>
                  <a:lnTo>
                    <a:pt x="956194" y="2103892"/>
                  </a:lnTo>
                  <a:lnTo>
                    <a:pt x="1003790" y="2107115"/>
                  </a:lnTo>
                  <a:lnTo>
                    <a:pt x="1051942" y="2108200"/>
                  </a:lnTo>
                  <a:lnTo>
                    <a:pt x="1100094" y="2107115"/>
                  </a:lnTo>
                  <a:lnTo>
                    <a:pt x="1147690" y="2103892"/>
                  </a:lnTo>
                  <a:lnTo>
                    <a:pt x="1194684" y="2098577"/>
                  </a:lnTo>
                  <a:lnTo>
                    <a:pt x="1241030" y="2091217"/>
                  </a:lnTo>
                  <a:lnTo>
                    <a:pt x="1286680" y="2081857"/>
                  </a:lnTo>
                  <a:lnTo>
                    <a:pt x="1331590" y="2070546"/>
                  </a:lnTo>
                  <a:lnTo>
                    <a:pt x="1375711" y="2057329"/>
                  </a:lnTo>
                  <a:lnTo>
                    <a:pt x="1418999" y="2042252"/>
                  </a:lnTo>
                  <a:lnTo>
                    <a:pt x="1461405" y="2025363"/>
                  </a:lnTo>
                  <a:lnTo>
                    <a:pt x="1502885" y="2006708"/>
                  </a:lnTo>
                  <a:lnTo>
                    <a:pt x="1543391" y="1986332"/>
                  </a:lnTo>
                  <a:lnTo>
                    <a:pt x="1582877" y="1964284"/>
                  </a:lnTo>
                  <a:lnTo>
                    <a:pt x="1621297" y="1940609"/>
                  </a:lnTo>
                  <a:lnTo>
                    <a:pt x="1658604" y="1915353"/>
                  </a:lnTo>
                  <a:lnTo>
                    <a:pt x="1694752" y="1888564"/>
                  </a:lnTo>
                  <a:lnTo>
                    <a:pt x="1729695" y="1860288"/>
                  </a:lnTo>
                  <a:lnTo>
                    <a:pt x="1763385" y="1830571"/>
                  </a:lnTo>
                  <a:lnTo>
                    <a:pt x="1795777" y="1799461"/>
                  </a:lnTo>
                  <a:lnTo>
                    <a:pt x="1826824" y="1767002"/>
                  </a:lnTo>
                  <a:lnTo>
                    <a:pt x="1856480" y="1733243"/>
                  </a:lnTo>
                  <a:lnTo>
                    <a:pt x="1884699" y="1698228"/>
                  </a:lnTo>
                  <a:lnTo>
                    <a:pt x="1911433" y="1662006"/>
                  </a:lnTo>
                  <a:lnTo>
                    <a:pt x="1936636" y="1624622"/>
                  </a:lnTo>
                  <a:lnTo>
                    <a:pt x="1960263" y="1586124"/>
                  </a:lnTo>
                  <a:lnTo>
                    <a:pt x="1982266" y="1546557"/>
                  </a:lnTo>
                  <a:lnTo>
                    <a:pt x="2002600" y="1505967"/>
                  </a:lnTo>
                  <a:lnTo>
                    <a:pt x="2021217" y="1464403"/>
                  </a:lnTo>
                  <a:lnTo>
                    <a:pt x="2038072" y="1421909"/>
                  </a:lnTo>
                  <a:lnTo>
                    <a:pt x="2053117" y="1378533"/>
                  </a:lnTo>
                  <a:lnTo>
                    <a:pt x="2066308" y="1334321"/>
                  </a:lnTo>
                  <a:lnTo>
                    <a:pt x="2077596" y="1289319"/>
                  </a:lnTo>
                  <a:lnTo>
                    <a:pt x="2086936" y="1243575"/>
                  </a:lnTo>
                  <a:lnTo>
                    <a:pt x="2094281" y="1197135"/>
                  </a:lnTo>
                  <a:lnTo>
                    <a:pt x="2099585" y="1150044"/>
                  </a:lnTo>
                  <a:lnTo>
                    <a:pt x="2102802" y="1102350"/>
                  </a:lnTo>
                  <a:lnTo>
                    <a:pt x="2103884" y="1054100"/>
                  </a:lnTo>
                  <a:lnTo>
                    <a:pt x="2102802" y="1005849"/>
                  </a:lnTo>
                  <a:lnTo>
                    <a:pt x="2099585" y="958155"/>
                  </a:lnTo>
                  <a:lnTo>
                    <a:pt x="2094281" y="911064"/>
                  </a:lnTo>
                  <a:lnTo>
                    <a:pt x="2086936" y="864624"/>
                  </a:lnTo>
                  <a:lnTo>
                    <a:pt x="2077596" y="818880"/>
                  </a:lnTo>
                  <a:lnTo>
                    <a:pt x="2066308" y="773878"/>
                  </a:lnTo>
                  <a:lnTo>
                    <a:pt x="2053117" y="729666"/>
                  </a:lnTo>
                  <a:lnTo>
                    <a:pt x="2038072" y="686290"/>
                  </a:lnTo>
                  <a:lnTo>
                    <a:pt x="2021217" y="643796"/>
                  </a:lnTo>
                  <a:lnTo>
                    <a:pt x="2002600" y="602232"/>
                  </a:lnTo>
                  <a:lnTo>
                    <a:pt x="1982266" y="561642"/>
                  </a:lnTo>
                  <a:lnTo>
                    <a:pt x="1960263" y="522075"/>
                  </a:lnTo>
                  <a:lnTo>
                    <a:pt x="1936636" y="483577"/>
                  </a:lnTo>
                  <a:lnTo>
                    <a:pt x="1911433" y="446193"/>
                  </a:lnTo>
                  <a:lnTo>
                    <a:pt x="1884699" y="409971"/>
                  </a:lnTo>
                  <a:lnTo>
                    <a:pt x="1856480" y="374956"/>
                  </a:lnTo>
                  <a:lnTo>
                    <a:pt x="1826824" y="341197"/>
                  </a:lnTo>
                  <a:lnTo>
                    <a:pt x="1795777" y="308738"/>
                  </a:lnTo>
                  <a:lnTo>
                    <a:pt x="1763385" y="277628"/>
                  </a:lnTo>
                  <a:lnTo>
                    <a:pt x="1729695" y="247911"/>
                  </a:lnTo>
                  <a:lnTo>
                    <a:pt x="1694752" y="219635"/>
                  </a:lnTo>
                  <a:lnTo>
                    <a:pt x="1658604" y="192846"/>
                  </a:lnTo>
                  <a:lnTo>
                    <a:pt x="1621297" y="167590"/>
                  </a:lnTo>
                  <a:lnTo>
                    <a:pt x="1582877" y="143915"/>
                  </a:lnTo>
                  <a:lnTo>
                    <a:pt x="1543391" y="121867"/>
                  </a:lnTo>
                  <a:lnTo>
                    <a:pt x="1502885" y="101491"/>
                  </a:lnTo>
                  <a:lnTo>
                    <a:pt x="1461405" y="82836"/>
                  </a:lnTo>
                  <a:lnTo>
                    <a:pt x="1418999" y="65947"/>
                  </a:lnTo>
                  <a:lnTo>
                    <a:pt x="1375711" y="50870"/>
                  </a:lnTo>
                  <a:lnTo>
                    <a:pt x="1331590" y="37653"/>
                  </a:lnTo>
                  <a:lnTo>
                    <a:pt x="1286680" y="26342"/>
                  </a:lnTo>
                  <a:lnTo>
                    <a:pt x="1241030" y="16982"/>
                  </a:lnTo>
                  <a:lnTo>
                    <a:pt x="1194684" y="9622"/>
                  </a:lnTo>
                  <a:lnTo>
                    <a:pt x="1147690" y="4307"/>
                  </a:lnTo>
                  <a:lnTo>
                    <a:pt x="1100094" y="1084"/>
                  </a:lnTo>
                  <a:lnTo>
                    <a:pt x="105194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6" name="object 66"/>
            <p:cNvSpPr/>
            <p:nvPr/>
          </p:nvSpPr>
          <p:spPr>
            <a:xfrm>
              <a:off x="1270000" y="5740400"/>
              <a:ext cx="2104390" cy="2108200"/>
            </a:xfrm>
            <a:custGeom>
              <a:avLst/>
              <a:gdLst/>
              <a:ahLst/>
              <a:cxnLst/>
              <a:rect l="l" t="t" r="r" b="b"/>
              <a:pathLst>
                <a:path w="2104390" h="2108200">
                  <a:moveTo>
                    <a:pt x="1051942" y="0"/>
                  </a:moveTo>
                  <a:lnTo>
                    <a:pt x="1003790" y="1084"/>
                  </a:lnTo>
                  <a:lnTo>
                    <a:pt x="956194" y="4307"/>
                  </a:lnTo>
                  <a:lnTo>
                    <a:pt x="909199" y="9622"/>
                  </a:lnTo>
                  <a:lnTo>
                    <a:pt x="862854" y="16982"/>
                  </a:lnTo>
                  <a:lnTo>
                    <a:pt x="817203" y="26342"/>
                  </a:lnTo>
                  <a:lnTo>
                    <a:pt x="772294" y="37653"/>
                  </a:lnTo>
                  <a:lnTo>
                    <a:pt x="728172" y="50870"/>
                  </a:lnTo>
                  <a:lnTo>
                    <a:pt x="684885" y="65947"/>
                  </a:lnTo>
                  <a:lnTo>
                    <a:pt x="642478" y="82836"/>
                  </a:lnTo>
                  <a:lnTo>
                    <a:pt x="600999" y="101491"/>
                  </a:lnTo>
                  <a:lnTo>
                    <a:pt x="560493" y="121867"/>
                  </a:lnTo>
                  <a:lnTo>
                    <a:pt x="521006" y="143915"/>
                  </a:lnTo>
                  <a:lnTo>
                    <a:pt x="482586" y="167590"/>
                  </a:lnTo>
                  <a:lnTo>
                    <a:pt x="445279" y="192846"/>
                  </a:lnTo>
                  <a:lnTo>
                    <a:pt x="409131" y="219635"/>
                  </a:lnTo>
                  <a:lnTo>
                    <a:pt x="374189" y="247911"/>
                  </a:lnTo>
                  <a:lnTo>
                    <a:pt x="340498" y="277628"/>
                  </a:lnTo>
                  <a:lnTo>
                    <a:pt x="308106" y="308738"/>
                  </a:lnTo>
                  <a:lnTo>
                    <a:pt x="277059" y="341197"/>
                  </a:lnTo>
                  <a:lnTo>
                    <a:pt x="247403" y="374956"/>
                  </a:lnTo>
                  <a:lnTo>
                    <a:pt x="219185" y="409971"/>
                  </a:lnTo>
                  <a:lnTo>
                    <a:pt x="192451" y="446193"/>
                  </a:lnTo>
                  <a:lnTo>
                    <a:pt x="167247" y="483577"/>
                  </a:lnTo>
                  <a:lnTo>
                    <a:pt x="143620" y="522075"/>
                  </a:lnTo>
                  <a:lnTo>
                    <a:pt x="121617" y="561642"/>
                  </a:lnTo>
                  <a:lnTo>
                    <a:pt x="101284" y="602232"/>
                  </a:lnTo>
                  <a:lnTo>
                    <a:pt x="82666" y="643796"/>
                  </a:lnTo>
                  <a:lnTo>
                    <a:pt x="65812" y="686290"/>
                  </a:lnTo>
                  <a:lnTo>
                    <a:pt x="50766" y="729666"/>
                  </a:lnTo>
                  <a:lnTo>
                    <a:pt x="37576" y="773878"/>
                  </a:lnTo>
                  <a:lnTo>
                    <a:pt x="26288" y="818880"/>
                  </a:lnTo>
                  <a:lnTo>
                    <a:pt x="16948" y="864624"/>
                  </a:lnTo>
                  <a:lnTo>
                    <a:pt x="9602" y="911064"/>
                  </a:lnTo>
                  <a:lnTo>
                    <a:pt x="4298" y="958155"/>
                  </a:lnTo>
                  <a:lnTo>
                    <a:pt x="1082" y="1005849"/>
                  </a:lnTo>
                  <a:lnTo>
                    <a:pt x="0" y="1054100"/>
                  </a:lnTo>
                  <a:lnTo>
                    <a:pt x="1082" y="1102350"/>
                  </a:lnTo>
                  <a:lnTo>
                    <a:pt x="4298" y="1150044"/>
                  </a:lnTo>
                  <a:lnTo>
                    <a:pt x="9602" y="1197135"/>
                  </a:lnTo>
                  <a:lnTo>
                    <a:pt x="16948" y="1243575"/>
                  </a:lnTo>
                  <a:lnTo>
                    <a:pt x="26288" y="1289319"/>
                  </a:lnTo>
                  <a:lnTo>
                    <a:pt x="37576" y="1334321"/>
                  </a:lnTo>
                  <a:lnTo>
                    <a:pt x="50766" y="1378533"/>
                  </a:lnTo>
                  <a:lnTo>
                    <a:pt x="65812" y="1421909"/>
                  </a:lnTo>
                  <a:lnTo>
                    <a:pt x="82666" y="1464403"/>
                  </a:lnTo>
                  <a:lnTo>
                    <a:pt x="101284" y="1505967"/>
                  </a:lnTo>
                  <a:lnTo>
                    <a:pt x="121617" y="1546557"/>
                  </a:lnTo>
                  <a:lnTo>
                    <a:pt x="143620" y="1586124"/>
                  </a:lnTo>
                  <a:lnTo>
                    <a:pt x="167247" y="1624622"/>
                  </a:lnTo>
                  <a:lnTo>
                    <a:pt x="192451" y="1662006"/>
                  </a:lnTo>
                  <a:lnTo>
                    <a:pt x="219185" y="1698228"/>
                  </a:lnTo>
                  <a:lnTo>
                    <a:pt x="247403" y="1733243"/>
                  </a:lnTo>
                  <a:lnTo>
                    <a:pt x="277059" y="1767002"/>
                  </a:lnTo>
                  <a:lnTo>
                    <a:pt x="308106" y="1799461"/>
                  </a:lnTo>
                  <a:lnTo>
                    <a:pt x="340498" y="1830571"/>
                  </a:lnTo>
                  <a:lnTo>
                    <a:pt x="374189" y="1860288"/>
                  </a:lnTo>
                  <a:lnTo>
                    <a:pt x="409131" y="1888564"/>
                  </a:lnTo>
                  <a:lnTo>
                    <a:pt x="445279" y="1915353"/>
                  </a:lnTo>
                  <a:lnTo>
                    <a:pt x="482586" y="1940609"/>
                  </a:lnTo>
                  <a:lnTo>
                    <a:pt x="521006" y="1964284"/>
                  </a:lnTo>
                  <a:lnTo>
                    <a:pt x="560493" y="1986332"/>
                  </a:lnTo>
                  <a:lnTo>
                    <a:pt x="600999" y="2006708"/>
                  </a:lnTo>
                  <a:lnTo>
                    <a:pt x="642478" y="2025363"/>
                  </a:lnTo>
                  <a:lnTo>
                    <a:pt x="684885" y="2042252"/>
                  </a:lnTo>
                  <a:lnTo>
                    <a:pt x="728172" y="2057329"/>
                  </a:lnTo>
                  <a:lnTo>
                    <a:pt x="772294" y="2070546"/>
                  </a:lnTo>
                  <a:lnTo>
                    <a:pt x="817203" y="2081857"/>
                  </a:lnTo>
                  <a:lnTo>
                    <a:pt x="862854" y="2091217"/>
                  </a:lnTo>
                  <a:lnTo>
                    <a:pt x="909199" y="2098577"/>
                  </a:lnTo>
                  <a:lnTo>
                    <a:pt x="956194" y="2103892"/>
                  </a:lnTo>
                  <a:lnTo>
                    <a:pt x="1003790" y="2107115"/>
                  </a:lnTo>
                  <a:lnTo>
                    <a:pt x="1051942" y="2108200"/>
                  </a:lnTo>
                  <a:lnTo>
                    <a:pt x="1100094" y="2107115"/>
                  </a:lnTo>
                  <a:lnTo>
                    <a:pt x="1147690" y="2103892"/>
                  </a:lnTo>
                  <a:lnTo>
                    <a:pt x="1194684" y="2098577"/>
                  </a:lnTo>
                  <a:lnTo>
                    <a:pt x="1241030" y="2091217"/>
                  </a:lnTo>
                  <a:lnTo>
                    <a:pt x="1286680" y="2081857"/>
                  </a:lnTo>
                  <a:lnTo>
                    <a:pt x="1331590" y="2070546"/>
                  </a:lnTo>
                  <a:lnTo>
                    <a:pt x="1375711" y="2057329"/>
                  </a:lnTo>
                  <a:lnTo>
                    <a:pt x="1418999" y="2042252"/>
                  </a:lnTo>
                  <a:lnTo>
                    <a:pt x="1461405" y="2025363"/>
                  </a:lnTo>
                  <a:lnTo>
                    <a:pt x="1502885" y="2006708"/>
                  </a:lnTo>
                  <a:lnTo>
                    <a:pt x="1543391" y="1986332"/>
                  </a:lnTo>
                  <a:lnTo>
                    <a:pt x="1582877" y="1964284"/>
                  </a:lnTo>
                  <a:lnTo>
                    <a:pt x="1621297" y="1940609"/>
                  </a:lnTo>
                  <a:lnTo>
                    <a:pt x="1658604" y="1915353"/>
                  </a:lnTo>
                  <a:lnTo>
                    <a:pt x="1694752" y="1888564"/>
                  </a:lnTo>
                  <a:lnTo>
                    <a:pt x="1729695" y="1860288"/>
                  </a:lnTo>
                  <a:lnTo>
                    <a:pt x="1763385" y="1830571"/>
                  </a:lnTo>
                  <a:lnTo>
                    <a:pt x="1795777" y="1799461"/>
                  </a:lnTo>
                  <a:lnTo>
                    <a:pt x="1826824" y="1767002"/>
                  </a:lnTo>
                  <a:lnTo>
                    <a:pt x="1856480" y="1733243"/>
                  </a:lnTo>
                  <a:lnTo>
                    <a:pt x="1884699" y="1698228"/>
                  </a:lnTo>
                  <a:lnTo>
                    <a:pt x="1911433" y="1662006"/>
                  </a:lnTo>
                  <a:lnTo>
                    <a:pt x="1936636" y="1624622"/>
                  </a:lnTo>
                  <a:lnTo>
                    <a:pt x="1960263" y="1586124"/>
                  </a:lnTo>
                  <a:lnTo>
                    <a:pt x="1982266" y="1546557"/>
                  </a:lnTo>
                  <a:lnTo>
                    <a:pt x="2002600" y="1505967"/>
                  </a:lnTo>
                  <a:lnTo>
                    <a:pt x="2021217" y="1464403"/>
                  </a:lnTo>
                  <a:lnTo>
                    <a:pt x="2038072" y="1421909"/>
                  </a:lnTo>
                  <a:lnTo>
                    <a:pt x="2053117" y="1378533"/>
                  </a:lnTo>
                  <a:lnTo>
                    <a:pt x="2066308" y="1334321"/>
                  </a:lnTo>
                  <a:lnTo>
                    <a:pt x="2077596" y="1289319"/>
                  </a:lnTo>
                  <a:lnTo>
                    <a:pt x="2086936" y="1243575"/>
                  </a:lnTo>
                  <a:lnTo>
                    <a:pt x="2094281" y="1197135"/>
                  </a:lnTo>
                  <a:lnTo>
                    <a:pt x="2099585" y="1150044"/>
                  </a:lnTo>
                  <a:lnTo>
                    <a:pt x="2102802" y="1102350"/>
                  </a:lnTo>
                  <a:lnTo>
                    <a:pt x="2103884" y="1054100"/>
                  </a:lnTo>
                  <a:lnTo>
                    <a:pt x="2102802" y="1005849"/>
                  </a:lnTo>
                  <a:lnTo>
                    <a:pt x="2099585" y="958155"/>
                  </a:lnTo>
                  <a:lnTo>
                    <a:pt x="2094281" y="911064"/>
                  </a:lnTo>
                  <a:lnTo>
                    <a:pt x="2086936" y="864624"/>
                  </a:lnTo>
                  <a:lnTo>
                    <a:pt x="2077596" y="818880"/>
                  </a:lnTo>
                  <a:lnTo>
                    <a:pt x="2066308" y="773878"/>
                  </a:lnTo>
                  <a:lnTo>
                    <a:pt x="2053117" y="729666"/>
                  </a:lnTo>
                  <a:lnTo>
                    <a:pt x="2038072" y="686290"/>
                  </a:lnTo>
                  <a:lnTo>
                    <a:pt x="2021217" y="643796"/>
                  </a:lnTo>
                  <a:lnTo>
                    <a:pt x="2002600" y="602232"/>
                  </a:lnTo>
                  <a:lnTo>
                    <a:pt x="1982266" y="561642"/>
                  </a:lnTo>
                  <a:lnTo>
                    <a:pt x="1960263" y="522075"/>
                  </a:lnTo>
                  <a:lnTo>
                    <a:pt x="1936636" y="483577"/>
                  </a:lnTo>
                  <a:lnTo>
                    <a:pt x="1911433" y="446193"/>
                  </a:lnTo>
                  <a:lnTo>
                    <a:pt x="1884699" y="409971"/>
                  </a:lnTo>
                  <a:lnTo>
                    <a:pt x="1856480" y="374956"/>
                  </a:lnTo>
                  <a:lnTo>
                    <a:pt x="1826824" y="341197"/>
                  </a:lnTo>
                  <a:lnTo>
                    <a:pt x="1795777" y="308738"/>
                  </a:lnTo>
                  <a:lnTo>
                    <a:pt x="1763385" y="277628"/>
                  </a:lnTo>
                  <a:lnTo>
                    <a:pt x="1729695" y="247911"/>
                  </a:lnTo>
                  <a:lnTo>
                    <a:pt x="1694752" y="219635"/>
                  </a:lnTo>
                  <a:lnTo>
                    <a:pt x="1658604" y="192846"/>
                  </a:lnTo>
                  <a:lnTo>
                    <a:pt x="1621297" y="167590"/>
                  </a:lnTo>
                  <a:lnTo>
                    <a:pt x="1582877" y="143915"/>
                  </a:lnTo>
                  <a:lnTo>
                    <a:pt x="1543391" y="121867"/>
                  </a:lnTo>
                  <a:lnTo>
                    <a:pt x="1502885" y="101491"/>
                  </a:lnTo>
                  <a:lnTo>
                    <a:pt x="1461405" y="82836"/>
                  </a:lnTo>
                  <a:lnTo>
                    <a:pt x="1418999" y="65947"/>
                  </a:lnTo>
                  <a:lnTo>
                    <a:pt x="1375711" y="50870"/>
                  </a:lnTo>
                  <a:lnTo>
                    <a:pt x="1331590" y="37653"/>
                  </a:lnTo>
                  <a:lnTo>
                    <a:pt x="1286680" y="26342"/>
                  </a:lnTo>
                  <a:lnTo>
                    <a:pt x="1241030" y="16982"/>
                  </a:lnTo>
                  <a:lnTo>
                    <a:pt x="1194684" y="9622"/>
                  </a:lnTo>
                  <a:lnTo>
                    <a:pt x="1147690" y="4307"/>
                  </a:lnTo>
                  <a:lnTo>
                    <a:pt x="1100094" y="1084"/>
                  </a:lnTo>
                  <a:lnTo>
                    <a:pt x="1051942"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7" name="object 67"/>
            <p:cNvSpPr/>
            <p:nvPr/>
          </p:nvSpPr>
          <p:spPr>
            <a:xfrm>
              <a:off x="2015791" y="5259870"/>
              <a:ext cx="2040889" cy="1651000"/>
            </a:xfrm>
            <a:custGeom>
              <a:avLst/>
              <a:gdLst/>
              <a:ahLst/>
              <a:cxnLst/>
              <a:rect l="l" t="t" r="r" b="b"/>
              <a:pathLst>
                <a:path w="2040889" h="1651000">
                  <a:moveTo>
                    <a:pt x="1020447" y="0"/>
                  </a:moveTo>
                  <a:lnTo>
                    <a:pt x="2040895" y="1650672"/>
                  </a:lnTo>
                  <a:lnTo>
                    <a:pt x="0" y="1650672"/>
                  </a:lnTo>
                  <a:lnTo>
                    <a:pt x="1020447" y="0"/>
                  </a:lnTo>
                  <a:close/>
                </a:path>
              </a:pathLst>
            </a:custGeom>
            <a:ln w="63500">
              <a:solidFill>
                <a:srgbClr val="E9F9FB"/>
              </a:solidFill>
            </a:ln>
          </p:spPr>
          <p:txBody>
            <a:bodyPr wrap="square" lIns="0" tIns="0" rIns="0" bIns="0" rtlCol="0"/>
            <a:lstStyle/>
            <a:p>
              <a:endParaRPr sz="900" dirty="0">
                <a:latin typeface="江城圆体 400W" panose="020B0800000000000000" pitchFamily="34" charset="-128"/>
                <a:ea typeface="江城圆体 400W" panose="020B0800000000000000" pitchFamily="34" charset="-128"/>
              </a:endParaRPr>
            </a:p>
          </p:txBody>
        </p:sp>
      </p:grpSp>
      <p:sp>
        <p:nvSpPr>
          <p:cNvPr id="68" name="object 68"/>
          <p:cNvSpPr txBox="1"/>
          <p:nvPr/>
        </p:nvSpPr>
        <p:spPr>
          <a:xfrm>
            <a:off x="1339177" y="2349500"/>
            <a:ext cx="344488" cy="245745"/>
          </a:xfrm>
          <a:prstGeom prst="rect">
            <a:avLst/>
          </a:prstGeom>
        </p:spPr>
        <p:txBody>
          <a:bodyPr vert="horz" wrap="square" lIns="0" tIns="6350" rIns="0" bIns="0" rtlCol="0">
            <a:spAutoFit/>
          </a:bodyPr>
          <a:lstStyle/>
          <a:p>
            <a:pPr marL="38735">
              <a:lnSpc>
                <a:spcPts val="1205"/>
              </a:lnSpc>
              <a:spcBef>
                <a:spcPts val="50"/>
              </a:spcBef>
            </a:pPr>
            <a:r>
              <a:rPr sz="1050" b="1" spc="-13"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亲密</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a:lnSpc>
                <a:spcPts val="665"/>
              </a:lnSpc>
            </a:pPr>
            <a:r>
              <a:rPr sz="600" spc="-5" dirty="0">
                <a:solidFill>
                  <a:srgbClr val="FFFFFF"/>
                </a:solidFill>
                <a:latin typeface="江城圆体 400W" panose="020B0800000000000000" pitchFamily="34" charset="-128"/>
                <a:ea typeface="江城圆体 400W" panose="020B0800000000000000" pitchFamily="34" charset="-128"/>
                <a:cs typeface="微软雅黑" panose="020B0503020204020204" charset="-122"/>
              </a:rPr>
              <a:t>Intimacy</a:t>
            </a:r>
            <a:endParaRPr sz="600" dirty="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69" name="object 69"/>
          <p:cNvSpPr txBox="1"/>
          <p:nvPr/>
        </p:nvSpPr>
        <p:spPr>
          <a:xfrm>
            <a:off x="826046" y="3506698"/>
            <a:ext cx="303848" cy="245745"/>
          </a:xfrm>
          <a:prstGeom prst="rect">
            <a:avLst/>
          </a:prstGeom>
        </p:spPr>
        <p:txBody>
          <a:bodyPr vert="horz" wrap="square" lIns="0" tIns="6350" rIns="0" bIns="0" rtlCol="0">
            <a:spAutoFit/>
          </a:bodyPr>
          <a:lstStyle/>
          <a:p>
            <a:pPr marL="18415">
              <a:lnSpc>
                <a:spcPts val="1205"/>
              </a:lnSpc>
              <a:spcBef>
                <a:spcPts val="50"/>
              </a:spcBef>
            </a:pPr>
            <a:r>
              <a:rPr sz="1050" b="1" spc="-13"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激情</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a:lnSpc>
                <a:spcPts val="665"/>
              </a:lnSpc>
            </a:pPr>
            <a:r>
              <a:rPr sz="600" spc="-5" dirty="0">
                <a:solidFill>
                  <a:srgbClr val="FFFFFF"/>
                </a:solidFill>
                <a:latin typeface="江城圆体 400W" panose="020B0800000000000000" pitchFamily="34" charset="-128"/>
                <a:ea typeface="江城圆体 400W" panose="020B0800000000000000" pitchFamily="34" charset="-128"/>
                <a:cs typeface="微软雅黑" panose="020B0503020204020204" charset="-122"/>
              </a:rPr>
              <a:t>Passion</a:t>
            </a:r>
            <a:endParaRPr sz="600" dirty="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70" name="object 70"/>
          <p:cNvSpPr txBox="1"/>
          <p:nvPr/>
        </p:nvSpPr>
        <p:spPr>
          <a:xfrm>
            <a:off x="1776438" y="3506698"/>
            <a:ext cx="511175" cy="245745"/>
          </a:xfrm>
          <a:prstGeom prst="rect">
            <a:avLst/>
          </a:prstGeom>
        </p:spPr>
        <p:txBody>
          <a:bodyPr vert="horz" wrap="square" lIns="0" tIns="6350" rIns="0" bIns="0" rtlCol="0">
            <a:spAutoFit/>
          </a:bodyPr>
          <a:lstStyle/>
          <a:p>
            <a:pPr algn="ctr">
              <a:lnSpc>
                <a:spcPts val="1205"/>
              </a:lnSpc>
              <a:spcBef>
                <a:spcPts val="50"/>
              </a:spcBef>
            </a:pPr>
            <a:r>
              <a:rPr sz="1050" b="1" spc="-13"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承诺</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algn="ctr">
              <a:lnSpc>
                <a:spcPts val="665"/>
              </a:lnSpc>
            </a:pPr>
            <a:r>
              <a:rPr sz="600" spc="-5" dirty="0">
                <a:solidFill>
                  <a:srgbClr val="FFFFFF"/>
                </a:solidFill>
                <a:latin typeface="江城圆体 400W" panose="020B0800000000000000" pitchFamily="34" charset="-128"/>
                <a:ea typeface="江城圆体 400W" panose="020B0800000000000000" pitchFamily="34" charset="-128"/>
                <a:cs typeface="微软雅黑" panose="020B0503020204020204" charset="-122"/>
              </a:rPr>
              <a:t>Commitment</a:t>
            </a:r>
            <a:endParaRPr sz="600" dirty="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71" name="object 71"/>
          <p:cNvSpPr txBox="1"/>
          <p:nvPr/>
        </p:nvSpPr>
        <p:spPr>
          <a:xfrm>
            <a:off x="2610179" y="1741805"/>
            <a:ext cx="3746817" cy="680720"/>
          </a:xfrm>
          <a:prstGeom prst="rect">
            <a:avLst/>
          </a:prstGeom>
        </p:spPr>
        <p:txBody>
          <a:bodyPr vert="horz" wrap="square" lIns="0" tIns="6350" rIns="0" bIns="0" rtlCol="0">
            <a:spAutoFit/>
          </a:bodyPr>
          <a:lstStyle/>
          <a:p>
            <a:pPr marL="39370" algn="just">
              <a:spcBef>
                <a:spcPts val="50"/>
              </a:spcBef>
              <a:tabLst>
                <a:tab pos="1377950" algn="l"/>
              </a:tabLst>
            </a:pPr>
            <a:r>
              <a:rPr sz="1050" b="1" dirty="0">
                <a:solidFill>
                  <a:srgbClr val="FFFFFF"/>
                </a:solidFill>
                <a:latin typeface="江城圆体 700W" panose="020B0800000000000000" pitchFamily="34" charset="-128"/>
                <a:ea typeface="江城圆体 700W" panose="020B0800000000000000" pitchFamily="34" charset="-128"/>
                <a:cs typeface="PMingLiU" panose="02020500000000000000" charset="-120"/>
              </a:rPr>
              <a:t>02</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sz="1575" b="1" spc="15" baseline="-3000"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爱的元素 </a:t>
            </a:r>
            <a:r>
              <a:rPr sz="80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The</a:t>
            </a:r>
            <a:r>
              <a:rPr sz="800" b="1" spc="-38"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 </a:t>
            </a:r>
            <a:r>
              <a:rPr sz="800" b="1" spc="25"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Elements</a:t>
            </a:r>
            <a:r>
              <a:rPr sz="800" b="1" spc="-40"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 </a:t>
            </a:r>
            <a:r>
              <a:rPr sz="80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of</a:t>
            </a:r>
            <a:r>
              <a:rPr sz="800" b="1" spc="-38"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 </a:t>
            </a:r>
            <a:r>
              <a:rPr sz="800" b="1" spc="-10"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Love</a:t>
            </a:r>
            <a:endParaRPr sz="800" b="1" dirty="0">
              <a:latin typeface="江城圆体 600W" panose="020B0800000000000000" pitchFamily="34" charset="-128"/>
              <a:ea typeface="江城圆体 600W" panose="020B0800000000000000" pitchFamily="34" charset="-128"/>
              <a:cs typeface="微软雅黑" panose="020B0503020204020204" charset="-122"/>
            </a:endParaRPr>
          </a:p>
          <a:p>
            <a:pPr marL="6350" marR="2540" algn="just">
              <a:lnSpc>
                <a:spcPct val="115000"/>
              </a:lnSpc>
              <a:spcBef>
                <a:spcPts val="700"/>
              </a:spcBef>
            </a:pPr>
            <a:r>
              <a:rPr sz="800" spc="-18"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根据斯腾伯格的爱情三角形理论</a:t>
            </a:r>
            <a:r>
              <a:rPr sz="800" spc="23"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800" spc="23"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Stermberg,1986,1988a,1988b,1997,1998a</a:t>
            </a:r>
            <a:r>
              <a:rPr sz="800" spc="23"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800" spc="-5" dirty="0" err="1">
                <a:solidFill>
                  <a:srgbClr val="212121"/>
                </a:solidFill>
                <a:latin typeface="江城圆体 400W" panose="020B0800000000000000" pitchFamily="34" charset="-128"/>
                <a:ea typeface="江城圆体 400W" panose="020B0800000000000000" pitchFamily="34" charset="-128"/>
                <a:cs typeface="PMingLiU" panose="02020500000000000000" charset="-120"/>
              </a:rPr>
              <a:t>爱情是由是亲密</a:t>
            </a:r>
            <a:r>
              <a:rPr sz="800" spc="-18" dirty="0" err="1">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800" spc="13" dirty="0" err="1">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intimacy</a:t>
            </a:r>
            <a:r>
              <a:rPr sz="800" spc="13"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800" spc="-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800" spc="-5" dirty="0" err="1">
                <a:solidFill>
                  <a:srgbClr val="212121"/>
                </a:solidFill>
                <a:latin typeface="江城圆体 400W" panose="020B0800000000000000" pitchFamily="34" charset="-128"/>
                <a:ea typeface="江城圆体 400W" panose="020B0800000000000000" pitchFamily="34" charset="-128"/>
                <a:cs typeface="PMingLiU" panose="02020500000000000000" charset="-120"/>
              </a:rPr>
              <a:t>激情</a:t>
            </a:r>
            <a:r>
              <a:rPr sz="800" spc="25" dirty="0" err="1">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800" spc="25" dirty="0" err="1">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passion</a:t>
            </a:r>
            <a:r>
              <a:rPr lang="en-US" altLang="zh-CN" sz="800" spc="2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800" spc="-5" dirty="0" err="1">
                <a:solidFill>
                  <a:srgbClr val="212121"/>
                </a:solidFill>
                <a:latin typeface="江城圆体 400W" panose="020B0800000000000000" pitchFamily="34" charset="-128"/>
                <a:ea typeface="江城圆体 400W" panose="020B0800000000000000" pitchFamily="34" charset="-128"/>
                <a:cs typeface="PMingLiU" panose="02020500000000000000" charset="-120"/>
              </a:rPr>
              <a:t>和承诺</a:t>
            </a:r>
            <a:r>
              <a:rPr sz="800" spc="-18" dirty="0" err="1">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800" spc="83" dirty="0" err="1">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commitment</a:t>
            </a:r>
            <a:r>
              <a:rPr lang="en-US" altLang="zh-CN" sz="800" spc="83"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800" spc="-13" dirty="0" err="1">
                <a:solidFill>
                  <a:srgbClr val="212121"/>
                </a:solidFill>
                <a:latin typeface="江城圆体 400W" panose="020B0800000000000000" pitchFamily="34" charset="-128"/>
                <a:ea typeface="江城圆体 400W" panose="020B0800000000000000" pitchFamily="34" charset="-128"/>
                <a:cs typeface="PMingLiU" panose="02020500000000000000" charset="-120"/>
              </a:rPr>
              <a:t>所组</a:t>
            </a:r>
            <a:r>
              <a:rPr sz="800" spc="-18" dirty="0" err="1">
                <a:solidFill>
                  <a:srgbClr val="212121"/>
                </a:solidFill>
                <a:latin typeface="江城圆体 400W" panose="020B0800000000000000" pitchFamily="34" charset="-128"/>
                <a:ea typeface="江城圆体 400W" panose="020B0800000000000000" pitchFamily="34" charset="-128"/>
                <a:cs typeface="PMingLiU" panose="02020500000000000000" charset="-120"/>
              </a:rPr>
              <a:t>成</a:t>
            </a:r>
            <a:r>
              <a:rPr lang="en-US" altLang="zh-CN" sz="800" spc="-18" dirty="0" err="1">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800" spc="-18" dirty="0" err="1">
                <a:solidFill>
                  <a:srgbClr val="212121"/>
                </a:solidFill>
                <a:latin typeface="江城圆体 400W" panose="020B0800000000000000" pitchFamily="34" charset="-128"/>
                <a:ea typeface="江城圆体 400W" panose="020B0800000000000000" pitchFamily="34" charset="-128"/>
                <a:cs typeface="PMingLiU" panose="02020500000000000000" charset="-120"/>
              </a:rPr>
              <a:t>三个元素各占一方，结合而为一个三角形</a:t>
            </a:r>
            <a:r>
              <a:rPr sz="800" spc="-18"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72" name="object 72"/>
          <p:cNvSpPr txBox="1"/>
          <p:nvPr/>
        </p:nvSpPr>
        <p:spPr>
          <a:xfrm>
            <a:off x="952971" y="1687195"/>
            <a:ext cx="1089978" cy="405130"/>
          </a:xfrm>
          <a:prstGeom prst="rect">
            <a:avLst/>
          </a:prstGeom>
        </p:spPr>
        <p:txBody>
          <a:bodyPr vert="horz" wrap="square" lIns="0" tIns="70485" rIns="0" bIns="0" rtlCol="0">
            <a:spAutoFit/>
          </a:bodyPr>
          <a:lstStyle/>
          <a:p>
            <a:pPr marL="358775">
              <a:spcBef>
                <a:spcPts val="555"/>
              </a:spcBef>
            </a:pPr>
            <a:r>
              <a:rPr sz="1050" b="1" spc="-10"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爱的结构</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a:spcBef>
                <a:spcPts val="390"/>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The</a:t>
            </a:r>
            <a:r>
              <a:rPr sz="800" spc="-2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spc="2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Structure</a:t>
            </a:r>
            <a:r>
              <a:rPr sz="800" spc="-2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of</a:t>
            </a:r>
            <a:r>
              <a:rPr sz="800" spc="-2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Love</a:t>
            </a:r>
            <a:endParaRPr sz="800" dirty="0">
              <a:latin typeface="江城圆体 400W" panose="020B0800000000000000" pitchFamily="34" charset="-128"/>
              <a:ea typeface="江城圆体 400W" panose="020B0800000000000000" pitchFamily="34" charset="-128"/>
              <a:cs typeface="微软雅黑" panose="020B0503020204020204" charset="-122"/>
            </a:endParaRPr>
          </a:p>
        </p:txBody>
      </p:sp>
      <p:graphicFrame>
        <p:nvGraphicFramePr>
          <p:cNvPr id="73" name="object 73"/>
          <p:cNvGraphicFramePr>
            <a:graphicFrameLocks noGrp="1"/>
          </p:cNvGraphicFramePr>
          <p:nvPr/>
        </p:nvGraphicFramePr>
        <p:xfrm>
          <a:off x="2613025" y="2479675"/>
          <a:ext cx="3746500" cy="1454150"/>
        </p:xfrm>
        <a:graphic>
          <a:graphicData uri="http://schemas.openxmlformats.org/drawingml/2006/table">
            <a:tbl>
              <a:tblPr firstRow="1" bandRow="1">
                <a:tableStyleId>{2D5ABB26-0587-4C30-8999-92F81FD0307C}</a:tableStyleId>
              </a:tblPr>
              <a:tblGrid>
                <a:gridCol w="660400">
                  <a:extLst>
                    <a:ext uri="{9D8B030D-6E8A-4147-A177-3AD203B41FA5}">
                      <a16:colId xmlns:a16="http://schemas.microsoft.com/office/drawing/2014/main" val="20000"/>
                    </a:ext>
                  </a:extLst>
                </a:gridCol>
                <a:gridCol w="440055">
                  <a:extLst>
                    <a:ext uri="{9D8B030D-6E8A-4147-A177-3AD203B41FA5}">
                      <a16:colId xmlns:a16="http://schemas.microsoft.com/office/drawing/2014/main" val="20001"/>
                    </a:ext>
                  </a:extLst>
                </a:gridCol>
                <a:gridCol w="2646045">
                  <a:extLst>
                    <a:ext uri="{9D8B030D-6E8A-4147-A177-3AD203B41FA5}">
                      <a16:colId xmlns:a16="http://schemas.microsoft.com/office/drawing/2014/main" val="20002"/>
                    </a:ext>
                  </a:extLst>
                </a:gridCol>
              </a:tblGrid>
              <a:tr h="206375">
                <a:tc>
                  <a:txBody>
                    <a:bodyPr/>
                    <a:lstStyle/>
                    <a:p>
                      <a:pPr marL="127000" algn="l">
                        <a:lnSpc>
                          <a:spcPct val="100000"/>
                        </a:lnSpc>
                        <a:spcBef>
                          <a:spcPts val="600"/>
                        </a:spcBef>
                      </a:pPr>
                      <a:r>
                        <a:rPr sz="800" b="1" i="0" spc="-10"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爱情的元素</a:t>
                      </a:r>
                      <a:endParaRPr sz="800" b="1" i="0" dirty="0">
                        <a:latin typeface="江城圆体 600W" panose="020B0800000000000000" pitchFamily="34" charset="-128"/>
                        <a:ea typeface="江城圆体 600W" panose="020B0800000000000000" pitchFamily="34" charset="-128"/>
                        <a:cs typeface="微软雅黑" panose="020B0503020204020204" charset="-122"/>
                      </a:endParaRPr>
                    </a:p>
                  </a:txBody>
                  <a:tcPr marL="0" marR="0" marT="38100" marB="0">
                    <a:lnL w="12700">
                      <a:solidFill>
                        <a:srgbClr val="212121"/>
                      </a:solidFill>
                      <a:prstDash val="solid"/>
                    </a:lnL>
                    <a:lnR w="12700">
                      <a:solidFill>
                        <a:srgbClr val="212121"/>
                      </a:solidFill>
                      <a:prstDash val="dash"/>
                    </a:lnR>
                    <a:lnT w="12700">
                      <a:solidFill>
                        <a:srgbClr val="212121"/>
                      </a:solidFill>
                      <a:prstDash val="solid"/>
                    </a:lnT>
                    <a:lnB w="12700">
                      <a:solidFill>
                        <a:srgbClr val="212121"/>
                      </a:solidFill>
                      <a:prstDash val="solid"/>
                    </a:lnB>
                    <a:solidFill>
                      <a:srgbClr val="11A766"/>
                    </a:solidFill>
                  </a:tcPr>
                </a:tc>
                <a:tc>
                  <a:txBody>
                    <a:bodyPr/>
                    <a:lstStyle/>
                    <a:p>
                      <a:pPr marR="177165" algn="r">
                        <a:lnSpc>
                          <a:spcPct val="100000"/>
                        </a:lnSpc>
                        <a:spcBef>
                          <a:spcPts val="600"/>
                        </a:spcBef>
                      </a:pPr>
                      <a:r>
                        <a:rPr lang="zh-CN" altLang="en-US" sz="800" b="1" i="0" spc="0"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 </a:t>
                      </a:r>
                      <a:endParaRPr sz="800" b="1" i="0" spc="0" dirty="0">
                        <a:latin typeface="江城圆体 600W" panose="020B0800000000000000" pitchFamily="34" charset="-128"/>
                        <a:ea typeface="江城圆体 600W" panose="020B0800000000000000" pitchFamily="34" charset="-128"/>
                        <a:cs typeface="微软雅黑" panose="020B0503020204020204" charset="-122"/>
                      </a:endParaRPr>
                    </a:p>
                  </a:txBody>
                  <a:tcPr marL="0" marR="0" marT="38100" marB="0">
                    <a:lnL w="12700">
                      <a:solidFill>
                        <a:srgbClr val="212121"/>
                      </a:solidFill>
                      <a:prstDash val="dash"/>
                    </a:lnL>
                    <a:lnR w="12700">
                      <a:solidFill>
                        <a:srgbClr val="212121"/>
                      </a:solidFill>
                      <a:prstDash val="dash"/>
                    </a:lnR>
                    <a:lnT w="12700">
                      <a:solidFill>
                        <a:srgbClr val="212121"/>
                      </a:solidFill>
                      <a:prstDash val="solid"/>
                    </a:lnT>
                    <a:lnB w="12700">
                      <a:solidFill>
                        <a:srgbClr val="212121"/>
                      </a:solidFill>
                      <a:prstDash val="solid"/>
                    </a:lnB>
                    <a:solidFill>
                      <a:srgbClr val="11A766"/>
                    </a:solidFill>
                  </a:tcPr>
                </a:tc>
                <a:tc>
                  <a:txBody>
                    <a:bodyPr/>
                    <a:lstStyle/>
                    <a:p>
                      <a:pPr marR="62865" algn="ctr">
                        <a:lnSpc>
                          <a:spcPct val="100000"/>
                        </a:lnSpc>
                        <a:spcBef>
                          <a:spcPts val="600"/>
                        </a:spcBef>
                      </a:pPr>
                      <a:r>
                        <a:rPr sz="800" b="1" i="0" spc="-15"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组成成分</a:t>
                      </a:r>
                      <a:endParaRPr sz="800" b="1" i="0" dirty="0">
                        <a:latin typeface="江城圆体 600W" panose="020B0800000000000000" pitchFamily="34" charset="-128"/>
                        <a:ea typeface="江城圆体 600W" panose="020B0800000000000000" pitchFamily="34" charset="-128"/>
                        <a:cs typeface="微软雅黑" panose="020B0503020204020204" charset="-122"/>
                      </a:endParaRPr>
                    </a:p>
                  </a:txBody>
                  <a:tcPr marL="0" marR="0" marT="38100" marB="0">
                    <a:lnL w="12700">
                      <a:solidFill>
                        <a:srgbClr val="212121"/>
                      </a:solidFill>
                      <a:prstDash val="dash"/>
                    </a:lnL>
                    <a:lnR w="12700">
                      <a:solidFill>
                        <a:srgbClr val="212121"/>
                      </a:solidFill>
                      <a:prstDash val="solid"/>
                    </a:lnR>
                    <a:lnT w="12700">
                      <a:solidFill>
                        <a:srgbClr val="212121"/>
                      </a:solidFill>
                      <a:prstDash val="solid"/>
                    </a:lnT>
                    <a:lnB w="12700">
                      <a:solidFill>
                        <a:srgbClr val="212121"/>
                      </a:solidFill>
                      <a:prstDash val="solid"/>
                    </a:lnB>
                    <a:solidFill>
                      <a:srgbClr val="11A766"/>
                    </a:solidFill>
                  </a:tcPr>
                </a:tc>
                <a:extLst>
                  <a:ext uri="{0D108BD9-81ED-4DB2-BD59-A6C34878D82A}">
                    <a16:rowId xmlns:a16="http://schemas.microsoft.com/office/drawing/2014/main" val="10000"/>
                  </a:ext>
                </a:extLst>
              </a:tr>
              <a:tr h="450850">
                <a:tc>
                  <a:txBody>
                    <a:bodyPr/>
                    <a:lstStyle/>
                    <a:p>
                      <a:pPr marL="19050" algn="ctr">
                        <a:lnSpc>
                          <a:spcPct val="100000"/>
                        </a:lnSpc>
                      </a:pPr>
                      <a:r>
                        <a:rPr sz="600" b="0" i="0" spc="0" dirty="0" err="1">
                          <a:solidFill>
                            <a:srgbClr val="212121"/>
                          </a:solidFill>
                          <a:latin typeface="江城圆体 400W" panose="020B0800000000000000" pitchFamily="34" charset="-128"/>
                          <a:ea typeface="江城圆体 400W" panose="020B0800000000000000" pitchFamily="34" charset="-128"/>
                          <a:cs typeface="微软雅黑" panose="020B0503020204020204" charset="-122"/>
                        </a:rPr>
                        <a:t>亲密</a:t>
                      </a:r>
                      <a:endParaRPr sz="600" b="0" i="0" spc="0" dirty="0">
                        <a:latin typeface="江城圆体 400W" panose="020B0800000000000000" pitchFamily="34" charset="-128"/>
                        <a:ea typeface="江城圆体 400W" panose="020B0800000000000000" pitchFamily="34" charset="-128"/>
                        <a:cs typeface="微软雅黑" panose="020B0503020204020204" charset="-122"/>
                      </a:endParaRPr>
                    </a:p>
                    <a:p>
                      <a:pPr marL="19050" algn="ctr">
                        <a:lnSpc>
                          <a:spcPct val="100000"/>
                        </a:lnSpc>
                      </a:pPr>
                      <a:r>
                        <a:rPr sz="400" b="0" i="0" spc="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Intimacy</a:t>
                      </a:r>
                      <a:endParaRPr sz="400" b="0" i="0" spc="0" dirty="0">
                        <a:latin typeface="江城圆体 400W" panose="020B0800000000000000" pitchFamily="34" charset="-128"/>
                        <a:ea typeface="江城圆体 400W" panose="020B0800000000000000" pitchFamily="34" charset="-128"/>
                        <a:cs typeface="微软雅黑" panose="020B0503020204020204" charset="-122"/>
                      </a:endParaRPr>
                    </a:p>
                  </a:txBody>
                  <a:tcPr marL="0" marR="0" marT="635" marB="0" anchor="ctr">
                    <a:lnL w="12700">
                      <a:solidFill>
                        <a:srgbClr val="212121"/>
                      </a:solidFill>
                      <a:prstDash val="solid"/>
                    </a:lnL>
                    <a:lnR w="12700">
                      <a:solidFill>
                        <a:srgbClr val="212121"/>
                      </a:solidFill>
                      <a:prstDash val="dash"/>
                    </a:lnR>
                    <a:lnT w="12700">
                      <a:solidFill>
                        <a:srgbClr val="212121"/>
                      </a:solidFill>
                      <a:prstDash val="solid"/>
                    </a:lnT>
                    <a:lnB w="12700">
                      <a:solidFill>
                        <a:srgbClr val="212121"/>
                      </a:solidFill>
                      <a:prstDash val="dash"/>
                    </a:lnB>
                  </a:tcPr>
                </a:tc>
                <a:tc>
                  <a:txBody>
                    <a:bodyPr/>
                    <a:lstStyle/>
                    <a:p>
                      <a:pPr marR="182880" algn="r">
                        <a:lnSpc>
                          <a:spcPct val="100000"/>
                        </a:lnSpc>
                      </a:pPr>
                      <a:endParaRPr sz="600" b="0" i="0" spc="0" dirty="0">
                        <a:latin typeface="江城圆体 400W" panose="020B0800000000000000" pitchFamily="34" charset="-128"/>
                        <a:ea typeface="江城圆体 400W" panose="020B0800000000000000" pitchFamily="34" charset="-128"/>
                        <a:cs typeface="PMingLiU" panose="02020500000000000000" charset="-120"/>
                      </a:endParaRPr>
                    </a:p>
                  </a:txBody>
                  <a:tcPr marL="0" marR="0" marT="2223" marB="0" anchor="ctr">
                    <a:lnL w="12700">
                      <a:solidFill>
                        <a:srgbClr val="212121"/>
                      </a:solidFill>
                      <a:prstDash val="dash"/>
                    </a:lnL>
                    <a:lnR w="12700">
                      <a:solidFill>
                        <a:srgbClr val="212121"/>
                      </a:solidFill>
                      <a:prstDash val="dash"/>
                    </a:lnR>
                    <a:lnT w="12700">
                      <a:solidFill>
                        <a:srgbClr val="212121"/>
                      </a:solidFill>
                      <a:prstDash val="solid"/>
                    </a:lnT>
                    <a:lnB w="12700">
                      <a:solidFill>
                        <a:srgbClr val="212121"/>
                      </a:solidFill>
                      <a:prstDash val="dash"/>
                    </a:lnB>
                  </a:tcPr>
                </a:tc>
                <a:tc>
                  <a:txBody>
                    <a:bodyPr/>
                    <a:lstStyle/>
                    <a:p>
                      <a:pPr marL="209550" marR="193675" algn="just">
                        <a:lnSpc>
                          <a:spcPct val="100000"/>
                        </a:lnSpc>
                        <a:spcBef>
                          <a:spcPts val="90"/>
                        </a:spcBef>
                      </a:pPr>
                      <a:r>
                        <a:rPr sz="600" b="0" i="0" spc="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亲密和彼此依恋的感觉。它可以巩固两个个体之间存在的紧密纽带。此外亲密感有助于创造彼此安逸的感觉，因为双方在感情上是相互的。</a:t>
                      </a:r>
                      <a:endParaRPr sz="600" b="0" i="0" spc="0" dirty="0">
                        <a:latin typeface="江城圆体 400W" panose="020B0800000000000000" pitchFamily="34" charset="-128"/>
                        <a:ea typeface="江城圆体 400W" panose="020B0800000000000000" pitchFamily="34" charset="-128"/>
                        <a:cs typeface="PMingLiU" panose="02020500000000000000" charset="-120"/>
                      </a:endParaRPr>
                    </a:p>
                  </a:txBody>
                  <a:tcPr marL="0" marR="0" marT="5715" marB="0" anchor="ctr">
                    <a:lnL w="12700">
                      <a:solidFill>
                        <a:srgbClr val="212121"/>
                      </a:solidFill>
                      <a:prstDash val="dash"/>
                    </a:lnL>
                    <a:lnR w="12700">
                      <a:solidFill>
                        <a:srgbClr val="212121"/>
                      </a:solidFill>
                      <a:prstDash val="solid"/>
                    </a:lnR>
                    <a:lnT w="12700">
                      <a:solidFill>
                        <a:srgbClr val="212121"/>
                      </a:solidFill>
                      <a:prstDash val="solid"/>
                    </a:lnT>
                    <a:lnB w="12700">
                      <a:solidFill>
                        <a:srgbClr val="212121"/>
                      </a:solidFill>
                      <a:prstDash val="dash"/>
                    </a:lnB>
                  </a:tcPr>
                </a:tc>
                <a:extLst>
                  <a:ext uri="{0D108BD9-81ED-4DB2-BD59-A6C34878D82A}">
                    <a16:rowId xmlns:a16="http://schemas.microsoft.com/office/drawing/2014/main" val="10001"/>
                  </a:ext>
                </a:extLst>
              </a:tr>
              <a:tr h="336550">
                <a:tc>
                  <a:txBody>
                    <a:bodyPr/>
                    <a:lstStyle/>
                    <a:p>
                      <a:pPr marL="19050" algn="ctr">
                        <a:lnSpc>
                          <a:spcPct val="100000"/>
                        </a:lnSpc>
                        <a:spcBef>
                          <a:spcPts val="1050"/>
                        </a:spcBef>
                      </a:pPr>
                      <a:r>
                        <a:rPr sz="600" b="0" i="0" spc="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激情</a:t>
                      </a:r>
                      <a:endParaRPr sz="600" b="0" i="0" spc="0" dirty="0">
                        <a:latin typeface="江城圆体 400W" panose="020B0800000000000000" pitchFamily="34" charset="-128"/>
                        <a:ea typeface="江城圆体 400W" panose="020B0800000000000000" pitchFamily="34" charset="-128"/>
                        <a:cs typeface="微软雅黑" panose="020B0503020204020204" charset="-122"/>
                      </a:endParaRPr>
                    </a:p>
                    <a:p>
                      <a:pPr marL="19050" algn="ctr">
                        <a:lnSpc>
                          <a:spcPct val="100000"/>
                        </a:lnSpc>
                      </a:pPr>
                      <a:r>
                        <a:rPr sz="400" b="0" i="0" spc="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Passion</a:t>
                      </a:r>
                      <a:endParaRPr sz="400" b="0" i="0" spc="0" dirty="0">
                        <a:latin typeface="江城圆体 400W" panose="020B0800000000000000" pitchFamily="34" charset="-128"/>
                        <a:ea typeface="江城圆体 400W" panose="020B0800000000000000" pitchFamily="34" charset="-128"/>
                        <a:cs typeface="微软雅黑" panose="020B0503020204020204" charset="-122"/>
                      </a:endParaRPr>
                    </a:p>
                  </a:txBody>
                  <a:tcPr marL="0" marR="0" marT="66675" marB="0" anchor="ctr">
                    <a:lnL w="12700">
                      <a:solidFill>
                        <a:srgbClr val="212121"/>
                      </a:solidFill>
                      <a:prstDash val="solid"/>
                    </a:lnL>
                    <a:lnR w="12700">
                      <a:solidFill>
                        <a:srgbClr val="212121"/>
                      </a:solidFill>
                      <a:prstDash val="dash"/>
                    </a:lnR>
                    <a:lnT w="12700">
                      <a:solidFill>
                        <a:srgbClr val="212121"/>
                      </a:solidFill>
                      <a:prstDash val="dash"/>
                    </a:lnT>
                    <a:lnB w="12700">
                      <a:solidFill>
                        <a:srgbClr val="212121"/>
                      </a:solidFill>
                      <a:prstDash val="dash"/>
                    </a:lnB>
                  </a:tcPr>
                </a:tc>
                <a:tc>
                  <a:txBody>
                    <a:bodyPr/>
                    <a:lstStyle/>
                    <a:p>
                      <a:pPr marR="182880" algn="r">
                        <a:lnSpc>
                          <a:spcPct val="100000"/>
                        </a:lnSpc>
                        <a:spcBef>
                          <a:spcPts val="1650"/>
                        </a:spcBef>
                      </a:pPr>
                      <a:endParaRPr sz="600" b="0" i="0" spc="0" dirty="0">
                        <a:latin typeface="江城圆体 400W" panose="020B0800000000000000" pitchFamily="34" charset="-128"/>
                        <a:ea typeface="江城圆体 400W" panose="020B0800000000000000" pitchFamily="34" charset="-128"/>
                        <a:cs typeface="PMingLiU" panose="02020500000000000000" charset="-120"/>
                      </a:endParaRPr>
                    </a:p>
                  </a:txBody>
                  <a:tcPr marL="0" marR="0" marT="104775" marB="0" anchor="ctr">
                    <a:lnL w="12700">
                      <a:solidFill>
                        <a:srgbClr val="212121"/>
                      </a:solidFill>
                      <a:prstDash val="dash"/>
                    </a:lnL>
                    <a:lnR w="12700">
                      <a:solidFill>
                        <a:srgbClr val="212121"/>
                      </a:solidFill>
                      <a:prstDash val="dash"/>
                    </a:lnR>
                    <a:lnT w="12700">
                      <a:solidFill>
                        <a:srgbClr val="212121"/>
                      </a:solidFill>
                      <a:prstDash val="dash"/>
                    </a:lnT>
                    <a:lnB w="12700">
                      <a:solidFill>
                        <a:srgbClr val="212121"/>
                      </a:solidFill>
                      <a:prstDash val="dash"/>
                    </a:lnB>
                  </a:tcPr>
                </a:tc>
                <a:tc>
                  <a:txBody>
                    <a:bodyPr/>
                    <a:lstStyle/>
                    <a:p>
                      <a:pPr marL="209550" marR="193675">
                        <a:lnSpc>
                          <a:spcPct val="100000"/>
                        </a:lnSpc>
                        <a:spcBef>
                          <a:spcPts val="270"/>
                        </a:spcBef>
                      </a:pPr>
                      <a:r>
                        <a:rPr sz="600" b="0" i="0" spc="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强烈渴望借由亲吻、拥抱、抚摸、性行为等与伴侣身体结合，是促使双方产生浪漫与吸引力的动机。</a:t>
                      </a:r>
                      <a:endParaRPr sz="600" b="0" i="0" spc="0" dirty="0">
                        <a:latin typeface="江城圆体 400W" panose="020B0800000000000000" pitchFamily="34" charset="-128"/>
                        <a:ea typeface="江城圆体 400W" panose="020B0800000000000000" pitchFamily="34" charset="-128"/>
                        <a:cs typeface="PMingLiU" panose="02020500000000000000" charset="-120"/>
                      </a:endParaRPr>
                    </a:p>
                  </a:txBody>
                  <a:tcPr marL="0" marR="0" marT="17145" marB="0" anchor="ctr">
                    <a:lnL w="12700">
                      <a:solidFill>
                        <a:srgbClr val="212121"/>
                      </a:solidFill>
                      <a:prstDash val="dash"/>
                    </a:lnL>
                    <a:lnR w="12700">
                      <a:solidFill>
                        <a:srgbClr val="212121"/>
                      </a:solidFill>
                      <a:prstDash val="solid"/>
                    </a:lnR>
                    <a:lnT w="12700">
                      <a:solidFill>
                        <a:srgbClr val="212121"/>
                      </a:solidFill>
                      <a:prstDash val="dash"/>
                    </a:lnT>
                    <a:lnB w="12700">
                      <a:solidFill>
                        <a:srgbClr val="212121"/>
                      </a:solidFill>
                      <a:prstDash val="dash"/>
                    </a:lnB>
                  </a:tcPr>
                </a:tc>
                <a:extLst>
                  <a:ext uri="{0D108BD9-81ED-4DB2-BD59-A6C34878D82A}">
                    <a16:rowId xmlns:a16="http://schemas.microsoft.com/office/drawing/2014/main" val="10002"/>
                  </a:ext>
                </a:extLst>
              </a:tr>
              <a:tr h="460375">
                <a:tc>
                  <a:txBody>
                    <a:bodyPr/>
                    <a:lstStyle/>
                    <a:p>
                      <a:pPr marL="19050" algn="ctr">
                        <a:lnSpc>
                          <a:spcPct val="100000"/>
                        </a:lnSpc>
                      </a:pPr>
                      <a:r>
                        <a:rPr sz="600" b="0" i="0" spc="0" dirty="0" err="1">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承诺</a:t>
                      </a:r>
                      <a:endParaRPr sz="600" b="0" i="0" spc="0" dirty="0">
                        <a:latin typeface="江城圆体 400W" panose="020B0800000000000000" pitchFamily="34" charset="-128"/>
                        <a:ea typeface="江城圆体 400W" panose="020B0800000000000000" pitchFamily="34" charset="-128"/>
                        <a:cs typeface="微软雅黑" panose="020B0503020204020204" charset="-122"/>
                      </a:endParaRPr>
                    </a:p>
                    <a:p>
                      <a:pPr marL="19050" algn="ctr">
                        <a:lnSpc>
                          <a:spcPct val="100000"/>
                        </a:lnSpc>
                      </a:pPr>
                      <a:r>
                        <a:rPr sz="400" b="0" i="0" spc="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Commitment</a:t>
                      </a:r>
                      <a:endParaRPr sz="400" b="0" i="0" spc="0" dirty="0">
                        <a:latin typeface="江城圆体 400W" panose="020B0800000000000000" pitchFamily="34" charset="-128"/>
                        <a:ea typeface="江城圆体 400W" panose="020B0800000000000000" pitchFamily="34" charset="-128"/>
                        <a:cs typeface="微软雅黑" panose="020B0503020204020204" charset="-122"/>
                      </a:endParaRPr>
                    </a:p>
                  </a:txBody>
                  <a:tcPr marL="0" marR="0" marT="635" marB="0" anchor="ctr">
                    <a:lnL w="12700">
                      <a:solidFill>
                        <a:srgbClr val="212121"/>
                      </a:solidFill>
                      <a:prstDash val="solid"/>
                    </a:lnL>
                    <a:lnR w="12700">
                      <a:solidFill>
                        <a:srgbClr val="212121"/>
                      </a:solidFill>
                      <a:prstDash val="dash"/>
                    </a:lnR>
                    <a:lnT w="12700">
                      <a:solidFill>
                        <a:srgbClr val="212121"/>
                      </a:solidFill>
                      <a:prstDash val="dash"/>
                    </a:lnT>
                    <a:lnB w="12700">
                      <a:solidFill>
                        <a:srgbClr val="212121"/>
                      </a:solidFill>
                      <a:prstDash val="solid"/>
                    </a:lnB>
                  </a:tcPr>
                </a:tc>
                <a:tc>
                  <a:txBody>
                    <a:bodyPr/>
                    <a:lstStyle/>
                    <a:p>
                      <a:pPr marR="182880" algn="r">
                        <a:lnSpc>
                          <a:spcPct val="100000"/>
                        </a:lnSpc>
                      </a:pPr>
                      <a:endParaRPr sz="600" b="0" i="0" spc="0" dirty="0">
                        <a:latin typeface="江城圆体 400W" panose="020B0800000000000000" pitchFamily="34" charset="-128"/>
                        <a:ea typeface="江城圆体 400W" panose="020B0800000000000000" pitchFamily="34" charset="-128"/>
                        <a:cs typeface="PMingLiU" panose="02020500000000000000" charset="-120"/>
                      </a:endParaRPr>
                    </a:p>
                  </a:txBody>
                  <a:tcPr marL="0" marR="0" marT="318" marB="0" anchor="ctr">
                    <a:lnL w="12700">
                      <a:solidFill>
                        <a:srgbClr val="212121"/>
                      </a:solidFill>
                      <a:prstDash val="dash"/>
                    </a:lnL>
                    <a:lnR w="12700">
                      <a:solidFill>
                        <a:srgbClr val="212121"/>
                      </a:solidFill>
                      <a:prstDash val="dash"/>
                    </a:lnR>
                    <a:lnT w="12700">
                      <a:solidFill>
                        <a:srgbClr val="212121"/>
                      </a:solidFill>
                      <a:prstDash val="dash"/>
                    </a:lnT>
                    <a:lnB w="12700">
                      <a:solidFill>
                        <a:srgbClr val="212121"/>
                      </a:solidFill>
                      <a:prstDash val="solid"/>
                    </a:lnB>
                  </a:tcPr>
                </a:tc>
                <a:tc>
                  <a:txBody>
                    <a:bodyPr/>
                    <a:lstStyle/>
                    <a:p>
                      <a:pPr marL="209550" marR="185420" algn="just">
                        <a:lnSpc>
                          <a:spcPct val="100000"/>
                        </a:lnSpc>
                        <a:spcBef>
                          <a:spcPts val="170"/>
                        </a:spcBef>
                      </a:pPr>
                      <a:r>
                        <a:rPr sz="600" b="0" i="0" spc="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承诺决定去爱一个人，并愿意与对方长厢厮守：利用忠诚、关系的建立，患难与共，或是借由订婚、结婚等方式来付诸实现。</a:t>
                      </a:r>
                      <a:endParaRPr sz="600" b="0" i="0" spc="0" dirty="0">
                        <a:latin typeface="江城圆体 400W" panose="020B0800000000000000" pitchFamily="34" charset="-128"/>
                        <a:ea typeface="江城圆体 400W" panose="020B0800000000000000" pitchFamily="34" charset="-128"/>
                        <a:cs typeface="PMingLiU" panose="02020500000000000000" charset="-120"/>
                      </a:endParaRPr>
                    </a:p>
                  </a:txBody>
                  <a:tcPr marL="0" marR="0" marT="10795" marB="0" anchor="ctr">
                    <a:lnL w="12700">
                      <a:solidFill>
                        <a:srgbClr val="212121"/>
                      </a:solidFill>
                      <a:prstDash val="dash"/>
                    </a:lnL>
                    <a:lnR w="12700">
                      <a:solidFill>
                        <a:srgbClr val="212121"/>
                      </a:solidFill>
                      <a:prstDash val="solid"/>
                    </a:lnR>
                    <a:lnT w="12700">
                      <a:solidFill>
                        <a:srgbClr val="212121"/>
                      </a:solidFill>
                      <a:prstDash val="dash"/>
                    </a:lnT>
                    <a:lnB w="12700">
                      <a:solidFill>
                        <a:srgbClr val="212121"/>
                      </a:solidFill>
                      <a:prstDash val="solid"/>
                    </a:lnB>
                  </a:tcPr>
                </a:tc>
                <a:extLst>
                  <a:ext uri="{0D108BD9-81ED-4DB2-BD59-A6C34878D82A}">
                    <a16:rowId xmlns:a16="http://schemas.microsoft.com/office/drawing/2014/main" val="10003"/>
                  </a:ext>
                </a:extLst>
              </a:tr>
            </a:tbl>
          </a:graphicData>
        </a:graphic>
      </p:graphicFrame>
      <p:grpSp>
        <p:nvGrpSpPr>
          <p:cNvPr id="75" name="object 75"/>
          <p:cNvGrpSpPr/>
          <p:nvPr/>
        </p:nvGrpSpPr>
        <p:grpSpPr>
          <a:xfrm>
            <a:off x="3622675" y="4448175"/>
            <a:ext cx="778193" cy="736600"/>
            <a:chOff x="7245350" y="8896350"/>
            <a:chExt cx="1556385" cy="1473200"/>
          </a:xfrm>
        </p:grpSpPr>
        <p:sp>
          <p:nvSpPr>
            <p:cNvPr id="76" name="object 76"/>
            <p:cNvSpPr/>
            <p:nvPr/>
          </p:nvSpPr>
          <p:spPr>
            <a:xfrm>
              <a:off x="7567476" y="8902700"/>
              <a:ext cx="892175" cy="893444"/>
            </a:xfrm>
            <a:custGeom>
              <a:avLst/>
              <a:gdLst/>
              <a:ahLst/>
              <a:cxnLst/>
              <a:rect l="l" t="t" r="r" b="b"/>
              <a:pathLst>
                <a:path w="892175" h="893445">
                  <a:moveTo>
                    <a:pt x="445804" y="0"/>
                  </a:moveTo>
                  <a:lnTo>
                    <a:pt x="397228" y="2621"/>
                  </a:lnTo>
                  <a:lnTo>
                    <a:pt x="350168" y="10303"/>
                  </a:lnTo>
                  <a:lnTo>
                    <a:pt x="304895" y="22774"/>
                  </a:lnTo>
                  <a:lnTo>
                    <a:pt x="261681" y="39760"/>
                  </a:lnTo>
                  <a:lnTo>
                    <a:pt x="220798" y="60990"/>
                  </a:lnTo>
                  <a:lnTo>
                    <a:pt x="182517"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7"/>
                  </a:lnTo>
                  <a:lnTo>
                    <a:pt x="182517" y="807246"/>
                  </a:lnTo>
                  <a:lnTo>
                    <a:pt x="220798" y="832447"/>
                  </a:lnTo>
                  <a:lnTo>
                    <a:pt x="261681" y="853677"/>
                  </a:lnTo>
                  <a:lnTo>
                    <a:pt x="304895" y="870663"/>
                  </a:lnTo>
                  <a:lnTo>
                    <a:pt x="350168" y="883133"/>
                  </a:lnTo>
                  <a:lnTo>
                    <a:pt x="397228" y="890816"/>
                  </a:lnTo>
                  <a:lnTo>
                    <a:pt x="445804" y="893437"/>
                  </a:lnTo>
                  <a:lnTo>
                    <a:pt x="494379" y="890816"/>
                  </a:lnTo>
                  <a:lnTo>
                    <a:pt x="541439" y="883133"/>
                  </a:lnTo>
                  <a:lnTo>
                    <a:pt x="586712" y="870663"/>
                  </a:lnTo>
                  <a:lnTo>
                    <a:pt x="629927" y="853677"/>
                  </a:lnTo>
                  <a:lnTo>
                    <a:pt x="670810" y="832447"/>
                  </a:lnTo>
                  <a:lnTo>
                    <a:pt x="709090" y="807246"/>
                  </a:lnTo>
                  <a:lnTo>
                    <a:pt x="744495" y="778347"/>
                  </a:lnTo>
                  <a:lnTo>
                    <a:pt x="776754" y="746023"/>
                  </a:lnTo>
                  <a:lnTo>
                    <a:pt x="805594" y="710545"/>
                  </a:lnTo>
                  <a:lnTo>
                    <a:pt x="830743" y="672186"/>
                  </a:lnTo>
                  <a:lnTo>
                    <a:pt x="851929" y="631219"/>
                  </a:lnTo>
                  <a:lnTo>
                    <a:pt x="868881" y="587916"/>
                  </a:lnTo>
                  <a:lnTo>
                    <a:pt x="881326" y="542550"/>
                  </a:lnTo>
                  <a:lnTo>
                    <a:pt x="888992" y="495393"/>
                  </a:lnTo>
                  <a:lnTo>
                    <a:pt x="891608" y="446718"/>
                  </a:lnTo>
                  <a:lnTo>
                    <a:pt x="888992" y="398043"/>
                  </a:lnTo>
                  <a:lnTo>
                    <a:pt x="881326" y="350887"/>
                  </a:lnTo>
                  <a:lnTo>
                    <a:pt x="868881" y="305521"/>
                  </a:lnTo>
                  <a:lnTo>
                    <a:pt x="851929" y="262218"/>
                  </a:lnTo>
                  <a:lnTo>
                    <a:pt x="830743" y="221251"/>
                  </a:lnTo>
                  <a:lnTo>
                    <a:pt x="805594" y="182892"/>
                  </a:lnTo>
                  <a:lnTo>
                    <a:pt x="776754" y="147414"/>
                  </a:lnTo>
                  <a:lnTo>
                    <a:pt x="744495" y="115089"/>
                  </a:lnTo>
                  <a:lnTo>
                    <a:pt x="709090" y="86190"/>
                  </a:lnTo>
                  <a:lnTo>
                    <a:pt x="670810" y="60990"/>
                  </a:lnTo>
                  <a:lnTo>
                    <a:pt x="629927" y="39760"/>
                  </a:lnTo>
                  <a:lnTo>
                    <a:pt x="586712" y="22774"/>
                  </a:lnTo>
                  <a:lnTo>
                    <a:pt x="541439" y="10303"/>
                  </a:lnTo>
                  <a:lnTo>
                    <a:pt x="494379" y="2621"/>
                  </a:lnTo>
                  <a:lnTo>
                    <a:pt x="445804"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7" name="object 77"/>
            <p:cNvSpPr/>
            <p:nvPr/>
          </p:nvSpPr>
          <p:spPr>
            <a:xfrm>
              <a:off x="7567476" y="8902700"/>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8" name="object 78"/>
            <p:cNvSpPr/>
            <p:nvPr/>
          </p:nvSpPr>
          <p:spPr>
            <a:xfrm>
              <a:off x="7890559" y="9457062"/>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38099">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9" name="object 79"/>
            <p:cNvSpPr/>
            <p:nvPr/>
          </p:nvSpPr>
          <p:spPr>
            <a:xfrm>
              <a:off x="7264400" y="9457062"/>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38099">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80" name="object 80"/>
          <p:cNvGrpSpPr/>
          <p:nvPr/>
        </p:nvGrpSpPr>
        <p:grpSpPr>
          <a:xfrm>
            <a:off x="796925" y="5534025"/>
            <a:ext cx="778193" cy="742950"/>
            <a:chOff x="1593850" y="11068050"/>
            <a:chExt cx="1556385" cy="1485900"/>
          </a:xfrm>
        </p:grpSpPr>
        <p:sp>
          <p:nvSpPr>
            <p:cNvPr id="81" name="object 81"/>
            <p:cNvSpPr/>
            <p:nvPr/>
          </p:nvSpPr>
          <p:spPr>
            <a:xfrm>
              <a:off x="1915976" y="11087100"/>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38099">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2" name="object 82"/>
            <p:cNvSpPr/>
            <p:nvPr/>
          </p:nvSpPr>
          <p:spPr>
            <a:xfrm>
              <a:off x="2239059" y="11641462"/>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38099">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3" name="object 83"/>
            <p:cNvSpPr/>
            <p:nvPr/>
          </p:nvSpPr>
          <p:spPr>
            <a:xfrm>
              <a:off x="1612900" y="11641462"/>
              <a:ext cx="892175" cy="893444"/>
            </a:xfrm>
            <a:custGeom>
              <a:avLst/>
              <a:gdLst/>
              <a:ahLst/>
              <a:cxnLst/>
              <a:rect l="l" t="t" r="r" b="b"/>
              <a:pathLst>
                <a:path w="892175" h="893445">
                  <a:moveTo>
                    <a:pt x="445804" y="0"/>
                  </a:moveTo>
                  <a:lnTo>
                    <a:pt x="397228" y="2621"/>
                  </a:lnTo>
                  <a:lnTo>
                    <a:pt x="350168" y="10303"/>
                  </a:lnTo>
                  <a:lnTo>
                    <a:pt x="304895" y="22773"/>
                  </a:lnTo>
                  <a:lnTo>
                    <a:pt x="261681" y="39760"/>
                  </a:lnTo>
                  <a:lnTo>
                    <a:pt x="220798" y="60990"/>
                  </a:lnTo>
                  <a:lnTo>
                    <a:pt x="182517" y="86190"/>
                  </a:lnTo>
                  <a:lnTo>
                    <a:pt x="147112" y="115089"/>
                  </a:lnTo>
                  <a:lnTo>
                    <a:pt x="114854" y="147414"/>
                  </a:lnTo>
                  <a:lnTo>
                    <a:pt x="86014" y="182892"/>
                  </a:lnTo>
                  <a:lnTo>
                    <a:pt x="60865" y="221250"/>
                  </a:lnTo>
                  <a:lnTo>
                    <a:pt x="39679" y="262217"/>
                  </a:lnTo>
                  <a:lnTo>
                    <a:pt x="22727" y="305520"/>
                  </a:lnTo>
                  <a:lnTo>
                    <a:pt x="10282" y="350886"/>
                  </a:lnTo>
                  <a:lnTo>
                    <a:pt x="2615" y="398043"/>
                  </a:lnTo>
                  <a:lnTo>
                    <a:pt x="0" y="446718"/>
                  </a:lnTo>
                  <a:lnTo>
                    <a:pt x="2615" y="495393"/>
                  </a:lnTo>
                  <a:lnTo>
                    <a:pt x="10282" y="542550"/>
                  </a:lnTo>
                  <a:lnTo>
                    <a:pt x="22727" y="587916"/>
                  </a:lnTo>
                  <a:lnTo>
                    <a:pt x="39679" y="631218"/>
                  </a:lnTo>
                  <a:lnTo>
                    <a:pt x="60865" y="672185"/>
                  </a:lnTo>
                  <a:lnTo>
                    <a:pt x="86014" y="710544"/>
                  </a:lnTo>
                  <a:lnTo>
                    <a:pt x="114854" y="746022"/>
                  </a:lnTo>
                  <a:lnTo>
                    <a:pt x="147112" y="778347"/>
                  </a:lnTo>
                  <a:lnTo>
                    <a:pt x="182517" y="807246"/>
                  </a:lnTo>
                  <a:lnTo>
                    <a:pt x="220798" y="832447"/>
                  </a:lnTo>
                  <a:lnTo>
                    <a:pt x="261681" y="853676"/>
                  </a:lnTo>
                  <a:lnTo>
                    <a:pt x="304895" y="870663"/>
                  </a:lnTo>
                  <a:lnTo>
                    <a:pt x="350168" y="883133"/>
                  </a:lnTo>
                  <a:lnTo>
                    <a:pt x="397228" y="890816"/>
                  </a:lnTo>
                  <a:lnTo>
                    <a:pt x="445804" y="893437"/>
                  </a:lnTo>
                  <a:lnTo>
                    <a:pt x="494379" y="890816"/>
                  </a:lnTo>
                  <a:lnTo>
                    <a:pt x="541439" y="883133"/>
                  </a:lnTo>
                  <a:lnTo>
                    <a:pt x="586712" y="870663"/>
                  </a:lnTo>
                  <a:lnTo>
                    <a:pt x="629927" y="853676"/>
                  </a:lnTo>
                  <a:lnTo>
                    <a:pt x="670810" y="832447"/>
                  </a:lnTo>
                  <a:lnTo>
                    <a:pt x="709090" y="807246"/>
                  </a:lnTo>
                  <a:lnTo>
                    <a:pt x="744495" y="778347"/>
                  </a:lnTo>
                  <a:lnTo>
                    <a:pt x="776754" y="746022"/>
                  </a:lnTo>
                  <a:lnTo>
                    <a:pt x="805594" y="710544"/>
                  </a:lnTo>
                  <a:lnTo>
                    <a:pt x="830743" y="672185"/>
                  </a:lnTo>
                  <a:lnTo>
                    <a:pt x="851929" y="631218"/>
                  </a:lnTo>
                  <a:lnTo>
                    <a:pt x="868881" y="587916"/>
                  </a:lnTo>
                  <a:lnTo>
                    <a:pt x="881326" y="542550"/>
                  </a:lnTo>
                  <a:lnTo>
                    <a:pt x="888992" y="495393"/>
                  </a:lnTo>
                  <a:lnTo>
                    <a:pt x="891608" y="446718"/>
                  </a:lnTo>
                  <a:lnTo>
                    <a:pt x="888992" y="398043"/>
                  </a:lnTo>
                  <a:lnTo>
                    <a:pt x="881326" y="350886"/>
                  </a:lnTo>
                  <a:lnTo>
                    <a:pt x="868881" y="305520"/>
                  </a:lnTo>
                  <a:lnTo>
                    <a:pt x="851929" y="262217"/>
                  </a:lnTo>
                  <a:lnTo>
                    <a:pt x="830743" y="221250"/>
                  </a:lnTo>
                  <a:lnTo>
                    <a:pt x="805594" y="182892"/>
                  </a:lnTo>
                  <a:lnTo>
                    <a:pt x="776754" y="147414"/>
                  </a:lnTo>
                  <a:lnTo>
                    <a:pt x="744495" y="115089"/>
                  </a:lnTo>
                  <a:lnTo>
                    <a:pt x="709090" y="86190"/>
                  </a:lnTo>
                  <a:lnTo>
                    <a:pt x="670810" y="60990"/>
                  </a:lnTo>
                  <a:lnTo>
                    <a:pt x="629927" y="39760"/>
                  </a:lnTo>
                  <a:lnTo>
                    <a:pt x="586712" y="22773"/>
                  </a:lnTo>
                  <a:lnTo>
                    <a:pt x="541439" y="10303"/>
                  </a:lnTo>
                  <a:lnTo>
                    <a:pt x="494379" y="2621"/>
                  </a:lnTo>
                  <a:lnTo>
                    <a:pt x="445804"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4" name="object 84"/>
            <p:cNvSpPr/>
            <p:nvPr/>
          </p:nvSpPr>
          <p:spPr>
            <a:xfrm>
              <a:off x="1612900" y="11641462"/>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38099">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85" name="object 85"/>
          <p:cNvGrpSpPr/>
          <p:nvPr/>
        </p:nvGrpSpPr>
        <p:grpSpPr>
          <a:xfrm>
            <a:off x="796925" y="4441825"/>
            <a:ext cx="778193" cy="742950"/>
            <a:chOff x="1593850" y="8883650"/>
            <a:chExt cx="1556385" cy="1485900"/>
          </a:xfrm>
        </p:grpSpPr>
        <p:sp>
          <p:nvSpPr>
            <p:cNvPr id="86" name="object 86"/>
            <p:cNvSpPr/>
            <p:nvPr/>
          </p:nvSpPr>
          <p:spPr>
            <a:xfrm>
              <a:off x="1915976" y="8902700"/>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38099">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7" name="object 87"/>
            <p:cNvSpPr/>
            <p:nvPr/>
          </p:nvSpPr>
          <p:spPr>
            <a:xfrm>
              <a:off x="2239059" y="9457062"/>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38099">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8" name="object 88"/>
            <p:cNvSpPr/>
            <p:nvPr/>
          </p:nvSpPr>
          <p:spPr>
            <a:xfrm>
              <a:off x="1612900" y="9457062"/>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38099">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89" name="object 89"/>
          <p:cNvGrpSpPr/>
          <p:nvPr/>
        </p:nvGrpSpPr>
        <p:grpSpPr>
          <a:xfrm>
            <a:off x="3622675" y="5534025"/>
            <a:ext cx="771843" cy="742950"/>
            <a:chOff x="7245350" y="11068050"/>
            <a:chExt cx="1543685" cy="1485900"/>
          </a:xfrm>
        </p:grpSpPr>
        <p:sp>
          <p:nvSpPr>
            <p:cNvPr id="90" name="object 90"/>
            <p:cNvSpPr/>
            <p:nvPr/>
          </p:nvSpPr>
          <p:spPr>
            <a:xfrm>
              <a:off x="7567476" y="11087100"/>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38099">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1" name="object 91"/>
            <p:cNvSpPr/>
            <p:nvPr/>
          </p:nvSpPr>
          <p:spPr>
            <a:xfrm>
              <a:off x="7890559" y="11641462"/>
              <a:ext cx="892175" cy="893444"/>
            </a:xfrm>
            <a:custGeom>
              <a:avLst/>
              <a:gdLst/>
              <a:ahLst/>
              <a:cxnLst/>
              <a:rect l="l" t="t" r="r" b="b"/>
              <a:pathLst>
                <a:path w="892175" h="893445">
                  <a:moveTo>
                    <a:pt x="445804" y="0"/>
                  </a:moveTo>
                  <a:lnTo>
                    <a:pt x="397228" y="2621"/>
                  </a:lnTo>
                  <a:lnTo>
                    <a:pt x="350168" y="10303"/>
                  </a:lnTo>
                  <a:lnTo>
                    <a:pt x="304895" y="22773"/>
                  </a:lnTo>
                  <a:lnTo>
                    <a:pt x="261681" y="39760"/>
                  </a:lnTo>
                  <a:lnTo>
                    <a:pt x="220798" y="60990"/>
                  </a:lnTo>
                  <a:lnTo>
                    <a:pt x="182517" y="86190"/>
                  </a:lnTo>
                  <a:lnTo>
                    <a:pt x="147112" y="115089"/>
                  </a:lnTo>
                  <a:lnTo>
                    <a:pt x="114854" y="147414"/>
                  </a:lnTo>
                  <a:lnTo>
                    <a:pt x="86014" y="182892"/>
                  </a:lnTo>
                  <a:lnTo>
                    <a:pt x="60865" y="221250"/>
                  </a:lnTo>
                  <a:lnTo>
                    <a:pt x="39679" y="262217"/>
                  </a:lnTo>
                  <a:lnTo>
                    <a:pt x="22727" y="305520"/>
                  </a:lnTo>
                  <a:lnTo>
                    <a:pt x="10282" y="350886"/>
                  </a:lnTo>
                  <a:lnTo>
                    <a:pt x="2615" y="398043"/>
                  </a:lnTo>
                  <a:lnTo>
                    <a:pt x="0" y="446718"/>
                  </a:lnTo>
                  <a:lnTo>
                    <a:pt x="2615" y="495393"/>
                  </a:lnTo>
                  <a:lnTo>
                    <a:pt x="10282" y="542550"/>
                  </a:lnTo>
                  <a:lnTo>
                    <a:pt x="22727" y="587916"/>
                  </a:lnTo>
                  <a:lnTo>
                    <a:pt x="39679" y="631218"/>
                  </a:lnTo>
                  <a:lnTo>
                    <a:pt x="60865" y="672185"/>
                  </a:lnTo>
                  <a:lnTo>
                    <a:pt x="86014" y="710544"/>
                  </a:lnTo>
                  <a:lnTo>
                    <a:pt x="114854" y="746022"/>
                  </a:lnTo>
                  <a:lnTo>
                    <a:pt x="147112" y="778347"/>
                  </a:lnTo>
                  <a:lnTo>
                    <a:pt x="182517" y="807246"/>
                  </a:lnTo>
                  <a:lnTo>
                    <a:pt x="220798" y="832447"/>
                  </a:lnTo>
                  <a:lnTo>
                    <a:pt x="261681" y="853676"/>
                  </a:lnTo>
                  <a:lnTo>
                    <a:pt x="304895" y="870663"/>
                  </a:lnTo>
                  <a:lnTo>
                    <a:pt x="350168" y="883133"/>
                  </a:lnTo>
                  <a:lnTo>
                    <a:pt x="397228" y="890816"/>
                  </a:lnTo>
                  <a:lnTo>
                    <a:pt x="445804" y="893437"/>
                  </a:lnTo>
                  <a:lnTo>
                    <a:pt x="494379" y="890816"/>
                  </a:lnTo>
                  <a:lnTo>
                    <a:pt x="541439" y="883133"/>
                  </a:lnTo>
                  <a:lnTo>
                    <a:pt x="586712" y="870663"/>
                  </a:lnTo>
                  <a:lnTo>
                    <a:pt x="629927" y="853676"/>
                  </a:lnTo>
                  <a:lnTo>
                    <a:pt x="670810" y="832447"/>
                  </a:lnTo>
                  <a:lnTo>
                    <a:pt x="709090" y="807246"/>
                  </a:lnTo>
                  <a:lnTo>
                    <a:pt x="744495" y="778347"/>
                  </a:lnTo>
                  <a:lnTo>
                    <a:pt x="776754" y="746022"/>
                  </a:lnTo>
                  <a:lnTo>
                    <a:pt x="805594" y="710544"/>
                  </a:lnTo>
                  <a:lnTo>
                    <a:pt x="830743" y="672185"/>
                  </a:lnTo>
                  <a:lnTo>
                    <a:pt x="851929" y="631218"/>
                  </a:lnTo>
                  <a:lnTo>
                    <a:pt x="868881" y="587916"/>
                  </a:lnTo>
                  <a:lnTo>
                    <a:pt x="881326" y="542550"/>
                  </a:lnTo>
                  <a:lnTo>
                    <a:pt x="888992" y="495393"/>
                  </a:lnTo>
                  <a:lnTo>
                    <a:pt x="891608" y="446718"/>
                  </a:lnTo>
                  <a:lnTo>
                    <a:pt x="888992" y="398043"/>
                  </a:lnTo>
                  <a:lnTo>
                    <a:pt x="881326" y="350886"/>
                  </a:lnTo>
                  <a:lnTo>
                    <a:pt x="868881" y="305520"/>
                  </a:lnTo>
                  <a:lnTo>
                    <a:pt x="851929" y="262217"/>
                  </a:lnTo>
                  <a:lnTo>
                    <a:pt x="830743" y="221250"/>
                  </a:lnTo>
                  <a:lnTo>
                    <a:pt x="805594" y="182892"/>
                  </a:lnTo>
                  <a:lnTo>
                    <a:pt x="776754" y="147414"/>
                  </a:lnTo>
                  <a:lnTo>
                    <a:pt x="744495" y="115089"/>
                  </a:lnTo>
                  <a:lnTo>
                    <a:pt x="709090" y="86190"/>
                  </a:lnTo>
                  <a:lnTo>
                    <a:pt x="670810" y="60990"/>
                  </a:lnTo>
                  <a:lnTo>
                    <a:pt x="629927" y="39760"/>
                  </a:lnTo>
                  <a:lnTo>
                    <a:pt x="586712" y="22773"/>
                  </a:lnTo>
                  <a:lnTo>
                    <a:pt x="541439" y="10303"/>
                  </a:lnTo>
                  <a:lnTo>
                    <a:pt x="494379" y="2621"/>
                  </a:lnTo>
                  <a:lnTo>
                    <a:pt x="44580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2" name="object 92"/>
            <p:cNvSpPr/>
            <p:nvPr/>
          </p:nvSpPr>
          <p:spPr>
            <a:xfrm>
              <a:off x="7890559" y="11641462"/>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3" name="object 93"/>
            <p:cNvSpPr/>
            <p:nvPr/>
          </p:nvSpPr>
          <p:spPr>
            <a:xfrm>
              <a:off x="7264400" y="11641462"/>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38099">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94" name="object 94"/>
          <p:cNvGrpSpPr/>
          <p:nvPr/>
        </p:nvGrpSpPr>
        <p:grpSpPr>
          <a:xfrm>
            <a:off x="803275" y="6626225"/>
            <a:ext cx="771843" cy="736600"/>
            <a:chOff x="1606550" y="13252450"/>
            <a:chExt cx="1543685" cy="1473200"/>
          </a:xfrm>
        </p:grpSpPr>
        <p:sp>
          <p:nvSpPr>
            <p:cNvPr id="95" name="object 95"/>
            <p:cNvSpPr/>
            <p:nvPr/>
          </p:nvSpPr>
          <p:spPr>
            <a:xfrm>
              <a:off x="1915976" y="13258800"/>
              <a:ext cx="892175" cy="893444"/>
            </a:xfrm>
            <a:custGeom>
              <a:avLst/>
              <a:gdLst/>
              <a:ahLst/>
              <a:cxnLst/>
              <a:rect l="l" t="t" r="r" b="b"/>
              <a:pathLst>
                <a:path w="892175" h="893444">
                  <a:moveTo>
                    <a:pt x="445804" y="0"/>
                  </a:moveTo>
                  <a:lnTo>
                    <a:pt x="397228" y="2621"/>
                  </a:lnTo>
                  <a:lnTo>
                    <a:pt x="350168" y="10303"/>
                  </a:lnTo>
                  <a:lnTo>
                    <a:pt x="304895" y="22774"/>
                  </a:lnTo>
                  <a:lnTo>
                    <a:pt x="261681" y="39760"/>
                  </a:lnTo>
                  <a:lnTo>
                    <a:pt x="220798" y="60990"/>
                  </a:lnTo>
                  <a:lnTo>
                    <a:pt x="182517"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7"/>
                  </a:lnTo>
                  <a:lnTo>
                    <a:pt x="182517" y="807246"/>
                  </a:lnTo>
                  <a:lnTo>
                    <a:pt x="220798" y="832447"/>
                  </a:lnTo>
                  <a:lnTo>
                    <a:pt x="261681" y="853677"/>
                  </a:lnTo>
                  <a:lnTo>
                    <a:pt x="304895" y="870663"/>
                  </a:lnTo>
                  <a:lnTo>
                    <a:pt x="350168" y="883133"/>
                  </a:lnTo>
                  <a:lnTo>
                    <a:pt x="397228" y="890816"/>
                  </a:lnTo>
                  <a:lnTo>
                    <a:pt x="445804" y="893437"/>
                  </a:lnTo>
                  <a:lnTo>
                    <a:pt x="494379" y="890816"/>
                  </a:lnTo>
                  <a:lnTo>
                    <a:pt x="541439" y="883133"/>
                  </a:lnTo>
                  <a:lnTo>
                    <a:pt x="586712" y="870663"/>
                  </a:lnTo>
                  <a:lnTo>
                    <a:pt x="629927" y="853677"/>
                  </a:lnTo>
                  <a:lnTo>
                    <a:pt x="670810" y="832447"/>
                  </a:lnTo>
                  <a:lnTo>
                    <a:pt x="709090" y="807246"/>
                  </a:lnTo>
                  <a:lnTo>
                    <a:pt x="744495" y="778347"/>
                  </a:lnTo>
                  <a:lnTo>
                    <a:pt x="776754" y="746023"/>
                  </a:lnTo>
                  <a:lnTo>
                    <a:pt x="805594" y="710545"/>
                  </a:lnTo>
                  <a:lnTo>
                    <a:pt x="830743" y="672186"/>
                  </a:lnTo>
                  <a:lnTo>
                    <a:pt x="851929" y="631219"/>
                  </a:lnTo>
                  <a:lnTo>
                    <a:pt x="868881" y="587916"/>
                  </a:lnTo>
                  <a:lnTo>
                    <a:pt x="881326" y="542550"/>
                  </a:lnTo>
                  <a:lnTo>
                    <a:pt x="888992" y="495393"/>
                  </a:lnTo>
                  <a:lnTo>
                    <a:pt x="891608" y="446718"/>
                  </a:lnTo>
                  <a:lnTo>
                    <a:pt x="888992" y="398043"/>
                  </a:lnTo>
                  <a:lnTo>
                    <a:pt x="881326" y="350887"/>
                  </a:lnTo>
                  <a:lnTo>
                    <a:pt x="868881" y="305521"/>
                  </a:lnTo>
                  <a:lnTo>
                    <a:pt x="851929" y="262218"/>
                  </a:lnTo>
                  <a:lnTo>
                    <a:pt x="830743" y="221251"/>
                  </a:lnTo>
                  <a:lnTo>
                    <a:pt x="805594" y="182892"/>
                  </a:lnTo>
                  <a:lnTo>
                    <a:pt x="776754" y="147414"/>
                  </a:lnTo>
                  <a:lnTo>
                    <a:pt x="744495" y="115089"/>
                  </a:lnTo>
                  <a:lnTo>
                    <a:pt x="709090" y="86190"/>
                  </a:lnTo>
                  <a:lnTo>
                    <a:pt x="670810" y="60990"/>
                  </a:lnTo>
                  <a:lnTo>
                    <a:pt x="629927" y="39760"/>
                  </a:lnTo>
                  <a:lnTo>
                    <a:pt x="586712" y="22774"/>
                  </a:lnTo>
                  <a:lnTo>
                    <a:pt x="541439" y="10303"/>
                  </a:lnTo>
                  <a:lnTo>
                    <a:pt x="494379" y="2621"/>
                  </a:lnTo>
                  <a:lnTo>
                    <a:pt x="445804"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6" name="object 96"/>
            <p:cNvSpPr/>
            <p:nvPr/>
          </p:nvSpPr>
          <p:spPr>
            <a:xfrm>
              <a:off x="1915976" y="13258800"/>
              <a:ext cx="892175" cy="893444"/>
            </a:xfrm>
            <a:custGeom>
              <a:avLst/>
              <a:gdLst/>
              <a:ahLst/>
              <a:cxnLst/>
              <a:rect l="l" t="t" r="r" b="b"/>
              <a:pathLst>
                <a:path w="892175" h="893444">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7" name="object 97"/>
            <p:cNvSpPr/>
            <p:nvPr/>
          </p:nvSpPr>
          <p:spPr>
            <a:xfrm>
              <a:off x="2239059" y="13813162"/>
              <a:ext cx="892175" cy="893444"/>
            </a:xfrm>
            <a:custGeom>
              <a:avLst/>
              <a:gdLst/>
              <a:ahLst/>
              <a:cxnLst/>
              <a:rect l="l" t="t" r="r" b="b"/>
              <a:pathLst>
                <a:path w="892175" h="893444">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38099">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8" name="object 98"/>
            <p:cNvSpPr/>
            <p:nvPr/>
          </p:nvSpPr>
          <p:spPr>
            <a:xfrm>
              <a:off x="1612900" y="13813162"/>
              <a:ext cx="892175" cy="893444"/>
            </a:xfrm>
            <a:custGeom>
              <a:avLst/>
              <a:gdLst/>
              <a:ahLst/>
              <a:cxnLst/>
              <a:rect l="l" t="t" r="r" b="b"/>
              <a:pathLst>
                <a:path w="892175" h="893444">
                  <a:moveTo>
                    <a:pt x="445804" y="0"/>
                  </a:moveTo>
                  <a:lnTo>
                    <a:pt x="397228" y="2621"/>
                  </a:lnTo>
                  <a:lnTo>
                    <a:pt x="350168" y="10303"/>
                  </a:lnTo>
                  <a:lnTo>
                    <a:pt x="304895" y="22773"/>
                  </a:lnTo>
                  <a:lnTo>
                    <a:pt x="261681" y="39760"/>
                  </a:lnTo>
                  <a:lnTo>
                    <a:pt x="220798" y="60990"/>
                  </a:lnTo>
                  <a:lnTo>
                    <a:pt x="182517" y="86190"/>
                  </a:lnTo>
                  <a:lnTo>
                    <a:pt x="147112" y="115089"/>
                  </a:lnTo>
                  <a:lnTo>
                    <a:pt x="114854" y="147414"/>
                  </a:lnTo>
                  <a:lnTo>
                    <a:pt x="86014" y="182892"/>
                  </a:lnTo>
                  <a:lnTo>
                    <a:pt x="60865" y="221250"/>
                  </a:lnTo>
                  <a:lnTo>
                    <a:pt x="39679" y="262217"/>
                  </a:lnTo>
                  <a:lnTo>
                    <a:pt x="22727" y="305520"/>
                  </a:lnTo>
                  <a:lnTo>
                    <a:pt x="10282" y="350886"/>
                  </a:lnTo>
                  <a:lnTo>
                    <a:pt x="2615" y="398043"/>
                  </a:lnTo>
                  <a:lnTo>
                    <a:pt x="0" y="446718"/>
                  </a:lnTo>
                  <a:lnTo>
                    <a:pt x="2615" y="495393"/>
                  </a:lnTo>
                  <a:lnTo>
                    <a:pt x="10282" y="542550"/>
                  </a:lnTo>
                  <a:lnTo>
                    <a:pt x="22727" y="587916"/>
                  </a:lnTo>
                  <a:lnTo>
                    <a:pt x="39679" y="631218"/>
                  </a:lnTo>
                  <a:lnTo>
                    <a:pt x="60865" y="672185"/>
                  </a:lnTo>
                  <a:lnTo>
                    <a:pt x="86014" y="710544"/>
                  </a:lnTo>
                  <a:lnTo>
                    <a:pt x="114854" y="746022"/>
                  </a:lnTo>
                  <a:lnTo>
                    <a:pt x="147112" y="778347"/>
                  </a:lnTo>
                  <a:lnTo>
                    <a:pt x="182517" y="807246"/>
                  </a:lnTo>
                  <a:lnTo>
                    <a:pt x="220798" y="832447"/>
                  </a:lnTo>
                  <a:lnTo>
                    <a:pt x="261681" y="853676"/>
                  </a:lnTo>
                  <a:lnTo>
                    <a:pt x="304895" y="870663"/>
                  </a:lnTo>
                  <a:lnTo>
                    <a:pt x="350168" y="883133"/>
                  </a:lnTo>
                  <a:lnTo>
                    <a:pt x="397228" y="890816"/>
                  </a:lnTo>
                  <a:lnTo>
                    <a:pt x="445804" y="893437"/>
                  </a:lnTo>
                  <a:lnTo>
                    <a:pt x="494379" y="890816"/>
                  </a:lnTo>
                  <a:lnTo>
                    <a:pt x="541439" y="883133"/>
                  </a:lnTo>
                  <a:lnTo>
                    <a:pt x="586712" y="870663"/>
                  </a:lnTo>
                  <a:lnTo>
                    <a:pt x="629927" y="853676"/>
                  </a:lnTo>
                  <a:lnTo>
                    <a:pt x="670810" y="832447"/>
                  </a:lnTo>
                  <a:lnTo>
                    <a:pt x="709090" y="807246"/>
                  </a:lnTo>
                  <a:lnTo>
                    <a:pt x="744495" y="778347"/>
                  </a:lnTo>
                  <a:lnTo>
                    <a:pt x="776754" y="746022"/>
                  </a:lnTo>
                  <a:lnTo>
                    <a:pt x="805594" y="710544"/>
                  </a:lnTo>
                  <a:lnTo>
                    <a:pt x="830743" y="672185"/>
                  </a:lnTo>
                  <a:lnTo>
                    <a:pt x="851929" y="631218"/>
                  </a:lnTo>
                  <a:lnTo>
                    <a:pt x="868881" y="587916"/>
                  </a:lnTo>
                  <a:lnTo>
                    <a:pt x="881326" y="542550"/>
                  </a:lnTo>
                  <a:lnTo>
                    <a:pt x="888992" y="495393"/>
                  </a:lnTo>
                  <a:lnTo>
                    <a:pt x="891608" y="446718"/>
                  </a:lnTo>
                  <a:lnTo>
                    <a:pt x="888992" y="398043"/>
                  </a:lnTo>
                  <a:lnTo>
                    <a:pt x="881326" y="350886"/>
                  </a:lnTo>
                  <a:lnTo>
                    <a:pt x="868881" y="305520"/>
                  </a:lnTo>
                  <a:lnTo>
                    <a:pt x="851929" y="262217"/>
                  </a:lnTo>
                  <a:lnTo>
                    <a:pt x="830743" y="221250"/>
                  </a:lnTo>
                  <a:lnTo>
                    <a:pt x="805594" y="182892"/>
                  </a:lnTo>
                  <a:lnTo>
                    <a:pt x="776754" y="147414"/>
                  </a:lnTo>
                  <a:lnTo>
                    <a:pt x="744495" y="115089"/>
                  </a:lnTo>
                  <a:lnTo>
                    <a:pt x="709090" y="86190"/>
                  </a:lnTo>
                  <a:lnTo>
                    <a:pt x="670810" y="60990"/>
                  </a:lnTo>
                  <a:lnTo>
                    <a:pt x="629927" y="39760"/>
                  </a:lnTo>
                  <a:lnTo>
                    <a:pt x="586712" y="22773"/>
                  </a:lnTo>
                  <a:lnTo>
                    <a:pt x="541439" y="10303"/>
                  </a:lnTo>
                  <a:lnTo>
                    <a:pt x="494379" y="2621"/>
                  </a:lnTo>
                  <a:lnTo>
                    <a:pt x="445804"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9" name="object 99"/>
            <p:cNvSpPr/>
            <p:nvPr/>
          </p:nvSpPr>
          <p:spPr>
            <a:xfrm>
              <a:off x="1612900" y="13813162"/>
              <a:ext cx="892175" cy="893444"/>
            </a:xfrm>
            <a:custGeom>
              <a:avLst/>
              <a:gdLst/>
              <a:ahLst/>
              <a:cxnLst/>
              <a:rect l="l" t="t" r="r" b="b"/>
              <a:pathLst>
                <a:path w="892175" h="893444">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00" name="object 100"/>
          <p:cNvGrpSpPr/>
          <p:nvPr/>
        </p:nvGrpSpPr>
        <p:grpSpPr>
          <a:xfrm>
            <a:off x="3622675" y="6626225"/>
            <a:ext cx="771843" cy="736600"/>
            <a:chOff x="7245350" y="13252450"/>
            <a:chExt cx="1543685" cy="1473200"/>
          </a:xfrm>
        </p:grpSpPr>
        <p:sp>
          <p:nvSpPr>
            <p:cNvPr id="101" name="object 101"/>
            <p:cNvSpPr/>
            <p:nvPr/>
          </p:nvSpPr>
          <p:spPr>
            <a:xfrm>
              <a:off x="7567476" y="13258800"/>
              <a:ext cx="892175" cy="893444"/>
            </a:xfrm>
            <a:custGeom>
              <a:avLst/>
              <a:gdLst/>
              <a:ahLst/>
              <a:cxnLst/>
              <a:rect l="l" t="t" r="r" b="b"/>
              <a:pathLst>
                <a:path w="892175" h="893444">
                  <a:moveTo>
                    <a:pt x="445804" y="0"/>
                  </a:moveTo>
                  <a:lnTo>
                    <a:pt x="397228" y="2621"/>
                  </a:lnTo>
                  <a:lnTo>
                    <a:pt x="350168" y="10303"/>
                  </a:lnTo>
                  <a:lnTo>
                    <a:pt x="304895" y="22774"/>
                  </a:lnTo>
                  <a:lnTo>
                    <a:pt x="261681" y="39760"/>
                  </a:lnTo>
                  <a:lnTo>
                    <a:pt x="220798" y="60990"/>
                  </a:lnTo>
                  <a:lnTo>
                    <a:pt x="182517"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7"/>
                  </a:lnTo>
                  <a:lnTo>
                    <a:pt x="182517" y="807246"/>
                  </a:lnTo>
                  <a:lnTo>
                    <a:pt x="220798" y="832447"/>
                  </a:lnTo>
                  <a:lnTo>
                    <a:pt x="261681" y="853677"/>
                  </a:lnTo>
                  <a:lnTo>
                    <a:pt x="304895" y="870663"/>
                  </a:lnTo>
                  <a:lnTo>
                    <a:pt x="350168" y="883133"/>
                  </a:lnTo>
                  <a:lnTo>
                    <a:pt x="397228" y="890816"/>
                  </a:lnTo>
                  <a:lnTo>
                    <a:pt x="445804" y="893437"/>
                  </a:lnTo>
                  <a:lnTo>
                    <a:pt x="494379" y="890816"/>
                  </a:lnTo>
                  <a:lnTo>
                    <a:pt x="541439" y="883133"/>
                  </a:lnTo>
                  <a:lnTo>
                    <a:pt x="586712" y="870663"/>
                  </a:lnTo>
                  <a:lnTo>
                    <a:pt x="629927" y="853677"/>
                  </a:lnTo>
                  <a:lnTo>
                    <a:pt x="670810" y="832447"/>
                  </a:lnTo>
                  <a:lnTo>
                    <a:pt x="709090" y="807246"/>
                  </a:lnTo>
                  <a:lnTo>
                    <a:pt x="744495" y="778347"/>
                  </a:lnTo>
                  <a:lnTo>
                    <a:pt x="776754" y="746023"/>
                  </a:lnTo>
                  <a:lnTo>
                    <a:pt x="805594" y="710545"/>
                  </a:lnTo>
                  <a:lnTo>
                    <a:pt x="830743" y="672186"/>
                  </a:lnTo>
                  <a:lnTo>
                    <a:pt x="851929" y="631219"/>
                  </a:lnTo>
                  <a:lnTo>
                    <a:pt x="868881" y="587916"/>
                  </a:lnTo>
                  <a:lnTo>
                    <a:pt x="881326" y="542550"/>
                  </a:lnTo>
                  <a:lnTo>
                    <a:pt x="888992" y="495393"/>
                  </a:lnTo>
                  <a:lnTo>
                    <a:pt x="891608" y="446718"/>
                  </a:lnTo>
                  <a:lnTo>
                    <a:pt x="888992" y="398043"/>
                  </a:lnTo>
                  <a:lnTo>
                    <a:pt x="881326" y="350887"/>
                  </a:lnTo>
                  <a:lnTo>
                    <a:pt x="868881" y="305521"/>
                  </a:lnTo>
                  <a:lnTo>
                    <a:pt x="851929" y="262218"/>
                  </a:lnTo>
                  <a:lnTo>
                    <a:pt x="830743" y="221251"/>
                  </a:lnTo>
                  <a:lnTo>
                    <a:pt x="805594" y="182892"/>
                  </a:lnTo>
                  <a:lnTo>
                    <a:pt x="776754" y="147414"/>
                  </a:lnTo>
                  <a:lnTo>
                    <a:pt x="744495" y="115089"/>
                  </a:lnTo>
                  <a:lnTo>
                    <a:pt x="709090" y="86190"/>
                  </a:lnTo>
                  <a:lnTo>
                    <a:pt x="670810" y="60990"/>
                  </a:lnTo>
                  <a:lnTo>
                    <a:pt x="629927" y="39760"/>
                  </a:lnTo>
                  <a:lnTo>
                    <a:pt x="586712" y="22774"/>
                  </a:lnTo>
                  <a:lnTo>
                    <a:pt x="541439" y="10303"/>
                  </a:lnTo>
                  <a:lnTo>
                    <a:pt x="494379" y="2621"/>
                  </a:lnTo>
                  <a:lnTo>
                    <a:pt x="445804"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2" name="object 102"/>
            <p:cNvSpPr/>
            <p:nvPr/>
          </p:nvSpPr>
          <p:spPr>
            <a:xfrm>
              <a:off x="7567476" y="13258800"/>
              <a:ext cx="892175" cy="893444"/>
            </a:xfrm>
            <a:custGeom>
              <a:avLst/>
              <a:gdLst/>
              <a:ahLst/>
              <a:cxnLst/>
              <a:rect l="l" t="t" r="r" b="b"/>
              <a:pathLst>
                <a:path w="892175" h="893444">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3" name="object 103"/>
            <p:cNvSpPr/>
            <p:nvPr/>
          </p:nvSpPr>
          <p:spPr>
            <a:xfrm>
              <a:off x="7890559" y="13813162"/>
              <a:ext cx="892175" cy="893444"/>
            </a:xfrm>
            <a:custGeom>
              <a:avLst/>
              <a:gdLst/>
              <a:ahLst/>
              <a:cxnLst/>
              <a:rect l="l" t="t" r="r" b="b"/>
              <a:pathLst>
                <a:path w="892175" h="893444">
                  <a:moveTo>
                    <a:pt x="445804" y="0"/>
                  </a:moveTo>
                  <a:lnTo>
                    <a:pt x="397228" y="2621"/>
                  </a:lnTo>
                  <a:lnTo>
                    <a:pt x="350168" y="10303"/>
                  </a:lnTo>
                  <a:lnTo>
                    <a:pt x="304895" y="22773"/>
                  </a:lnTo>
                  <a:lnTo>
                    <a:pt x="261681" y="39760"/>
                  </a:lnTo>
                  <a:lnTo>
                    <a:pt x="220798" y="60990"/>
                  </a:lnTo>
                  <a:lnTo>
                    <a:pt x="182517" y="86190"/>
                  </a:lnTo>
                  <a:lnTo>
                    <a:pt x="147112" y="115089"/>
                  </a:lnTo>
                  <a:lnTo>
                    <a:pt x="114854" y="147414"/>
                  </a:lnTo>
                  <a:lnTo>
                    <a:pt x="86014" y="182892"/>
                  </a:lnTo>
                  <a:lnTo>
                    <a:pt x="60865" y="221250"/>
                  </a:lnTo>
                  <a:lnTo>
                    <a:pt x="39679" y="262217"/>
                  </a:lnTo>
                  <a:lnTo>
                    <a:pt x="22727" y="305520"/>
                  </a:lnTo>
                  <a:lnTo>
                    <a:pt x="10282" y="350886"/>
                  </a:lnTo>
                  <a:lnTo>
                    <a:pt x="2615" y="398043"/>
                  </a:lnTo>
                  <a:lnTo>
                    <a:pt x="0" y="446718"/>
                  </a:lnTo>
                  <a:lnTo>
                    <a:pt x="2615" y="495393"/>
                  </a:lnTo>
                  <a:lnTo>
                    <a:pt x="10282" y="542550"/>
                  </a:lnTo>
                  <a:lnTo>
                    <a:pt x="22727" y="587916"/>
                  </a:lnTo>
                  <a:lnTo>
                    <a:pt x="39679" y="631218"/>
                  </a:lnTo>
                  <a:lnTo>
                    <a:pt x="60865" y="672185"/>
                  </a:lnTo>
                  <a:lnTo>
                    <a:pt x="86014" y="710544"/>
                  </a:lnTo>
                  <a:lnTo>
                    <a:pt x="114854" y="746022"/>
                  </a:lnTo>
                  <a:lnTo>
                    <a:pt x="147112" y="778347"/>
                  </a:lnTo>
                  <a:lnTo>
                    <a:pt x="182517" y="807246"/>
                  </a:lnTo>
                  <a:lnTo>
                    <a:pt x="220798" y="832447"/>
                  </a:lnTo>
                  <a:lnTo>
                    <a:pt x="261681" y="853676"/>
                  </a:lnTo>
                  <a:lnTo>
                    <a:pt x="304895" y="870663"/>
                  </a:lnTo>
                  <a:lnTo>
                    <a:pt x="350168" y="883133"/>
                  </a:lnTo>
                  <a:lnTo>
                    <a:pt x="397228" y="890816"/>
                  </a:lnTo>
                  <a:lnTo>
                    <a:pt x="445804" y="893437"/>
                  </a:lnTo>
                  <a:lnTo>
                    <a:pt x="494379" y="890816"/>
                  </a:lnTo>
                  <a:lnTo>
                    <a:pt x="541439" y="883133"/>
                  </a:lnTo>
                  <a:lnTo>
                    <a:pt x="586712" y="870663"/>
                  </a:lnTo>
                  <a:lnTo>
                    <a:pt x="629927" y="853676"/>
                  </a:lnTo>
                  <a:lnTo>
                    <a:pt x="670810" y="832447"/>
                  </a:lnTo>
                  <a:lnTo>
                    <a:pt x="709090" y="807246"/>
                  </a:lnTo>
                  <a:lnTo>
                    <a:pt x="744495" y="778347"/>
                  </a:lnTo>
                  <a:lnTo>
                    <a:pt x="776754" y="746022"/>
                  </a:lnTo>
                  <a:lnTo>
                    <a:pt x="805594" y="710544"/>
                  </a:lnTo>
                  <a:lnTo>
                    <a:pt x="830743" y="672185"/>
                  </a:lnTo>
                  <a:lnTo>
                    <a:pt x="851929" y="631218"/>
                  </a:lnTo>
                  <a:lnTo>
                    <a:pt x="868881" y="587916"/>
                  </a:lnTo>
                  <a:lnTo>
                    <a:pt x="881326" y="542550"/>
                  </a:lnTo>
                  <a:lnTo>
                    <a:pt x="888992" y="495393"/>
                  </a:lnTo>
                  <a:lnTo>
                    <a:pt x="891608" y="446718"/>
                  </a:lnTo>
                  <a:lnTo>
                    <a:pt x="888992" y="398043"/>
                  </a:lnTo>
                  <a:lnTo>
                    <a:pt x="881326" y="350886"/>
                  </a:lnTo>
                  <a:lnTo>
                    <a:pt x="868881" y="305520"/>
                  </a:lnTo>
                  <a:lnTo>
                    <a:pt x="851929" y="262217"/>
                  </a:lnTo>
                  <a:lnTo>
                    <a:pt x="830743" y="221250"/>
                  </a:lnTo>
                  <a:lnTo>
                    <a:pt x="805594" y="182892"/>
                  </a:lnTo>
                  <a:lnTo>
                    <a:pt x="776754" y="147414"/>
                  </a:lnTo>
                  <a:lnTo>
                    <a:pt x="744495" y="115089"/>
                  </a:lnTo>
                  <a:lnTo>
                    <a:pt x="709090" y="86190"/>
                  </a:lnTo>
                  <a:lnTo>
                    <a:pt x="670810" y="60990"/>
                  </a:lnTo>
                  <a:lnTo>
                    <a:pt x="629927" y="39760"/>
                  </a:lnTo>
                  <a:lnTo>
                    <a:pt x="586712" y="22773"/>
                  </a:lnTo>
                  <a:lnTo>
                    <a:pt x="541439" y="10303"/>
                  </a:lnTo>
                  <a:lnTo>
                    <a:pt x="494379" y="2621"/>
                  </a:lnTo>
                  <a:lnTo>
                    <a:pt x="44580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4" name="object 104"/>
            <p:cNvSpPr/>
            <p:nvPr/>
          </p:nvSpPr>
          <p:spPr>
            <a:xfrm>
              <a:off x="7890559" y="13813162"/>
              <a:ext cx="892175" cy="893444"/>
            </a:xfrm>
            <a:custGeom>
              <a:avLst/>
              <a:gdLst/>
              <a:ahLst/>
              <a:cxnLst/>
              <a:rect l="l" t="t" r="r" b="b"/>
              <a:pathLst>
                <a:path w="892175" h="893444">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5" name="object 105"/>
            <p:cNvSpPr/>
            <p:nvPr/>
          </p:nvSpPr>
          <p:spPr>
            <a:xfrm>
              <a:off x="7264400" y="13813162"/>
              <a:ext cx="892175" cy="893444"/>
            </a:xfrm>
            <a:custGeom>
              <a:avLst/>
              <a:gdLst/>
              <a:ahLst/>
              <a:cxnLst/>
              <a:rect l="l" t="t" r="r" b="b"/>
              <a:pathLst>
                <a:path w="892175" h="893444">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38099">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06" name="object 106"/>
          <p:cNvGrpSpPr/>
          <p:nvPr/>
        </p:nvGrpSpPr>
        <p:grpSpPr>
          <a:xfrm>
            <a:off x="3629025" y="7718425"/>
            <a:ext cx="765493" cy="730250"/>
            <a:chOff x="7258050" y="15436850"/>
            <a:chExt cx="1530985" cy="1460500"/>
          </a:xfrm>
        </p:grpSpPr>
        <p:sp>
          <p:nvSpPr>
            <p:cNvPr id="107" name="object 107"/>
            <p:cNvSpPr/>
            <p:nvPr/>
          </p:nvSpPr>
          <p:spPr>
            <a:xfrm>
              <a:off x="7567476" y="15443200"/>
              <a:ext cx="892175" cy="893444"/>
            </a:xfrm>
            <a:custGeom>
              <a:avLst/>
              <a:gdLst/>
              <a:ahLst/>
              <a:cxnLst/>
              <a:rect l="l" t="t" r="r" b="b"/>
              <a:pathLst>
                <a:path w="892175" h="893444">
                  <a:moveTo>
                    <a:pt x="445804" y="0"/>
                  </a:moveTo>
                  <a:lnTo>
                    <a:pt x="397228" y="2621"/>
                  </a:lnTo>
                  <a:lnTo>
                    <a:pt x="350168" y="10303"/>
                  </a:lnTo>
                  <a:lnTo>
                    <a:pt x="304895" y="22774"/>
                  </a:lnTo>
                  <a:lnTo>
                    <a:pt x="261681" y="39760"/>
                  </a:lnTo>
                  <a:lnTo>
                    <a:pt x="220798" y="60990"/>
                  </a:lnTo>
                  <a:lnTo>
                    <a:pt x="182517"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7"/>
                  </a:lnTo>
                  <a:lnTo>
                    <a:pt x="182517" y="807246"/>
                  </a:lnTo>
                  <a:lnTo>
                    <a:pt x="220798" y="832447"/>
                  </a:lnTo>
                  <a:lnTo>
                    <a:pt x="261681" y="853677"/>
                  </a:lnTo>
                  <a:lnTo>
                    <a:pt x="304895" y="870663"/>
                  </a:lnTo>
                  <a:lnTo>
                    <a:pt x="350168" y="883133"/>
                  </a:lnTo>
                  <a:lnTo>
                    <a:pt x="397228" y="890816"/>
                  </a:lnTo>
                  <a:lnTo>
                    <a:pt x="445804" y="893437"/>
                  </a:lnTo>
                  <a:lnTo>
                    <a:pt x="494379" y="890816"/>
                  </a:lnTo>
                  <a:lnTo>
                    <a:pt x="541439" y="883133"/>
                  </a:lnTo>
                  <a:lnTo>
                    <a:pt x="586712" y="870663"/>
                  </a:lnTo>
                  <a:lnTo>
                    <a:pt x="629927" y="853677"/>
                  </a:lnTo>
                  <a:lnTo>
                    <a:pt x="670810" y="832447"/>
                  </a:lnTo>
                  <a:lnTo>
                    <a:pt x="709090" y="807246"/>
                  </a:lnTo>
                  <a:lnTo>
                    <a:pt x="744495" y="778347"/>
                  </a:lnTo>
                  <a:lnTo>
                    <a:pt x="776754" y="746023"/>
                  </a:lnTo>
                  <a:lnTo>
                    <a:pt x="805594" y="710545"/>
                  </a:lnTo>
                  <a:lnTo>
                    <a:pt x="830743" y="672186"/>
                  </a:lnTo>
                  <a:lnTo>
                    <a:pt x="851929" y="631219"/>
                  </a:lnTo>
                  <a:lnTo>
                    <a:pt x="868881" y="587916"/>
                  </a:lnTo>
                  <a:lnTo>
                    <a:pt x="881326" y="542550"/>
                  </a:lnTo>
                  <a:lnTo>
                    <a:pt x="888992" y="495393"/>
                  </a:lnTo>
                  <a:lnTo>
                    <a:pt x="891608" y="446718"/>
                  </a:lnTo>
                  <a:lnTo>
                    <a:pt x="888992" y="398043"/>
                  </a:lnTo>
                  <a:lnTo>
                    <a:pt x="881326" y="350887"/>
                  </a:lnTo>
                  <a:lnTo>
                    <a:pt x="868881" y="305521"/>
                  </a:lnTo>
                  <a:lnTo>
                    <a:pt x="851929" y="262218"/>
                  </a:lnTo>
                  <a:lnTo>
                    <a:pt x="830743" y="221251"/>
                  </a:lnTo>
                  <a:lnTo>
                    <a:pt x="805594" y="182892"/>
                  </a:lnTo>
                  <a:lnTo>
                    <a:pt x="776754" y="147414"/>
                  </a:lnTo>
                  <a:lnTo>
                    <a:pt x="744495" y="115089"/>
                  </a:lnTo>
                  <a:lnTo>
                    <a:pt x="709090" y="86190"/>
                  </a:lnTo>
                  <a:lnTo>
                    <a:pt x="670810" y="60990"/>
                  </a:lnTo>
                  <a:lnTo>
                    <a:pt x="629927" y="39760"/>
                  </a:lnTo>
                  <a:lnTo>
                    <a:pt x="586712" y="22774"/>
                  </a:lnTo>
                  <a:lnTo>
                    <a:pt x="541439" y="10303"/>
                  </a:lnTo>
                  <a:lnTo>
                    <a:pt x="494379" y="2621"/>
                  </a:lnTo>
                  <a:lnTo>
                    <a:pt x="445804"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8" name="object 108"/>
            <p:cNvSpPr/>
            <p:nvPr/>
          </p:nvSpPr>
          <p:spPr>
            <a:xfrm>
              <a:off x="7567476" y="15443200"/>
              <a:ext cx="892175" cy="893444"/>
            </a:xfrm>
            <a:custGeom>
              <a:avLst/>
              <a:gdLst/>
              <a:ahLst/>
              <a:cxnLst/>
              <a:rect l="l" t="t" r="r" b="b"/>
              <a:pathLst>
                <a:path w="892175" h="893444">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9" name="object 109"/>
            <p:cNvSpPr/>
            <p:nvPr/>
          </p:nvSpPr>
          <p:spPr>
            <a:xfrm>
              <a:off x="7890559" y="15997562"/>
              <a:ext cx="892175" cy="893444"/>
            </a:xfrm>
            <a:custGeom>
              <a:avLst/>
              <a:gdLst/>
              <a:ahLst/>
              <a:cxnLst/>
              <a:rect l="l" t="t" r="r" b="b"/>
              <a:pathLst>
                <a:path w="892175" h="893444">
                  <a:moveTo>
                    <a:pt x="445804" y="0"/>
                  </a:moveTo>
                  <a:lnTo>
                    <a:pt x="397228" y="2621"/>
                  </a:lnTo>
                  <a:lnTo>
                    <a:pt x="350168" y="10303"/>
                  </a:lnTo>
                  <a:lnTo>
                    <a:pt x="304895" y="22773"/>
                  </a:lnTo>
                  <a:lnTo>
                    <a:pt x="261681" y="39760"/>
                  </a:lnTo>
                  <a:lnTo>
                    <a:pt x="220798" y="60990"/>
                  </a:lnTo>
                  <a:lnTo>
                    <a:pt x="182517" y="86190"/>
                  </a:lnTo>
                  <a:lnTo>
                    <a:pt x="147112" y="115089"/>
                  </a:lnTo>
                  <a:lnTo>
                    <a:pt x="114854" y="147414"/>
                  </a:lnTo>
                  <a:lnTo>
                    <a:pt x="86014" y="182892"/>
                  </a:lnTo>
                  <a:lnTo>
                    <a:pt x="60865" y="221250"/>
                  </a:lnTo>
                  <a:lnTo>
                    <a:pt x="39679" y="262217"/>
                  </a:lnTo>
                  <a:lnTo>
                    <a:pt x="22727" y="305520"/>
                  </a:lnTo>
                  <a:lnTo>
                    <a:pt x="10282" y="350886"/>
                  </a:lnTo>
                  <a:lnTo>
                    <a:pt x="2615" y="398043"/>
                  </a:lnTo>
                  <a:lnTo>
                    <a:pt x="0" y="446718"/>
                  </a:lnTo>
                  <a:lnTo>
                    <a:pt x="2615" y="495393"/>
                  </a:lnTo>
                  <a:lnTo>
                    <a:pt x="10282" y="542550"/>
                  </a:lnTo>
                  <a:lnTo>
                    <a:pt x="22727" y="587916"/>
                  </a:lnTo>
                  <a:lnTo>
                    <a:pt x="39679" y="631218"/>
                  </a:lnTo>
                  <a:lnTo>
                    <a:pt x="60865" y="672185"/>
                  </a:lnTo>
                  <a:lnTo>
                    <a:pt x="86014" y="710544"/>
                  </a:lnTo>
                  <a:lnTo>
                    <a:pt x="114854" y="746022"/>
                  </a:lnTo>
                  <a:lnTo>
                    <a:pt x="147112" y="778347"/>
                  </a:lnTo>
                  <a:lnTo>
                    <a:pt x="182517" y="807246"/>
                  </a:lnTo>
                  <a:lnTo>
                    <a:pt x="220798" y="832447"/>
                  </a:lnTo>
                  <a:lnTo>
                    <a:pt x="261681" y="853676"/>
                  </a:lnTo>
                  <a:lnTo>
                    <a:pt x="304895" y="870663"/>
                  </a:lnTo>
                  <a:lnTo>
                    <a:pt x="350168" y="883133"/>
                  </a:lnTo>
                  <a:lnTo>
                    <a:pt x="397228" y="890816"/>
                  </a:lnTo>
                  <a:lnTo>
                    <a:pt x="445804" y="893437"/>
                  </a:lnTo>
                  <a:lnTo>
                    <a:pt x="494379" y="890816"/>
                  </a:lnTo>
                  <a:lnTo>
                    <a:pt x="541439" y="883133"/>
                  </a:lnTo>
                  <a:lnTo>
                    <a:pt x="586712" y="870663"/>
                  </a:lnTo>
                  <a:lnTo>
                    <a:pt x="629927" y="853676"/>
                  </a:lnTo>
                  <a:lnTo>
                    <a:pt x="670810" y="832447"/>
                  </a:lnTo>
                  <a:lnTo>
                    <a:pt x="709090" y="807246"/>
                  </a:lnTo>
                  <a:lnTo>
                    <a:pt x="744495" y="778347"/>
                  </a:lnTo>
                  <a:lnTo>
                    <a:pt x="776754" y="746022"/>
                  </a:lnTo>
                  <a:lnTo>
                    <a:pt x="805594" y="710544"/>
                  </a:lnTo>
                  <a:lnTo>
                    <a:pt x="830743" y="672185"/>
                  </a:lnTo>
                  <a:lnTo>
                    <a:pt x="851929" y="631218"/>
                  </a:lnTo>
                  <a:lnTo>
                    <a:pt x="868881" y="587916"/>
                  </a:lnTo>
                  <a:lnTo>
                    <a:pt x="881326" y="542550"/>
                  </a:lnTo>
                  <a:lnTo>
                    <a:pt x="888992" y="495393"/>
                  </a:lnTo>
                  <a:lnTo>
                    <a:pt x="891608" y="446718"/>
                  </a:lnTo>
                  <a:lnTo>
                    <a:pt x="888992" y="398043"/>
                  </a:lnTo>
                  <a:lnTo>
                    <a:pt x="881326" y="350886"/>
                  </a:lnTo>
                  <a:lnTo>
                    <a:pt x="868881" y="305520"/>
                  </a:lnTo>
                  <a:lnTo>
                    <a:pt x="851929" y="262217"/>
                  </a:lnTo>
                  <a:lnTo>
                    <a:pt x="830743" y="221250"/>
                  </a:lnTo>
                  <a:lnTo>
                    <a:pt x="805594" y="182892"/>
                  </a:lnTo>
                  <a:lnTo>
                    <a:pt x="776754" y="147414"/>
                  </a:lnTo>
                  <a:lnTo>
                    <a:pt x="744495" y="115089"/>
                  </a:lnTo>
                  <a:lnTo>
                    <a:pt x="709090" y="86190"/>
                  </a:lnTo>
                  <a:lnTo>
                    <a:pt x="670810" y="60990"/>
                  </a:lnTo>
                  <a:lnTo>
                    <a:pt x="629927" y="39760"/>
                  </a:lnTo>
                  <a:lnTo>
                    <a:pt x="586712" y="22773"/>
                  </a:lnTo>
                  <a:lnTo>
                    <a:pt x="541439" y="10303"/>
                  </a:lnTo>
                  <a:lnTo>
                    <a:pt x="494379" y="2621"/>
                  </a:lnTo>
                  <a:lnTo>
                    <a:pt x="44580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0" name="object 110"/>
            <p:cNvSpPr/>
            <p:nvPr/>
          </p:nvSpPr>
          <p:spPr>
            <a:xfrm>
              <a:off x="7890559" y="15997562"/>
              <a:ext cx="892175" cy="893444"/>
            </a:xfrm>
            <a:custGeom>
              <a:avLst/>
              <a:gdLst/>
              <a:ahLst/>
              <a:cxnLst/>
              <a:rect l="l" t="t" r="r" b="b"/>
              <a:pathLst>
                <a:path w="892175" h="893444">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1" name="object 111"/>
            <p:cNvSpPr/>
            <p:nvPr/>
          </p:nvSpPr>
          <p:spPr>
            <a:xfrm>
              <a:off x="7264400" y="15997562"/>
              <a:ext cx="892175" cy="893444"/>
            </a:xfrm>
            <a:custGeom>
              <a:avLst/>
              <a:gdLst/>
              <a:ahLst/>
              <a:cxnLst/>
              <a:rect l="l" t="t" r="r" b="b"/>
              <a:pathLst>
                <a:path w="892175" h="893444">
                  <a:moveTo>
                    <a:pt x="445804" y="0"/>
                  </a:moveTo>
                  <a:lnTo>
                    <a:pt x="397228" y="2621"/>
                  </a:lnTo>
                  <a:lnTo>
                    <a:pt x="350168" y="10303"/>
                  </a:lnTo>
                  <a:lnTo>
                    <a:pt x="304895" y="22773"/>
                  </a:lnTo>
                  <a:lnTo>
                    <a:pt x="261681" y="39760"/>
                  </a:lnTo>
                  <a:lnTo>
                    <a:pt x="220798" y="60990"/>
                  </a:lnTo>
                  <a:lnTo>
                    <a:pt x="182517" y="86190"/>
                  </a:lnTo>
                  <a:lnTo>
                    <a:pt x="147112" y="115089"/>
                  </a:lnTo>
                  <a:lnTo>
                    <a:pt x="114854" y="147414"/>
                  </a:lnTo>
                  <a:lnTo>
                    <a:pt x="86014" y="182892"/>
                  </a:lnTo>
                  <a:lnTo>
                    <a:pt x="60865" y="221250"/>
                  </a:lnTo>
                  <a:lnTo>
                    <a:pt x="39679" y="262217"/>
                  </a:lnTo>
                  <a:lnTo>
                    <a:pt x="22727" y="305520"/>
                  </a:lnTo>
                  <a:lnTo>
                    <a:pt x="10282" y="350886"/>
                  </a:lnTo>
                  <a:lnTo>
                    <a:pt x="2615" y="398043"/>
                  </a:lnTo>
                  <a:lnTo>
                    <a:pt x="0" y="446718"/>
                  </a:lnTo>
                  <a:lnTo>
                    <a:pt x="2615" y="495393"/>
                  </a:lnTo>
                  <a:lnTo>
                    <a:pt x="10282" y="542550"/>
                  </a:lnTo>
                  <a:lnTo>
                    <a:pt x="22727" y="587916"/>
                  </a:lnTo>
                  <a:lnTo>
                    <a:pt x="39679" y="631218"/>
                  </a:lnTo>
                  <a:lnTo>
                    <a:pt x="60865" y="672185"/>
                  </a:lnTo>
                  <a:lnTo>
                    <a:pt x="86014" y="710544"/>
                  </a:lnTo>
                  <a:lnTo>
                    <a:pt x="114854" y="746022"/>
                  </a:lnTo>
                  <a:lnTo>
                    <a:pt x="147112" y="778347"/>
                  </a:lnTo>
                  <a:lnTo>
                    <a:pt x="182517" y="807246"/>
                  </a:lnTo>
                  <a:lnTo>
                    <a:pt x="220798" y="832447"/>
                  </a:lnTo>
                  <a:lnTo>
                    <a:pt x="261681" y="853676"/>
                  </a:lnTo>
                  <a:lnTo>
                    <a:pt x="304895" y="870663"/>
                  </a:lnTo>
                  <a:lnTo>
                    <a:pt x="350168" y="883133"/>
                  </a:lnTo>
                  <a:lnTo>
                    <a:pt x="397228" y="890816"/>
                  </a:lnTo>
                  <a:lnTo>
                    <a:pt x="445804" y="893437"/>
                  </a:lnTo>
                  <a:lnTo>
                    <a:pt x="494379" y="890816"/>
                  </a:lnTo>
                  <a:lnTo>
                    <a:pt x="541439" y="883133"/>
                  </a:lnTo>
                  <a:lnTo>
                    <a:pt x="586712" y="870663"/>
                  </a:lnTo>
                  <a:lnTo>
                    <a:pt x="629927" y="853676"/>
                  </a:lnTo>
                  <a:lnTo>
                    <a:pt x="670810" y="832447"/>
                  </a:lnTo>
                  <a:lnTo>
                    <a:pt x="709090" y="807246"/>
                  </a:lnTo>
                  <a:lnTo>
                    <a:pt x="744495" y="778347"/>
                  </a:lnTo>
                  <a:lnTo>
                    <a:pt x="776754" y="746022"/>
                  </a:lnTo>
                  <a:lnTo>
                    <a:pt x="805594" y="710544"/>
                  </a:lnTo>
                  <a:lnTo>
                    <a:pt x="830743" y="672185"/>
                  </a:lnTo>
                  <a:lnTo>
                    <a:pt x="851929" y="631218"/>
                  </a:lnTo>
                  <a:lnTo>
                    <a:pt x="868881" y="587916"/>
                  </a:lnTo>
                  <a:lnTo>
                    <a:pt x="881326" y="542550"/>
                  </a:lnTo>
                  <a:lnTo>
                    <a:pt x="888992" y="495393"/>
                  </a:lnTo>
                  <a:lnTo>
                    <a:pt x="891608" y="446718"/>
                  </a:lnTo>
                  <a:lnTo>
                    <a:pt x="888992" y="398043"/>
                  </a:lnTo>
                  <a:lnTo>
                    <a:pt x="881326" y="350886"/>
                  </a:lnTo>
                  <a:lnTo>
                    <a:pt x="868881" y="305520"/>
                  </a:lnTo>
                  <a:lnTo>
                    <a:pt x="851929" y="262217"/>
                  </a:lnTo>
                  <a:lnTo>
                    <a:pt x="830743" y="221250"/>
                  </a:lnTo>
                  <a:lnTo>
                    <a:pt x="805594" y="182892"/>
                  </a:lnTo>
                  <a:lnTo>
                    <a:pt x="776754" y="147414"/>
                  </a:lnTo>
                  <a:lnTo>
                    <a:pt x="744495" y="115089"/>
                  </a:lnTo>
                  <a:lnTo>
                    <a:pt x="709090" y="86190"/>
                  </a:lnTo>
                  <a:lnTo>
                    <a:pt x="670810" y="60990"/>
                  </a:lnTo>
                  <a:lnTo>
                    <a:pt x="629927" y="39760"/>
                  </a:lnTo>
                  <a:lnTo>
                    <a:pt x="586712" y="22773"/>
                  </a:lnTo>
                  <a:lnTo>
                    <a:pt x="541439" y="10303"/>
                  </a:lnTo>
                  <a:lnTo>
                    <a:pt x="494379" y="2621"/>
                  </a:lnTo>
                  <a:lnTo>
                    <a:pt x="445804"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2" name="object 112"/>
            <p:cNvSpPr/>
            <p:nvPr/>
          </p:nvSpPr>
          <p:spPr>
            <a:xfrm>
              <a:off x="7264400" y="15997562"/>
              <a:ext cx="892175" cy="893444"/>
            </a:xfrm>
            <a:custGeom>
              <a:avLst/>
              <a:gdLst/>
              <a:ahLst/>
              <a:cxnLst/>
              <a:rect l="l" t="t" r="r" b="b"/>
              <a:pathLst>
                <a:path w="892175" h="893444">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13" name="object 113"/>
          <p:cNvGrpSpPr/>
          <p:nvPr/>
        </p:nvGrpSpPr>
        <p:grpSpPr>
          <a:xfrm>
            <a:off x="803275" y="7712075"/>
            <a:ext cx="765493" cy="736600"/>
            <a:chOff x="1606550" y="15424150"/>
            <a:chExt cx="1530985" cy="1473200"/>
          </a:xfrm>
        </p:grpSpPr>
        <p:sp>
          <p:nvSpPr>
            <p:cNvPr id="114" name="object 114"/>
            <p:cNvSpPr/>
            <p:nvPr/>
          </p:nvSpPr>
          <p:spPr>
            <a:xfrm>
              <a:off x="1915976" y="15443200"/>
              <a:ext cx="892175" cy="893444"/>
            </a:xfrm>
            <a:custGeom>
              <a:avLst/>
              <a:gdLst/>
              <a:ahLst/>
              <a:cxnLst/>
              <a:rect l="l" t="t" r="r" b="b"/>
              <a:pathLst>
                <a:path w="892175" h="893444">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38099">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5" name="object 115"/>
            <p:cNvSpPr/>
            <p:nvPr/>
          </p:nvSpPr>
          <p:spPr>
            <a:xfrm>
              <a:off x="2239059" y="15997562"/>
              <a:ext cx="892175" cy="893444"/>
            </a:xfrm>
            <a:custGeom>
              <a:avLst/>
              <a:gdLst/>
              <a:ahLst/>
              <a:cxnLst/>
              <a:rect l="l" t="t" r="r" b="b"/>
              <a:pathLst>
                <a:path w="892175" h="893444">
                  <a:moveTo>
                    <a:pt x="445804" y="0"/>
                  </a:moveTo>
                  <a:lnTo>
                    <a:pt x="397228" y="2621"/>
                  </a:lnTo>
                  <a:lnTo>
                    <a:pt x="350168" y="10303"/>
                  </a:lnTo>
                  <a:lnTo>
                    <a:pt x="304895" y="22773"/>
                  </a:lnTo>
                  <a:lnTo>
                    <a:pt x="261681" y="39760"/>
                  </a:lnTo>
                  <a:lnTo>
                    <a:pt x="220798" y="60990"/>
                  </a:lnTo>
                  <a:lnTo>
                    <a:pt x="182517" y="86190"/>
                  </a:lnTo>
                  <a:lnTo>
                    <a:pt x="147112" y="115089"/>
                  </a:lnTo>
                  <a:lnTo>
                    <a:pt x="114854" y="147414"/>
                  </a:lnTo>
                  <a:lnTo>
                    <a:pt x="86014" y="182892"/>
                  </a:lnTo>
                  <a:lnTo>
                    <a:pt x="60865" y="221250"/>
                  </a:lnTo>
                  <a:lnTo>
                    <a:pt x="39679" y="262217"/>
                  </a:lnTo>
                  <a:lnTo>
                    <a:pt x="22727" y="305520"/>
                  </a:lnTo>
                  <a:lnTo>
                    <a:pt x="10282" y="350886"/>
                  </a:lnTo>
                  <a:lnTo>
                    <a:pt x="2615" y="398043"/>
                  </a:lnTo>
                  <a:lnTo>
                    <a:pt x="0" y="446718"/>
                  </a:lnTo>
                  <a:lnTo>
                    <a:pt x="2615" y="495393"/>
                  </a:lnTo>
                  <a:lnTo>
                    <a:pt x="10282" y="542550"/>
                  </a:lnTo>
                  <a:lnTo>
                    <a:pt x="22727" y="587916"/>
                  </a:lnTo>
                  <a:lnTo>
                    <a:pt x="39679" y="631218"/>
                  </a:lnTo>
                  <a:lnTo>
                    <a:pt x="60865" y="672185"/>
                  </a:lnTo>
                  <a:lnTo>
                    <a:pt x="86014" y="710544"/>
                  </a:lnTo>
                  <a:lnTo>
                    <a:pt x="114854" y="746022"/>
                  </a:lnTo>
                  <a:lnTo>
                    <a:pt x="147112" y="778347"/>
                  </a:lnTo>
                  <a:lnTo>
                    <a:pt x="182517" y="807246"/>
                  </a:lnTo>
                  <a:lnTo>
                    <a:pt x="220798" y="832447"/>
                  </a:lnTo>
                  <a:lnTo>
                    <a:pt x="261681" y="853676"/>
                  </a:lnTo>
                  <a:lnTo>
                    <a:pt x="304895" y="870663"/>
                  </a:lnTo>
                  <a:lnTo>
                    <a:pt x="350168" y="883133"/>
                  </a:lnTo>
                  <a:lnTo>
                    <a:pt x="397228" y="890816"/>
                  </a:lnTo>
                  <a:lnTo>
                    <a:pt x="445804" y="893437"/>
                  </a:lnTo>
                  <a:lnTo>
                    <a:pt x="494379" y="890816"/>
                  </a:lnTo>
                  <a:lnTo>
                    <a:pt x="541439" y="883133"/>
                  </a:lnTo>
                  <a:lnTo>
                    <a:pt x="586712" y="870663"/>
                  </a:lnTo>
                  <a:lnTo>
                    <a:pt x="629927" y="853676"/>
                  </a:lnTo>
                  <a:lnTo>
                    <a:pt x="670810" y="832447"/>
                  </a:lnTo>
                  <a:lnTo>
                    <a:pt x="709090" y="807246"/>
                  </a:lnTo>
                  <a:lnTo>
                    <a:pt x="744495" y="778347"/>
                  </a:lnTo>
                  <a:lnTo>
                    <a:pt x="776754" y="746022"/>
                  </a:lnTo>
                  <a:lnTo>
                    <a:pt x="805594" y="710544"/>
                  </a:lnTo>
                  <a:lnTo>
                    <a:pt x="830743" y="672185"/>
                  </a:lnTo>
                  <a:lnTo>
                    <a:pt x="851929" y="631218"/>
                  </a:lnTo>
                  <a:lnTo>
                    <a:pt x="868881" y="587916"/>
                  </a:lnTo>
                  <a:lnTo>
                    <a:pt x="881326" y="542550"/>
                  </a:lnTo>
                  <a:lnTo>
                    <a:pt x="888992" y="495393"/>
                  </a:lnTo>
                  <a:lnTo>
                    <a:pt x="891608" y="446718"/>
                  </a:lnTo>
                  <a:lnTo>
                    <a:pt x="888992" y="398043"/>
                  </a:lnTo>
                  <a:lnTo>
                    <a:pt x="881326" y="350886"/>
                  </a:lnTo>
                  <a:lnTo>
                    <a:pt x="868881" y="305520"/>
                  </a:lnTo>
                  <a:lnTo>
                    <a:pt x="851929" y="262217"/>
                  </a:lnTo>
                  <a:lnTo>
                    <a:pt x="830743" y="221250"/>
                  </a:lnTo>
                  <a:lnTo>
                    <a:pt x="805594" y="182892"/>
                  </a:lnTo>
                  <a:lnTo>
                    <a:pt x="776754" y="147414"/>
                  </a:lnTo>
                  <a:lnTo>
                    <a:pt x="744495" y="115089"/>
                  </a:lnTo>
                  <a:lnTo>
                    <a:pt x="709090" y="86190"/>
                  </a:lnTo>
                  <a:lnTo>
                    <a:pt x="670810" y="60990"/>
                  </a:lnTo>
                  <a:lnTo>
                    <a:pt x="629927" y="39760"/>
                  </a:lnTo>
                  <a:lnTo>
                    <a:pt x="586712" y="22773"/>
                  </a:lnTo>
                  <a:lnTo>
                    <a:pt x="541439" y="10303"/>
                  </a:lnTo>
                  <a:lnTo>
                    <a:pt x="494379" y="2621"/>
                  </a:lnTo>
                  <a:lnTo>
                    <a:pt x="44580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6" name="object 116"/>
            <p:cNvSpPr/>
            <p:nvPr/>
          </p:nvSpPr>
          <p:spPr>
            <a:xfrm>
              <a:off x="2239059" y="15997562"/>
              <a:ext cx="892175" cy="893444"/>
            </a:xfrm>
            <a:custGeom>
              <a:avLst/>
              <a:gdLst/>
              <a:ahLst/>
              <a:cxnLst/>
              <a:rect l="l" t="t" r="r" b="b"/>
              <a:pathLst>
                <a:path w="892175" h="893444">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7" name="object 117"/>
            <p:cNvSpPr/>
            <p:nvPr/>
          </p:nvSpPr>
          <p:spPr>
            <a:xfrm>
              <a:off x="1612900" y="15997562"/>
              <a:ext cx="892175" cy="893444"/>
            </a:xfrm>
            <a:custGeom>
              <a:avLst/>
              <a:gdLst/>
              <a:ahLst/>
              <a:cxnLst/>
              <a:rect l="l" t="t" r="r" b="b"/>
              <a:pathLst>
                <a:path w="892175" h="893444">
                  <a:moveTo>
                    <a:pt x="445804" y="0"/>
                  </a:moveTo>
                  <a:lnTo>
                    <a:pt x="397228" y="2621"/>
                  </a:lnTo>
                  <a:lnTo>
                    <a:pt x="350168" y="10303"/>
                  </a:lnTo>
                  <a:lnTo>
                    <a:pt x="304895" y="22773"/>
                  </a:lnTo>
                  <a:lnTo>
                    <a:pt x="261681" y="39760"/>
                  </a:lnTo>
                  <a:lnTo>
                    <a:pt x="220798" y="60990"/>
                  </a:lnTo>
                  <a:lnTo>
                    <a:pt x="182517" y="86190"/>
                  </a:lnTo>
                  <a:lnTo>
                    <a:pt x="147112" y="115089"/>
                  </a:lnTo>
                  <a:lnTo>
                    <a:pt x="114854" y="147414"/>
                  </a:lnTo>
                  <a:lnTo>
                    <a:pt x="86014" y="182892"/>
                  </a:lnTo>
                  <a:lnTo>
                    <a:pt x="60865" y="221250"/>
                  </a:lnTo>
                  <a:lnTo>
                    <a:pt x="39679" y="262217"/>
                  </a:lnTo>
                  <a:lnTo>
                    <a:pt x="22727" y="305520"/>
                  </a:lnTo>
                  <a:lnTo>
                    <a:pt x="10282" y="350886"/>
                  </a:lnTo>
                  <a:lnTo>
                    <a:pt x="2615" y="398043"/>
                  </a:lnTo>
                  <a:lnTo>
                    <a:pt x="0" y="446718"/>
                  </a:lnTo>
                  <a:lnTo>
                    <a:pt x="2615" y="495393"/>
                  </a:lnTo>
                  <a:lnTo>
                    <a:pt x="10282" y="542550"/>
                  </a:lnTo>
                  <a:lnTo>
                    <a:pt x="22727" y="587916"/>
                  </a:lnTo>
                  <a:lnTo>
                    <a:pt x="39679" y="631218"/>
                  </a:lnTo>
                  <a:lnTo>
                    <a:pt x="60865" y="672185"/>
                  </a:lnTo>
                  <a:lnTo>
                    <a:pt x="86014" y="710544"/>
                  </a:lnTo>
                  <a:lnTo>
                    <a:pt x="114854" y="746022"/>
                  </a:lnTo>
                  <a:lnTo>
                    <a:pt x="147112" y="778347"/>
                  </a:lnTo>
                  <a:lnTo>
                    <a:pt x="182517" y="807246"/>
                  </a:lnTo>
                  <a:lnTo>
                    <a:pt x="220798" y="832447"/>
                  </a:lnTo>
                  <a:lnTo>
                    <a:pt x="261681" y="853676"/>
                  </a:lnTo>
                  <a:lnTo>
                    <a:pt x="304895" y="870663"/>
                  </a:lnTo>
                  <a:lnTo>
                    <a:pt x="350168" y="883133"/>
                  </a:lnTo>
                  <a:lnTo>
                    <a:pt x="397228" y="890816"/>
                  </a:lnTo>
                  <a:lnTo>
                    <a:pt x="445804" y="893437"/>
                  </a:lnTo>
                  <a:lnTo>
                    <a:pt x="494379" y="890816"/>
                  </a:lnTo>
                  <a:lnTo>
                    <a:pt x="541439" y="883133"/>
                  </a:lnTo>
                  <a:lnTo>
                    <a:pt x="586712" y="870663"/>
                  </a:lnTo>
                  <a:lnTo>
                    <a:pt x="629927" y="853676"/>
                  </a:lnTo>
                  <a:lnTo>
                    <a:pt x="670810" y="832447"/>
                  </a:lnTo>
                  <a:lnTo>
                    <a:pt x="709090" y="807246"/>
                  </a:lnTo>
                  <a:lnTo>
                    <a:pt x="744495" y="778347"/>
                  </a:lnTo>
                  <a:lnTo>
                    <a:pt x="776754" y="746022"/>
                  </a:lnTo>
                  <a:lnTo>
                    <a:pt x="805594" y="710544"/>
                  </a:lnTo>
                  <a:lnTo>
                    <a:pt x="830743" y="672185"/>
                  </a:lnTo>
                  <a:lnTo>
                    <a:pt x="851929" y="631218"/>
                  </a:lnTo>
                  <a:lnTo>
                    <a:pt x="868881" y="587916"/>
                  </a:lnTo>
                  <a:lnTo>
                    <a:pt x="881326" y="542550"/>
                  </a:lnTo>
                  <a:lnTo>
                    <a:pt x="888992" y="495393"/>
                  </a:lnTo>
                  <a:lnTo>
                    <a:pt x="891608" y="446718"/>
                  </a:lnTo>
                  <a:lnTo>
                    <a:pt x="888992" y="398043"/>
                  </a:lnTo>
                  <a:lnTo>
                    <a:pt x="881326" y="350886"/>
                  </a:lnTo>
                  <a:lnTo>
                    <a:pt x="868881" y="305520"/>
                  </a:lnTo>
                  <a:lnTo>
                    <a:pt x="851929" y="262217"/>
                  </a:lnTo>
                  <a:lnTo>
                    <a:pt x="830743" y="221250"/>
                  </a:lnTo>
                  <a:lnTo>
                    <a:pt x="805594" y="182892"/>
                  </a:lnTo>
                  <a:lnTo>
                    <a:pt x="776754" y="147414"/>
                  </a:lnTo>
                  <a:lnTo>
                    <a:pt x="744495" y="115089"/>
                  </a:lnTo>
                  <a:lnTo>
                    <a:pt x="709090" y="86190"/>
                  </a:lnTo>
                  <a:lnTo>
                    <a:pt x="670810" y="60990"/>
                  </a:lnTo>
                  <a:lnTo>
                    <a:pt x="629927" y="39760"/>
                  </a:lnTo>
                  <a:lnTo>
                    <a:pt x="586712" y="22773"/>
                  </a:lnTo>
                  <a:lnTo>
                    <a:pt x="541439" y="10303"/>
                  </a:lnTo>
                  <a:lnTo>
                    <a:pt x="494379" y="2621"/>
                  </a:lnTo>
                  <a:lnTo>
                    <a:pt x="445804"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8" name="object 118"/>
            <p:cNvSpPr/>
            <p:nvPr/>
          </p:nvSpPr>
          <p:spPr>
            <a:xfrm>
              <a:off x="1612900" y="15997562"/>
              <a:ext cx="892175" cy="893444"/>
            </a:xfrm>
            <a:custGeom>
              <a:avLst/>
              <a:gdLst/>
              <a:ahLst/>
              <a:cxnLst/>
              <a:rect l="l" t="t" r="r" b="b"/>
              <a:pathLst>
                <a:path w="892175" h="893444">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19" name="object 119"/>
          <p:cNvSpPr/>
          <p:nvPr/>
        </p:nvSpPr>
        <p:spPr>
          <a:xfrm>
            <a:off x="2990850" y="7091094"/>
            <a:ext cx="82550" cy="8255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120" name="object 120"/>
          <p:cNvGrpSpPr/>
          <p:nvPr/>
        </p:nvGrpSpPr>
        <p:grpSpPr>
          <a:xfrm>
            <a:off x="1847850" y="7091094"/>
            <a:ext cx="95250" cy="95250"/>
            <a:chOff x="3695700" y="14058900"/>
            <a:chExt cx="190500" cy="190500"/>
          </a:xfrm>
        </p:grpSpPr>
        <p:sp>
          <p:nvSpPr>
            <p:cNvPr id="121" name="object 121"/>
            <p:cNvSpPr/>
            <p:nvPr/>
          </p:nvSpPr>
          <p:spPr>
            <a:xfrm>
              <a:off x="3708400" y="14071600"/>
              <a:ext cx="165100" cy="165100"/>
            </a:xfrm>
            <a:custGeom>
              <a:avLst/>
              <a:gdLst/>
              <a:ahLst/>
              <a:cxnLst/>
              <a:rect l="l" t="t" r="r" b="b"/>
              <a:pathLst>
                <a:path w="165100" h="165100">
                  <a:moveTo>
                    <a:pt x="165100" y="0"/>
                  </a:moveTo>
                  <a:lnTo>
                    <a:pt x="0" y="0"/>
                  </a:lnTo>
                  <a:lnTo>
                    <a:pt x="0" y="165100"/>
                  </a:lnTo>
                  <a:lnTo>
                    <a:pt x="165100" y="165100"/>
                  </a:lnTo>
                  <a:lnTo>
                    <a:pt x="165100"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2" name="object 122"/>
            <p:cNvSpPr/>
            <p:nvPr/>
          </p:nvSpPr>
          <p:spPr>
            <a:xfrm>
              <a:off x="3708400" y="14071600"/>
              <a:ext cx="165100" cy="16510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23" name="object 123"/>
          <p:cNvGrpSpPr/>
          <p:nvPr/>
        </p:nvGrpSpPr>
        <p:grpSpPr>
          <a:xfrm>
            <a:off x="2400300" y="7091094"/>
            <a:ext cx="95250" cy="95250"/>
            <a:chOff x="4800600" y="14058900"/>
            <a:chExt cx="190500" cy="190500"/>
          </a:xfrm>
        </p:grpSpPr>
        <p:sp>
          <p:nvSpPr>
            <p:cNvPr id="124" name="object 124"/>
            <p:cNvSpPr/>
            <p:nvPr/>
          </p:nvSpPr>
          <p:spPr>
            <a:xfrm>
              <a:off x="4813300" y="14071600"/>
              <a:ext cx="165100" cy="165100"/>
            </a:xfrm>
            <a:custGeom>
              <a:avLst/>
              <a:gdLst/>
              <a:ahLst/>
              <a:cxnLst/>
              <a:rect l="l" t="t" r="r" b="b"/>
              <a:pathLst>
                <a:path w="165100" h="165100">
                  <a:moveTo>
                    <a:pt x="165100" y="0"/>
                  </a:moveTo>
                  <a:lnTo>
                    <a:pt x="0" y="0"/>
                  </a:lnTo>
                  <a:lnTo>
                    <a:pt x="0" y="165100"/>
                  </a:lnTo>
                  <a:lnTo>
                    <a:pt x="165100" y="165100"/>
                  </a:lnTo>
                  <a:lnTo>
                    <a:pt x="165100"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5" name="object 125"/>
            <p:cNvSpPr/>
            <p:nvPr/>
          </p:nvSpPr>
          <p:spPr>
            <a:xfrm>
              <a:off x="4813300" y="14071600"/>
              <a:ext cx="165100" cy="165100"/>
            </a:xfrm>
            <a:custGeom>
              <a:avLst/>
              <a:gdLst/>
              <a:ahLst/>
              <a:cxnLst/>
              <a:rect l="l" t="t" r="r" b="b"/>
              <a:pathLst>
                <a:path w="165100" h="165100">
                  <a:moveTo>
                    <a:pt x="0" y="0"/>
                  </a:moveTo>
                  <a:lnTo>
                    <a:pt x="165100" y="0"/>
                  </a:lnTo>
                  <a:lnTo>
                    <a:pt x="165100" y="165100"/>
                  </a:lnTo>
                  <a:lnTo>
                    <a:pt x="0" y="1651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26" name="object 126"/>
          <p:cNvSpPr/>
          <p:nvPr/>
        </p:nvSpPr>
        <p:spPr>
          <a:xfrm>
            <a:off x="4037626" y="1206500"/>
            <a:ext cx="92393" cy="41910"/>
          </a:xfrm>
          <a:custGeom>
            <a:avLst/>
            <a:gdLst/>
            <a:ahLst/>
            <a:cxnLst/>
            <a:rect l="l" t="t" r="r" b="b"/>
            <a:pathLst>
              <a:path w="184784" h="83819">
                <a:moveTo>
                  <a:pt x="232" y="0"/>
                </a:moveTo>
                <a:lnTo>
                  <a:pt x="0" y="83235"/>
                </a:lnTo>
                <a:lnTo>
                  <a:pt x="184715" y="83108"/>
                </a:lnTo>
                <a:lnTo>
                  <a:pt x="170427" y="29159"/>
                </a:lnTo>
                <a:lnTo>
                  <a:pt x="117858" y="4317"/>
                </a:lnTo>
                <a:lnTo>
                  <a:pt x="232" y="0"/>
                </a:lnTo>
                <a:close/>
              </a:path>
            </a:pathLst>
          </a:custGeom>
          <a:solidFill>
            <a:srgbClr val="FFFFFF"/>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7" name="文本框 126"/>
          <p:cNvSpPr txBox="1"/>
          <p:nvPr/>
        </p:nvSpPr>
        <p:spPr>
          <a:xfrm>
            <a:off x="-327872" y="4442369"/>
            <a:ext cx="3356430" cy="275590"/>
          </a:xfrm>
          <a:prstGeom prst="rect">
            <a:avLst/>
          </a:prstGeom>
          <a:noFill/>
        </p:spPr>
        <p:txBody>
          <a:bodyPr wrap="square">
            <a:spAutoFit/>
          </a:bodyPr>
          <a:lstStyle/>
          <a:p>
            <a:pPr marL="2000250">
              <a:lnSpc>
                <a:spcPct val="100000"/>
              </a:lnSpc>
              <a:spcBef>
                <a:spcPts val="650"/>
              </a:spcBef>
            </a:pPr>
            <a:r>
              <a:rPr lang="zh-CN" altLang="en-US" sz="1200" b="1" i="0" spc="-8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① 无爱 </a:t>
            </a:r>
            <a:r>
              <a:rPr lang="en-US" altLang="zh-CN" sz="900" b="1" i="0" spc="-1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Non-</a:t>
            </a:r>
            <a:r>
              <a:rPr lang="en-US" altLang="zh-CN" sz="900" b="1" i="0" spc="-2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love</a:t>
            </a:r>
            <a:endParaRPr lang="en-US" altLang="zh-CN" sz="900" b="1" i="0"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130" name="文本框 129"/>
          <p:cNvSpPr txBox="1"/>
          <p:nvPr/>
        </p:nvSpPr>
        <p:spPr>
          <a:xfrm>
            <a:off x="-324263" y="4689309"/>
            <a:ext cx="3454518" cy="213995"/>
          </a:xfrm>
          <a:prstGeom prst="rect">
            <a:avLst/>
          </a:prstGeom>
          <a:noFill/>
        </p:spPr>
        <p:txBody>
          <a:bodyPr wrap="square">
            <a:spAutoFit/>
          </a:bodyPr>
          <a:lstStyle/>
          <a:p>
            <a:pPr marL="2000250">
              <a:lnSpc>
                <a:spcPct val="100000"/>
              </a:lnSpc>
              <a:spcBef>
                <a:spcPts val="370"/>
              </a:spcBef>
            </a:pPr>
            <a:r>
              <a:rPr lang="zh-CN" altLang="en-US" sz="8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爱情的三个因素都缺失</a:t>
            </a:r>
            <a:endParaRPr lang="zh-CN" altLang="en-US" sz="800" b="0" i="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32" name="文本框 131"/>
          <p:cNvSpPr txBox="1"/>
          <p:nvPr/>
        </p:nvSpPr>
        <p:spPr>
          <a:xfrm>
            <a:off x="1684923" y="5062506"/>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亲</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密</a:t>
            </a:r>
            <a:endParaRPr lang="zh-CN" altLang="en-US" sz="900" dirty="0"/>
          </a:p>
        </p:txBody>
      </p:sp>
      <p:sp>
        <p:nvSpPr>
          <p:cNvPr id="133" name="文本框 132"/>
          <p:cNvSpPr txBox="1"/>
          <p:nvPr/>
        </p:nvSpPr>
        <p:spPr>
          <a:xfrm>
            <a:off x="2229209" y="5062506"/>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激</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情</a:t>
            </a:r>
            <a:endParaRPr lang="zh-CN" altLang="en-US" sz="900" dirty="0"/>
          </a:p>
        </p:txBody>
      </p:sp>
      <p:sp>
        <p:nvSpPr>
          <p:cNvPr id="134" name="文本框 133"/>
          <p:cNvSpPr txBox="1"/>
          <p:nvPr/>
        </p:nvSpPr>
        <p:spPr>
          <a:xfrm>
            <a:off x="2809667" y="5062506"/>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承</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诺</a:t>
            </a:r>
            <a:endParaRPr lang="zh-CN" altLang="en-US" sz="900" dirty="0"/>
          </a:p>
        </p:txBody>
      </p:sp>
      <p:sp>
        <p:nvSpPr>
          <p:cNvPr id="135" name="文本框 134"/>
          <p:cNvSpPr txBox="1"/>
          <p:nvPr/>
        </p:nvSpPr>
        <p:spPr>
          <a:xfrm>
            <a:off x="4572502" y="5079132"/>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亲</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密</a:t>
            </a:r>
            <a:endParaRPr lang="zh-CN" altLang="en-US" sz="900" dirty="0"/>
          </a:p>
        </p:txBody>
      </p:sp>
      <p:sp>
        <p:nvSpPr>
          <p:cNvPr id="136" name="文本框 135"/>
          <p:cNvSpPr txBox="1"/>
          <p:nvPr/>
        </p:nvSpPr>
        <p:spPr>
          <a:xfrm>
            <a:off x="5116788" y="5079132"/>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激</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情</a:t>
            </a:r>
            <a:endParaRPr lang="zh-CN" altLang="en-US" sz="900" dirty="0"/>
          </a:p>
        </p:txBody>
      </p:sp>
      <p:sp>
        <p:nvSpPr>
          <p:cNvPr id="137" name="文本框 136"/>
          <p:cNvSpPr txBox="1"/>
          <p:nvPr/>
        </p:nvSpPr>
        <p:spPr>
          <a:xfrm>
            <a:off x="5690102" y="5087445"/>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承</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诺</a:t>
            </a:r>
            <a:endParaRPr lang="zh-CN" altLang="en-US" sz="900" dirty="0"/>
          </a:p>
        </p:txBody>
      </p:sp>
      <p:sp>
        <p:nvSpPr>
          <p:cNvPr id="138" name="文本框 137"/>
          <p:cNvSpPr txBox="1"/>
          <p:nvPr/>
        </p:nvSpPr>
        <p:spPr>
          <a:xfrm>
            <a:off x="1684923" y="6140680"/>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亲</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密</a:t>
            </a:r>
            <a:endParaRPr lang="zh-CN" altLang="en-US" sz="900" dirty="0"/>
          </a:p>
        </p:txBody>
      </p:sp>
      <p:sp>
        <p:nvSpPr>
          <p:cNvPr id="139" name="文本框 138"/>
          <p:cNvSpPr txBox="1"/>
          <p:nvPr/>
        </p:nvSpPr>
        <p:spPr>
          <a:xfrm>
            <a:off x="2229209" y="6140680"/>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激</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情</a:t>
            </a:r>
            <a:endParaRPr lang="zh-CN" altLang="en-US" sz="900" dirty="0"/>
          </a:p>
        </p:txBody>
      </p:sp>
      <p:sp>
        <p:nvSpPr>
          <p:cNvPr id="140" name="文本框 139"/>
          <p:cNvSpPr txBox="1"/>
          <p:nvPr/>
        </p:nvSpPr>
        <p:spPr>
          <a:xfrm>
            <a:off x="2809667" y="6140680"/>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承</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诺</a:t>
            </a:r>
            <a:endParaRPr lang="zh-CN" altLang="en-US" sz="900" dirty="0"/>
          </a:p>
        </p:txBody>
      </p:sp>
      <p:sp>
        <p:nvSpPr>
          <p:cNvPr id="141" name="文本框 140"/>
          <p:cNvSpPr txBox="1"/>
          <p:nvPr/>
        </p:nvSpPr>
        <p:spPr>
          <a:xfrm>
            <a:off x="4572502" y="6147404"/>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亲</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密</a:t>
            </a:r>
            <a:endParaRPr lang="zh-CN" altLang="en-US" sz="900" dirty="0"/>
          </a:p>
        </p:txBody>
      </p:sp>
      <p:sp>
        <p:nvSpPr>
          <p:cNvPr id="142" name="文本框 141"/>
          <p:cNvSpPr txBox="1"/>
          <p:nvPr/>
        </p:nvSpPr>
        <p:spPr>
          <a:xfrm>
            <a:off x="5116788" y="6147404"/>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激</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情</a:t>
            </a:r>
            <a:endParaRPr lang="zh-CN" altLang="en-US" sz="900" dirty="0"/>
          </a:p>
        </p:txBody>
      </p:sp>
      <p:sp>
        <p:nvSpPr>
          <p:cNvPr id="143" name="文本框 142"/>
          <p:cNvSpPr txBox="1"/>
          <p:nvPr/>
        </p:nvSpPr>
        <p:spPr>
          <a:xfrm>
            <a:off x="5690102" y="6147404"/>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承</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诺</a:t>
            </a:r>
            <a:endParaRPr lang="zh-CN" altLang="en-US" sz="900" dirty="0"/>
          </a:p>
        </p:txBody>
      </p:sp>
      <p:sp>
        <p:nvSpPr>
          <p:cNvPr id="144" name="文本框 143"/>
          <p:cNvSpPr txBox="1"/>
          <p:nvPr/>
        </p:nvSpPr>
        <p:spPr>
          <a:xfrm>
            <a:off x="1684923" y="7190058"/>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亲</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密</a:t>
            </a:r>
            <a:endParaRPr lang="zh-CN" altLang="en-US" sz="900" dirty="0"/>
          </a:p>
        </p:txBody>
      </p:sp>
      <p:sp>
        <p:nvSpPr>
          <p:cNvPr id="145" name="文本框 144"/>
          <p:cNvSpPr txBox="1"/>
          <p:nvPr/>
        </p:nvSpPr>
        <p:spPr>
          <a:xfrm>
            <a:off x="2229209" y="7190058"/>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激</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情</a:t>
            </a:r>
            <a:endParaRPr lang="zh-CN" altLang="en-US" sz="900" dirty="0"/>
          </a:p>
        </p:txBody>
      </p:sp>
      <p:sp>
        <p:nvSpPr>
          <p:cNvPr id="146" name="文本框 145"/>
          <p:cNvSpPr txBox="1"/>
          <p:nvPr/>
        </p:nvSpPr>
        <p:spPr>
          <a:xfrm>
            <a:off x="2809667" y="7190058"/>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承</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诺</a:t>
            </a:r>
            <a:endParaRPr lang="zh-CN" altLang="en-US" sz="900" dirty="0"/>
          </a:p>
        </p:txBody>
      </p:sp>
      <p:sp>
        <p:nvSpPr>
          <p:cNvPr id="147" name="文本框 146"/>
          <p:cNvSpPr txBox="1"/>
          <p:nvPr/>
        </p:nvSpPr>
        <p:spPr>
          <a:xfrm>
            <a:off x="4572502" y="7190058"/>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亲</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密</a:t>
            </a:r>
            <a:endParaRPr lang="zh-CN" altLang="en-US" sz="900" dirty="0"/>
          </a:p>
        </p:txBody>
      </p:sp>
      <p:sp>
        <p:nvSpPr>
          <p:cNvPr id="148" name="文本框 147"/>
          <p:cNvSpPr txBox="1"/>
          <p:nvPr/>
        </p:nvSpPr>
        <p:spPr>
          <a:xfrm>
            <a:off x="5116788" y="7190058"/>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激</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情</a:t>
            </a:r>
            <a:endParaRPr lang="zh-CN" altLang="en-US" sz="900" dirty="0"/>
          </a:p>
        </p:txBody>
      </p:sp>
      <p:sp>
        <p:nvSpPr>
          <p:cNvPr id="149" name="文本框 148"/>
          <p:cNvSpPr txBox="1"/>
          <p:nvPr/>
        </p:nvSpPr>
        <p:spPr>
          <a:xfrm>
            <a:off x="5690102" y="7190058"/>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承</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诺</a:t>
            </a:r>
            <a:endParaRPr lang="zh-CN" altLang="en-US" sz="900" dirty="0"/>
          </a:p>
        </p:txBody>
      </p:sp>
      <p:sp>
        <p:nvSpPr>
          <p:cNvPr id="150" name="文本框 149"/>
          <p:cNvSpPr txBox="1"/>
          <p:nvPr/>
        </p:nvSpPr>
        <p:spPr>
          <a:xfrm>
            <a:off x="1697486" y="8309628"/>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亲</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密</a:t>
            </a:r>
            <a:endParaRPr lang="zh-CN" altLang="en-US" sz="900" dirty="0"/>
          </a:p>
        </p:txBody>
      </p:sp>
      <p:sp>
        <p:nvSpPr>
          <p:cNvPr id="151" name="文本框 150"/>
          <p:cNvSpPr txBox="1"/>
          <p:nvPr/>
        </p:nvSpPr>
        <p:spPr>
          <a:xfrm>
            <a:off x="2241772" y="8309628"/>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激</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情</a:t>
            </a:r>
            <a:endParaRPr lang="zh-CN" altLang="en-US" sz="900" dirty="0"/>
          </a:p>
        </p:txBody>
      </p:sp>
      <p:sp>
        <p:nvSpPr>
          <p:cNvPr id="152" name="文本框 151"/>
          <p:cNvSpPr txBox="1"/>
          <p:nvPr/>
        </p:nvSpPr>
        <p:spPr>
          <a:xfrm>
            <a:off x="2822230" y="8309628"/>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承</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诺</a:t>
            </a:r>
            <a:endParaRPr lang="zh-CN" altLang="en-US" sz="900" dirty="0"/>
          </a:p>
        </p:txBody>
      </p:sp>
      <p:sp>
        <p:nvSpPr>
          <p:cNvPr id="153" name="文本框 152"/>
          <p:cNvSpPr txBox="1"/>
          <p:nvPr/>
        </p:nvSpPr>
        <p:spPr>
          <a:xfrm>
            <a:off x="4585065" y="8309628"/>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亲</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密</a:t>
            </a:r>
            <a:endParaRPr lang="zh-CN" altLang="en-US" sz="900" dirty="0"/>
          </a:p>
        </p:txBody>
      </p:sp>
      <p:sp>
        <p:nvSpPr>
          <p:cNvPr id="154" name="文本框 153"/>
          <p:cNvSpPr txBox="1"/>
          <p:nvPr/>
        </p:nvSpPr>
        <p:spPr>
          <a:xfrm>
            <a:off x="5129351" y="8309628"/>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激</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情</a:t>
            </a:r>
            <a:endParaRPr lang="zh-CN" altLang="en-US" sz="900" dirty="0"/>
          </a:p>
        </p:txBody>
      </p:sp>
      <p:sp>
        <p:nvSpPr>
          <p:cNvPr id="155" name="文本框 154"/>
          <p:cNvSpPr txBox="1"/>
          <p:nvPr/>
        </p:nvSpPr>
        <p:spPr>
          <a:xfrm>
            <a:off x="5702665" y="8309628"/>
            <a:ext cx="446089" cy="229870"/>
          </a:xfrm>
          <a:prstGeom prst="rect">
            <a:avLst/>
          </a:prstGeom>
          <a:noFill/>
        </p:spPr>
        <p:txBody>
          <a:bodyPr wrap="square">
            <a:spAutoFit/>
          </a:bodyPr>
          <a:lstStyle/>
          <a:p>
            <a:r>
              <a:rPr lang="zh-CN" altLang="en-US" sz="900" b="0" i="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承</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诺</a:t>
            </a:r>
            <a:endParaRPr lang="zh-CN" altLang="en-US" sz="900" dirty="0"/>
          </a:p>
        </p:txBody>
      </p:sp>
      <p:sp>
        <p:nvSpPr>
          <p:cNvPr id="157" name="文本框 156"/>
          <p:cNvSpPr txBox="1"/>
          <p:nvPr/>
        </p:nvSpPr>
        <p:spPr>
          <a:xfrm>
            <a:off x="2200853" y="4368714"/>
            <a:ext cx="3454518" cy="369570"/>
          </a:xfrm>
          <a:prstGeom prst="rect">
            <a:avLst/>
          </a:prstGeom>
          <a:noFill/>
        </p:spPr>
        <p:txBody>
          <a:bodyPr wrap="square">
            <a:spAutoFit/>
          </a:bodyPr>
          <a:lstStyle/>
          <a:p>
            <a:pPr marL="2241550">
              <a:lnSpc>
                <a:spcPts val="2170"/>
              </a:lnSpc>
            </a:pPr>
            <a:r>
              <a:rPr lang="zh-CN" altLang="en-US" sz="1200" b="1" i="0" spc="1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② 喜欢 </a:t>
            </a:r>
            <a:r>
              <a:rPr lang="en-US" altLang="zh-CN" sz="900" b="1" i="0" spc="-1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Liking</a:t>
            </a:r>
            <a:endParaRPr lang="en-US" altLang="zh-CN" sz="900" b="1" i="0"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159" name="文本框 158"/>
          <p:cNvSpPr txBox="1"/>
          <p:nvPr/>
        </p:nvSpPr>
        <p:spPr>
          <a:xfrm>
            <a:off x="2189294" y="4681197"/>
            <a:ext cx="4299526" cy="213995"/>
          </a:xfrm>
          <a:prstGeom prst="rect">
            <a:avLst/>
          </a:prstGeom>
          <a:noFill/>
        </p:spPr>
        <p:txBody>
          <a:bodyPr wrap="square">
            <a:spAutoFit/>
          </a:bodyPr>
          <a:lstStyle/>
          <a:p>
            <a:pPr marL="2241550">
              <a:lnSpc>
                <a:spcPct val="100000"/>
              </a:lnSpc>
              <a:spcBef>
                <a:spcPts val="180"/>
              </a:spcBef>
            </a:pPr>
            <a:r>
              <a:rPr lang="zh-CN" altLang="en-US" sz="800" b="0" i="0" spc="-1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只体验到亲密，而缺乏激情和</a:t>
            </a:r>
            <a:r>
              <a:rPr lang="zh-CN" altLang="en-US" sz="8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承诺的因素</a:t>
            </a:r>
            <a:endParaRPr lang="zh-CN" altLang="en-US" sz="800" b="0" i="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61" name="文本框 160"/>
          <p:cNvSpPr txBox="1"/>
          <p:nvPr/>
        </p:nvSpPr>
        <p:spPr>
          <a:xfrm>
            <a:off x="-344985" y="5393987"/>
            <a:ext cx="3747289" cy="408940"/>
          </a:xfrm>
          <a:prstGeom prst="rect">
            <a:avLst/>
          </a:prstGeom>
          <a:noFill/>
        </p:spPr>
        <p:txBody>
          <a:bodyPr wrap="square">
            <a:spAutoFit/>
          </a:bodyPr>
          <a:lstStyle/>
          <a:p>
            <a:pPr marL="2000250">
              <a:lnSpc>
                <a:spcPts val="2480"/>
              </a:lnSpc>
            </a:pPr>
            <a:r>
              <a:rPr lang="zh-CN" altLang="en-US" sz="1200" b="1" i="0" spc="-2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③ 迷恋 </a:t>
            </a:r>
            <a:r>
              <a:rPr lang="en-US" altLang="zh-CN" sz="900" b="1" i="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Infatuated</a:t>
            </a:r>
            <a:r>
              <a:rPr lang="en-US" altLang="zh-CN" sz="900" b="1" i="0" spc="2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lang="en-US" altLang="zh-CN" sz="900" b="1" i="0" spc="-2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love</a:t>
            </a:r>
            <a:endParaRPr lang="en-US" altLang="zh-CN" sz="900" b="1" i="0"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163" name="文本框 162"/>
          <p:cNvSpPr txBox="1"/>
          <p:nvPr/>
        </p:nvSpPr>
        <p:spPr>
          <a:xfrm>
            <a:off x="-399758" y="5763169"/>
            <a:ext cx="4065638" cy="213995"/>
          </a:xfrm>
          <a:prstGeom prst="rect">
            <a:avLst/>
          </a:prstGeom>
          <a:noFill/>
        </p:spPr>
        <p:txBody>
          <a:bodyPr wrap="square">
            <a:spAutoFit/>
          </a:bodyPr>
          <a:lstStyle/>
          <a:p>
            <a:pPr marL="2000250" marR="0" lvl="0" indent="0" defTabSz="914400" eaLnBrk="1" fontAlgn="auto" latinLnBrk="0" hangingPunct="1">
              <a:lnSpc>
                <a:spcPct val="100000"/>
              </a:lnSpc>
              <a:spcBef>
                <a:spcPts val="320"/>
              </a:spcBef>
              <a:spcAft>
                <a:spcPts val="0"/>
              </a:spcAft>
              <a:buClrTx/>
              <a:buSzTx/>
              <a:buFontTx/>
              <a:buNone/>
              <a:defRPr/>
            </a:pPr>
            <a:r>
              <a:rPr lang="zh-CN" altLang="en-US" sz="800" b="0" i="0" spc="-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只体验到激情，而缺失另外两个</a:t>
            </a:r>
            <a:r>
              <a:rPr lang="zh-CN" altLang="en-US" sz="8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爱情要素。</a:t>
            </a:r>
            <a:endParaRPr lang="zh-CN" altLang="en-US" sz="800" b="0" i="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65" name="文本框 164"/>
          <p:cNvSpPr txBox="1"/>
          <p:nvPr/>
        </p:nvSpPr>
        <p:spPr>
          <a:xfrm>
            <a:off x="2206614" y="5494527"/>
            <a:ext cx="4150382" cy="275590"/>
          </a:xfrm>
          <a:prstGeom prst="rect">
            <a:avLst/>
          </a:prstGeom>
          <a:noFill/>
        </p:spPr>
        <p:txBody>
          <a:bodyPr wrap="square">
            <a:spAutoFit/>
          </a:bodyPr>
          <a:lstStyle/>
          <a:p>
            <a:pPr marL="2241550">
              <a:lnSpc>
                <a:spcPct val="100000"/>
              </a:lnSpc>
            </a:pPr>
            <a:r>
              <a:rPr lang="zh-CN" altLang="en-US" sz="1200" b="1" i="0" spc="6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➃ 空洞之爱 </a:t>
            </a:r>
            <a:r>
              <a:rPr lang="en-US" altLang="zh-CN" sz="900" b="1" i="0" spc="5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Empty</a:t>
            </a:r>
            <a:r>
              <a:rPr lang="en-US" altLang="zh-CN" sz="900" b="1" i="0" spc="-11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lang="en-US" altLang="zh-CN" sz="900" b="1" i="0" spc="-2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love</a:t>
            </a:r>
            <a:endParaRPr lang="en-US" altLang="zh-CN" sz="900" b="1" i="0"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167" name="文本框 166"/>
          <p:cNvSpPr txBox="1"/>
          <p:nvPr/>
        </p:nvSpPr>
        <p:spPr>
          <a:xfrm>
            <a:off x="2218449" y="5713100"/>
            <a:ext cx="4942020" cy="375920"/>
          </a:xfrm>
          <a:prstGeom prst="rect">
            <a:avLst/>
          </a:prstGeom>
          <a:noFill/>
        </p:spPr>
        <p:txBody>
          <a:bodyPr wrap="square">
            <a:spAutoFit/>
          </a:bodyPr>
          <a:lstStyle/>
          <a:p>
            <a:pPr marL="2241550" marR="615315">
              <a:lnSpc>
                <a:spcPct val="116000"/>
              </a:lnSpc>
              <a:spcBef>
                <a:spcPts val="40"/>
              </a:spcBef>
            </a:pPr>
            <a:r>
              <a:rPr lang="zh-CN" altLang="en-US" sz="800" b="0" i="0" spc="-1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一个人爱并且承诺爱别人，却</a:t>
            </a:r>
            <a:r>
              <a:rPr lang="zh-CN" altLang="en-US" sz="8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缺乏爱情的亲密和激情因素。</a:t>
            </a:r>
            <a:endParaRPr lang="zh-CN" altLang="en-US" sz="800" b="0" i="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70" name="文本框 169"/>
          <p:cNvSpPr txBox="1"/>
          <p:nvPr/>
        </p:nvSpPr>
        <p:spPr>
          <a:xfrm>
            <a:off x="3291562" y="2470868"/>
            <a:ext cx="478499" cy="213995"/>
          </a:xfrm>
          <a:prstGeom prst="rect">
            <a:avLst/>
          </a:prstGeom>
          <a:noFill/>
        </p:spPr>
        <p:txBody>
          <a:bodyPr wrap="square">
            <a:spAutoFit/>
          </a:bodyPr>
          <a:lstStyle/>
          <a:p>
            <a:r>
              <a:rPr lang="zh-CN" altLang="en-US" sz="800" b="1" i="0" spc="0"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层面</a:t>
            </a:r>
            <a:endParaRPr lang="zh-CN" altLang="en-US" sz="800" dirty="0"/>
          </a:p>
        </p:txBody>
      </p:sp>
      <p:sp>
        <p:nvSpPr>
          <p:cNvPr id="172" name="文本框 171"/>
          <p:cNvSpPr txBox="1"/>
          <p:nvPr/>
        </p:nvSpPr>
        <p:spPr>
          <a:xfrm>
            <a:off x="-365742" y="6582390"/>
            <a:ext cx="4126455" cy="275590"/>
          </a:xfrm>
          <a:prstGeom prst="rect">
            <a:avLst/>
          </a:prstGeom>
          <a:noFill/>
        </p:spPr>
        <p:txBody>
          <a:bodyPr wrap="square">
            <a:spAutoFit/>
          </a:bodyPr>
          <a:lstStyle/>
          <a:p>
            <a:pPr marL="2000250">
              <a:lnSpc>
                <a:spcPct val="100000"/>
              </a:lnSpc>
            </a:pPr>
            <a:r>
              <a:rPr lang="en-US" altLang="zh-CN" sz="1200" b="1" i="0" spc="-2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⑤</a:t>
            </a:r>
            <a:r>
              <a:rPr lang="zh-CN" altLang="en-US" sz="1200" b="1" i="0" spc="-2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浪漫之爱 </a:t>
            </a:r>
            <a:r>
              <a:rPr lang="en-US" altLang="zh-CN" sz="900" b="1" i="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Romantic</a:t>
            </a:r>
            <a:r>
              <a:rPr lang="en-US" altLang="zh-CN" sz="900" b="1" i="0" spc="3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lang="en-US" altLang="zh-CN" sz="900" b="1" i="0" spc="-2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love</a:t>
            </a:r>
            <a:endParaRPr lang="en-US" altLang="zh-CN" sz="900" b="1" i="0"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174" name="文本框 173"/>
          <p:cNvSpPr txBox="1"/>
          <p:nvPr/>
        </p:nvSpPr>
        <p:spPr>
          <a:xfrm>
            <a:off x="-346269" y="6829369"/>
            <a:ext cx="3138759" cy="213995"/>
          </a:xfrm>
          <a:prstGeom prst="rect">
            <a:avLst/>
          </a:prstGeom>
          <a:noFill/>
        </p:spPr>
        <p:txBody>
          <a:bodyPr wrap="square">
            <a:spAutoFit/>
          </a:bodyPr>
          <a:lstStyle/>
          <a:p>
            <a:pPr marL="2000250">
              <a:lnSpc>
                <a:spcPct val="100000"/>
              </a:lnSpc>
              <a:spcBef>
                <a:spcPts val="365"/>
              </a:spcBef>
            </a:pPr>
            <a:r>
              <a:rPr lang="zh-CN" altLang="en-US" sz="8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亲密与激情因素的组合。</a:t>
            </a:r>
            <a:endParaRPr lang="zh-CN" altLang="en-US" sz="800" b="0" i="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76" name="文本框 175"/>
          <p:cNvSpPr txBox="1"/>
          <p:nvPr/>
        </p:nvSpPr>
        <p:spPr>
          <a:xfrm>
            <a:off x="2197664" y="6592602"/>
            <a:ext cx="6714160" cy="275590"/>
          </a:xfrm>
          <a:prstGeom prst="rect">
            <a:avLst/>
          </a:prstGeom>
          <a:noFill/>
        </p:spPr>
        <p:txBody>
          <a:bodyPr wrap="square">
            <a:spAutoFit/>
          </a:bodyPr>
          <a:lstStyle/>
          <a:p>
            <a:pPr marL="2241550">
              <a:lnSpc>
                <a:spcPct val="100000"/>
              </a:lnSpc>
            </a:pPr>
            <a:r>
              <a:rPr lang="zh-CN" altLang="en-US" sz="1200" b="1" i="0" spc="-2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⑥伴侣之爱 </a:t>
            </a:r>
            <a:r>
              <a:rPr lang="en-US" altLang="zh-CN" sz="900" b="1" i="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Companionate</a:t>
            </a:r>
            <a:r>
              <a:rPr lang="en-US" altLang="zh-CN" sz="900" b="1" i="0" spc="5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lang="en-US" altLang="zh-CN" sz="900" b="1" i="0" spc="-2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love</a:t>
            </a:r>
            <a:endParaRPr lang="en-US" altLang="zh-CN" sz="900" b="1" i="0"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178" name="文本框 177"/>
          <p:cNvSpPr txBox="1"/>
          <p:nvPr/>
        </p:nvSpPr>
        <p:spPr>
          <a:xfrm>
            <a:off x="4458701" y="6834943"/>
            <a:ext cx="2511799" cy="213995"/>
          </a:xfrm>
          <a:prstGeom prst="rect">
            <a:avLst/>
          </a:prstGeom>
          <a:noFill/>
        </p:spPr>
        <p:txBody>
          <a:bodyPr wrap="square">
            <a:spAutoFit/>
          </a:bodyPr>
          <a:lstStyle/>
          <a:p>
            <a:pPr marL="0" marR="0" lvl="0" indent="0" algn="l" defTabSz="685800" rtl="0" eaLnBrk="1" fontAlgn="auto" latinLnBrk="0" hangingPunct="1">
              <a:lnSpc>
                <a:spcPct val="100000"/>
              </a:lnSpc>
              <a:spcBef>
                <a:spcPts val="50"/>
              </a:spcBef>
              <a:spcAft>
                <a:spcPts val="0"/>
              </a:spcAft>
              <a:buClrTx/>
              <a:buSzTx/>
              <a:buFontTx/>
              <a:buNone/>
              <a:defRPr/>
            </a:pPr>
            <a:r>
              <a:rPr lang="zh-CN" altLang="en-US" sz="8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亲密和承诺因素的组合。</a:t>
            </a:r>
            <a:endParaRPr lang="zh-CN" altLang="en-US" sz="800" b="0" i="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80" name="文本框 179"/>
          <p:cNvSpPr txBox="1"/>
          <p:nvPr/>
        </p:nvSpPr>
        <p:spPr>
          <a:xfrm>
            <a:off x="-399758" y="7647463"/>
            <a:ext cx="3802062" cy="275590"/>
          </a:xfrm>
          <a:prstGeom prst="rect">
            <a:avLst/>
          </a:prstGeom>
          <a:noFill/>
        </p:spPr>
        <p:txBody>
          <a:bodyPr wrap="square">
            <a:spAutoFit/>
          </a:bodyPr>
          <a:lstStyle/>
          <a:p>
            <a:pPr marL="2000250">
              <a:lnSpc>
                <a:spcPct val="100000"/>
              </a:lnSpc>
            </a:pPr>
            <a:r>
              <a:rPr lang="zh-CN" altLang="en-US" sz="1200" b="1" i="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⑦ 愚昧之爱 </a:t>
            </a:r>
            <a:r>
              <a:rPr lang="en-US" altLang="zh-CN" sz="900" b="1" i="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Fatuous</a:t>
            </a:r>
            <a:r>
              <a:rPr lang="en-US" altLang="zh-CN" sz="900" b="1" i="0" spc="1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lang="en-US" altLang="zh-CN" sz="900" b="1" i="0" spc="-2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love</a:t>
            </a:r>
            <a:endParaRPr lang="en-US" altLang="zh-CN" sz="900" b="1" i="0"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182" name="文本框 181"/>
          <p:cNvSpPr txBox="1"/>
          <p:nvPr/>
        </p:nvSpPr>
        <p:spPr>
          <a:xfrm>
            <a:off x="-433303" y="7876741"/>
            <a:ext cx="4031622" cy="213995"/>
          </a:xfrm>
          <a:prstGeom prst="rect">
            <a:avLst/>
          </a:prstGeom>
          <a:noFill/>
        </p:spPr>
        <p:txBody>
          <a:bodyPr wrap="square">
            <a:spAutoFit/>
          </a:bodyPr>
          <a:lstStyle/>
          <a:p>
            <a:pPr marL="2000250" marR="0" lvl="0" indent="0" defTabSz="914400" eaLnBrk="1" fontAlgn="auto" latinLnBrk="0" hangingPunct="1">
              <a:lnSpc>
                <a:spcPct val="100000"/>
              </a:lnSpc>
              <a:spcBef>
                <a:spcPts val="365"/>
              </a:spcBef>
              <a:spcAft>
                <a:spcPts val="0"/>
              </a:spcAft>
              <a:buClrTx/>
              <a:buSzTx/>
              <a:buFontTx/>
              <a:buNone/>
              <a:defRPr/>
            </a:pPr>
            <a:r>
              <a:rPr lang="zh-CN" altLang="en-US" sz="800" b="0" i="0" spc="-15"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激情和承诺的组合，而缺少亲</a:t>
            </a:r>
            <a:r>
              <a:rPr lang="zh-CN" altLang="en-US" sz="8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密这个因素。</a:t>
            </a:r>
            <a:endParaRPr lang="zh-CN" altLang="en-US" sz="800" b="0" i="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84" name="文本框 183"/>
          <p:cNvSpPr txBox="1"/>
          <p:nvPr/>
        </p:nvSpPr>
        <p:spPr>
          <a:xfrm>
            <a:off x="4436651" y="7647078"/>
            <a:ext cx="2052169" cy="275590"/>
          </a:xfrm>
          <a:prstGeom prst="rect">
            <a:avLst/>
          </a:prstGeom>
          <a:noFill/>
        </p:spPr>
        <p:txBody>
          <a:bodyPr wrap="square">
            <a:spAutoFit/>
          </a:bodyPr>
          <a:lstStyle/>
          <a:p>
            <a:r>
              <a:rPr lang="zh-CN" altLang="en-US" sz="1200" b="1" i="0" spc="6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⑧完美之爱 </a:t>
            </a:r>
            <a:r>
              <a:rPr lang="en-US" altLang="zh-CN" sz="900" b="1" i="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Consummate </a:t>
            </a:r>
            <a:r>
              <a:rPr lang="en-US" altLang="zh-CN" sz="900" b="1" i="0" spc="-7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love</a:t>
            </a:r>
            <a:endParaRPr lang="zh-CN" altLang="en-US" sz="900" dirty="0"/>
          </a:p>
        </p:txBody>
      </p:sp>
      <p:sp>
        <p:nvSpPr>
          <p:cNvPr id="186" name="文本框 185"/>
          <p:cNvSpPr txBox="1"/>
          <p:nvPr/>
        </p:nvSpPr>
        <p:spPr>
          <a:xfrm>
            <a:off x="2218449" y="7860584"/>
            <a:ext cx="4434788" cy="232410"/>
          </a:xfrm>
          <a:prstGeom prst="rect">
            <a:avLst/>
          </a:prstGeom>
          <a:noFill/>
        </p:spPr>
        <p:txBody>
          <a:bodyPr wrap="square">
            <a:spAutoFit/>
          </a:bodyPr>
          <a:lstStyle/>
          <a:p>
            <a:pPr marL="2266950" marR="388620" indent="-25400" algn="just">
              <a:lnSpc>
                <a:spcPct val="115000"/>
              </a:lnSpc>
              <a:spcBef>
                <a:spcPts val="1960"/>
              </a:spcBef>
            </a:pPr>
            <a:r>
              <a:rPr lang="zh-CN" altLang="en-US" sz="800" b="0" i="0" spc="-3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完整的爱，来自三个爱情因素的</a:t>
            </a:r>
            <a:r>
              <a:rPr lang="zh-CN" altLang="en-US" sz="8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组合。</a:t>
            </a:r>
          </a:p>
        </p:txBody>
      </p:sp>
      <p:sp>
        <p:nvSpPr>
          <p:cNvPr id="188" name="文本框 187"/>
          <p:cNvSpPr txBox="1"/>
          <p:nvPr/>
        </p:nvSpPr>
        <p:spPr>
          <a:xfrm>
            <a:off x="3304217" y="2820552"/>
            <a:ext cx="361663" cy="183515"/>
          </a:xfrm>
          <a:prstGeom prst="rect">
            <a:avLst/>
          </a:prstGeom>
          <a:noFill/>
        </p:spPr>
        <p:txBody>
          <a:bodyPr wrap="square">
            <a:spAutoFit/>
          </a:bodyPr>
          <a:lstStyle/>
          <a:p>
            <a:r>
              <a:rPr lang="zh-CN" altLang="en-US" sz="600" b="0" i="0" spc="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 情感</a:t>
            </a:r>
            <a:endParaRPr lang="zh-CN" altLang="en-US" sz="1400" dirty="0"/>
          </a:p>
        </p:txBody>
      </p:sp>
      <p:sp>
        <p:nvSpPr>
          <p:cNvPr id="189" name="文本框 188"/>
          <p:cNvSpPr txBox="1"/>
          <p:nvPr/>
        </p:nvSpPr>
        <p:spPr>
          <a:xfrm>
            <a:off x="3304217" y="3220225"/>
            <a:ext cx="535146" cy="183515"/>
          </a:xfrm>
          <a:prstGeom prst="rect">
            <a:avLst/>
          </a:prstGeom>
          <a:noFill/>
        </p:spPr>
        <p:txBody>
          <a:bodyPr wrap="square">
            <a:spAutoFit/>
          </a:bodyPr>
          <a:lstStyle/>
          <a:p>
            <a:pPr marR="182880" algn="r">
              <a:lnSpc>
                <a:spcPct val="100000"/>
              </a:lnSpc>
              <a:spcBef>
                <a:spcPts val="1650"/>
              </a:spcBef>
            </a:pPr>
            <a:r>
              <a:rPr lang="zh-CN" altLang="en-US" sz="600" b="0" i="0" spc="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动机</a:t>
            </a:r>
            <a:endParaRPr lang="zh-CN" altLang="en-US" sz="600" b="0" i="0" spc="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90" name="文本框 189"/>
          <p:cNvSpPr txBox="1"/>
          <p:nvPr/>
        </p:nvSpPr>
        <p:spPr>
          <a:xfrm>
            <a:off x="3304217" y="3606718"/>
            <a:ext cx="535146" cy="183515"/>
          </a:xfrm>
          <a:prstGeom prst="rect">
            <a:avLst/>
          </a:prstGeom>
          <a:noFill/>
        </p:spPr>
        <p:txBody>
          <a:bodyPr wrap="square">
            <a:spAutoFit/>
          </a:bodyPr>
          <a:lstStyle/>
          <a:p>
            <a:pPr marR="182880" algn="r">
              <a:lnSpc>
                <a:spcPct val="100000"/>
              </a:lnSpc>
            </a:pPr>
            <a:r>
              <a:rPr lang="zh-CN" altLang="en-US" sz="600" b="0" i="0" spc="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认知</a:t>
            </a:r>
            <a:endParaRPr lang="zh-CN" altLang="en-US" sz="600" b="0" i="0" spc="0" dirty="0">
              <a:latin typeface="江城圆体 400W" panose="020B0800000000000000" pitchFamily="34" charset="-128"/>
              <a:ea typeface="江城圆体 400W" panose="020B0800000000000000" pitchFamily="34" charset="-128"/>
              <a:cs typeface="PMingLiU" panose="02020500000000000000" charset="-12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grpSp>
        <p:nvGrpSpPr>
          <p:cNvPr id="3" name="object 3"/>
          <p:cNvGrpSpPr/>
          <p:nvPr/>
        </p:nvGrpSpPr>
        <p:grpSpPr>
          <a:xfrm>
            <a:off x="782364" y="5216525"/>
            <a:ext cx="829310" cy="781050"/>
            <a:chOff x="1564727" y="10433050"/>
            <a:chExt cx="1658620" cy="1562100"/>
          </a:xfrm>
        </p:grpSpPr>
        <p:sp>
          <p:nvSpPr>
            <p:cNvPr id="4" name="object 4"/>
            <p:cNvSpPr/>
            <p:nvPr/>
          </p:nvSpPr>
          <p:spPr>
            <a:xfrm>
              <a:off x="1951639" y="10452100"/>
              <a:ext cx="876300" cy="876300"/>
            </a:xfrm>
            <a:custGeom>
              <a:avLst/>
              <a:gdLst/>
              <a:ahLst/>
              <a:cxnLst/>
              <a:rect l="l" t="t" r="r" b="b"/>
              <a:pathLst>
                <a:path w="876300" h="876300">
                  <a:moveTo>
                    <a:pt x="437931" y="0"/>
                  </a:moveTo>
                  <a:lnTo>
                    <a:pt x="390214" y="2569"/>
                  </a:lnTo>
                  <a:lnTo>
                    <a:pt x="343985" y="10100"/>
                  </a:lnTo>
                  <a:lnTo>
                    <a:pt x="299511" y="22326"/>
                  </a:lnTo>
                  <a:lnTo>
                    <a:pt x="257060" y="38978"/>
                  </a:lnTo>
                  <a:lnTo>
                    <a:pt x="216899" y="59790"/>
                  </a:lnTo>
                  <a:lnTo>
                    <a:pt x="179295" y="84495"/>
                  </a:lnTo>
                  <a:lnTo>
                    <a:pt x="144514" y="112825"/>
                  </a:lnTo>
                  <a:lnTo>
                    <a:pt x="112825" y="144514"/>
                  </a:lnTo>
                  <a:lnTo>
                    <a:pt x="84495" y="179295"/>
                  </a:lnTo>
                  <a:lnTo>
                    <a:pt x="59790" y="216899"/>
                  </a:lnTo>
                  <a:lnTo>
                    <a:pt x="38978" y="257060"/>
                  </a:lnTo>
                  <a:lnTo>
                    <a:pt x="22326" y="299511"/>
                  </a:lnTo>
                  <a:lnTo>
                    <a:pt x="10100" y="343985"/>
                  </a:lnTo>
                  <a:lnTo>
                    <a:pt x="2569" y="390214"/>
                  </a:lnTo>
                  <a:lnTo>
                    <a:pt x="0" y="437931"/>
                  </a:lnTo>
                  <a:lnTo>
                    <a:pt x="2569" y="485648"/>
                  </a:lnTo>
                  <a:lnTo>
                    <a:pt x="10100" y="531878"/>
                  </a:lnTo>
                  <a:lnTo>
                    <a:pt x="22326" y="576351"/>
                  </a:lnTo>
                  <a:lnTo>
                    <a:pt x="38978" y="618802"/>
                  </a:lnTo>
                  <a:lnTo>
                    <a:pt x="59790" y="658963"/>
                  </a:lnTo>
                  <a:lnTo>
                    <a:pt x="84495" y="696567"/>
                  </a:lnTo>
                  <a:lnTo>
                    <a:pt x="112825" y="731347"/>
                  </a:lnTo>
                  <a:lnTo>
                    <a:pt x="144514" y="763036"/>
                  </a:lnTo>
                  <a:lnTo>
                    <a:pt x="179295" y="791366"/>
                  </a:lnTo>
                  <a:lnTo>
                    <a:pt x="216899" y="816071"/>
                  </a:lnTo>
                  <a:lnTo>
                    <a:pt x="257060" y="836883"/>
                  </a:lnTo>
                  <a:lnTo>
                    <a:pt x="299511" y="853535"/>
                  </a:lnTo>
                  <a:lnTo>
                    <a:pt x="343985" y="865761"/>
                  </a:lnTo>
                  <a:lnTo>
                    <a:pt x="390214" y="873292"/>
                  </a:lnTo>
                  <a:lnTo>
                    <a:pt x="437931" y="875861"/>
                  </a:lnTo>
                  <a:lnTo>
                    <a:pt x="485648" y="873292"/>
                  </a:lnTo>
                  <a:lnTo>
                    <a:pt x="531878" y="865761"/>
                  </a:lnTo>
                  <a:lnTo>
                    <a:pt x="576351" y="853535"/>
                  </a:lnTo>
                  <a:lnTo>
                    <a:pt x="618802" y="836883"/>
                  </a:lnTo>
                  <a:lnTo>
                    <a:pt x="658963" y="816071"/>
                  </a:lnTo>
                  <a:lnTo>
                    <a:pt x="696567" y="791366"/>
                  </a:lnTo>
                  <a:lnTo>
                    <a:pt x="731347" y="763036"/>
                  </a:lnTo>
                  <a:lnTo>
                    <a:pt x="763036" y="731347"/>
                  </a:lnTo>
                  <a:lnTo>
                    <a:pt x="791366" y="696567"/>
                  </a:lnTo>
                  <a:lnTo>
                    <a:pt x="816071" y="658963"/>
                  </a:lnTo>
                  <a:lnTo>
                    <a:pt x="836883" y="618802"/>
                  </a:lnTo>
                  <a:lnTo>
                    <a:pt x="853535" y="576351"/>
                  </a:lnTo>
                  <a:lnTo>
                    <a:pt x="865761" y="531878"/>
                  </a:lnTo>
                  <a:lnTo>
                    <a:pt x="873292" y="485648"/>
                  </a:lnTo>
                  <a:lnTo>
                    <a:pt x="875861" y="437931"/>
                  </a:lnTo>
                  <a:lnTo>
                    <a:pt x="873292" y="390214"/>
                  </a:lnTo>
                  <a:lnTo>
                    <a:pt x="865761" y="343985"/>
                  </a:lnTo>
                  <a:lnTo>
                    <a:pt x="853535" y="299511"/>
                  </a:lnTo>
                  <a:lnTo>
                    <a:pt x="836883" y="257060"/>
                  </a:lnTo>
                  <a:lnTo>
                    <a:pt x="816071" y="216899"/>
                  </a:lnTo>
                  <a:lnTo>
                    <a:pt x="791366" y="179295"/>
                  </a:lnTo>
                  <a:lnTo>
                    <a:pt x="763036" y="144514"/>
                  </a:lnTo>
                  <a:lnTo>
                    <a:pt x="731347" y="112825"/>
                  </a:lnTo>
                  <a:lnTo>
                    <a:pt x="696567" y="84495"/>
                  </a:lnTo>
                  <a:lnTo>
                    <a:pt x="658963" y="59790"/>
                  </a:lnTo>
                  <a:lnTo>
                    <a:pt x="618802" y="38978"/>
                  </a:lnTo>
                  <a:lnTo>
                    <a:pt x="576351" y="22326"/>
                  </a:lnTo>
                  <a:lnTo>
                    <a:pt x="531878" y="10100"/>
                  </a:lnTo>
                  <a:lnTo>
                    <a:pt x="485648" y="2569"/>
                  </a:lnTo>
                  <a:lnTo>
                    <a:pt x="437931"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 name="object 5"/>
            <p:cNvSpPr/>
            <p:nvPr/>
          </p:nvSpPr>
          <p:spPr>
            <a:xfrm>
              <a:off x="1951639" y="10452100"/>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 name="object 6"/>
            <p:cNvSpPr/>
            <p:nvPr/>
          </p:nvSpPr>
          <p:spPr>
            <a:xfrm>
              <a:off x="2328260" y="11100238"/>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 name="object 7"/>
            <p:cNvSpPr/>
            <p:nvPr/>
          </p:nvSpPr>
          <p:spPr>
            <a:xfrm>
              <a:off x="1583777" y="11100238"/>
              <a:ext cx="876300" cy="876300"/>
            </a:xfrm>
            <a:custGeom>
              <a:avLst/>
              <a:gdLst/>
              <a:ahLst/>
              <a:cxnLst/>
              <a:rect l="l" t="t" r="r" b="b"/>
              <a:pathLst>
                <a:path w="876300" h="876300">
                  <a:moveTo>
                    <a:pt x="437931" y="0"/>
                  </a:moveTo>
                  <a:lnTo>
                    <a:pt x="390214" y="2569"/>
                  </a:lnTo>
                  <a:lnTo>
                    <a:pt x="343985" y="10100"/>
                  </a:lnTo>
                  <a:lnTo>
                    <a:pt x="299511" y="22325"/>
                  </a:lnTo>
                  <a:lnTo>
                    <a:pt x="257060" y="38978"/>
                  </a:lnTo>
                  <a:lnTo>
                    <a:pt x="216899" y="59790"/>
                  </a:lnTo>
                  <a:lnTo>
                    <a:pt x="179295" y="84495"/>
                  </a:lnTo>
                  <a:lnTo>
                    <a:pt x="144514" y="112825"/>
                  </a:lnTo>
                  <a:lnTo>
                    <a:pt x="112825" y="144514"/>
                  </a:lnTo>
                  <a:lnTo>
                    <a:pt x="84495" y="179294"/>
                  </a:lnTo>
                  <a:lnTo>
                    <a:pt x="59790" y="216898"/>
                  </a:lnTo>
                  <a:lnTo>
                    <a:pt x="38978" y="257059"/>
                  </a:lnTo>
                  <a:lnTo>
                    <a:pt x="22326" y="299510"/>
                  </a:lnTo>
                  <a:lnTo>
                    <a:pt x="10100" y="343983"/>
                  </a:lnTo>
                  <a:lnTo>
                    <a:pt x="2569" y="390212"/>
                  </a:lnTo>
                  <a:lnTo>
                    <a:pt x="0" y="437930"/>
                  </a:lnTo>
                  <a:lnTo>
                    <a:pt x="2569" y="485647"/>
                  </a:lnTo>
                  <a:lnTo>
                    <a:pt x="10100" y="531876"/>
                  </a:lnTo>
                  <a:lnTo>
                    <a:pt x="22326" y="576350"/>
                  </a:lnTo>
                  <a:lnTo>
                    <a:pt x="38978" y="618801"/>
                  </a:lnTo>
                  <a:lnTo>
                    <a:pt x="59790" y="658962"/>
                  </a:lnTo>
                  <a:lnTo>
                    <a:pt x="84495" y="696566"/>
                  </a:lnTo>
                  <a:lnTo>
                    <a:pt x="112825" y="731346"/>
                  </a:lnTo>
                  <a:lnTo>
                    <a:pt x="144514" y="763035"/>
                  </a:lnTo>
                  <a:lnTo>
                    <a:pt x="179295" y="791366"/>
                  </a:lnTo>
                  <a:lnTo>
                    <a:pt x="216899" y="816071"/>
                  </a:lnTo>
                  <a:lnTo>
                    <a:pt x="257060" y="836883"/>
                  </a:lnTo>
                  <a:lnTo>
                    <a:pt x="299511" y="853535"/>
                  </a:lnTo>
                  <a:lnTo>
                    <a:pt x="343985" y="865761"/>
                  </a:lnTo>
                  <a:lnTo>
                    <a:pt x="390214" y="873292"/>
                  </a:lnTo>
                  <a:lnTo>
                    <a:pt x="437931" y="875861"/>
                  </a:lnTo>
                  <a:lnTo>
                    <a:pt x="485648" y="873292"/>
                  </a:lnTo>
                  <a:lnTo>
                    <a:pt x="531878" y="865761"/>
                  </a:lnTo>
                  <a:lnTo>
                    <a:pt x="576351" y="853535"/>
                  </a:lnTo>
                  <a:lnTo>
                    <a:pt x="618802" y="836883"/>
                  </a:lnTo>
                  <a:lnTo>
                    <a:pt x="658963" y="816071"/>
                  </a:lnTo>
                  <a:lnTo>
                    <a:pt x="696567" y="791366"/>
                  </a:lnTo>
                  <a:lnTo>
                    <a:pt x="731347" y="763035"/>
                  </a:lnTo>
                  <a:lnTo>
                    <a:pt x="763036" y="731346"/>
                  </a:lnTo>
                  <a:lnTo>
                    <a:pt x="791366" y="696566"/>
                  </a:lnTo>
                  <a:lnTo>
                    <a:pt x="816071" y="658962"/>
                  </a:lnTo>
                  <a:lnTo>
                    <a:pt x="836883" y="618801"/>
                  </a:lnTo>
                  <a:lnTo>
                    <a:pt x="853535" y="576350"/>
                  </a:lnTo>
                  <a:lnTo>
                    <a:pt x="865761" y="531876"/>
                  </a:lnTo>
                  <a:lnTo>
                    <a:pt x="873292" y="485647"/>
                  </a:lnTo>
                  <a:lnTo>
                    <a:pt x="875861" y="437930"/>
                  </a:lnTo>
                  <a:lnTo>
                    <a:pt x="873292" y="390212"/>
                  </a:lnTo>
                  <a:lnTo>
                    <a:pt x="865761" y="343983"/>
                  </a:lnTo>
                  <a:lnTo>
                    <a:pt x="853535" y="299510"/>
                  </a:lnTo>
                  <a:lnTo>
                    <a:pt x="836883" y="257059"/>
                  </a:lnTo>
                  <a:lnTo>
                    <a:pt x="816071" y="216898"/>
                  </a:lnTo>
                  <a:lnTo>
                    <a:pt x="791366" y="179294"/>
                  </a:lnTo>
                  <a:lnTo>
                    <a:pt x="763036" y="144514"/>
                  </a:lnTo>
                  <a:lnTo>
                    <a:pt x="731347" y="112825"/>
                  </a:lnTo>
                  <a:lnTo>
                    <a:pt x="696567" y="84495"/>
                  </a:lnTo>
                  <a:lnTo>
                    <a:pt x="658963" y="59790"/>
                  </a:lnTo>
                  <a:lnTo>
                    <a:pt x="618802" y="38978"/>
                  </a:lnTo>
                  <a:lnTo>
                    <a:pt x="576351" y="22325"/>
                  </a:lnTo>
                  <a:lnTo>
                    <a:pt x="531878" y="10100"/>
                  </a:lnTo>
                  <a:lnTo>
                    <a:pt x="485648" y="2569"/>
                  </a:lnTo>
                  <a:lnTo>
                    <a:pt x="437931"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 name="object 8"/>
            <p:cNvSpPr/>
            <p:nvPr/>
          </p:nvSpPr>
          <p:spPr>
            <a:xfrm>
              <a:off x="1583777" y="11100238"/>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 name="object 9"/>
            <p:cNvSpPr/>
            <p:nvPr/>
          </p:nvSpPr>
          <p:spPr>
            <a:xfrm>
              <a:off x="1790700" y="10744200"/>
              <a:ext cx="584200" cy="927100"/>
            </a:xfrm>
            <a:custGeom>
              <a:avLst/>
              <a:gdLst/>
              <a:ahLst/>
              <a:cxnLst/>
              <a:rect l="l" t="t" r="r" b="b"/>
              <a:pathLst>
                <a:path w="584200" h="927100">
                  <a:moveTo>
                    <a:pt x="584200" y="0"/>
                  </a:moveTo>
                  <a:lnTo>
                    <a:pt x="0" y="92710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0" name="object 10"/>
          <p:cNvSpPr txBox="1"/>
          <p:nvPr/>
        </p:nvSpPr>
        <p:spPr>
          <a:xfrm>
            <a:off x="958545" y="5118100"/>
            <a:ext cx="565455" cy="231775"/>
          </a:xfrm>
          <a:prstGeom prst="rect">
            <a:avLst/>
          </a:prstGeom>
        </p:spPr>
        <p:txBody>
          <a:bodyPr vert="horz" wrap="square" lIns="0" tIns="26670" rIns="0" bIns="0" rtlCol="0">
            <a:spAutoFit/>
          </a:bodyPr>
          <a:lstStyle/>
          <a:p>
            <a:pPr marL="6350" marR="2540" indent="127000">
              <a:lnSpc>
                <a:spcPts val="800"/>
              </a:lnSpc>
              <a:spcBef>
                <a:spcPts val="21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亲密</a:t>
            </a:r>
            <a:r>
              <a:rPr sz="800" spc="-25"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 </a:t>
            </a:r>
            <a:r>
              <a:rPr sz="800" spc="108"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Intimacy</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1" name="object 11"/>
          <p:cNvSpPr txBox="1"/>
          <p:nvPr/>
        </p:nvSpPr>
        <p:spPr>
          <a:xfrm>
            <a:off x="644646" y="5854700"/>
            <a:ext cx="387712" cy="207645"/>
          </a:xfrm>
          <a:prstGeom prst="rect">
            <a:avLst/>
          </a:prstGeom>
        </p:spPr>
        <p:txBody>
          <a:bodyPr vert="horz" wrap="square" lIns="0" tIns="6350" rIns="0" bIns="0" rtlCol="0">
            <a:spAutoFit/>
          </a:bodyPr>
          <a:lstStyle/>
          <a:p>
            <a:pPr algn="ctr">
              <a:lnSpc>
                <a:spcPts val="905"/>
              </a:lnSpc>
              <a:spcBef>
                <a:spcPts val="5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激情</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algn="ctr">
              <a:lnSpc>
                <a:spcPts val="665"/>
              </a:lnSpc>
            </a:pPr>
            <a:r>
              <a:rPr sz="600" spc="8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Passion</a:t>
            </a:r>
            <a:endParaRPr sz="6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2" name="object 12"/>
          <p:cNvSpPr txBox="1"/>
          <p:nvPr/>
        </p:nvSpPr>
        <p:spPr>
          <a:xfrm>
            <a:off x="1223365" y="5854700"/>
            <a:ext cx="647695" cy="207645"/>
          </a:xfrm>
          <a:prstGeom prst="rect">
            <a:avLst/>
          </a:prstGeom>
        </p:spPr>
        <p:txBody>
          <a:bodyPr vert="horz" wrap="square" lIns="0" tIns="6350" rIns="0" bIns="0" rtlCol="0">
            <a:spAutoFit/>
          </a:bodyPr>
          <a:lstStyle/>
          <a:p>
            <a:pPr algn="ctr">
              <a:lnSpc>
                <a:spcPts val="905"/>
              </a:lnSpc>
              <a:spcBef>
                <a:spcPts val="5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承诺</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algn="ctr">
              <a:lnSpc>
                <a:spcPts val="665"/>
              </a:lnSpc>
            </a:pPr>
            <a:r>
              <a:rPr sz="600" spc="98"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Commitment</a:t>
            </a:r>
            <a:endParaRPr sz="60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13" name="object 13"/>
          <p:cNvGrpSpPr/>
          <p:nvPr/>
        </p:nvGrpSpPr>
        <p:grpSpPr>
          <a:xfrm>
            <a:off x="782364" y="7083425"/>
            <a:ext cx="829310" cy="781050"/>
            <a:chOff x="1564727" y="14166850"/>
            <a:chExt cx="1658620" cy="1562100"/>
          </a:xfrm>
        </p:grpSpPr>
        <p:sp>
          <p:nvSpPr>
            <p:cNvPr id="14" name="object 14"/>
            <p:cNvSpPr/>
            <p:nvPr/>
          </p:nvSpPr>
          <p:spPr>
            <a:xfrm>
              <a:off x="1951639" y="14185900"/>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 name="object 15"/>
            <p:cNvSpPr/>
            <p:nvPr/>
          </p:nvSpPr>
          <p:spPr>
            <a:xfrm>
              <a:off x="2328260" y="14834038"/>
              <a:ext cx="876300" cy="876300"/>
            </a:xfrm>
            <a:custGeom>
              <a:avLst/>
              <a:gdLst/>
              <a:ahLst/>
              <a:cxnLst/>
              <a:rect l="l" t="t" r="r" b="b"/>
              <a:pathLst>
                <a:path w="876300" h="876300">
                  <a:moveTo>
                    <a:pt x="437930" y="0"/>
                  </a:moveTo>
                  <a:lnTo>
                    <a:pt x="390212" y="2569"/>
                  </a:lnTo>
                  <a:lnTo>
                    <a:pt x="343983" y="10100"/>
                  </a:lnTo>
                  <a:lnTo>
                    <a:pt x="299510" y="22325"/>
                  </a:lnTo>
                  <a:lnTo>
                    <a:pt x="257059" y="38978"/>
                  </a:lnTo>
                  <a:lnTo>
                    <a:pt x="216898" y="59790"/>
                  </a:lnTo>
                  <a:lnTo>
                    <a:pt x="179294" y="84495"/>
                  </a:lnTo>
                  <a:lnTo>
                    <a:pt x="144514" y="112825"/>
                  </a:lnTo>
                  <a:lnTo>
                    <a:pt x="112825" y="144514"/>
                  </a:lnTo>
                  <a:lnTo>
                    <a:pt x="84495" y="179294"/>
                  </a:lnTo>
                  <a:lnTo>
                    <a:pt x="59790" y="216898"/>
                  </a:lnTo>
                  <a:lnTo>
                    <a:pt x="38978" y="257059"/>
                  </a:lnTo>
                  <a:lnTo>
                    <a:pt x="22325" y="299510"/>
                  </a:lnTo>
                  <a:lnTo>
                    <a:pt x="10100" y="343983"/>
                  </a:lnTo>
                  <a:lnTo>
                    <a:pt x="2569" y="390212"/>
                  </a:lnTo>
                  <a:lnTo>
                    <a:pt x="0" y="437930"/>
                  </a:lnTo>
                  <a:lnTo>
                    <a:pt x="2569" y="485647"/>
                  </a:lnTo>
                  <a:lnTo>
                    <a:pt x="10100" y="531876"/>
                  </a:lnTo>
                  <a:lnTo>
                    <a:pt x="22325" y="576350"/>
                  </a:lnTo>
                  <a:lnTo>
                    <a:pt x="38978" y="618801"/>
                  </a:lnTo>
                  <a:lnTo>
                    <a:pt x="59790" y="658962"/>
                  </a:lnTo>
                  <a:lnTo>
                    <a:pt x="84495" y="696566"/>
                  </a:lnTo>
                  <a:lnTo>
                    <a:pt x="112825" y="731346"/>
                  </a:lnTo>
                  <a:lnTo>
                    <a:pt x="144514" y="763035"/>
                  </a:lnTo>
                  <a:lnTo>
                    <a:pt x="179294" y="791366"/>
                  </a:lnTo>
                  <a:lnTo>
                    <a:pt x="216898" y="816071"/>
                  </a:lnTo>
                  <a:lnTo>
                    <a:pt x="257059" y="836883"/>
                  </a:lnTo>
                  <a:lnTo>
                    <a:pt x="299510" y="853535"/>
                  </a:lnTo>
                  <a:lnTo>
                    <a:pt x="343983" y="865761"/>
                  </a:lnTo>
                  <a:lnTo>
                    <a:pt x="390212" y="873292"/>
                  </a:lnTo>
                  <a:lnTo>
                    <a:pt x="437930" y="875861"/>
                  </a:lnTo>
                  <a:lnTo>
                    <a:pt x="485647" y="873292"/>
                  </a:lnTo>
                  <a:lnTo>
                    <a:pt x="531876" y="865761"/>
                  </a:lnTo>
                  <a:lnTo>
                    <a:pt x="576350" y="853535"/>
                  </a:lnTo>
                  <a:lnTo>
                    <a:pt x="618801" y="836883"/>
                  </a:lnTo>
                  <a:lnTo>
                    <a:pt x="658962" y="816071"/>
                  </a:lnTo>
                  <a:lnTo>
                    <a:pt x="696566" y="791366"/>
                  </a:lnTo>
                  <a:lnTo>
                    <a:pt x="731346" y="763035"/>
                  </a:lnTo>
                  <a:lnTo>
                    <a:pt x="763035" y="731346"/>
                  </a:lnTo>
                  <a:lnTo>
                    <a:pt x="791366" y="696566"/>
                  </a:lnTo>
                  <a:lnTo>
                    <a:pt x="816071" y="658962"/>
                  </a:lnTo>
                  <a:lnTo>
                    <a:pt x="836883" y="618801"/>
                  </a:lnTo>
                  <a:lnTo>
                    <a:pt x="853535" y="576350"/>
                  </a:lnTo>
                  <a:lnTo>
                    <a:pt x="865761" y="531876"/>
                  </a:lnTo>
                  <a:lnTo>
                    <a:pt x="873292" y="485647"/>
                  </a:lnTo>
                  <a:lnTo>
                    <a:pt x="875861" y="437930"/>
                  </a:lnTo>
                  <a:lnTo>
                    <a:pt x="873292" y="390212"/>
                  </a:lnTo>
                  <a:lnTo>
                    <a:pt x="865761" y="343983"/>
                  </a:lnTo>
                  <a:lnTo>
                    <a:pt x="853535" y="299510"/>
                  </a:lnTo>
                  <a:lnTo>
                    <a:pt x="836883" y="257059"/>
                  </a:lnTo>
                  <a:lnTo>
                    <a:pt x="816071" y="216898"/>
                  </a:lnTo>
                  <a:lnTo>
                    <a:pt x="791366" y="179294"/>
                  </a:lnTo>
                  <a:lnTo>
                    <a:pt x="763035" y="144514"/>
                  </a:lnTo>
                  <a:lnTo>
                    <a:pt x="731346" y="112825"/>
                  </a:lnTo>
                  <a:lnTo>
                    <a:pt x="696566" y="84495"/>
                  </a:lnTo>
                  <a:lnTo>
                    <a:pt x="658962" y="59790"/>
                  </a:lnTo>
                  <a:lnTo>
                    <a:pt x="618801" y="38978"/>
                  </a:lnTo>
                  <a:lnTo>
                    <a:pt x="576350" y="22325"/>
                  </a:lnTo>
                  <a:lnTo>
                    <a:pt x="531876" y="10100"/>
                  </a:lnTo>
                  <a:lnTo>
                    <a:pt x="485647" y="2569"/>
                  </a:lnTo>
                  <a:lnTo>
                    <a:pt x="43793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6" name="object 16"/>
            <p:cNvSpPr/>
            <p:nvPr/>
          </p:nvSpPr>
          <p:spPr>
            <a:xfrm>
              <a:off x="2328260" y="14834038"/>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7" name="object 17"/>
            <p:cNvSpPr/>
            <p:nvPr/>
          </p:nvSpPr>
          <p:spPr>
            <a:xfrm>
              <a:off x="1583777" y="14834038"/>
              <a:ext cx="876300" cy="876300"/>
            </a:xfrm>
            <a:custGeom>
              <a:avLst/>
              <a:gdLst/>
              <a:ahLst/>
              <a:cxnLst/>
              <a:rect l="l" t="t" r="r" b="b"/>
              <a:pathLst>
                <a:path w="876300" h="876300">
                  <a:moveTo>
                    <a:pt x="437931" y="0"/>
                  </a:moveTo>
                  <a:lnTo>
                    <a:pt x="390214" y="2569"/>
                  </a:lnTo>
                  <a:lnTo>
                    <a:pt x="343985" y="10100"/>
                  </a:lnTo>
                  <a:lnTo>
                    <a:pt x="299511" y="22325"/>
                  </a:lnTo>
                  <a:lnTo>
                    <a:pt x="257060" y="38978"/>
                  </a:lnTo>
                  <a:lnTo>
                    <a:pt x="216899" y="59790"/>
                  </a:lnTo>
                  <a:lnTo>
                    <a:pt x="179295" y="84495"/>
                  </a:lnTo>
                  <a:lnTo>
                    <a:pt x="144514" y="112825"/>
                  </a:lnTo>
                  <a:lnTo>
                    <a:pt x="112825" y="144514"/>
                  </a:lnTo>
                  <a:lnTo>
                    <a:pt x="84495" y="179294"/>
                  </a:lnTo>
                  <a:lnTo>
                    <a:pt x="59790" y="216898"/>
                  </a:lnTo>
                  <a:lnTo>
                    <a:pt x="38978" y="257059"/>
                  </a:lnTo>
                  <a:lnTo>
                    <a:pt x="22326" y="299510"/>
                  </a:lnTo>
                  <a:lnTo>
                    <a:pt x="10100" y="343983"/>
                  </a:lnTo>
                  <a:lnTo>
                    <a:pt x="2569" y="390212"/>
                  </a:lnTo>
                  <a:lnTo>
                    <a:pt x="0" y="437930"/>
                  </a:lnTo>
                  <a:lnTo>
                    <a:pt x="2569" y="485647"/>
                  </a:lnTo>
                  <a:lnTo>
                    <a:pt x="10100" y="531876"/>
                  </a:lnTo>
                  <a:lnTo>
                    <a:pt x="22326" y="576350"/>
                  </a:lnTo>
                  <a:lnTo>
                    <a:pt x="38978" y="618801"/>
                  </a:lnTo>
                  <a:lnTo>
                    <a:pt x="59790" y="658962"/>
                  </a:lnTo>
                  <a:lnTo>
                    <a:pt x="84495" y="696566"/>
                  </a:lnTo>
                  <a:lnTo>
                    <a:pt x="112825" y="731346"/>
                  </a:lnTo>
                  <a:lnTo>
                    <a:pt x="144514" y="763035"/>
                  </a:lnTo>
                  <a:lnTo>
                    <a:pt x="179295" y="791366"/>
                  </a:lnTo>
                  <a:lnTo>
                    <a:pt x="216899" y="816071"/>
                  </a:lnTo>
                  <a:lnTo>
                    <a:pt x="257060" y="836883"/>
                  </a:lnTo>
                  <a:lnTo>
                    <a:pt x="299511" y="853535"/>
                  </a:lnTo>
                  <a:lnTo>
                    <a:pt x="343985" y="865761"/>
                  </a:lnTo>
                  <a:lnTo>
                    <a:pt x="390214" y="873292"/>
                  </a:lnTo>
                  <a:lnTo>
                    <a:pt x="437931" y="875861"/>
                  </a:lnTo>
                  <a:lnTo>
                    <a:pt x="485648" y="873292"/>
                  </a:lnTo>
                  <a:lnTo>
                    <a:pt x="531878" y="865761"/>
                  </a:lnTo>
                  <a:lnTo>
                    <a:pt x="576351" y="853535"/>
                  </a:lnTo>
                  <a:lnTo>
                    <a:pt x="618802" y="836883"/>
                  </a:lnTo>
                  <a:lnTo>
                    <a:pt x="658963" y="816071"/>
                  </a:lnTo>
                  <a:lnTo>
                    <a:pt x="696567" y="791366"/>
                  </a:lnTo>
                  <a:lnTo>
                    <a:pt x="731347" y="763035"/>
                  </a:lnTo>
                  <a:lnTo>
                    <a:pt x="763036" y="731346"/>
                  </a:lnTo>
                  <a:lnTo>
                    <a:pt x="791366" y="696566"/>
                  </a:lnTo>
                  <a:lnTo>
                    <a:pt x="816071" y="658962"/>
                  </a:lnTo>
                  <a:lnTo>
                    <a:pt x="836883" y="618801"/>
                  </a:lnTo>
                  <a:lnTo>
                    <a:pt x="853535" y="576350"/>
                  </a:lnTo>
                  <a:lnTo>
                    <a:pt x="865761" y="531876"/>
                  </a:lnTo>
                  <a:lnTo>
                    <a:pt x="873292" y="485647"/>
                  </a:lnTo>
                  <a:lnTo>
                    <a:pt x="875861" y="437930"/>
                  </a:lnTo>
                  <a:lnTo>
                    <a:pt x="873292" y="390212"/>
                  </a:lnTo>
                  <a:lnTo>
                    <a:pt x="865761" y="343983"/>
                  </a:lnTo>
                  <a:lnTo>
                    <a:pt x="853535" y="299510"/>
                  </a:lnTo>
                  <a:lnTo>
                    <a:pt x="836883" y="257059"/>
                  </a:lnTo>
                  <a:lnTo>
                    <a:pt x="816071" y="216898"/>
                  </a:lnTo>
                  <a:lnTo>
                    <a:pt x="791366" y="179294"/>
                  </a:lnTo>
                  <a:lnTo>
                    <a:pt x="763036" y="144514"/>
                  </a:lnTo>
                  <a:lnTo>
                    <a:pt x="731347" y="112825"/>
                  </a:lnTo>
                  <a:lnTo>
                    <a:pt x="696567" y="84495"/>
                  </a:lnTo>
                  <a:lnTo>
                    <a:pt x="658963" y="59790"/>
                  </a:lnTo>
                  <a:lnTo>
                    <a:pt x="618802" y="38978"/>
                  </a:lnTo>
                  <a:lnTo>
                    <a:pt x="576351" y="22325"/>
                  </a:lnTo>
                  <a:lnTo>
                    <a:pt x="531878" y="10100"/>
                  </a:lnTo>
                  <a:lnTo>
                    <a:pt x="485648" y="2569"/>
                  </a:lnTo>
                  <a:lnTo>
                    <a:pt x="437931"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8" name="object 18"/>
            <p:cNvSpPr/>
            <p:nvPr/>
          </p:nvSpPr>
          <p:spPr>
            <a:xfrm>
              <a:off x="1583777" y="14834038"/>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9" name="object 19"/>
            <p:cNvSpPr/>
            <p:nvPr/>
          </p:nvSpPr>
          <p:spPr>
            <a:xfrm>
              <a:off x="1803400" y="15408275"/>
              <a:ext cx="1168400" cy="6350"/>
            </a:xfrm>
            <a:custGeom>
              <a:avLst/>
              <a:gdLst/>
              <a:ahLst/>
              <a:cxnLst/>
              <a:rect l="l" t="t" r="r" b="b"/>
              <a:pathLst>
                <a:path w="1168400" h="6350">
                  <a:moveTo>
                    <a:pt x="0" y="6350"/>
                  </a:moveTo>
                  <a:lnTo>
                    <a:pt x="1168400" y="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0" name="object 20"/>
          <p:cNvSpPr txBox="1"/>
          <p:nvPr/>
        </p:nvSpPr>
        <p:spPr>
          <a:xfrm>
            <a:off x="958545" y="6985000"/>
            <a:ext cx="565455" cy="231775"/>
          </a:xfrm>
          <a:prstGeom prst="rect">
            <a:avLst/>
          </a:prstGeom>
        </p:spPr>
        <p:txBody>
          <a:bodyPr vert="horz" wrap="square" lIns="0" tIns="26670" rIns="0" bIns="0" rtlCol="0">
            <a:spAutoFit/>
          </a:bodyPr>
          <a:lstStyle/>
          <a:p>
            <a:pPr marL="6350" marR="2540" indent="127000">
              <a:lnSpc>
                <a:spcPts val="800"/>
              </a:lnSpc>
              <a:spcBef>
                <a:spcPts val="21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亲密</a:t>
            </a:r>
            <a:r>
              <a:rPr sz="800" spc="-25"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 </a:t>
            </a:r>
            <a:r>
              <a:rPr sz="800" spc="108"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Intimacy</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1" name="object 21"/>
          <p:cNvSpPr txBox="1"/>
          <p:nvPr/>
        </p:nvSpPr>
        <p:spPr>
          <a:xfrm>
            <a:off x="633450" y="7721600"/>
            <a:ext cx="398908" cy="207645"/>
          </a:xfrm>
          <a:prstGeom prst="rect">
            <a:avLst/>
          </a:prstGeom>
        </p:spPr>
        <p:txBody>
          <a:bodyPr vert="horz" wrap="square" lIns="0" tIns="6350" rIns="0" bIns="0" rtlCol="0">
            <a:spAutoFit/>
          </a:bodyPr>
          <a:lstStyle/>
          <a:p>
            <a:pPr algn="ctr">
              <a:lnSpc>
                <a:spcPts val="905"/>
              </a:lnSpc>
              <a:spcBef>
                <a:spcPts val="5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激情</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algn="ctr">
              <a:lnSpc>
                <a:spcPts val="665"/>
              </a:lnSpc>
            </a:pPr>
            <a:r>
              <a:rPr sz="600" spc="8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Passion</a:t>
            </a:r>
            <a:endParaRPr sz="6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2" name="object 22"/>
          <p:cNvSpPr txBox="1"/>
          <p:nvPr/>
        </p:nvSpPr>
        <p:spPr>
          <a:xfrm>
            <a:off x="1223365" y="7721600"/>
            <a:ext cx="639265" cy="207645"/>
          </a:xfrm>
          <a:prstGeom prst="rect">
            <a:avLst/>
          </a:prstGeom>
        </p:spPr>
        <p:txBody>
          <a:bodyPr vert="horz" wrap="square" lIns="0" tIns="6350" rIns="0" bIns="0" rtlCol="0">
            <a:spAutoFit/>
          </a:bodyPr>
          <a:lstStyle/>
          <a:p>
            <a:pPr algn="ctr">
              <a:lnSpc>
                <a:spcPts val="905"/>
              </a:lnSpc>
              <a:spcBef>
                <a:spcPts val="5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承诺</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algn="ctr">
              <a:lnSpc>
                <a:spcPts val="665"/>
              </a:lnSpc>
            </a:pPr>
            <a:r>
              <a:rPr sz="600" spc="98"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Commitment</a:t>
            </a:r>
            <a:endParaRPr sz="60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23" name="object 23"/>
          <p:cNvGrpSpPr/>
          <p:nvPr/>
        </p:nvGrpSpPr>
        <p:grpSpPr>
          <a:xfrm>
            <a:off x="3779564" y="1946275"/>
            <a:ext cx="829310" cy="781050"/>
            <a:chOff x="7559127" y="3892550"/>
            <a:chExt cx="1658620" cy="1562100"/>
          </a:xfrm>
        </p:grpSpPr>
        <p:sp>
          <p:nvSpPr>
            <p:cNvPr id="24" name="object 24"/>
            <p:cNvSpPr/>
            <p:nvPr/>
          </p:nvSpPr>
          <p:spPr>
            <a:xfrm>
              <a:off x="7946039" y="3911600"/>
              <a:ext cx="876300" cy="876300"/>
            </a:xfrm>
            <a:custGeom>
              <a:avLst/>
              <a:gdLst/>
              <a:ahLst/>
              <a:cxnLst/>
              <a:rect l="l" t="t" r="r" b="b"/>
              <a:pathLst>
                <a:path w="876300" h="876300">
                  <a:moveTo>
                    <a:pt x="437931" y="0"/>
                  </a:moveTo>
                  <a:lnTo>
                    <a:pt x="390214" y="2569"/>
                  </a:lnTo>
                  <a:lnTo>
                    <a:pt x="343985" y="10100"/>
                  </a:lnTo>
                  <a:lnTo>
                    <a:pt x="299511" y="22325"/>
                  </a:lnTo>
                  <a:lnTo>
                    <a:pt x="257060" y="38977"/>
                  </a:lnTo>
                  <a:lnTo>
                    <a:pt x="216899" y="59789"/>
                  </a:lnTo>
                  <a:lnTo>
                    <a:pt x="179295" y="84493"/>
                  </a:lnTo>
                  <a:lnTo>
                    <a:pt x="144514" y="112824"/>
                  </a:lnTo>
                  <a:lnTo>
                    <a:pt x="112825" y="144512"/>
                  </a:lnTo>
                  <a:lnTo>
                    <a:pt x="84495" y="179292"/>
                  </a:lnTo>
                  <a:lnTo>
                    <a:pt x="59790" y="216897"/>
                  </a:lnTo>
                  <a:lnTo>
                    <a:pt x="38978" y="257058"/>
                  </a:lnTo>
                  <a:lnTo>
                    <a:pt x="22326" y="299510"/>
                  </a:lnTo>
                  <a:lnTo>
                    <a:pt x="10100" y="343984"/>
                  </a:lnTo>
                  <a:lnTo>
                    <a:pt x="2569" y="390215"/>
                  </a:lnTo>
                  <a:lnTo>
                    <a:pt x="0" y="437934"/>
                  </a:lnTo>
                  <a:lnTo>
                    <a:pt x="2569" y="485650"/>
                  </a:lnTo>
                  <a:lnTo>
                    <a:pt x="10100" y="531879"/>
                  </a:lnTo>
                  <a:lnTo>
                    <a:pt x="22326" y="576353"/>
                  </a:lnTo>
                  <a:lnTo>
                    <a:pt x="38978" y="618804"/>
                  </a:lnTo>
                  <a:lnTo>
                    <a:pt x="59790" y="658965"/>
                  </a:lnTo>
                  <a:lnTo>
                    <a:pt x="84495" y="696569"/>
                  </a:lnTo>
                  <a:lnTo>
                    <a:pt x="112825" y="731350"/>
                  </a:lnTo>
                  <a:lnTo>
                    <a:pt x="144514" y="763039"/>
                  </a:lnTo>
                  <a:lnTo>
                    <a:pt x="179295" y="791370"/>
                  </a:lnTo>
                  <a:lnTo>
                    <a:pt x="216899" y="816076"/>
                  </a:lnTo>
                  <a:lnTo>
                    <a:pt x="257060" y="836888"/>
                  </a:lnTo>
                  <a:lnTo>
                    <a:pt x="299511" y="853541"/>
                  </a:lnTo>
                  <a:lnTo>
                    <a:pt x="343985" y="865767"/>
                  </a:lnTo>
                  <a:lnTo>
                    <a:pt x="390214" y="873298"/>
                  </a:lnTo>
                  <a:lnTo>
                    <a:pt x="437931" y="875868"/>
                  </a:lnTo>
                  <a:lnTo>
                    <a:pt x="485648" y="873298"/>
                  </a:lnTo>
                  <a:lnTo>
                    <a:pt x="531878" y="865767"/>
                  </a:lnTo>
                  <a:lnTo>
                    <a:pt x="576351" y="853541"/>
                  </a:lnTo>
                  <a:lnTo>
                    <a:pt x="618802" y="836888"/>
                  </a:lnTo>
                  <a:lnTo>
                    <a:pt x="658963" y="816076"/>
                  </a:lnTo>
                  <a:lnTo>
                    <a:pt x="696567" y="791370"/>
                  </a:lnTo>
                  <a:lnTo>
                    <a:pt x="731347" y="763039"/>
                  </a:lnTo>
                  <a:lnTo>
                    <a:pt x="763036" y="731350"/>
                  </a:lnTo>
                  <a:lnTo>
                    <a:pt x="791366" y="696569"/>
                  </a:lnTo>
                  <a:lnTo>
                    <a:pt x="816071" y="658965"/>
                  </a:lnTo>
                  <a:lnTo>
                    <a:pt x="836883" y="618804"/>
                  </a:lnTo>
                  <a:lnTo>
                    <a:pt x="853535" y="576353"/>
                  </a:lnTo>
                  <a:lnTo>
                    <a:pt x="865761" y="531879"/>
                  </a:lnTo>
                  <a:lnTo>
                    <a:pt x="873292" y="485650"/>
                  </a:lnTo>
                  <a:lnTo>
                    <a:pt x="875861" y="437934"/>
                  </a:lnTo>
                  <a:lnTo>
                    <a:pt x="873292" y="390215"/>
                  </a:lnTo>
                  <a:lnTo>
                    <a:pt x="865761" y="343984"/>
                  </a:lnTo>
                  <a:lnTo>
                    <a:pt x="853535" y="299510"/>
                  </a:lnTo>
                  <a:lnTo>
                    <a:pt x="836883" y="257058"/>
                  </a:lnTo>
                  <a:lnTo>
                    <a:pt x="816071" y="216897"/>
                  </a:lnTo>
                  <a:lnTo>
                    <a:pt x="791366" y="179292"/>
                  </a:lnTo>
                  <a:lnTo>
                    <a:pt x="763036" y="144512"/>
                  </a:lnTo>
                  <a:lnTo>
                    <a:pt x="731347" y="112824"/>
                  </a:lnTo>
                  <a:lnTo>
                    <a:pt x="696567" y="84493"/>
                  </a:lnTo>
                  <a:lnTo>
                    <a:pt x="658963" y="59789"/>
                  </a:lnTo>
                  <a:lnTo>
                    <a:pt x="618802" y="38977"/>
                  </a:lnTo>
                  <a:lnTo>
                    <a:pt x="576351" y="22325"/>
                  </a:lnTo>
                  <a:lnTo>
                    <a:pt x="531878" y="10100"/>
                  </a:lnTo>
                  <a:lnTo>
                    <a:pt x="485648" y="2569"/>
                  </a:lnTo>
                  <a:lnTo>
                    <a:pt x="437931"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 name="object 25"/>
            <p:cNvSpPr/>
            <p:nvPr/>
          </p:nvSpPr>
          <p:spPr>
            <a:xfrm>
              <a:off x="7946039" y="3911600"/>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6" name="object 26"/>
            <p:cNvSpPr/>
            <p:nvPr/>
          </p:nvSpPr>
          <p:spPr>
            <a:xfrm>
              <a:off x="8322660" y="4559731"/>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7" name="object 27"/>
            <p:cNvSpPr/>
            <p:nvPr/>
          </p:nvSpPr>
          <p:spPr>
            <a:xfrm>
              <a:off x="7578177" y="4559731"/>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8" name="object 28"/>
          <p:cNvSpPr txBox="1"/>
          <p:nvPr/>
        </p:nvSpPr>
        <p:spPr>
          <a:xfrm>
            <a:off x="3955745" y="1847850"/>
            <a:ext cx="643735" cy="231775"/>
          </a:xfrm>
          <a:prstGeom prst="rect">
            <a:avLst/>
          </a:prstGeom>
        </p:spPr>
        <p:txBody>
          <a:bodyPr vert="horz" wrap="square" lIns="0" tIns="26670" rIns="0" bIns="0" rtlCol="0">
            <a:spAutoFit/>
          </a:bodyPr>
          <a:lstStyle/>
          <a:p>
            <a:pPr marL="6350" marR="2540" indent="127000">
              <a:lnSpc>
                <a:spcPts val="800"/>
              </a:lnSpc>
              <a:spcBef>
                <a:spcPts val="21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亲密</a:t>
            </a:r>
            <a:r>
              <a:rPr sz="800" spc="-25"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 </a:t>
            </a:r>
            <a:r>
              <a:rPr sz="800" spc="108"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Intimacy</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9" name="object 29"/>
          <p:cNvSpPr txBox="1"/>
          <p:nvPr/>
        </p:nvSpPr>
        <p:spPr>
          <a:xfrm>
            <a:off x="3631916" y="2584450"/>
            <a:ext cx="397642" cy="207645"/>
          </a:xfrm>
          <a:prstGeom prst="rect">
            <a:avLst/>
          </a:prstGeom>
        </p:spPr>
        <p:txBody>
          <a:bodyPr vert="horz" wrap="square" lIns="0" tIns="6350" rIns="0" bIns="0" rtlCol="0">
            <a:spAutoFit/>
          </a:bodyPr>
          <a:lstStyle/>
          <a:p>
            <a:pPr algn="ctr">
              <a:lnSpc>
                <a:spcPts val="905"/>
              </a:lnSpc>
              <a:spcBef>
                <a:spcPts val="5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激情</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algn="ctr">
              <a:lnSpc>
                <a:spcPts val="665"/>
              </a:lnSpc>
            </a:pPr>
            <a:r>
              <a:rPr sz="600" spc="8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Passion</a:t>
            </a:r>
            <a:endParaRPr sz="6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30" name="object 30"/>
          <p:cNvSpPr txBox="1"/>
          <p:nvPr/>
        </p:nvSpPr>
        <p:spPr>
          <a:xfrm>
            <a:off x="4220565" y="2584450"/>
            <a:ext cx="643735" cy="207645"/>
          </a:xfrm>
          <a:prstGeom prst="rect">
            <a:avLst/>
          </a:prstGeom>
        </p:spPr>
        <p:txBody>
          <a:bodyPr vert="horz" wrap="square" lIns="0" tIns="6350" rIns="0" bIns="0" rtlCol="0">
            <a:spAutoFit/>
          </a:bodyPr>
          <a:lstStyle/>
          <a:p>
            <a:pPr algn="ctr">
              <a:lnSpc>
                <a:spcPts val="905"/>
              </a:lnSpc>
              <a:spcBef>
                <a:spcPts val="5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承诺</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algn="ctr">
              <a:lnSpc>
                <a:spcPts val="665"/>
              </a:lnSpc>
            </a:pPr>
            <a:r>
              <a:rPr sz="600" spc="98"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Commitment</a:t>
            </a:r>
            <a:endParaRPr sz="60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31" name="object 31"/>
          <p:cNvGrpSpPr/>
          <p:nvPr/>
        </p:nvGrpSpPr>
        <p:grpSpPr>
          <a:xfrm>
            <a:off x="3779564" y="3584575"/>
            <a:ext cx="829310" cy="781050"/>
            <a:chOff x="7559127" y="7169150"/>
            <a:chExt cx="1658620" cy="1562100"/>
          </a:xfrm>
        </p:grpSpPr>
        <p:sp>
          <p:nvSpPr>
            <p:cNvPr id="32" name="object 32"/>
            <p:cNvSpPr/>
            <p:nvPr/>
          </p:nvSpPr>
          <p:spPr>
            <a:xfrm>
              <a:off x="7946039" y="7188200"/>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 name="object 33"/>
            <p:cNvSpPr/>
            <p:nvPr/>
          </p:nvSpPr>
          <p:spPr>
            <a:xfrm>
              <a:off x="8322660" y="7836338"/>
              <a:ext cx="876300" cy="876300"/>
            </a:xfrm>
            <a:custGeom>
              <a:avLst/>
              <a:gdLst/>
              <a:ahLst/>
              <a:cxnLst/>
              <a:rect l="l" t="t" r="r" b="b"/>
              <a:pathLst>
                <a:path w="876300" h="876300">
                  <a:moveTo>
                    <a:pt x="437930" y="0"/>
                  </a:moveTo>
                  <a:lnTo>
                    <a:pt x="390212" y="2569"/>
                  </a:lnTo>
                  <a:lnTo>
                    <a:pt x="343983" y="10100"/>
                  </a:lnTo>
                  <a:lnTo>
                    <a:pt x="299510" y="22325"/>
                  </a:lnTo>
                  <a:lnTo>
                    <a:pt x="257059" y="38978"/>
                  </a:lnTo>
                  <a:lnTo>
                    <a:pt x="216898" y="59790"/>
                  </a:lnTo>
                  <a:lnTo>
                    <a:pt x="179294" y="84495"/>
                  </a:lnTo>
                  <a:lnTo>
                    <a:pt x="144514" y="112825"/>
                  </a:lnTo>
                  <a:lnTo>
                    <a:pt x="112825" y="144514"/>
                  </a:lnTo>
                  <a:lnTo>
                    <a:pt x="84495" y="179294"/>
                  </a:lnTo>
                  <a:lnTo>
                    <a:pt x="59790" y="216898"/>
                  </a:lnTo>
                  <a:lnTo>
                    <a:pt x="38978" y="257059"/>
                  </a:lnTo>
                  <a:lnTo>
                    <a:pt x="22325" y="299510"/>
                  </a:lnTo>
                  <a:lnTo>
                    <a:pt x="10100" y="343983"/>
                  </a:lnTo>
                  <a:lnTo>
                    <a:pt x="2569" y="390212"/>
                  </a:lnTo>
                  <a:lnTo>
                    <a:pt x="0" y="437930"/>
                  </a:lnTo>
                  <a:lnTo>
                    <a:pt x="2569" y="485647"/>
                  </a:lnTo>
                  <a:lnTo>
                    <a:pt x="10100" y="531876"/>
                  </a:lnTo>
                  <a:lnTo>
                    <a:pt x="22325" y="576350"/>
                  </a:lnTo>
                  <a:lnTo>
                    <a:pt x="38978" y="618801"/>
                  </a:lnTo>
                  <a:lnTo>
                    <a:pt x="59790" y="658962"/>
                  </a:lnTo>
                  <a:lnTo>
                    <a:pt x="84495" y="696566"/>
                  </a:lnTo>
                  <a:lnTo>
                    <a:pt x="112825" y="731346"/>
                  </a:lnTo>
                  <a:lnTo>
                    <a:pt x="144514" y="763035"/>
                  </a:lnTo>
                  <a:lnTo>
                    <a:pt x="179294" y="791366"/>
                  </a:lnTo>
                  <a:lnTo>
                    <a:pt x="216898" y="816071"/>
                  </a:lnTo>
                  <a:lnTo>
                    <a:pt x="257059" y="836883"/>
                  </a:lnTo>
                  <a:lnTo>
                    <a:pt x="299510" y="853535"/>
                  </a:lnTo>
                  <a:lnTo>
                    <a:pt x="343983" y="865761"/>
                  </a:lnTo>
                  <a:lnTo>
                    <a:pt x="390212" y="873292"/>
                  </a:lnTo>
                  <a:lnTo>
                    <a:pt x="437930" y="875861"/>
                  </a:lnTo>
                  <a:lnTo>
                    <a:pt x="485647" y="873292"/>
                  </a:lnTo>
                  <a:lnTo>
                    <a:pt x="531876" y="865761"/>
                  </a:lnTo>
                  <a:lnTo>
                    <a:pt x="576350" y="853535"/>
                  </a:lnTo>
                  <a:lnTo>
                    <a:pt x="618801" y="836883"/>
                  </a:lnTo>
                  <a:lnTo>
                    <a:pt x="658962" y="816071"/>
                  </a:lnTo>
                  <a:lnTo>
                    <a:pt x="696566" y="791366"/>
                  </a:lnTo>
                  <a:lnTo>
                    <a:pt x="731346" y="763035"/>
                  </a:lnTo>
                  <a:lnTo>
                    <a:pt x="763035" y="731346"/>
                  </a:lnTo>
                  <a:lnTo>
                    <a:pt x="791366" y="696566"/>
                  </a:lnTo>
                  <a:lnTo>
                    <a:pt x="816071" y="658962"/>
                  </a:lnTo>
                  <a:lnTo>
                    <a:pt x="836883" y="618801"/>
                  </a:lnTo>
                  <a:lnTo>
                    <a:pt x="853535" y="576350"/>
                  </a:lnTo>
                  <a:lnTo>
                    <a:pt x="865761" y="531876"/>
                  </a:lnTo>
                  <a:lnTo>
                    <a:pt x="873292" y="485647"/>
                  </a:lnTo>
                  <a:lnTo>
                    <a:pt x="875861" y="437930"/>
                  </a:lnTo>
                  <a:lnTo>
                    <a:pt x="873292" y="390212"/>
                  </a:lnTo>
                  <a:lnTo>
                    <a:pt x="865761" y="343983"/>
                  </a:lnTo>
                  <a:lnTo>
                    <a:pt x="853535" y="299510"/>
                  </a:lnTo>
                  <a:lnTo>
                    <a:pt x="836883" y="257059"/>
                  </a:lnTo>
                  <a:lnTo>
                    <a:pt x="816071" y="216898"/>
                  </a:lnTo>
                  <a:lnTo>
                    <a:pt x="791366" y="179294"/>
                  </a:lnTo>
                  <a:lnTo>
                    <a:pt x="763035" y="144514"/>
                  </a:lnTo>
                  <a:lnTo>
                    <a:pt x="731346" y="112825"/>
                  </a:lnTo>
                  <a:lnTo>
                    <a:pt x="696566" y="84495"/>
                  </a:lnTo>
                  <a:lnTo>
                    <a:pt x="658962" y="59790"/>
                  </a:lnTo>
                  <a:lnTo>
                    <a:pt x="618801" y="38978"/>
                  </a:lnTo>
                  <a:lnTo>
                    <a:pt x="576350" y="22325"/>
                  </a:lnTo>
                  <a:lnTo>
                    <a:pt x="531876" y="10100"/>
                  </a:lnTo>
                  <a:lnTo>
                    <a:pt x="485647" y="2569"/>
                  </a:lnTo>
                  <a:lnTo>
                    <a:pt x="43793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4" name="object 34"/>
            <p:cNvSpPr/>
            <p:nvPr/>
          </p:nvSpPr>
          <p:spPr>
            <a:xfrm>
              <a:off x="8322660" y="7836338"/>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 name="object 35"/>
            <p:cNvSpPr/>
            <p:nvPr/>
          </p:nvSpPr>
          <p:spPr>
            <a:xfrm>
              <a:off x="7578177" y="7836338"/>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36" name="object 36"/>
          <p:cNvSpPr txBox="1"/>
          <p:nvPr/>
        </p:nvSpPr>
        <p:spPr>
          <a:xfrm>
            <a:off x="3955745" y="3486150"/>
            <a:ext cx="643735" cy="231775"/>
          </a:xfrm>
          <a:prstGeom prst="rect">
            <a:avLst/>
          </a:prstGeom>
        </p:spPr>
        <p:txBody>
          <a:bodyPr vert="horz" wrap="square" lIns="0" tIns="26670" rIns="0" bIns="0" rtlCol="0">
            <a:spAutoFit/>
          </a:bodyPr>
          <a:lstStyle/>
          <a:p>
            <a:pPr marL="6350" marR="2540" indent="127000">
              <a:lnSpc>
                <a:spcPts val="800"/>
              </a:lnSpc>
              <a:spcBef>
                <a:spcPts val="21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亲密</a:t>
            </a:r>
            <a:r>
              <a:rPr sz="800" spc="-25"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 </a:t>
            </a:r>
            <a:r>
              <a:rPr sz="800" spc="108"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Intimacy</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37" name="object 37"/>
          <p:cNvSpPr txBox="1"/>
          <p:nvPr/>
        </p:nvSpPr>
        <p:spPr>
          <a:xfrm>
            <a:off x="3631916" y="4222750"/>
            <a:ext cx="397642" cy="207645"/>
          </a:xfrm>
          <a:prstGeom prst="rect">
            <a:avLst/>
          </a:prstGeom>
        </p:spPr>
        <p:txBody>
          <a:bodyPr vert="horz" wrap="square" lIns="0" tIns="6350" rIns="0" bIns="0" rtlCol="0">
            <a:spAutoFit/>
          </a:bodyPr>
          <a:lstStyle/>
          <a:p>
            <a:pPr algn="ctr">
              <a:lnSpc>
                <a:spcPts val="905"/>
              </a:lnSpc>
              <a:spcBef>
                <a:spcPts val="5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激情</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algn="ctr">
              <a:lnSpc>
                <a:spcPts val="665"/>
              </a:lnSpc>
            </a:pPr>
            <a:r>
              <a:rPr sz="600" spc="8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Passion</a:t>
            </a:r>
            <a:endParaRPr sz="6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38" name="object 38"/>
          <p:cNvSpPr txBox="1"/>
          <p:nvPr/>
        </p:nvSpPr>
        <p:spPr>
          <a:xfrm>
            <a:off x="4220566" y="4222750"/>
            <a:ext cx="643734" cy="207645"/>
          </a:xfrm>
          <a:prstGeom prst="rect">
            <a:avLst/>
          </a:prstGeom>
        </p:spPr>
        <p:txBody>
          <a:bodyPr vert="horz" wrap="square" lIns="0" tIns="6350" rIns="0" bIns="0" rtlCol="0">
            <a:spAutoFit/>
          </a:bodyPr>
          <a:lstStyle/>
          <a:p>
            <a:pPr algn="ctr">
              <a:lnSpc>
                <a:spcPts val="905"/>
              </a:lnSpc>
              <a:spcBef>
                <a:spcPts val="5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承诺</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algn="ctr">
              <a:lnSpc>
                <a:spcPts val="665"/>
              </a:lnSpc>
            </a:pPr>
            <a:r>
              <a:rPr sz="600" spc="98"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Commitment</a:t>
            </a:r>
            <a:endParaRPr sz="60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39" name="object 39"/>
          <p:cNvGrpSpPr/>
          <p:nvPr/>
        </p:nvGrpSpPr>
        <p:grpSpPr>
          <a:xfrm>
            <a:off x="3779564" y="5216525"/>
            <a:ext cx="829310" cy="781050"/>
            <a:chOff x="7559127" y="10433050"/>
            <a:chExt cx="1658620" cy="1562100"/>
          </a:xfrm>
        </p:grpSpPr>
        <p:sp>
          <p:nvSpPr>
            <p:cNvPr id="40" name="object 40"/>
            <p:cNvSpPr/>
            <p:nvPr/>
          </p:nvSpPr>
          <p:spPr>
            <a:xfrm>
              <a:off x="7946039" y="10452100"/>
              <a:ext cx="876300" cy="876300"/>
            </a:xfrm>
            <a:custGeom>
              <a:avLst/>
              <a:gdLst/>
              <a:ahLst/>
              <a:cxnLst/>
              <a:rect l="l" t="t" r="r" b="b"/>
              <a:pathLst>
                <a:path w="876300" h="876300">
                  <a:moveTo>
                    <a:pt x="437931" y="0"/>
                  </a:moveTo>
                  <a:lnTo>
                    <a:pt x="390214" y="2569"/>
                  </a:lnTo>
                  <a:lnTo>
                    <a:pt x="343985" y="10100"/>
                  </a:lnTo>
                  <a:lnTo>
                    <a:pt x="299511" y="22326"/>
                  </a:lnTo>
                  <a:lnTo>
                    <a:pt x="257060" y="38978"/>
                  </a:lnTo>
                  <a:lnTo>
                    <a:pt x="216899" y="59790"/>
                  </a:lnTo>
                  <a:lnTo>
                    <a:pt x="179295" y="84495"/>
                  </a:lnTo>
                  <a:lnTo>
                    <a:pt x="144514" y="112825"/>
                  </a:lnTo>
                  <a:lnTo>
                    <a:pt x="112825" y="144514"/>
                  </a:lnTo>
                  <a:lnTo>
                    <a:pt x="84495" y="179295"/>
                  </a:lnTo>
                  <a:lnTo>
                    <a:pt x="59790" y="216899"/>
                  </a:lnTo>
                  <a:lnTo>
                    <a:pt x="38978" y="257060"/>
                  </a:lnTo>
                  <a:lnTo>
                    <a:pt x="22326" y="299511"/>
                  </a:lnTo>
                  <a:lnTo>
                    <a:pt x="10100" y="343985"/>
                  </a:lnTo>
                  <a:lnTo>
                    <a:pt x="2569" y="390214"/>
                  </a:lnTo>
                  <a:lnTo>
                    <a:pt x="0" y="437931"/>
                  </a:lnTo>
                  <a:lnTo>
                    <a:pt x="2569" y="485648"/>
                  </a:lnTo>
                  <a:lnTo>
                    <a:pt x="10100" y="531878"/>
                  </a:lnTo>
                  <a:lnTo>
                    <a:pt x="22326" y="576351"/>
                  </a:lnTo>
                  <a:lnTo>
                    <a:pt x="38978" y="618802"/>
                  </a:lnTo>
                  <a:lnTo>
                    <a:pt x="59790" y="658963"/>
                  </a:lnTo>
                  <a:lnTo>
                    <a:pt x="84495" y="696567"/>
                  </a:lnTo>
                  <a:lnTo>
                    <a:pt x="112825" y="731347"/>
                  </a:lnTo>
                  <a:lnTo>
                    <a:pt x="144514" y="763036"/>
                  </a:lnTo>
                  <a:lnTo>
                    <a:pt x="179295" y="791366"/>
                  </a:lnTo>
                  <a:lnTo>
                    <a:pt x="216899" y="816071"/>
                  </a:lnTo>
                  <a:lnTo>
                    <a:pt x="257060" y="836883"/>
                  </a:lnTo>
                  <a:lnTo>
                    <a:pt x="299511" y="853535"/>
                  </a:lnTo>
                  <a:lnTo>
                    <a:pt x="343985" y="865761"/>
                  </a:lnTo>
                  <a:lnTo>
                    <a:pt x="390214" y="873292"/>
                  </a:lnTo>
                  <a:lnTo>
                    <a:pt x="437931" y="875861"/>
                  </a:lnTo>
                  <a:lnTo>
                    <a:pt x="485648" y="873292"/>
                  </a:lnTo>
                  <a:lnTo>
                    <a:pt x="531878" y="865761"/>
                  </a:lnTo>
                  <a:lnTo>
                    <a:pt x="576351" y="853535"/>
                  </a:lnTo>
                  <a:lnTo>
                    <a:pt x="618802" y="836883"/>
                  </a:lnTo>
                  <a:lnTo>
                    <a:pt x="658963" y="816071"/>
                  </a:lnTo>
                  <a:lnTo>
                    <a:pt x="696567" y="791366"/>
                  </a:lnTo>
                  <a:lnTo>
                    <a:pt x="731347" y="763036"/>
                  </a:lnTo>
                  <a:lnTo>
                    <a:pt x="763036" y="731347"/>
                  </a:lnTo>
                  <a:lnTo>
                    <a:pt x="791366" y="696567"/>
                  </a:lnTo>
                  <a:lnTo>
                    <a:pt x="816071" y="658963"/>
                  </a:lnTo>
                  <a:lnTo>
                    <a:pt x="836883" y="618802"/>
                  </a:lnTo>
                  <a:lnTo>
                    <a:pt x="853535" y="576351"/>
                  </a:lnTo>
                  <a:lnTo>
                    <a:pt x="865761" y="531878"/>
                  </a:lnTo>
                  <a:lnTo>
                    <a:pt x="873292" y="485648"/>
                  </a:lnTo>
                  <a:lnTo>
                    <a:pt x="875861" y="437931"/>
                  </a:lnTo>
                  <a:lnTo>
                    <a:pt x="873292" y="390214"/>
                  </a:lnTo>
                  <a:lnTo>
                    <a:pt x="865761" y="343985"/>
                  </a:lnTo>
                  <a:lnTo>
                    <a:pt x="853535" y="299511"/>
                  </a:lnTo>
                  <a:lnTo>
                    <a:pt x="836883" y="257060"/>
                  </a:lnTo>
                  <a:lnTo>
                    <a:pt x="816071" y="216899"/>
                  </a:lnTo>
                  <a:lnTo>
                    <a:pt x="791366" y="179295"/>
                  </a:lnTo>
                  <a:lnTo>
                    <a:pt x="763036" y="144514"/>
                  </a:lnTo>
                  <a:lnTo>
                    <a:pt x="731347" y="112825"/>
                  </a:lnTo>
                  <a:lnTo>
                    <a:pt x="696567" y="84495"/>
                  </a:lnTo>
                  <a:lnTo>
                    <a:pt x="658963" y="59790"/>
                  </a:lnTo>
                  <a:lnTo>
                    <a:pt x="618802" y="38978"/>
                  </a:lnTo>
                  <a:lnTo>
                    <a:pt x="576351" y="22326"/>
                  </a:lnTo>
                  <a:lnTo>
                    <a:pt x="531878" y="10100"/>
                  </a:lnTo>
                  <a:lnTo>
                    <a:pt x="485648" y="2569"/>
                  </a:lnTo>
                  <a:lnTo>
                    <a:pt x="437931"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1" name="object 41"/>
            <p:cNvSpPr/>
            <p:nvPr/>
          </p:nvSpPr>
          <p:spPr>
            <a:xfrm>
              <a:off x="7946039" y="10452100"/>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2" name="object 42"/>
            <p:cNvSpPr/>
            <p:nvPr/>
          </p:nvSpPr>
          <p:spPr>
            <a:xfrm>
              <a:off x="8322660" y="11100238"/>
              <a:ext cx="876300" cy="876300"/>
            </a:xfrm>
            <a:custGeom>
              <a:avLst/>
              <a:gdLst/>
              <a:ahLst/>
              <a:cxnLst/>
              <a:rect l="l" t="t" r="r" b="b"/>
              <a:pathLst>
                <a:path w="876300" h="876300">
                  <a:moveTo>
                    <a:pt x="437930" y="0"/>
                  </a:moveTo>
                  <a:lnTo>
                    <a:pt x="390212" y="2569"/>
                  </a:lnTo>
                  <a:lnTo>
                    <a:pt x="343983" y="10100"/>
                  </a:lnTo>
                  <a:lnTo>
                    <a:pt x="299510" y="22325"/>
                  </a:lnTo>
                  <a:lnTo>
                    <a:pt x="257059" y="38978"/>
                  </a:lnTo>
                  <a:lnTo>
                    <a:pt x="216898" y="59790"/>
                  </a:lnTo>
                  <a:lnTo>
                    <a:pt x="179294" y="84495"/>
                  </a:lnTo>
                  <a:lnTo>
                    <a:pt x="144514" y="112825"/>
                  </a:lnTo>
                  <a:lnTo>
                    <a:pt x="112825" y="144514"/>
                  </a:lnTo>
                  <a:lnTo>
                    <a:pt x="84495" y="179294"/>
                  </a:lnTo>
                  <a:lnTo>
                    <a:pt x="59790" y="216898"/>
                  </a:lnTo>
                  <a:lnTo>
                    <a:pt x="38978" y="257059"/>
                  </a:lnTo>
                  <a:lnTo>
                    <a:pt x="22325" y="299510"/>
                  </a:lnTo>
                  <a:lnTo>
                    <a:pt x="10100" y="343983"/>
                  </a:lnTo>
                  <a:lnTo>
                    <a:pt x="2569" y="390212"/>
                  </a:lnTo>
                  <a:lnTo>
                    <a:pt x="0" y="437930"/>
                  </a:lnTo>
                  <a:lnTo>
                    <a:pt x="2569" y="485647"/>
                  </a:lnTo>
                  <a:lnTo>
                    <a:pt x="10100" y="531876"/>
                  </a:lnTo>
                  <a:lnTo>
                    <a:pt x="22325" y="576350"/>
                  </a:lnTo>
                  <a:lnTo>
                    <a:pt x="38978" y="618801"/>
                  </a:lnTo>
                  <a:lnTo>
                    <a:pt x="59790" y="658962"/>
                  </a:lnTo>
                  <a:lnTo>
                    <a:pt x="84495" y="696566"/>
                  </a:lnTo>
                  <a:lnTo>
                    <a:pt x="112825" y="731346"/>
                  </a:lnTo>
                  <a:lnTo>
                    <a:pt x="144514" y="763035"/>
                  </a:lnTo>
                  <a:lnTo>
                    <a:pt x="179294" y="791366"/>
                  </a:lnTo>
                  <a:lnTo>
                    <a:pt x="216898" y="816071"/>
                  </a:lnTo>
                  <a:lnTo>
                    <a:pt x="257059" y="836883"/>
                  </a:lnTo>
                  <a:lnTo>
                    <a:pt x="299510" y="853535"/>
                  </a:lnTo>
                  <a:lnTo>
                    <a:pt x="343983" y="865761"/>
                  </a:lnTo>
                  <a:lnTo>
                    <a:pt x="390212" y="873292"/>
                  </a:lnTo>
                  <a:lnTo>
                    <a:pt x="437930" y="875861"/>
                  </a:lnTo>
                  <a:lnTo>
                    <a:pt x="485647" y="873292"/>
                  </a:lnTo>
                  <a:lnTo>
                    <a:pt x="531876" y="865761"/>
                  </a:lnTo>
                  <a:lnTo>
                    <a:pt x="576350" y="853535"/>
                  </a:lnTo>
                  <a:lnTo>
                    <a:pt x="618801" y="836883"/>
                  </a:lnTo>
                  <a:lnTo>
                    <a:pt x="658962" y="816071"/>
                  </a:lnTo>
                  <a:lnTo>
                    <a:pt x="696566" y="791366"/>
                  </a:lnTo>
                  <a:lnTo>
                    <a:pt x="731346" y="763035"/>
                  </a:lnTo>
                  <a:lnTo>
                    <a:pt x="763035" y="731346"/>
                  </a:lnTo>
                  <a:lnTo>
                    <a:pt x="791366" y="696566"/>
                  </a:lnTo>
                  <a:lnTo>
                    <a:pt x="816071" y="658962"/>
                  </a:lnTo>
                  <a:lnTo>
                    <a:pt x="836883" y="618801"/>
                  </a:lnTo>
                  <a:lnTo>
                    <a:pt x="853535" y="576350"/>
                  </a:lnTo>
                  <a:lnTo>
                    <a:pt x="865761" y="531876"/>
                  </a:lnTo>
                  <a:lnTo>
                    <a:pt x="873292" y="485647"/>
                  </a:lnTo>
                  <a:lnTo>
                    <a:pt x="875861" y="437930"/>
                  </a:lnTo>
                  <a:lnTo>
                    <a:pt x="873292" y="390212"/>
                  </a:lnTo>
                  <a:lnTo>
                    <a:pt x="865761" y="343983"/>
                  </a:lnTo>
                  <a:lnTo>
                    <a:pt x="853535" y="299510"/>
                  </a:lnTo>
                  <a:lnTo>
                    <a:pt x="836883" y="257059"/>
                  </a:lnTo>
                  <a:lnTo>
                    <a:pt x="816071" y="216898"/>
                  </a:lnTo>
                  <a:lnTo>
                    <a:pt x="791366" y="179294"/>
                  </a:lnTo>
                  <a:lnTo>
                    <a:pt x="763035" y="144514"/>
                  </a:lnTo>
                  <a:lnTo>
                    <a:pt x="731346" y="112825"/>
                  </a:lnTo>
                  <a:lnTo>
                    <a:pt x="696566" y="84495"/>
                  </a:lnTo>
                  <a:lnTo>
                    <a:pt x="658962" y="59790"/>
                  </a:lnTo>
                  <a:lnTo>
                    <a:pt x="618801" y="38978"/>
                  </a:lnTo>
                  <a:lnTo>
                    <a:pt x="576350" y="22325"/>
                  </a:lnTo>
                  <a:lnTo>
                    <a:pt x="531876" y="10100"/>
                  </a:lnTo>
                  <a:lnTo>
                    <a:pt x="485647" y="2569"/>
                  </a:lnTo>
                  <a:lnTo>
                    <a:pt x="43793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3" name="object 43"/>
            <p:cNvSpPr/>
            <p:nvPr/>
          </p:nvSpPr>
          <p:spPr>
            <a:xfrm>
              <a:off x="8322660" y="11100238"/>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4" name="object 44"/>
            <p:cNvSpPr/>
            <p:nvPr/>
          </p:nvSpPr>
          <p:spPr>
            <a:xfrm>
              <a:off x="7578177" y="11100238"/>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5" name="object 45"/>
            <p:cNvSpPr/>
            <p:nvPr/>
          </p:nvSpPr>
          <p:spPr>
            <a:xfrm>
              <a:off x="8382000" y="10744200"/>
              <a:ext cx="584200" cy="927100"/>
            </a:xfrm>
            <a:custGeom>
              <a:avLst/>
              <a:gdLst/>
              <a:ahLst/>
              <a:cxnLst/>
              <a:rect l="l" t="t" r="r" b="b"/>
              <a:pathLst>
                <a:path w="584200" h="927100">
                  <a:moveTo>
                    <a:pt x="0" y="0"/>
                  </a:moveTo>
                  <a:lnTo>
                    <a:pt x="584200" y="92710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46" name="object 46"/>
          <p:cNvSpPr txBox="1"/>
          <p:nvPr/>
        </p:nvSpPr>
        <p:spPr>
          <a:xfrm>
            <a:off x="3955745" y="5118100"/>
            <a:ext cx="643735" cy="231775"/>
          </a:xfrm>
          <a:prstGeom prst="rect">
            <a:avLst/>
          </a:prstGeom>
        </p:spPr>
        <p:txBody>
          <a:bodyPr vert="horz" wrap="square" lIns="0" tIns="26670" rIns="0" bIns="0" rtlCol="0">
            <a:spAutoFit/>
          </a:bodyPr>
          <a:lstStyle/>
          <a:p>
            <a:pPr marL="6350" marR="2540" indent="127000">
              <a:lnSpc>
                <a:spcPts val="800"/>
              </a:lnSpc>
              <a:spcBef>
                <a:spcPts val="21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亲密</a:t>
            </a:r>
            <a:r>
              <a:rPr sz="800" spc="-25"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 </a:t>
            </a:r>
            <a:r>
              <a:rPr sz="800" spc="108"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Intimacy</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7" name="object 47"/>
          <p:cNvSpPr txBox="1"/>
          <p:nvPr/>
        </p:nvSpPr>
        <p:spPr>
          <a:xfrm>
            <a:off x="3641846" y="5854700"/>
            <a:ext cx="387712" cy="207645"/>
          </a:xfrm>
          <a:prstGeom prst="rect">
            <a:avLst/>
          </a:prstGeom>
        </p:spPr>
        <p:txBody>
          <a:bodyPr vert="horz" wrap="square" lIns="0" tIns="6350" rIns="0" bIns="0" rtlCol="0">
            <a:spAutoFit/>
          </a:bodyPr>
          <a:lstStyle/>
          <a:p>
            <a:pPr algn="ctr">
              <a:lnSpc>
                <a:spcPts val="905"/>
              </a:lnSpc>
              <a:spcBef>
                <a:spcPts val="5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激情</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algn="ctr">
              <a:lnSpc>
                <a:spcPts val="665"/>
              </a:lnSpc>
            </a:pPr>
            <a:r>
              <a:rPr sz="600" spc="8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Passion</a:t>
            </a:r>
            <a:endParaRPr sz="6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8" name="object 48"/>
          <p:cNvSpPr txBox="1"/>
          <p:nvPr/>
        </p:nvSpPr>
        <p:spPr>
          <a:xfrm>
            <a:off x="4220565" y="5854700"/>
            <a:ext cx="599085" cy="207645"/>
          </a:xfrm>
          <a:prstGeom prst="rect">
            <a:avLst/>
          </a:prstGeom>
        </p:spPr>
        <p:txBody>
          <a:bodyPr vert="horz" wrap="square" lIns="0" tIns="6350" rIns="0" bIns="0" rtlCol="0">
            <a:spAutoFit/>
          </a:bodyPr>
          <a:lstStyle/>
          <a:p>
            <a:pPr algn="ctr">
              <a:lnSpc>
                <a:spcPts val="905"/>
              </a:lnSpc>
              <a:spcBef>
                <a:spcPts val="5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承诺</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algn="ctr">
              <a:lnSpc>
                <a:spcPts val="665"/>
              </a:lnSpc>
            </a:pPr>
            <a:r>
              <a:rPr sz="600" spc="98"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Commitment</a:t>
            </a:r>
            <a:endParaRPr sz="60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49" name="object 49"/>
          <p:cNvGrpSpPr/>
          <p:nvPr/>
        </p:nvGrpSpPr>
        <p:grpSpPr>
          <a:xfrm>
            <a:off x="3779564" y="7083425"/>
            <a:ext cx="829310" cy="781050"/>
            <a:chOff x="7559127" y="14166850"/>
            <a:chExt cx="1658620" cy="1562100"/>
          </a:xfrm>
        </p:grpSpPr>
        <p:sp>
          <p:nvSpPr>
            <p:cNvPr id="50" name="object 50"/>
            <p:cNvSpPr/>
            <p:nvPr/>
          </p:nvSpPr>
          <p:spPr>
            <a:xfrm>
              <a:off x="7946039" y="14185900"/>
              <a:ext cx="876300" cy="876300"/>
            </a:xfrm>
            <a:custGeom>
              <a:avLst/>
              <a:gdLst/>
              <a:ahLst/>
              <a:cxnLst/>
              <a:rect l="l" t="t" r="r" b="b"/>
              <a:pathLst>
                <a:path w="876300" h="876300">
                  <a:moveTo>
                    <a:pt x="437931" y="0"/>
                  </a:moveTo>
                  <a:lnTo>
                    <a:pt x="390214" y="2569"/>
                  </a:lnTo>
                  <a:lnTo>
                    <a:pt x="343985" y="10100"/>
                  </a:lnTo>
                  <a:lnTo>
                    <a:pt x="299511" y="22326"/>
                  </a:lnTo>
                  <a:lnTo>
                    <a:pt x="257060" y="38978"/>
                  </a:lnTo>
                  <a:lnTo>
                    <a:pt x="216899" y="59790"/>
                  </a:lnTo>
                  <a:lnTo>
                    <a:pt x="179295" y="84495"/>
                  </a:lnTo>
                  <a:lnTo>
                    <a:pt x="144514" y="112825"/>
                  </a:lnTo>
                  <a:lnTo>
                    <a:pt x="112825" y="144514"/>
                  </a:lnTo>
                  <a:lnTo>
                    <a:pt x="84495" y="179295"/>
                  </a:lnTo>
                  <a:lnTo>
                    <a:pt x="59790" y="216899"/>
                  </a:lnTo>
                  <a:lnTo>
                    <a:pt x="38978" y="257060"/>
                  </a:lnTo>
                  <a:lnTo>
                    <a:pt x="22326" y="299511"/>
                  </a:lnTo>
                  <a:lnTo>
                    <a:pt x="10100" y="343985"/>
                  </a:lnTo>
                  <a:lnTo>
                    <a:pt x="2569" y="390214"/>
                  </a:lnTo>
                  <a:lnTo>
                    <a:pt x="0" y="437931"/>
                  </a:lnTo>
                  <a:lnTo>
                    <a:pt x="2569" y="485648"/>
                  </a:lnTo>
                  <a:lnTo>
                    <a:pt x="10100" y="531878"/>
                  </a:lnTo>
                  <a:lnTo>
                    <a:pt x="22326" y="576351"/>
                  </a:lnTo>
                  <a:lnTo>
                    <a:pt x="38978" y="618802"/>
                  </a:lnTo>
                  <a:lnTo>
                    <a:pt x="59790" y="658963"/>
                  </a:lnTo>
                  <a:lnTo>
                    <a:pt x="84495" y="696567"/>
                  </a:lnTo>
                  <a:lnTo>
                    <a:pt x="112825" y="731347"/>
                  </a:lnTo>
                  <a:lnTo>
                    <a:pt x="144514" y="763036"/>
                  </a:lnTo>
                  <a:lnTo>
                    <a:pt x="179295" y="791366"/>
                  </a:lnTo>
                  <a:lnTo>
                    <a:pt x="216899" y="816071"/>
                  </a:lnTo>
                  <a:lnTo>
                    <a:pt x="257060" y="836883"/>
                  </a:lnTo>
                  <a:lnTo>
                    <a:pt x="299511" y="853535"/>
                  </a:lnTo>
                  <a:lnTo>
                    <a:pt x="343985" y="865761"/>
                  </a:lnTo>
                  <a:lnTo>
                    <a:pt x="390214" y="873292"/>
                  </a:lnTo>
                  <a:lnTo>
                    <a:pt x="437931" y="875861"/>
                  </a:lnTo>
                  <a:lnTo>
                    <a:pt x="485648" y="873292"/>
                  </a:lnTo>
                  <a:lnTo>
                    <a:pt x="531878" y="865761"/>
                  </a:lnTo>
                  <a:lnTo>
                    <a:pt x="576351" y="853535"/>
                  </a:lnTo>
                  <a:lnTo>
                    <a:pt x="618802" y="836883"/>
                  </a:lnTo>
                  <a:lnTo>
                    <a:pt x="658963" y="816071"/>
                  </a:lnTo>
                  <a:lnTo>
                    <a:pt x="696567" y="791366"/>
                  </a:lnTo>
                  <a:lnTo>
                    <a:pt x="731347" y="763036"/>
                  </a:lnTo>
                  <a:lnTo>
                    <a:pt x="763036" y="731347"/>
                  </a:lnTo>
                  <a:lnTo>
                    <a:pt x="791366" y="696567"/>
                  </a:lnTo>
                  <a:lnTo>
                    <a:pt x="816071" y="658963"/>
                  </a:lnTo>
                  <a:lnTo>
                    <a:pt x="836883" y="618802"/>
                  </a:lnTo>
                  <a:lnTo>
                    <a:pt x="853535" y="576351"/>
                  </a:lnTo>
                  <a:lnTo>
                    <a:pt x="865761" y="531878"/>
                  </a:lnTo>
                  <a:lnTo>
                    <a:pt x="873292" y="485648"/>
                  </a:lnTo>
                  <a:lnTo>
                    <a:pt x="875861" y="437931"/>
                  </a:lnTo>
                  <a:lnTo>
                    <a:pt x="873292" y="390214"/>
                  </a:lnTo>
                  <a:lnTo>
                    <a:pt x="865761" y="343985"/>
                  </a:lnTo>
                  <a:lnTo>
                    <a:pt x="853535" y="299511"/>
                  </a:lnTo>
                  <a:lnTo>
                    <a:pt x="836883" y="257060"/>
                  </a:lnTo>
                  <a:lnTo>
                    <a:pt x="816071" y="216899"/>
                  </a:lnTo>
                  <a:lnTo>
                    <a:pt x="791366" y="179295"/>
                  </a:lnTo>
                  <a:lnTo>
                    <a:pt x="763036" y="144514"/>
                  </a:lnTo>
                  <a:lnTo>
                    <a:pt x="731347" y="112825"/>
                  </a:lnTo>
                  <a:lnTo>
                    <a:pt x="696567" y="84495"/>
                  </a:lnTo>
                  <a:lnTo>
                    <a:pt x="658963" y="59790"/>
                  </a:lnTo>
                  <a:lnTo>
                    <a:pt x="618802" y="38978"/>
                  </a:lnTo>
                  <a:lnTo>
                    <a:pt x="576351" y="22326"/>
                  </a:lnTo>
                  <a:lnTo>
                    <a:pt x="531878" y="10100"/>
                  </a:lnTo>
                  <a:lnTo>
                    <a:pt x="485648" y="2569"/>
                  </a:lnTo>
                  <a:lnTo>
                    <a:pt x="437931"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1" name="object 51"/>
            <p:cNvSpPr/>
            <p:nvPr/>
          </p:nvSpPr>
          <p:spPr>
            <a:xfrm>
              <a:off x="7946039" y="14185900"/>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2" name="object 52"/>
            <p:cNvSpPr/>
            <p:nvPr/>
          </p:nvSpPr>
          <p:spPr>
            <a:xfrm>
              <a:off x="8322660" y="14834038"/>
              <a:ext cx="876300" cy="876300"/>
            </a:xfrm>
            <a:custGeom>
              <a:avLst/>
              <a:gdLst/>
              <a:ahLst/>
              <a:cxnLst/>
              <a:rect l="l" t="t" r="r" b="b"/>
              <a:pathLst>
                <a:path w="876300" h="876300">
                  <a:moveTo>
                    <a:pt x="437930" y="0"/>
                  </a:moveTo>
                  <a:lnTo>
                    <a:pt x="390212" y="2569"/>
                  </a:lnTo>
                  <a:lnTo>
                    <a:pt x="343983" y="10100"/>
                  </a:lnTo>
                  <a:lnTo>
                    <a:pt x="299510" y="22325"/>
                  </a:lnTo>
                  <a:lnTo>
                    <a:pt x="257059" y="38978"/>
                  </a:lnTo>
                  <a:lnTo>
                    <a:pt x="216898" y="59790"/>
                  </a:lnTo>
                  <a:lnTo>
                    <a:pt x="179294" y="84495"/>
                  </a:lnTo>
                  <a:lnTo>
                    <a:pt x="144514" y="112825"/>
                  </a:lnTo>
                  <a:lnTo>
                    <a:pt x="112825" y="144514"/>
                  </a:lnTo>
                  <a:lnTo>
                    <a:pt x="84495" y="179294"/>
                  </a:lnTo>
                  <a:lnTo>
                    <a:pt x="59790" y="216898"/>
                  </a:lnTo>
                  <a:lnTo>
                    <a:pt x="38978" y="257059"/>
                  </a:lnTo>
                  <a:lnTo>
                    <a:pt x="22325" y="299510"/>
                  </a:lnTo>
                  <a:lnTo>
                    <a:pt x="10100" y="343983"/>
                  </a:lnTo>
                  <a:lnTo>
                    <a:pt x="2569" y="390212"/>
                  </a:lnTo>
                  <a:lnTo>
                    <a:pt x="0" y="437930"/>
                  </a:lnTo>
                  <a:lnTo>
                    <a:pt x="2569" y="485647"/>
                  </a:lnTo>
                  <a:lnTo>
                    <a:pt x="10100" y="531876"/>
                  </a:lnTo>
                  <a:lnTo>
                    <a:pt x="22325" y="576350"/>
                  </a:lnTo>
                  <a:lnTo>
                    <a:pt x="38978" y="618801"/>
                  </a:lnTo>
                  <a:lnTo>
                    <a:pt x="59790" y="658962"/>
                  </a:lnTo>
                  <a:lnTo>
                    <a:pt x="84495" y="696566"/>
                  </a:lnTo>
                  <a:lnTo>
                    <a:pt x="112825" y="731346"/>
                  </a:lnTo>
                  <a:lnTo>
                    <a:pt x="144514" y="763035"/>
                  </a:lnTo>
                  <a:lnTo>
                    <a:pt x="179294" y="791366"/>
                  </a:lnTo>
                  <a:lnTo>
                    <a:pt x="216898" y="816071"/>
                  </a:lnTo>
                  <a:lnTo>
                    <a:pt x="257059" y="836883"/>
                  </a:lnTo>
                  <a:lnTo>
                    <a:pt x="299510" y="853535"/>
                  </a:lnTo>
                  <a:lnTo>
                    <a:pt x="343983" y="865761"/>
                  </a:lnTo>
                  <a:lnTo>
                    <a:pt x="390212" y="873292"/>
                  </a:lnTo>
                  <a:lnTo>
                    <a:pt x="437930" y="875861"/>
                  </a:lnTo>
                  <a:lnTo>
                    <a:pt x="485647" y="873292"/>
                  </a:lnTo>
                  <a:lnTo>
                    <a:pt x="531876" y="865761"/>
                  </a:lnTo>
                  <a:lnTo>
                    <a:pt x="576350" y="853535"/>
                  </a:lnTo>
                  <a:lnTo>
                    <a:pt x="618801" y="836883"/>
                  </a:lnTo>
                  <a:lnTo>
                    <a:pt x="658962" y="816071"/>
                  </a:lnTo>
                  <a:lnTo>
                    <a:pt x="696566" y="791366"/>
                  </a:lnTo>
                  <a:lnTo>
                    <a:pt x="731346" y="763035"/>
                  </a:lnTo>
                  <a:lnTo>
                    <a:pt x="763035" y="731346"/>
                  </a:lnTo>
                  <a:lnTo>
                    <a:pt x="791366" y="696566"/>
                  </a:lnTo>
                  <a:lnTo>
                    <a:pt x="816071" y="658962"/>
                  </a:lnTo>
                  <a:lnTo>
                    <a:pt x="836883" y="618801"/>
                  </a:lnTo>
                  <a:lnTo>
                    <a:pt x="853535" y="576350"/>
                  </a:lnTo>
                  <a:lnTo>
                    <a:pt x="865761" y="531876"/>
                  </a:lnTo>
                  <a:lnTo>
                    <a:pt x="873292" y="485647"/>
                  </a:lnTo>
                  <a:lnTo>
                    <a:pt x="875861" y="437930"/>
                  </a:lnTo>
                  <a:lnTo>
                    <a:pt x="873292" y="390212"/>
                  </a:lnTo>
                  <a:lnTo>
                    <a:pt x="865761" y="343983"/>
                  </a:lnTo>
                  <a:lnTo>
                    <a:pt x="853535" y="299510"/>
                  </a:lnTo>
                  <a:lnTo>
                    <a:pt x="836883" y="257059"/>
                  </a:lnTo>
                  <a:lnTo>
                    <a:pt x="816071" y="216898"/>
                  </a:lnTo>
                  <a:lnTo>
                    <a:pt x="791366" y="179294"/>
                  </a:lnTo>
                  <a:lnTo>
                    <a:pt x="763035" y="144514"/>
                  </a:lnTo>
                  <a:lnTo>
                    <a:pt x="731346" y="112825"/>
                  </a:lnTo>
                  <a:lnTo>
                    <a:pt x="696566" y="84495"/>
                  </a:lnTo>
                  <a:lnTo>
                    <a:pt x="658962" y="59790"/>
                  </a:lnTo>
                  <a:lnTo>
                    <a:pt x="618801" y="38978"/>
                  </a:lnTo>
                  <a:lnTo>
                    <a:pt x="576350" y="22325"/>
                  </a:lnTo>
                  <a:lnTo>
                    <a:pt x="531876" y="10100"/>
                  </a:lnTo>
                  <a:lnTo>
                    <a:pt x="485647" y="2569"/>
                  </a:lnTo>
                  <a:lnTo>
                    <a:pt x="43793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3" name="object 53"/>
            <p:cNvSpPr/>
            <p:nvPr/>
          </p:nvSpPr>
          <p:spPr>
            <a:xfrm>
              <a:off x="8322660" y="14834038"/>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4" name="object 54"/>
            <p:cNvSpPr/>
            <p:nvPr/>
          </p:nvSpPr>
          <p:spPr>
            <a:xfrm>
              <a:off x="7578177" y="14834038"/>
              <a:ext cx="876300" cy="876300"/>
            </a:xfrm>
            <a:custGeom>
              <a:avLst/>
              <a:gdLst/>
              <a:ahLst/>
              <a:cxnLst/>
              <a:rect l="l" t="t" r="r" b="b"/>
              <a:pathLst>
                <a:path w="876300" h="876300">
                  <a:moveTo>
                    <a:pt x="437931" y="0"/>
                  </a:moveTo>
                  <a:lnTo>
                    <a:pt x="390214" y="2569"/>
                  </a:lnTo>
                  <a:lnTo>
                    <a:pt x="343985" y="10100"/>
                  </a:lnTo>
                  <a:lnTo>
                    <a:pt x="299511" y="22325"/>
                  </a:lnTo>
                  <a:lnTo>
                    <a:pt x="257060" y="38978"/>
                  </a:lnTo>
                  <a:lnTo>
                    <a:pt x="216899" y="59790"/>
                  </a:lnTo>
                  <a:lnTo>
                    <a:pt x="179295" y="84495"/>
                  </a:lnTo>
                  <a:lnTo>
                    <a:pt x="144514" y="112825"/>
                  </a:lnTo>
                  <a:lnTo>
                    <a:pt x="112825" y="144514"/>
                  </a:lnTo>
                  <a:lnTo>
                    <a:pt x="84495" y="179294"/>
                  </a:lnTo>
                  <a:lnTo>
                    <a:pt x="59790" y="216898"/>
                  </a:lnTo>
                  <a:lnTo>
                    <a:pt x="38978" y="257059"/>
                  </a:lnTo>
                  <a:lnTo>
                    <a:pt x="22326" y="299510"/>
                  </a:lnTo>
                  <a:lnTo>
                    <a:pt x="10100" y="343983"/>
                  </a:lnTo>
                  <a:lnTo>
                    <a:pt x="2569" y="390212"/>
                  </a:lnTo>
                  <a:lnTo>
                    <a:pt x="0" y="437930"/>
                  </a:lnTo>
                  <a:lnTo>
                    <a:pt x="2569" y="485647"/>
                  </a:lnTo>
                  <a:lnTo>
                    <a:pt x="10100" y="531876"/>
                  </a:lnTo>
                  <a:lnTo>
                    <a:pt x="22326" y="576350"/>
                  </a:lnTo>
                  <a:lnTo>
                    <a:pt x="38978" y="618801"/>
                  </a:lnTo>
                  <a:lnTo>
                    <a:pt x="59790" y="658962"/>
                  </a:lnTo>
                  <a:lnTo>
                    <a:pt x="84495" y="696566"/>
                  </a:lnTo>
                  <a:lnTo>
                    <a:pt x="112825" y="731346"/>
                  </a:lnTo>
                  <a:lnTo>
                    <a:pt x="144514" y="763035"/>
                  </a:lnTo>
                  <a:lnTo>
                    <a:pt x="179295" y="791366"/>
                  </a:lnTo>
                  <a:lnTo>
                    <a:pt x="216899" y="816071"/>
                  </a:lnTo>
                  <a:lnTo>
                    <a:pt x="257060" y="836883"/>
                  </a:lnTo>
                  <a:lnTo>
                    <a:pt x="299511" y="853535"/>
                  </a:lnTo>
                  <a:lnTo>
                    <a:pt x="343985" y="865761"/>
                  </a:lnTo>
                  <a:lnTo>
                    <a:pt x="390214" y="873292"/>
                  </a:lnTo>
                  <a:lnTo>
                    <a:pt x="437931" y="875861"/>
                  </a:lnTo>
                  <a:lnTo>
                    <a:pt x="485648" y="873292"/>
                  </a:lnTo>
                  <a:lnTo>
                    <a:pt x="531878" y="865761"/>
                  </a:lnTo>
                  <a:lnTo>
                    <a:pt x="576351" y="853535"/>
                  </a:lnTo>
                  <a:lnTo>
                    <a:pt x="618802" y="836883"/>
                  </a:lnTo>
                  <a:lnTo>
                    <a:pt x="658963" y="816071"/>
                  </a:lnTo>
                  <a:lnTo>
                    <a:pt x="696567" y="791366"/>
                  </a:lnTo>
                  <a:lnTo>
                    <a:pt x="731347" y="763035"/>
                  </a:lnTo>
                  <a:lnTo>
                    <a:pt x="763036" y="731346"/>
                  </a:lnTo>
                  <a:lnTo>
                    <a:pt x="791366" y="696566"/>
                  </a:lnTo>
                  <a:lnTo>
                    <a:pt x="816071" y="658962"/>
                  </a:lnTo>
                  <a:lnTo>
                    <a:pt x="836883" y="618801"/>
                  </a:lnTo>
                  <a:lnTo>
                    <a:pt x="853535" y="576350"/>
                  </a:lnTo>
                  <a:lnTo>
                    <a:pt x="865761" y="531876"/>
                  </a:lnTo>
                  <a:lnTo>
                    <a:pt x="873292" y="485647"/>
                  </a:lnTo>
                  <a:lnTo>
                    <a:pt x="875861" y="437930"/>
                  </a:lnTo>
                  <a:lnTo>
                    <a:pt x="873292" y="390212"/>
                  </a:lnTo>
                  <a:lnTo>
                    <a:pt x="865761" y="343983"/>
                  </a:lnTo>
                  <a:lnTo>
                    <a:pt x="853535" y="299510"/>
                  </a:lnTo>
                  <a:lnTo>
                    <a:pt x="836883" y="257059"/>
                  </a:lnTo>
                  <a:lnTo>
                    <a:pt x="816071" y="216898"/>
                  </a:lnTo>
                  <a:lnTo>
                    <a:pt x="791366" y="179294"/>
                  </a:lnTo>
                  <a:lnTo>
                    <a:pt x="763036" y="144514"/>
                  </a:lnTo>
                  <a:lnTo>
                    <a:pt x="731347" y="112825"/>
                  </a:lnTo>
                  <a:lnTo>
                    <a:pt x="696567" y="84495"/>
                  </a:lnTo>
                  <a:lnTo>
                    <a:pt x="658963" y="59790"/>
                  </a:lnTo>
                  <a:lnTo>
                    <a:pt x="618802" y="38978"/>
                  </a:lnTo>
                  <a:lnTo>
                    <a:pt x="576351" y="22325"/>
                  </a:lnTo>
                  <a:lnTo>
                    <a:pt x="531878" y="10100"/>
                  </a:lnTo>
                  <a:lnTo>
                    <a:pt x="485648" y="2569"/>
                  </a:lnTo>
                  <a:lnTo>
                    <a:pt x="437931"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5" name="object 55"/>
            <p:cNvSpPr/>
            <p:nvPr/>
          </p:nvSpPr>
          <p:spPr>
            <a:xfrm>
              <a:off x="7578177" y="14834038"/>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6" name="object 56"/>
            <p:cNvSpPr/>
            <p:nvPr/>
          </p:nvSpPr>
          <p:spPr>
            <a:xfrm>
              <a:off x="7785100" y="14478000"/>
              <a:ext cx="584200" cy="927100"/>
            </a:xfrm>
            <a:custGeom>
              <a:avLst/>
              <a:gdLst/>
              <a:ahLst/>
              <a:cxnLst/>
              <a:rect l="l" t="t" r="r" b="b"/>
              <a:pathLst>
                <a:path w="584200" h="927100">
                  <a:moveTo>
                    <a:pt x="584200" y="0"/>
                  </a:moveTo>
                  <a:lnTo>
                    <a:pt x="0" y="92710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7" name="object 57"/>
            <p:cNvSpPr/>
            <p:nvPr/>
          </p:nvSpPr>
          <p:spPr>
            <a:xfrm>
              <a:off x="8382000" y="14478000"/>
              <a:ext cx="584200" cy="927100"/>
            </a:xfrm>
            <a:custGeom>
              <a:avLst/>
              <a:gdLst/>
              <a:ahLst/>
              <a:cxnLst/>
              <a:rect l="l" t="t" r="r" b="b"/>
              <a:pathLst>
                <a:path w="584200" h="927100">
                  <a:moveTo>
                    <a:pt x="0" y="0"/>
                  </a:moveTo>
                  <a:lnTo>
                    <a:pt x="584200" y="92710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8" name="object 58"/>
            <p:cNvSpPr/>
            <p:nvPr/>
          </p:nvSpPr>
          <p:spPr>
            <a:xfrm>
              <a:off x="7797800" y="15408275"/>
              <a:ext cx="1168400" cy="6350"/>
            </a:xfrm>
            <a:custGeom>
              <a:avLst/>
              <a:gdLst/>
              <a:ahLst/>
              <a:cxnLst/>
              <a:rect l="l" t="t" r="r" b="b"/>
              <a:pathLst>
                <a:path w="1168400" h="6350">
                  <a:moveTo>
                    <a:pt x="0" y="6350"/>
                  </a:moveTo>
                  <a:lnTo>
                    <a:pt x="1168400" y="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59" name="object 59"/>
          <p:cNvSpPr txBox="1"/>
          <p:nvPr/>
        </p:nvSpPr>
        <p:spPr>
          <a:xfrm>
            <a:off x="3955745" y="6985000"/>
            <a:ext cx="565455" cy="231775"/>
          </a:xfrm>
          <a:prstGeom prst="rect">
            <a:avLst/>
          </a:prstGeom>
        </p:spPr>
        <p:txBody>
          <a:bodyPr vert="horz" wrap="square" lIns="0" tIns="26670" rIns="0" bIns="0" rtlCol="0">
            <a:spAutoFit/>
          </a:bodyPr>
          <a:lstStyle/>
          <a:p>
            <a:pPr marL="6350" marR="2540" indent="127000">
              <a:lnSpc>
                <a:spcPts val="800"/>
              </a:lnSpc>
              <a:spcBef>
                <a:spcPts val="21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亲密</a:t>
            </a:r>
            <a:r>
              <a:rPr sz="800" spc="-25"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 </a:t>
            </a:r>
            <a:r>
              <a:rPr sz="800" spc="108"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Intimacy</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60" name="object 60"/>
          <p:cNvSpPr txBox="1"/>
          <p:nvPr/>
        </p:nvSpPr>
        <p:spPr>
          <a:xfrm>
            <a:off x="3631916" y="7721600"/>
            <a:ext cx="397642" cy="207645"/>
          </a:xfrm>
          <a:prstGeom prst="rect">
            <a:avLst/>
          </a:prstGeom>
        </p:spPr>
        <p:txBody>
          <a:bodyPr vert="horz" wrap="square" lIns="0" tIns="6350" rIns="0" bIns="0" rtlCol="0">
            <a:spAutoFit/>
          </a:bodyPr>
          <a:lstStyle/>
          <a:p>
            <a:pPr algn="ctr">
              <a:lnSpc>
                <a:spcPts val="905"/>
              </a:lnSpc>
              <a:spcBef>
                <a:spcPts val="5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激情</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algn="ctr">
              <a:lnSpc>
                <a:spcPts val="665"/>
              </a:lnSpc>
            </a:pPr>
            <a:r>
              <a:rPr sz="600" spc="8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Passion</a:t>
            </a:r>
            <a:endParaRPr sz="6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61" name="object 61"/>
          <p:cNvSpPr txBox="1"/>
          <p:nvPr/>
        </p:nvSpPr>
        <p:spPr>
          <a:xfrm>
            <a:off x="4220566" y="7721600"/>
            <a:ext cx="599084" cy="207645"/>
          </a:xfrm>
          <a:prstGeom prst="rect">
            <a:avLst/>
          </a:prstGeom>
        </p:spPr>
        <p:txBody>
          <a:bodyPr vert="horz" wrap="square" lIns="0" tIns="6350" rIns="0" bIns="0" rtlCol="0">
            <a:spAutoFit/>
          </a:bodyPr>
          <a:lstStyle/>
          <a:p>
            <a:pPr algn="ctr">
              <a:lnSpc>
                <a:spcPts val="905"/>
              </a:lnSpc>
              <a:spcBef>
                <a:spcPts val="5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承诺</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algn="ctr">
              <a:lnSpc>
                <a:spcPts val="665"/>
              </a:lnSpc>
            </a:pPr>
            <a:r>
              <a:rPr sz="600" spc="98"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Commitment</a:t>
            </a:r>
            <a:endParaRPr sz="6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62" name="object 62"/>
          <p:cNvSpPr txBox="1"/>
          <p:nvPr/>
        </p:nvSpPr>
        <p:spPr>
          <a:xfrm>
            <a:off x="1784350" y="1807210"/>
            <a:ext cx="1518285" cy="575310"/>
          </a:xfrm>
          <a:prstGeom prst="rect">
            <a:avLst/>
          </a:prstGeom>
        </p:spPr>
        <p:txBody>
          <a:bodyPr vert="horz" wrap="square" lIns="0" tIns="6350" rIns="0" bIns="0" rtlCol="0">
            <a:spAutoFit/>
          </a:bodyPr>
          <a:lstStyle/>
          <a:p>
            <a:pPr marL="6350" marR="2540" algn="just">
              <a:lnSpc>
                <a:spcPct val="116000"/>
              </a:lnSpc>
              <a:spcBef>
                <a:spcPts val="50"/>
              </a:spcBef>
            </a:pPr>
            <a:r>
              <a:rPr sz="8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如果亲密、激情和承诺三者都缺失，爱情就不存在。两人可能仅仅是萍水相逢，点头之交。这种关系是随意、肤浅且不受约束的。</a:t>
            </a:r>
            <a:endParaRPr sz="80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63" name="object 63"/>
          <p:cNvSpPr txBox="1"/>
          <p:nvPr/>
        </p:nvSpPr>
        <p:spPr>
          <a:xfrm>
            <a:off x="1784350" y="3445510"/>
            <a:ext cx="1659255" cy="860425"/>
          </a:xfrm>
          <a:prstGeom prst="rect">
            <a:avLst/>
          </a:prstGeom>
        </p:spPr>
        <p:txBody>
          <a:bodyPr vert="horz" wrap="square" lIns="0" tIns="6350" rIns="0" bIns="0" rtlCol="0">
            <a:spAutoFit/>
          </a:bodyPr>
          <a:lstStyle/>
          <a:p>
            <a:pPr marL="6350" marR="2540" algn="just">
              <a:lnSpc>
                <a:spcPct val="116000"/>
              </a:lnSpc>
              <a:spcBef>
                <a:spcPts val="50"/>
              </a:spcBef>
            </a:pPr>
            <a:r>
              <a:rPr sz="8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如果缺乏亲密或承诺，却有着强烈的激情即是迷恋。浪漫关系通常以迷恋式爱情开始，并随着时间和亲密的发展成为浪漫式爱情。没有亲密和承诺之间的发展，迷恋式爱情可能随时土崩瓦解。</a:t>
            </a:r>
            <a:endParaRPr sz="80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64" name="object 64"/>
          <p:cNvSpPr txBox="1"/>
          <p:nvPr/>
        </p:nvSpPr>
        <p:spPr>
          <a:xfrm>
            <a:off x="1784350" y="5083810"/>
            <a:ext cx="1507808" cy="717550"/>
          </a:xfrm>
          <a:prstGeom prst="rect">
            <a:avLst/>
          </a:prstGeom>
        </p:spPr>
        <p:txBody>
          <a:bodyPr vert="horz" wrap="square" lIns="0" tIns="6350" rIns="0" bIns="0" rtlCol="0">
            <a:spAutoFit/>
          </a:bodyPr>
          <a:lstStyle/>
          <a:p>
            <a:pPr marL="6350" marR="2540" algn="just">
              <a:lnSpc>
                <a:spcPct val="116000"/>
              </a:lnSpc>
              <a:spcBef>
                <a:spcPts val="50"/>
              </a:spcBef>
            </a:pPr>
            <a:r>
              <a:rPr sz="8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有激情和亲密，没有承诺。浪漫的爱情有着强力的亲密感和激情。可以看做是喜欢和迷恋的结合。这样的爱情能给人很强烈的情绪体验，但往往很难持久。</a:t>
            </a:r>
            <a:endParaRPr sz="80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65" name="object 65"/>
          <p:cNvSpPr txBox="1"/>
          <p:nvPr/>
        </p:nvSpPr>
        <p:spPr>
          <a:xfrm>
            <a:off x="1784350" y="6969760"/>
            <a:ext cx="1518285" cy="1144905"/>
          </a:xfrm>
          <a:prstGeom prst="rect">
            <a:avLst/>
          </a:prstGeom>
        </p:spPr>
        <p:txBody>
          <a:bodyPr vert="horz" wrap="square" lIns="0" tIns="6350" rIns="0" bIns="0" rtlCol="0">
            <a:spAutoFit/>
          </a:bodyPr>
          <a:lstStyle/>
          <a:p>
            <a:pPr marL="6350" marR="2540" algn="just">
              <a:lnSpc>
                <a:spcPct val="116000"/>
              </a:lnSpc>
              <a:spcBef>
                <a:spcPts val="50"/>
              </a:spcBef>
            </a:pPr>
            <a:r>
              <a:rPr sz="8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有激情与承诺，没有亲密会产生愚蠢的爱情，即愚昧之爱。这种爱情多出现在一见钟情中，双方刚一接触即产生强烈的、压倒一切的激情并许下诺言，但彼此并不了解对方。在某种意义上，这样的爱人在迷恋对方时投入太多很可能得不偿失。</a:t>
            </a:r>
            <a:endParaRPr sz="80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66" name="object 66"/>
          <p:cNvSpPr txBox="1"/>
          <p:nvPr/>
        </p:nvSpPr>
        <p:spPr>
          <a:xfrm>
            <a:off x="4819650" y="1807210"/>
            <a:ext cx="1518285" cy="860425"/>
          </a:xfrm>
          <a:prstGeom prst="rect">
            <a:avLst/>
          </a:prstGeom>
        </p:spPr>
        <p:txBody>
          <a:bodyPr vert="horz" wrap="square" lIns="0" tIns="6350" rIns="0" bIns="0" rtlCol="0">
            <a:spAutoFit/>
          </a:bodyPr>
          <a:lstStyle/>
          <a:p>
            <a:pPr marL="6350" marR="2540" algn="just">
              <a:lnSpc>
                <a:spcPct val="116000"/>
              </a:lnSpc>
              <a:spcBef>
                <a:spcPts val="50"/>
              </a:spcBef>
            </a:pPr>
            <a:r>
              <a:rPr sz="8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如果亲密程度很高，但缺乏激情和承诺，这种感情就是喜欢。关系的双方有着真正的亲近和温情，却不会唤起激情或与对方共度余生的期望。这种感情多表现在朋友的友谊之间。</a:t>
            </a:r>
            <a:endParaRPr sz="80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67" name="object 67"/>
          <p:cNvSpPr txBox="1"/>
          <p:nvPr/>
        </p:nvSpPr>
        <p:spPr>
          <a:xfrm>
            <a:off x="4819650" y="3445510"/>
            <a:ext cx="1507808" cy="860425"/>
          </a:xfrm>
          <a:prstGeom prst="rect">
            <a:avLst/>
          </a:prstGeom>
        </p:spPr>
        <p:txBody>
          <a:bodyPr vert="horz" wrap="square" lIns="0" tIns="6350" rIns="0" bIns="0" rtlCol="0">
            <a:spAutoFit/>
          </a:bodyPr>
          <a:lstStyle/>
          <a:p>
            <a:pPr marL="6350" marR="2540" algn="just">
              <a:lnSpc>
                <a:spcPct val="116000"/>
              </a:lnSpc>
              <a:spcBef>
                <a:spcPts val="50"/>
              </a:spcBef>
            </a:pPr>
            <a:r>
              <a:rPr sz="8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只有承诺，没有亲密或激情就是空虚的爱。这种爱在中国传统的包办婚姻中比较常见，夫妻双方没有任何感情基础甚至结婚之前连面都没见过，既没有激情也没有温情。</a:t>
            </a:r>
            <a:endParaRPr sz="80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68" name="object 68"/>
          <p:cNvSpPr txBox="1"/>
          <p:nvPr/>
        </p:nvSpPr>
        <p:spPr>
          <a:xfrm>
            <a:off x="4819650" y="5083810"/>
            <a:ext cx="1518285" cy="1144905"/>
          </a:xfrm>
          <a:prstGeom prst="rect">
            <a:avLst/>
          </a:prstGeom>
        </p:spPr>
        <p:txBody>
          <a:bodyPr vert="horz" wrap="square" lIns="0" tIns="6350" rIns="0" bIns="0" rtlCol="0">
            <a:spAutoFit/>
          </a:bodyPr>
          <a:lstStyle/>
          <a:p>
            <a:pPr marL="6350" marR="2540" algn="just">
              <a:lnSpc>
                <a:spcPct val="116000"/>
              </a:lnSpc>
              <a:spcBef>
                <a:spcPts val="50"/>
              </a:spcBef>
            </a:pPr>
            <a:r>
              <a:rPr sz="8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亲密和承诺结合在一起所形成的爱就是相伴之爱。相伴之爱的双方会努力维持深刻、长期的友谊，这种爱情表现出亲近、沟通、分享以及对爱情关系的巨大投入。相伴之爱的典型例子是长久而幸福的婚姻，即使年轻时的激情已逐渐消失。</a:t>
            </a:r>
            <a:endParaRPr sz="80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69" name="object 69"/>
          <p:cNvSpPr txBox="1"/>
          <p:nvPr/>
        </p:nvSpPr>
        <p:spPr>
          <a:xfrm>
            <a:off x="4819650" y="6969760"/>
            <a:ext cx="1518285" cy="1287145"/>
          </a:xfrm>
          <a:prstGeom prst="rect">
            <a:avLst/>
          </a:prstGeom>
        </p:spPr>
        <p:txBody>
          <a:bodyPr vert="horz" wrap="square" lIns="0" tIns="6350" rIns="0" bIns="0" rtlCol="0">
            <a:spAutoFit/>
          </a:bodyPr>
          <a:lstStyle/>
          <a:p>
            <a:pPr marL="6350" marR="2540" algn="just">
              <a:lnSpc>
                <a:spcPct val="116000"/>
              </a:lnSpc>
              <a:spcBef>
                <a:spcPts val="50"/>
              </a:spcBef>
            </a:pPr>
            <a:r>
              <a:rPr sz="8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最后，当爱情的三个成分——亲密、激情和承诺都非常的充足时，就能体验到完美的爱情。这是许多人都追求的爱情类型，但斯腾伯格告诫，维系一个完美式爱情比做起来还要更难。他强调了将爱的元素转化为实际行动的重要性。他称:“没有感情，任何伟大的爱都将逝去。”</a:t>
            </a:r>
            <a:endParaRPr sz="80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grpSp>
        <p:nvGrpSpPr>
          <p:cNvPr id="70" name="object 70"/>
          <p:cNvGrpSpPr/>
          <p:nvPr/>
        </p:nvGrpSpPr>
        <p:grpSpPr>
          <a:xfrm>
            <a:off x="782364" y="1946275"/>
            <a:ext cx="829310" cy="781050"/>
            <a:chOff x="1564727" y="3892550"/>
            <a:chExt cx="1658620" cy="1562100"/>
          </a:xfrm>
        </p:grpSpPr>
        <p:sp>
          <p:nvSpPr>
            <p:cNvPr id="71" name="object 71"/>
            <p:cNvSpPr/>
            <p:nvPr/>
          </p:nvSpPr>
          <p:spPr>
            <a:xfrm>
              <a:off x="1951639" y="3911600"/>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2" name="object 72"/>
            <p:cNvSpPr/>
            <p:nvPr/>
          </p:nvSpPr>
          <p:spPr>
            <a:xfrm>
              <a:off x="2328260" y="4559731"/>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3" name="object 73"/>
            <p:cNvSpPr/>
            <p:nvPr/>
          </p:nvSpPr>
          <p:spPr>
            <a:xfrm>
              <a:off x="1583777" y="4559731"/>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74" name="object 74"/>
          <p:cNvSpPr txBox="1"/>
          <p:nvPr/>
        </p:nvSpPr>
        <p:spPr>
          <a:xfrm>
            <a:off x="958545" y="1847850"/>
            <a:ext cx="637495" cy="231775"/>
          </a:xfrm>
          <a:prstGeom prst="rect">
            <a:avLst/>
          </a:prstGeom>
        </p:spPr>
        <p:txBody>
          <a:bodyPr vert="horz" wrap="square" lIns="0" tIns="26670" rIns="0" bIns="0" rtlCol="0">
            <a:spAutoFit/>
          </a:bodyPr>
          <a:lstStyle/>
          <a:p>
            <a:pPr marL="6350" marR="2540" indent="127000">
              <a:lnSpc>
                <a:spcPts val="800"/>
              </a:lnSpc>
              <a:spcBef>
                <a:spcPts val="21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亲密</a:t>
            </a:r>
            <a:r>
              <a:rPr sz="800" spc="-25"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 </a:t>
            </a:r>
            <a:r>
              <a:rPr sz="800" spc="108"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Intimacy</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75" name="object 75"/>
          <p:cNvSpPr txBox="1"/>
          <p:nvPr/>
        </p:nvSpPr>
        <p:spPr>
          <a:xfrm>
            <a:off x="594208" y="2584450"/>
            <a:ext cx="438150" cy="207645"/>
          </a:xfrm>
          <a:prstGeom prst="rect">
            <a:avLst/>
          </a:prstGeom>
        </p:spPr>
        <p:txBody>
          <a:bodyPr vert="horz" wrap="square" lIns="0" tIns="6350" rIns="0" bIns="0" rtlCol="0">
            <a:spAutoFit/>
          </a:bodyPr>
          <a:lstStyle/>
          <a:p>
            <a:pPr algn="ctr">
              <a:lnSpc>
                <a:spcPts val="905"/>
              </a:lnSpc>
              <a:spcBef>
                <a:spcPts val="5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激情</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algn="ctr">
              <a:lnSpc>
                <a:spcPts val="665"/>
              </a:lnSpc>
            </a:pPr>
            <a:r>
              <a:rPr sz="600" spc="8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Passion</a:t>
            </a:r>
            <a:endParaRPr sz="6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76" name="object 76"/>
          <p:cNvSpPr txBox="1"/>
          <p:nvPr/>
        </p:nvSpPr>
        <p:spPr>
          <a:xfrm>
            <a:off x="1185266" y="2584450"/>
            <a:ext cx="681635" cy="207645"/>
          </a:xfrm>
          <a:prstGeom prst="rect">
            <a:avLst/>
          </a:prstGeom>
        </p:spPr>
        <p:txBody>
          <a:bodyPr vert="horz" wrap="square" lIns="0" tIns="6350" rIns="0" bIns="0" rtlCol="0">
            <a:spAutoFit/>
          </a:bodyPr>
          <a:lstStyle/>
          <a:p>
            <a:pPr algn="ctr">
              <a:lnSpc>
                <a:spcPts val="905"/>
              </a:lnSpc>
              <a:spcBef>
                <a:spcPts val="5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承诺</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algn="ctr">
              <a:lnSpc>
                <a:spcPts val="665"/>
              </a:lnSpc>
            </a:pPr>
            <a:r>
              <a:rPr sz="600" spc="98"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Commitment</a:t>
            </a:r>
            <a:endParaRPr sz="60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77" name="object 77"/>
          <p:cNvGrpSpPr/>
          <p:nvPr/>
        </p:nvGrpSpPr>
        <p:grpSpPr>
          <a:xfrm>
            <a:off x="782364" y="3584575"/>
            <a:ext cx="829310" cy="781050"/>
            <a:chOff x="1564727" y="7169150"/>
            <a:chExt cx="1658620" cy="1562100"/>
          </a:xfrm>
        </p:grpSpPr>
        <p:sp>
          <p:nvSpPr>
            <p:cNvPr id="78" name="object 78"/>
            <p:cNvSpPr/>
            <p:nvPr/>
          </p:nvSpPr>
          <p:spPr>
            <a:xfrm>
              <a:off x="1951639" y="7188200"/>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9" name="object 79"/>
            <p:cNvSpPr/>
            <p:nvPr/>
          </p:nvSpPr>
          <p:spPr>
            <a:xfrm>
              <a:off x="2328260" y="7836338"/>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0" name="object 80"/>
            <p:cNvSpPr/>
            <p:nvPr/>
          </p:nvSpPr>
          <p:spPr>
            <a:xfrm>
              <a:off x="1583777" y="7836338"/>
              <a:ext cx="876300" cy="876300"/>
            </a:xfrm>
            <a:custGeom>
              <a:avLst/>
              <a:gdLst/>
              <a:ahLst/>
              <a:cxnLst/>
              <a:rect l="l" t="t" r="r" b="b"/>
              <a:pathLst>
                <a:path w="876300" h="876300">
                  <a:moveTo>
                    <a:pt x="437931" y="0"/>
                  </a:moveTo>
                  <a:lnTo>
                    <a:pt x="390214" y="2569"/>
                  </a:lnTo>
                  <a:lnTo>
                    <a:pt x="343985" y="10100"/>
                  </a:lnTo>
                  <a:lnTo>
                    <a:pt x="299511" y="22325"/>
                  </a:lnTo>
                  <a:lnTo>
                    <a:pt x="257060" y="38978"/>
                  </a:lnTo>
                  <a:lnTo>
                    <a:pt x="216899" y="59790"/>
                  </a:lnTo>
                  <a:lnTo>
                    <a:pt x="179295" y="84495"/>
                  </a:lnTo>
                  <a:lnTo>
                    <a:pt x="144514" y="112825"/>
                  </a:lnTo>
                  <a:lnTo>
                    <a:pt x="112825" y="144514"/>
                  </a:lnTo>
                  <a:lnTo>
                    <a:pt x="84495" y="179294"/>
                  </a:lnTo>
                  <a:lnTo>
                    <a:pt x="59790" y="216898"/>
                  </a:lnTo>
                  <a:lnTo>
                    <a:pt x="38978" y="257059"/>
                  </a:lnTo>
                  <a:lnTo>
                    <a:pt x="22326" y="299510"/>
                  </a:lnTo>
                  <a:lnTo>
                    <a:pt x="10100" y="343983"/>
                  </a:lnTo>
                  <a:lnTo>
                    <a:pt x="2569" y="390212"/>
                  </a:lnTo>
                  <a:lnTo>
                    <a:pt x="0" y="437930"/>
                  </a:lnTo>
                  <a:lnTo>
                    <a:pt x="2569" y="485647"/>
                  </a:lnTo>
                  <a:lnTo>
                    <a:pt x="10100" y="531876"/>
                  </a:lnTo>
                  <a:lnTo>
                    <a:pt x="22326" y="576350"/>
                  </a:lnTo>
                  <a:lnTo>
                    <a:pt x="38978" y="618801"/>
                  </a:lnTo>
                  <a:lnTo>
                    <a:pt x="59790" y="658962"/>
                  </a:lnTo>
                  <a:lnTo>
                    <a:pt x="84495" y="696566"/>
                  </a:lnTo>
                  <a:lnTo>
                    <a:pt x="112825" y="731346"/>
                  </a:lnTo>
                  <a:lnTo>
                    <a:pt x="144514" y="763035"/>
                  </a:lnTo>
                  <a:lnTo>
                    <a:pt x="179295" y="791366"/>
                  </a:lnTo>
                  <a:lnTo>
                    <a:pt x="216899" y="816071"/>
                  </a:lnTo>
                  <a:lnTo>
                    <a:pt x="257060" y="836883"/>
                  </a:lnTo>
                  <a:lnTo>
                    <a:pt x="299511" y="853535"/>
                  </a:lnTo>
                  <a:lnTo>
                    <a:pt x="343985" y="865761"/>
                  </a:lnTo>
                  <a:lnTo>
                    <a:pt x="390214" y="873292"/>
                  </a:lnTo>
                  <a:lnTo>
                    <a:pt x="437931" y="875861"/>
                  </a:lnTo>
                  <a:lnTo>
                    <a:pt x="485648" y="873292"/>
                  </a:lnTo>
                  <a:lnTo>
                    <a:pt x="531878" y="865761"/>
                  </a:lnTo>
                  <a:lnTo>
                    <a:pt x="576351" y="853535"/>
                  </a:lnTo>
                  <a:lnTo>
                    <a:pt x="618802" y="836883"/>
                  </a:lnTo>
                  <a:lnTo>
                    <a:pt x="658963" y="816071"/>
                  </a:lnTo>
                  <a:lnTo>
                    <a:pt x="696567" y="791366"/>
                  </a:lnTo>
                  <a:lnTo>
                    <a:pt x="731347" y="763035"/>
                  </a:lnTo>
                  <a:lnTo>
                    <a:pt x="763036" y="731346"/>
                  </a:lnTo>
                  <a:lnTo>
                    <a:pt x="791366" y="696566"/>
                  </a:lnTo>
                  <a:lnTo>
                    <a:pt x="816071" y="658962"/>
                  </a:lnTo>
                  <a:lnTo>
                    <a:pt x="836883" y="618801"/>
                  </a:lnTo>
                  <a:lnTo>
                    <a:pt x="853535" y="576350"/>
                  </a:lnTo>
                  <a:lnTo>
                    <a:pt x="865761" y="531876"/>
                  </a:lnTo>
                  <a:lnTo>
                    <a:pt x="873292" y="485647"/>
                  </a:lnTo>
                  <a:lnTo>
                    <a:pt x="875861" y="437930"/>
                  </a:lnTo>
                  <a:lnTo>
                    <a:pt x="873292" y="390212"/>
                  </a:lnTo>
                  <a:lnTo>
                    <a:pt x="865761" y="343983"/>
                  </a:lnTo>
                  <a:lnTo>
                    <a:pt x="853535" y="299510"/>
                  </a:lnTo>
                  <a:lnTo>
                    <a:pt x="836883" y="257059"/>
                  </a:lnTo>
                  <a:lnTo>
                    <a:pt x="816071" y="216898"/>
                  </a:lnTo>
                  <a:lnTo>
                    <a:pt x="791366" y="179294"/>
                  </a:lnTo>
                  <a:lnTo>
                    <a:pt x="763036" y="144514"/>
                  </a:lnTo>
                  <a:lnTo>
                    <a:pt x="731347" y="112825"/>
                  </a:lnTo>
                  <a:lnTo>
                    <a:pt x="696567" y="84495"/>
                  </a:lnTo>
                  <a:lnTo>
                    <a:pt x="658963" y="59790"/>
                  </a:lnTo>
                  <a:lnTo>
                    <a:pt x="618802" y="38978"/>
                  </a:lnTo>
                  <a:lnTo>
                    <a:pt x="576351" y="22325"/>
                  </a:lnTo>
                  <a:lnTo>
                    <a:pt x="531878" y="10100"/>
                  </a:lnTo>
                  <a:lnTo>
                    <a:pt x="485648" y="2569"/>
                  </a:lnTo>
                  <a:lnTo>
                    <a:pt x="437931"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1" name="object 81"/>
            <p:cNvSpPr/>
            <p:nvPr/>
          </p:nvSpPr>
          <p:spPr>
            <a:xfrm>
              <a:off x="1583777" y="7836338"/>
              <a:ext cx="876300" cy="876300"/>
            </a:xfrm>
            <a:custGeom>
              <a:avLst/>
              <a:gdLst/>
              <a:ahLst/>
              <a:cxnLst/>
              <a:rect l="l" t="t" r="r" b="b"/>
              <a:pathLst>
                <a:path w="876300" h="876300">
                  <a:moveTo>
                    <a:pt x="437931" y="875862"/>
                  </a:moveTo>
                  <a:lnTo>
                    <a:pt x="485648" y="873292"/>
                  </a:lnTo>
                  <a:lnTo>
                    <a:pt x="531877" y="865761"/>
                  </a:lnTo>
                  <a:lnTo>
                    <a:pt x="576351" y="853536"/>
                  </a:lnTo>
                  <a:lnTo>
                    <a:pt x="618802" y="836883"/>
                  </a:lnTo>
                  <a:lnTo>
                    <a:pt x="658963" y="816071"/>
                  </a:lnTo>
                  <a:lnTo>
                    <a:pt x="696567" y="791366"/>
                  </a:lnTo>
                  <a:lnTo>
                    <a:pt x="731347" y="763036"/>
                  </a:lnTo>
                  <a:lnTo>
                    <a:pt x="763036" y="731347"/>
                  </a:lnTo>
                  <a:lnTo>
                    <a:pt x="791366" y="696567"/>
                  </a:lnTo>
                  <a:lnTo>
                    <a:pt x="816071" y="658963"/>
                  </a:lnTo>
                  <a:lnTo>
                    <a:pt x="836883" y="618802"/>
                  </a:lnTo>
                  <a:lnTo>
                    <a:pt x="853536" y="576351"/>
                  </a:lnTo>
                  <a:lnTo>
                    <a:pt x="865761" y="531877"/>
                  </a:lnTo>
                  <a:lnTo>
                    <a:pt x="873292" y="485648"/>
                  </a:lnTo>
                  <a:lnTo>
                    <a:pt x="875862" y="437931"/>
                  </a:lnTo>
                  <a:lnTo>
                    <a:pt x="873292" y="390213"/>
                  </a:lnTo>
                  <a:lnTo>
                    <a:pt x="865761" y="343984"/>
                  </a:lnTo>
                  <a:lnTo>
                    <a:pt x="853536" y="299510"/>
                  </a:lnTo>
                  <a:lnTo>
                    <a:pt x="836883" y="257060"/>
                  </a:lnTo>
                  <a:lnTo>
                    <a:pt x="816071" y="216898"/>
                  </a:lnTo>
                  <a:lnTo>
                    <a:pt x="791366" y="179294"/>
                  </a:lnTo>
                  <a:lnTo>
                    <a:pt x="763036" y="144514"/>
                  </a:lnTo>
                  <a:lnTo>
                    <a:pt x="731347" y="112825"/>
                  </a:lnTo>
                  <a:lnTo>
                    <a:pt x="696567" y="84495"/>
                  </a:lnTo>
                  <a:lnTo>
                    <a:pt x="658963" y="59790"/>
                  </a:lnTo>
                  <a:lnTo>
                    <a:pt x="618802" y="38978"/>
                  </a:lnTo>
                  <a:lnTo>
                    <a:pt x="576351" y="22326"/>
                  </a:lnTo>
                  <a:lnTo>
                    <a:pt x="531877" y="10100"/>
                  </a:lnTo>
                  <a:lnTo>
                    <a:pt x="485648" y="2569"/>
                  </a:lnTo>
                  <a:lnTo>
                    <a:pt x="437931" y="0"/>
                  </a:lnTo>
                  <a:lnTo>
                    <a:pt x="390213" y="2569"/>
                  </a:lnTo>
                  <a:lnTo>
                    <a:pt x="343984" y="10100"/>
                  </a:lnTo>
                  <a:lnTo>
                    <a:pt x="299510" y="22326"/>
                  </a:lnTo>
                  <a:lnTo>
                    <a:pt x="257060" y="38978"/>
                  </a:lnTo>
                  <a:lnTo>
                    <a:pt x="216898" y="59790"/>
                  </a:lnTo>
                  <a:lnTo>
                    <a:pt x="179294" y="84495"/>
                  </a:lnTo>
                  <a:lnTo>
                    <a:pt x="144514" y="112825"/>
                  </a:lnTo>
                  <a:lnTo>
                    <a:pt x="112825" y="144514"/>
                  </a:lnTo>
                  <a:lnTo>
                    <a:pt x="84495" y="179294"/>
                  </a:lnTo>
                  <a:lnTo>
                    <a:pt x="59790" y="216898"/>
                  </a:lnTo>
                  <a:lnTo>
                    <a:pt x="38978" y="257060"/>
                  </a:lnTo>
                  <a:lnTo>
                    <a:pt x="22326" y="299510"/>
                  </a:lnTo>
                  <a:lnTo>
                    <a:pt x="10100" y="343984"/>
                  </a:lnTo>
                  <a:lnTo>
                    <a:pt x="2569" y="390213"/>
                  </a:lnTo>
                  <a:lnTo>
                    <a:pt x="0" y="437931"/>
                  </a:lnTo>
                  <a:lnTo>
                    <a:pt x="2569" y="485648"/>
                  </a:lnTo>
                  <a:lnTo>
                    <a:pt x="10100" y="531877"/>
                  </a:lnTo>
                  <a:lnTo>
                    <a:pt x="22326" y="576351"/>
                  </a:lnTo>
                  <a:lnTo>
                    <a:pt x="38978" y="618802"/>
                  </a:lnTo>
                  <a:lnTo>
                    <a:pt x="59790" y="658963"/>
                  </a:lnTo>
                  <a:lnTo>
                    <a:pt x="84495" y="696567"/>
                  </a:lnTo>
                  <a:lnTo>
                    <a:pt x="112825" y="731347"/>
                  </a:lnTo>
                  <a:lnTo>
                    <a:pt x="144514" y="763036"/>
                  </a:lnTo>
                  <a:lnTo>
                    <a:pt x="179294" y="791366"/>
                  </a:lnTo>
                  <a:lnTo>
                    <a:pt x="216898" y="816071"/>
                  </a:lnTo>
                  <a:lnTo>
                    <a:pt x="257060" y="836883"/>
                  </a:lnTo>
                  <a:lnTo>
                    <a:pt x="299510" y="853536"/>
                  </a:lnTo>
                  <a:lnTo>
                    <a:pt x="343984" y="865761"/>
                  </a:lnTo>
                  <a:lnTo>
                    <a:pt x="390213" y="873292"/>
                  </a:lnTo>
                  <a:lnTo>
                    <a:pt x="437931" y="875862"/>
                  </a:lnTo>
                  <a:close/>
                </a:path>
              </a:pathLst>
            </a:custGeom>
            <a:ln w="381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82" name="object 82"/>
          <p:cNvSpPr txBox="1"/>
          <p:nvPr/>
        </p:nvSpPr>
        <p:spPr>
          <a:xfrm>
            <a:off x="958545" y="3486150"/>
            <a:ext cx="656974" cy="231775"/>
          </a:xfrm>
          <a:prstGeom prst="rect">
            <a:avLst/>
          </a:prstGeom>
        </p:spPr>
        <p:txBody>
          <a:bodyPr vert="horz" wrap="square" lIns="0" tIns="26670" rIns="0" bIns="0" rtlCol="0">
            <a:spAutoFit/>
          </a:bodyPr>
          <a:lstStyle/>
          <a:p>
            <a:pPr marL="6350" marR="2540" indent="127000">
              <a:lnSpc>
                <a:spcPts val="800"/>
              </a:lnSpc>
              <a:spcBef>
                <a:spcPts val="21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亲密</a:t>
            </a:r>
            <a:r>
              <a:rPr sz="800" spc="-25"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 </a:t>
            </a:r>
            <a:r>
              <a:rPr sz="800" spc="108"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Intimacy</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83" name="object 83"/>
          <p:cNvSpPr txBox="1"/>
          <p:nvPr/>
        </p:nvSpPr>
        <p:spPr>
          <a:xfrm>
            <a:off x="607958" y="4222750"/>
            <a:ext cx="424400" cy="207645"/>
          </a:xfrm>
          <a:prstGeom prst="rect">
            <a:avLst/>
          </a:prstGeom>
        </p:spPr>
        <p:txBody>
          <a:bodyPr vert="horz" wrap="square" lIns="0" tIns="6350" rIns="0" bIns="0" rtlCol="0">
            <a:spAutoFit/>
          </a:bodyPr>
          <a:lstStyle/>
          <a:p>
            <a:pPr algn="ctr">
              <a:lnSpc>
                <a:spcPts val="905"/>
              </a:lnSpc>
              <a:spcBef>
                <a:spcPts val="5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激情</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algn="ctr">
              <a:lnSpc>
                <a:spcPts val="665"/>
              </a:lnSpc>
            </a:pPr>
            <a:r>
              <a:rPr sz="600" spc="8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Passion</a:t>
            </a:r>
            <a:endParaRPr sz="6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84" name="object 84"/>
          <p:cNvSpPr txBox="1"/>
          <p:nvPr/>
        </p:nvSpPr>
        <p:spPr>
          <a:xfrm>
            <a:off x="1142502" y="4229100"/>
            <a:ext cx="724398" cy="207645"/>
          </a:xfrm>
          <a:prstGeom prst="rect">
            <a:avLst/>
          </a:prstGeom>
        </p:spPr>
        <p:txBody>
          <a:bodyPr vert="horz" wrap="square" lIns="0" tIns="6350" rIns="0" bIns="0" rtlCol="0">
            <a:spAutoFit/>
          </a:bodyPr>
          <a:lstStyle/>
          <a:p>
            <a:pPr algn="ctr">
              <a:lnSpc>
                <a:spcPts val="905"/>
              </a:lnSpc>
              <a:spcBef>
                <a:spcPts val="50"/>
              </a:spcBef>
            </a:pPr>
            <a:r>
              <a:rPr sz="800" spc="-13"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承诺</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algn="ctr">
              <a:lnSpc>
                <a:spcPts val="665"/>
              </a:lnSpc>
            </a:pPr>
            <a:r>
              <a:rPr sz="600" spc="98"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Commitment</a:t>
            </a:r>
            <a:endParaRPr sz="6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85" name="object 85"/>
          <p:cNvSpPr/>
          <p:nvPr/>
        </p:nvSpPr>
        <p:spPr>
          <a:xfrm>
            <a:off x="565150" y="1441450"/>
            <a:ext cx="253048" cy="252730"/>
          </a:xfrm>
          <a:custGeom>
            <a:avLst/>
            <a:gdLst/>
            <a:ahLst/>
            <a:cxnLst/>
            <a:rect l="l" t="t" r="r" b="b"/>
            <a:pathLst>
              <a:path w="506094" h="505460">
                <a:moveTo>
                  <a:pt x="252529" y="0"/>
                </a:moveTo>
                <a:lnTo>
                  <a:pt x="207136" y="4068"/>
                </a:lnTo>
                <a:lnTo>
                  <a:pt x="164413" y="15798"/>
                </a:lnTo>
                <a:lnTo>
                  <a:pt x="125072" y="34476"/>
                </a:lnTo>
                <a:lnTo>
                  <a:pt x="89827" y="59389"/>
                </a:lnTo>
                <a:lnTo>
                  <a:pt x="59391" y="89825"/>
                </a:lnTo>
                <a:lnTo>
                  <a:pt x="34477" y="125069"/>
                </a:lnTo>
                <a:lnTo>
                  <a:pt x="15798" y="164410"/>
                </a:lnTo>
                <a:lnTo>
                  <a:pt x="4068" y="207133"/>
                </a:lnTo>
                <a:lnTo>
                  <a:pt x="0" y="252526"/>
                </a:lnTo>
                <a:lnTo>
                  <a:pt x="4068" y="297920"/>
                </a:lnTo>
                <a:lnTo>
                  <a:pt x="15798" y="340643"/>
                </a:lnTo>
                <a:lnTo>
                  <a:pt x="34477" y="379984"/>
                </a:lnTo>
                <a:lnTo>
                  <a:pt x="59391" y="415228"/>
                </a:lnTo>
                <a:lnTo>
                  <a:pt x="89827" y="445664"/>
                </a:lnTo>
                <a:lnTo>
                  <a:pt x="125072" y="470577"/>
                </a:lnTo>
                <a:lnTo>
                  <a:pt x="164413" y="489255"/>
                </a:lnTo>
                <a:lnTo>
                  <a:pt x="207136" y="500985"/>
                </a:lnTo>
                <a:lnTo>
                  <a:pt x="252529" y="505053"/>
                </a:lnTo>
                <a:lnTo>
                  <a:pt x="287809" y="502610"/>
                </a:lnTo>
                <a:lnTo>
                  <a:pt x="321592" y="495498"/>
                </a:lnTo>
                <a:lnTo>
                  <a:pt x="353550" y="484045"/>
                </a:lnTo>
                <a:lnTo>
                  <a:pt x="383353" y="468579"/>
                </a:lnTo>
                <a:lnTo>
                  <a:pt x="502900" y="468579"/>
                </a:lnTo>
                <a:lnTo>
                  <a:pt x="493532" y="437051"/>
                </a:lnTo>
                <a:lnTo>
                  <a:pt x="480073" y="394304"/>
                </a:lnTo>
                <a:lnTo>
                  <a:pt x="478115" y="366153"/>
                </a:lnTo>
                <a:lnTo>
                  <a:pt x="489596" y="339734"/>
                </a:lnTo>
                <a:lnTo>
                  <a:pt x="498050" y="311854"/>
                </a:lnTo>
                <a:lnTo>
                  <a:pt x="503272" y="282718"/>
                </a:lnTo>
                <a:lnTo>
                  <a:pt x="505058" y="252526"/>
                </a:lnTo>
                <a:lnTo>
                  <a:pt x="500990" y="207133"/>
                </a:lnTo>
                <a:lnTo>
                  <a:pt x="489259" y="164410"/>
                </a:lnTo>
                <a:lnTo>
                  <a:pt x="470580" y="125069"/>
                </a:lnTo>
                <a:lnTo>
                  <a:pt x="445666" y="89825"/>
                </a:lnTo>
                <a:lnTo>
                  <a:pt x="415230" y="59389"/>
                </a:lnTo>
                <a:lnTo>
                  <a:pt x="379985" y="34476"/>
                </a:lnTo>
                <a:lnTo>
                  <a:pt x="340644" y="15798"/>
                </a:lnTo>
                <a:lnTo>
                  <a:pt x="297921" y="4068"/>
                </a:lnTo>
                <a:lnTo>
                  <a:pt x="252529" y="0"/>
                </a:lnTo>
                <a:close/>
              </a:path>
              <a:path w="506094" h="505460">
                <a:moveTo>
                  <a:pt x="502900" y="468579"/>
                </a:moveTo>
                <a:lnTo>
                  <a:pt x="383353" y="468579"/>
                </a:lnTo>
                <a:lnTo>
                  <a:pt x="408707" y="471511"/>
                </a:lnTo>
                <a:lnTo>
                  <a:pt x="445823" y="488716"/>
                </a:lnTo>
                <a:lnTo>
                  <a:pt x="482130" y="504971"/>
                </a:lnTo>
                <a:lnTo>
                  <a:pt x="505058" y="505053"/>
                </a:lnTo>
                <a:lnTo>
                  <a:pt x="506018" y="479074"/>
                </a:lnTo>
                <a:lnTo>
                  <a:pt x="502900" y="468579"/>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6" name="object 86"/>
          <p:cNvSpPr txBox="1"/>
          <p:nvPr/>
        </p:nvSpPr>
        <p:spPr>
          <a:xfrm>
            <a:off x="619246" y="1479550"/>
            <a:ext cx="146050" cy="167640"/>
          </a:xfrm>
          <a:prstGeom prst="rect">
            <a:avLst/>
          </a:prstGeom>
        </p:spPr>
        <p:txBody>
          <a:bodyPr vert="horz" wrap="square" lIns="0" tIns="6350" rIns="0" bIns="0" rtlCol="0">
            <a:spAutoFit/>
          </a:bodyPr>
          <a:lstStyle/>
          <a:p>
            <a:pPr marL="6350">
              <a:spcBef>
                <a:spcPts val="50"/>
              </a:spcBef>
            </a:pPr>
            <a:r>
              <a:rPr lang="en-US" altLang="zh-CN"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①</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87" name="object 87"/>
          <p:cNvSpPr/>
          <p:nvPr/>
        </p:nvSpPr>
        <p:spPr>
          <a:xfrm>
            <a:off x="825500" y="1460500"/>
            <a:ext cx="2482850" cy="222250"/>
          </a:xfrm>
          <a:custGeom>
            <a:avLst/>
            <a:gdLst/>
            <a:ahLst/>
            <a:cxnLst/>
            <a:rect l="l" t="t" r="r" b="b"/>
            <a:pathLst>
              <a:path w="4965700" h="444500">
                <a:moveTo>
                  <a:pt x="47434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4743450" y="444500"/>
                </a:lnTo>
                <a:lnTo>
                  <a:pt x="4788241" y="439984"/>
                </a:lnTo>
                <a:lnTo>
                  <a:pt x="4829959" y="427034"/>
                </a:lnTo>
                <a:lnTo>
                  <a:pt x="4867712" y="406543"/>
                </a:lnTo>
                <a:lnTo>
                  <a:pt x="4900604" y="379404"/>
                </a:lnTo>
                <a:lnTo>
                  <a:pt x="4927743" y="346512"/>
                </a:lnTo>
                <a:lnTo>
                  <a:pt x="4948234" y="308759"/>
                </a:lnTo>
                <a:lnTo>
                  <a:pt x="4961184" y="267041"/>
                </a:lnTo>
                <a:lnTo>
                  <a:pt x="4965700" y="222250"/>
                </a:lnTo>
                <a:lnTo>
                  <a:pt x="4961184" y="177458"/>
                </a:lnTo>
                <a:lnTo>
                  <a:pt x="4948234" y="135740"/>
                </a:lnTo>
                <a:lnTo>
                  <a:pt x="4927743" y="97987"/>
                </a:lnTo>
                <a:lnTo>
                  <a:pt x="4900604" y="65095"/>
                </a:lnTo>
                <a:lnTo>
                  <a:pt x="4867712" y="37956"/>
                </a:lnTo>
                <a:lnTo>
                  <a:pt x="4829959" y="17465"/>
                </a:lnTo>
                <a:lnTo>
                  <a:pt x="4788241" y="4515"/>
                </a:lnTo>
                <a:lnTo>
                  <a:pt x="47434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8" name="object 88"/>
          <p:cNvSpPr txBox="1"/>
          <p:nvPr/>
        </p:nvSpPr>
        <p:spPr>
          <a:xfrm>
            <a:off x="1615519" y="1479550"/>
            <a:ext cx="903288" cy="167640"/>
          </a:xfrm>
          <a:prstGeom prst="rect">
            <a:avLst/>
          </a:prstGeom>
        </p:spPr>
        <p:txBody>
          <a:bodyPr vert="horz" wrap="square" lIns="0" tIns="6350" rIns="0" bIns="0" rtlCol="0">
            <a:spAutoFit/>
          </a:bodyPr>
          <a:lstStyle/>
          <a:p>
            <a:pPr marL="6350">
              <a:spcBef>
                <a:spcPts val="50"/>
              </a:spcBef>
            </a:pPr>
            <a:r>
              <a:rPr sz="1050" b="1" spc="-25"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无爱 Non-</a:t>
            </a:r>
            <a:r>
              <a:rPr sz="1050" b="1" spc="-10"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love</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89" name="object 89"/>
          <p:cNvSpPr/>
          <p:nvPr/>
        </p:nvSpPr>
        <p:spPr>
          <a:xfrm>
            <a:off x="565150" y="3105150"/>
            <a:ext cx="253048" cy="252730"/>
          </a:xfrm>
          <a:custGeom>
            <a:avLst/>
            <a:gdLst/>
            <a:ahLst/>
            <a:cxnLst/>
            <a:rect l="l" t="t" r="r" b="b"/>
            <a:pathLst>
              <a:path w="506094" h="505459">
                <a:moveTo>
                  <a:pt x="252529" y="0"/>
                </a:moveTo>
                <a:lnTo>
                  <a:pt x="207136" y="4068"/>
                </a:lnTo>
                <a:lnTo>
                  <a:pt x="164413" y="15798"/>
                </a:lnTo>
                <a:lnTo>
                  <a:pt x="125072" y="34477"/>
                </a:lnTo>
                <a:lnTo>
                  <a:pt x="89827" y="59391"/>
                </a:lnTo>
                <a:lnTo>
                  <a:pt x="59391" y="89828"/>
                </a:lnTo>
                <a:lnTo>
                  <a:pt x="34477" y="125073"/>
                </a:lnTo>
                <a:lnTo>
                  <a:pt x="15798" y="164413"/>
                </a:lnTo>
                <a:lnTo>
                  <a:pt x="4068" y="207137"/>
                </a:lnTo>
                <a:lnTo>
                  <a:pt x="0" y="252529"/>
                </a:lnTo>
                <a:lnTo>
                  <a:pt x="4068" y="297921"/>
                </a:lnTo>
                <a:lnTo>
                  <a:pt x="15798" y="340644"/>
                </a:lnTo>
                <a:lnTo>
                  <a:pt x="34477" y="379985"/>
                </a:lnTo>
                <a:lnTo>
                  <a:pt x="59391" y="415230"/>
                </a:lnTo>
                <a:lnTo>
                  <a:pt x="89827" y="445666"/>
                </a:lnTo>
                <a:lnTo>
                  <a:pt x="125072" y="470580"/>
                </a:lnTo>
                <a:lnTo>
                  <a:pt x="164413" y="489259"/>
                </a:lnTo>
                <a:lnTo>
                  <a:pt x="207136" y="500990"/>
                </a:lnTo>
                <a:lnTo>
                  <a:pt x="252529" y="505058"/>
                </a:lnTo>
                <a:lnTo>
                  <a:pt x="287809" y="502613"/>
                </a:lnTo>
                <a:lnTo>
                  <a:pt x="321592" y="495498"/>
                </a:lnTo>
                <a:lnTo>
                  <a:pt x="353550" y="484042"/>
                </a:lnTo>
                <a:lnTo>
                  <a:pt x="383353" y="468572"/>
                </a:lnTo>
                <a:lnTo>
                  <a:pt x="502896" y="468572"/>
                </a:lnTo>
                <a:lnTo>
                  <a:pt x="493532" y="437055"/>
                </a:lnTo>
                <a:lnTo>
                  <a:pt x="480073" y="394304"/>
                </a:lnTo>
                <a:lnTo>
                  <a:pt x="478115" y="366148"/>
                </a:lnTo>
                <a:lnTo>
                  <a:pt x="489596" y="339734"/>
                </a:lnTo>
                <a:lnTo>
                  <a:pt x="498050" y="311856"/>
                </a:lnTo>
                <a:lnTo>
                  <a:pt x="503272" y="282720"/>
                </a:lnTo>
                <a:lnTo>
                  <a:pt x="505058" y="252529"/>
                </a:lnTo>
                <a:lnTo>
                  <a:pt x="500990" y="207137"/>
                </a:lnTo>
                <a:lnTo>
                  <a:pt x="489259" y="164413"/>
                </a:lnTo>
                <a:lnTo>
                  <a:pt x="470580" y="125073"/>
                </a:lnTo>
                <a:lnTo>
                  <a:pt x="445666" y="89828"/>
                </a:lnTo>
                <a:lnTo>
                  <a:pt x="415230" y="59391"/>
                </a:lnTo>
                <a:lnTo>
                  <a:pt x="379985" y="34477"/>
                </a:lnTo>
                <a:lnTo>
                  <a:pt x="340644" y="15798"/>
                </a:lnTo>
                <a:lnTo>
                  <a:pt x="297921" y="4068"/>
                </a:lnTo>
                <a:lnTo>
                  <a:pt x="252529" y="0"/>
                </a:lnTo>
                <a:close/>
              </a:path>
              <a:path w="506094" h="505459">
                <a:moveTo>
                  <a:pt x="502896" y="468572"/>
                </a:moveTo>
                <a:lnTo>
                  <a:pt x="383353" y="468572"/>
                </a:lnTo>
                <a:lnTo>
                  <a:pt x="408707" y="471509"/>
                </a:lnTo>
                <a:lnTo>
                  <a:pt x="445823" y="488716"/>
                </a:lnTo>
                <a:lnTo>
                  <a:pt x="482130" y="504974"/>
                </a:lnTo>
                <a:lnTo>
                  <a:pt x="505058" y="505058"/>
                </a:lnTo>
                <a:lnTo>
                  <a:pt x="506018" y="479079"/>
                </a:lnTo>
                <a:lnTo>
                  <a:pt x="502896" y="468572"/>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0" name="object 90"/>
          <p:cNvSpPr txBox="1"/>
          <p:nvPr/>
        </p:nvSpPr>
        <p:spPr>
          <a:xfrm>
            <a:off x="619246" y="3143250"/>
            <a:ext cx="146050"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③</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91" name="object 91"/>
          <p:cNvSpPr/>
          <p:nvPr/>
        </p:nvSpPr>
        <p:spPr>
          <a:xfrm>
            <a:off x="825500" y="3124200"/>
            <a:ext cx="2482850" cy="222250"/>
          </a:xfrm>
          <a:custGeom>
            <a:avLst/>
            <a:gdLst/>
            <a:ahLst/>
            <a:cxnLst/>
            <a:rect l="l" t="t" r="r" b="b"/>
            <a:pathLst>
              <a:path w="4965700" h="444500">
                <a:moveTo>
                  <a:pt x="47434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4743450" y="444500"/>
                </a:lnTo>
                <a:lnTo>
                  <a:pt x="4788241" y="439984"/>
                </a:lnTo>
                <a:lnTo>
                  <a:pt x="4829959" y="427034"/>
                </a:lnTo>
                <a:lnTo>
                  <a:pt x="4867712" y="406543"/>
                </a:lnTo>
                <a:lnTo>
                  <a:pt x="4900604" y="379404"/>
                </a:lnTo>
                <a:lnTo>
                  <a:pt x="4927743" y="346512"/>
                </a:lnTo>
                <a:lnTo>
                  <a:pt x="4948234" y="308759"/>
                </a:lnTo>
                <a:lnTo>
                  <a:pt x="4961184" y="267041"/>
                </a:lnTo>
                <a:lnTo>
                  <a:pt x="4965700" y="222250"/>
                </a:lnTo>
                <a:lnTo>
                  <a:pt x="4961184" y="177458"/>
                </a:lnTo>
                <a:lnTo>
                  <a:pt x="4948234" y="135740"/>
                </a:lnTo>
                <a:lnTo>
                  <a:pt x="4927743" y="97987"/>
                </a:lnTo>
                <a:lnTo>
                  <a:pt x="4900604" y="65095"/>
                </a:lnTo>
                <a:lnTo>
                  <a:pt x="4867712" y="37956"/>
                </a:lnTo>
                <a:lnTo>
                  <a:pt x="4829959" y="17465"/>
                </a:lnTo>
                <a:lnTo>
                  <a:pt x="4788241" y="4515"/>
                </a:lnTo>
                <a:lnTo>
                  <a:pt x="47434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2" name="object 92"/>
          <p:cNvSpPr txBox="1"/>
          <p:nvPr/>
        </p:nvSpPr>
        <p:spPr>
          <a:xfrm>
            <a:off x="1314065" y="3143250"/>
            <a:ext cx="1595170"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迷恋（Infatuated</a:t>
            </a:r>
            <a:r>
              <a:rPr sz="1050" b="1" spc="88"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 </a:t>
            </a:r>
            <a:r>
              <a:rPr sz="1050" b="1" spc="-5"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love）</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93" name="object 93"/>
          <p:cNvSpPr/>
          <p:nvPr/>
        </p:nvSpPr>
        <p:spPr>
          <a:xfrm>
            <a:off x="565150" y="4749800"/>
            <a:ext cx="253048" cy="252730"/>
          </a:xfrm>
          <a:custGeom>
            <a:avLst/>
            <a:gdLst/>
            <a:ahLst/>
            <a:cxnLst/>
            <a:rect l="l" t="t" r="r" b="b"/>
            <a:pathLst>
              <a:path w="506094" h="505459">
                <a:moveTo>
                  <a:pt x="252529" y="0"/>
                </a:moveTo>
                <a:lnTo>
                  <a:pt x="207136" y="4068"/>
                </a:lnTo>
                <a:lnTo>
                  <a:pt x="164413" y="15798"/>
                </a:lnTo>
                <a:lnTo>
                  <a:pt x="125072" y="34477"/>
                </a:lnTo>
                <a:lnTo>
                  <a:pt x="89827" y="59391"/>
                </a:lnTo>
                <a:lnTo>
                  <a:pt x="59391" y="89828"/>
                </a:lnTo>
                <a:lnTo>
                  <a:pt x="34477" y="125073"/>
                </a:lnTo>
                <a:lnTo>
                  <a:pt x="15798" y="164413"/>
                </a:lnTo>
                <a:lnTo>
                  <a:pt x="4068" y="207137"/>
                </a:lnTo>
                <a:lnTo>
                  <a:pt x="0" y="252529"/>
                </a:lnTo>
                <a:lnTo>
                  <a:pt x="4068" y="297921"/>
                </a:lnTo>
                <a:lnTo>
                  <a:pt x="15798" y="340644"/>
                </a:lnTo>
                <a:lnTo>
                  <a:pt x="34477" y="379985"/>
                </a:lnTo>
                <a:lnTo>
                  <a:pt x="59391" y="415230"/>
                </a:lnTo>
                <a:lnTo>
                  <a:pt x="89827" y="445666"/>
                </a:lnTo>
                <a:lnTo>
                  <a:pt x="125072" y="470580"/>
                </a:lnTo>
                <a:lnTo>
                  <a:pt x="164413" y="489259"/>
                </a:lnTo>
                <a:lnTo>
                  <a:pt x="207136" y="500990"/>
                </a:lnTo>
                <a:lnTo>
                  <a:pt x="252529" y="505058"/>
                </a:lnTo>
                <a:lnTo>
                  <a:pt x="287809" y="502613"/>
                </a:lnTo>
                <a:lnTo>
                  <a:pt x="321592" y="495498"/>
                </a:lnTo>
                <a:lnTo>
                  <a:pt x="353550" y="484042"/>
                </a:lnTo>
                <a:lnTo>
                  <a:pt x="383353" y="468572"/>
                </a:lnTo>
                <a:lnTo>
                  <a:pt x="502896" y="468572"/>
                </a:lnTo>
                <a:lnTo>
                  <a:pt x="493532" y="437055"/>
                </a:lnTo>
                <a:lnTo>
                  <a:pt x="480073" y="394304"/>
                </a:lnTo>
                <a:lnTo>
                  <a:pt x="478115" y="366148"/>
                </a:lnTo>
                <a:lnTo>
                  <a:pt x="489596" y="339734"/>
                </a:lnTo>
                <a:lnTo>
                  <a:pt x="498050" y="311856"/>
                </a:lnTo>
                <a:lnTo>
                  <a:pt x="503272" y="282720"/>
                </a:lnTo>
                <a:lnTo>
                  <a:pt x="505058" y="252529"/>
                </a:lnTo>
                <a:lnTo>
                  <a:pt x="500990" y="207137"/>
                </a:lnTo>
                <a:lnTo>
                  <a:pt x="489259" y="164413"/>
                </a:lnTo>
                <a:lnTo>
                  <a:pt x="470580" y="125073"/>
                </a:lnTo>
                <a:lnTo>
                  <a:pt x="445666" y="89828"/>
                </a:lnTo>
                <a:lnTo>
                  <a:pt x="415230" y="59391"/>
                </a:lnTo>
                <a:lnTo>
                  <a:pt x="379985" y="34477"/>
                </a:lnTo>
                <a:lnTo>
                  <a:pt x="340644" y="15798"/>
                </a:lnTo>
                <a:lnTo>
                  <a:pt x="297921" y="4068"/>
                </a:lnTo>
                <a:lnTo>
                  <a:pt x="252529" y="0"/>
                </a:lnTo>
                <a:close/>
              </a:path>
              <a:path w="506094" h="505459">
                <a:moveTo>
                  <a:pt x="502896" y="468572"/>
                </a:moveTo>
                <a:lnTo>
                  <a:pt x="383353" y="468572"/>
                </a:lnTo>
                <a:lnTo>
                  <a:pt x="408707" y="471509"/>
                </a:lnTo>
                <a:lnTo>
                  <a:pt x="445823" y="488716"/>
                </a:lnTo>
                <a:lnTo>
                  <a:pt x="482130" y="504974"/>
                </a:lnTo>
                <a:lnTo>
                  <a:pt x="505058" y="505058"/>
                </a:lnTo>
                <a:lnTo>
                  <a:pt x="506018" y="479079"/>
                </a:lnTo>
                <a:lnTo>
                  <a:pt x="502896" y="468572"/>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4" name="object 94"/>
          <p:cNvSpPr txBox="1"/>
          <p:nvPr/>
        </p:nvSpPr>
        <p:spPr>
          <a:xfrm>
            <a:off x="619246" y="4787900"/>
            <a:ext cx="146050"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⑤</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95" name="object 95"/>
          <p:cNvSpPr/>
          <p:nvPr/>
        </p:nvSpPr>
        <p:spPr>
          <a:xfrm>
            <a:off x="825500" y="4768850"/>
            <a:ext cx="2482850" cy="222250"/>
          </a:xfrm>
          <a:custGeom>
            <a:avLst/>
            <a:gdLst/>
            <a:ahLst/>
            <a:cxnLst/>
            <a:rect l="l" t="t" r="r" b="b"/>
            <a:pathLst>
              <a:path w="4965700" h="444500">
                <a:moveTo>
                  <a:pt x="47434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4743450" y="444500"/>
                </a:lnTo>
                <a:lnTo>
                  <a:pt x="4788241" y="439984"/>
                </a:lnTo>
                <a:lnTo>
                  <a:pt x="4829959" y="427034"/>
                </a:lnTo>
                <a:lnTo>
                  <a:pt x="4867712" y="406543"/>
                </a:lnTo>
                <a:lnTo>
                  <a:pt x="4900604" y="379404"/>
                </a:lnTo>
                <a:lnTo>
                  <a:pt x="4927743" y="346512"/>
                </a:lnTo>
                <a:lnTo>
                  <a:pt x="4948234" y="308759"/>
                </a:lnTo>
                <a:lnTo>
                  <a:pt x="4961184" y="267041"/>
                </a:lnTo>
                <a:lnTo>
                  <a:pt x="4965700" y="222250"/>
                </a:lnTo>
                <a:lnTo>
                  <a:pt x="4961184" y="177458"/>
                </a:lnTo>
                <a:lnTo>
                  <a:pt x="4948234" y="135740"/>
                </a:lnTo>
                <a:lnTo>
                  <a:pt x="4927743" y="97987"/>
                </a:lnTo>
                <a:lnTo>
                  <a:pt x="4900604" y="65095"/>
                </a:lnTo>
                <a:lnTo>
                  <a:pt x="4867712" y="37956"/>
                </a:lnTo>
                <a:lnTo>
                  <a:pt x="4829959" y="17465"/>
                </a:lnTo>
                <a:lnTo>
                  <a:pt x="4788241" y="4515"/>
                </a:lnTo>
                <a:lnTo>
                  <a:pt x="47434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6" name="object 96"/>
          <p:cNvSpPr txBox="1"/>
          <p:nvPr/>
        </p:nvSpPr>
        <p:spPr>
          <a:xfrm>
            <a:off x="1192636" y="4787900"/>
            <a:ext cx="1748790" cy="167640"/>
          </a:xfrm>
          <a:prstGeom prst="rect">
            <a:avLst/>
          </a:prstGeom>
        </p:spPr>
        <p:txBody>
          <a:bodyPr vert="horz" wrap="square" lIns="0" tIns="6350" rIns="0" bIns="0" rtlCol="0">
            <a:spAutoFit/>
          </a:bodyPr>
          <a:lstStyle/>
          <a:p>
            <a:pPr marL="6350">
              <a:spcBef>
                <a:spcPts val="50"/>
              </a:spcBef>
            </a:pPr>
            <a:r>
              <a:rPr sz="1050" b="1" spc="-5"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浪漫之爱</a:t>
            </a:r>
            <a:r>
              <a:rPr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（Romantic</a:t>
            </a:r>
            <a:r>
              <a:rPr sz="1050" b="1" spc="63"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 </a:t>
            </a:r>
            <a:r>
              <a:rPr sz="1050" b="1" spc="-5"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love）</a:t>
            </a:r>
            <a:endParaRPr sz="1050"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97" name="object 97"/>
          <p:cNvSpPr/>
          <p:nvPr/>
        </p:nvSpPr>
        <p:spPr>
          <a:xfrm>
            <a:off x="565150" y="6635750"/>
            <a:ext cx="253048" cy="252730"/>
          </a:xfrm>
          <a:custGeom>
            <a:avLst/>
            <a:gdLst/>
            <a:ahLst/>
            <a:cxnLst/>
            <a:rect l="l" t="t" r="r" b="b"/>
            <a:pathLst>
              <a:path w="506094" h="505459">
                <a:moveTo>
                  <a:pt x="252529" y="0"/>
                </a:moveTo>
                <a:lnTo>
                  <a:pt x="207136" y="4068"/>
                </a:lnTo>
                <a:lnTo>
                  <a:pt x="164413" y="15798"/>
                </a:lnTo>
                <a:lnTo>
                  <a:pt x="125072" y="34477"/>
                </a:lnTo>
                <a:lnTo>
                  <a:pt x="89827" y="59391"/>
                </a:lnTo>
                <a:lnTo>
                  <a:pt x="59391" y="89828"/>
                </a:lnTo>
                <a:lnTo>
                  <a:pt x="34477" y="125073"/>
                </a:lnTo>
                <a:lnTo>
                  <a:pt x="15798" y="164413"/>
                </a:lnTo>
                <a:lnTo>
                  <a:pt x="4068" y="207137"/>
                </a:lnTo>
                <a:lnTo>
                  <a:pt x="0" y="252529"/>
                </a:lnTo>
                <a:lnTo>
                  <a:pt x="4068" y="297921"/>
                </a:lnTo>
                <a:lnTo>
                  <a:pt x="15798" y="340644"/>
                </a:lnTo>
                <a:lnTo>
                  <a:pt x="34477" y="379985"/>
                </a:lnTo>
                <a:lnTo>
                  <a:pt x="59391" y="415230"/>
                </a:lnTo>
                <a:lnTo>
                  <a:pt x="89827" y="445666"/>
                </a:lnTo>
                <a:lnTo>
                  <a:pt x="125072" y="470580"/>
                </a:lnTo>
                <a:lnTo>
                  <a:pt x="164413" y="489259"/>
                </a:lnTo>
                <a:lnTo>
                  <a:pt x="207136" y="500990"/>
                </a:lnTo>
                <a:lnTo>
                  <a:pt x="252529" y="505058"/>
                </a:lnTo>
                <a:lnTo>
                  <a:pt x="287809" y="502613"/>
                </a:lnTo>
                <a:lnTo>
                  <a:pt x="321592" y="495498"/>
                </a:lnTo>
                <a:lnTo>
                  <a:pt x="353550" y="484042"/>
                </a:lnTo>
                <a:lnTo>
                  <a:pt x="383353" y="468572"/>
                </a:lnTo>
                <a:lnTo>
                  <a:pt x="502896" y="468572"/>
                </a:lnTo>
                <a:lnTo>
                  <a:pt x="493532" y="437055"/>
                </a:lnTo>
                <a:lnTo>
                  <a:pt x="480073" y="394304"/>
                </a:lnTo>
                <a:lnTo>
                  <a:pt x="478115" y="366148"/>
                </a:lnTo>
                <a:lnTo>
                  <a:pt x="489596" y="339734"/>
                </a:lnTo>
                <a:lnTo>
                  <a:pt x="498050" y="311856"/>
                </a:lnTo>
                <a:lnTo>
                  <a:pt x="503272" y="282720"/>
                </a:lnTo>
                <a:lnTo>
                  <a:pt x="505058" y="252529"/>
                </a:lnTo>
                <a:lnTo>
                  <a:pt x="500990" y="207137"/>
                </a:lnTo>
                <a:lnTo>
                  <a:pt x="489259" y="164413"/>
                </a:lnTo>
                <a:lnTo>
                  <a:pt x="470580" y="125073"/>
                </a:lnTo>
                <a:lnTo>
                  <a:pt x="445666" y="89828"/>
                </a:lnTo>
                <a:lnTo>
                  <a:pt x="415230" y="59391"/>
                </a:lnTo>
                <a:lnTo>
                  <a:pt x="379985" y="34477"/>
                </a:lnTo>
                <a:lnTo>
                  <a:pt x="340644" y="15798"/>
                </a:lnTo>
                <a:lnTo>
                  <a:pt x="297921" y="4068"/>
                </a:lnTo>
                <a:lnTo>
                  <a:pt x="252529" y="0"/>
                </a:lnTo>
                <a:close/>
              </a:path>
              <a:path w="506094" h="505459">
                <a:moveTo>
                  <a:pt x="502896" y="468572"/>
                </a:moveTo>
                <a:lnTo>
                  <a:pt x="383353" y="468572"/>
                </a:lnTo>
                <a:lnTo>
                  <a:pt x="408707" y="471509"/>
                </a:lnTo>
                <a:lnTo>
                  <a:pt x="445823" y="488716"/>
                </a:lnTo>
                <a:lnTo>
                  <a:pt x="482130" y="504974"/>
                </a:lnTo>
                <a:lnTo>
                  <a:pt x="505058" y="505058"/>
                </a:lnTo>
                <a:lnTo>
                  <a:pt x="506018" y="479079"/>
                </a:lnTo>
                <a:lnTo>
                  <a:pt x="502896" y="468572"/>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8" name="object 98"/>
          <p:cNvSpPr txBox="1"/>
          <p:nvPr/>
        </p:nvSpPr>
        <p:spPr>
          <a:xfrm>
            <a:off x="619246" y="6673850"/>
            <a:ext cx="146050"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⑦</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99" name="object 99"/>
          <p:cNvSpPr/>
          <p:nvPr/>
        </p:nvSpPr>
        <p:spPr>
          <a:xfrm>
            <a:off x="825500" y="6654800"/>
            <a:ext cx="2482850" cy="222250"/>
          </a:xfrm>
          <a:custGeom>
            <a:avLst/>
            <a:gdLst/>
            <a:ahLst/>
            <a:cxnLst/>
            <a:rect l="l" t="t" r="r" b="b"/>
            <a:pathLst>
              <a:path w="4965700" h="444500">
                <a:moveTo>
                  <a:pt x="47434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4743450" y="444500"/>
                </a:lnTo>
                <a:lnTo>
                  <a:pt x="4788241" y="439984"/>
                </a:lnTo>
                <a:lnTo>
                  <a:pt x="4829959" y="427034"/>
                </a:lnTo>
                <a:lnTo>
                  <a:pt x="4867712" y="406543"/>
                </a:lnTo>
                <a:lnTo>
                  <a:pt x="4900604" y="379404"/>
                </a:lnTo>
                <a:lnTo>
                  <a:pt x="4927743" y="346512"/>
                </a:lnTo>
                <a:lnTo>
                  <a:pt x="4948234" y="308759"/>
                </a:lnTo>
                <a:lnTo>
                  <a:pt x="4961184" y="267041"/>
                </a:lnTo>
                <a:lnTo>
                  <a:pt x="4965700" y="222250"/>
                </a:lnTo>
                <a:lnTo>
                  <a:pt x="4961184" y="177458"/>
                </a:lnTo>
                <a:lnTo>
                  <a:pt x="4948234" y="135740"/>
                </a:lnTo>
                <a:lnTo>
                  <a:pt x="4927743" y="97987"/>
                </a:lnTo>
                <a:lnTo>
                  <a:pt x="4900604" y="65095"/>
                </a:lnTo>
                <a:lnTo>
                  <a:pt x="4867712" y="37956"/>
                </a:lnTo>
                <a:lnTo>
                  <a:pt x="4829959" y="17465"/>
                </a:lnTo>
                <a:lnTo>
                  <a:pt x="4788241" y="4515"/>
                </a:lnTo>
                <a:lnTo>
                  <a:pt x="47434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0" name="object 100"/>
          <p:cNvSpPr txBox="1"/>
          <p:nvPr/>
        </p:nvSpPr>
        <p:spPr>
          <a:xfrm>
            <a:off x="1216694" y="6673850"/>
            <a:ext cx="1700530" cy="167640"/>
          </a:xfrm>
          <a:prstGeom prst="rect">
            <a:avLst/>
          </a:prstGeom>
        </p:spPr>
        <p:txBody>
          <a:bodyPr vert="horz" wrap="square" lIns="0" tIns="6350" rIns="0" bIns="0" rtlCol="0">
            <a:spAutoFit/>
          </a:bodyPr>
          <a:lstStyle/>
          <a:p>
            <a:pPr marL="6350">
              <a:spcBef>
                <a:spcPts val="50"/>
              </a:spcBef>
            </a:pPr>
            <a:r>
              <a:rPr sz="1050" b="1" spc="43"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愚昧之爱 </a:t>
            </a:r>
            <a:r>
              <a:rPr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（Fatuous</a:t>
            </a:r>
            <a:r>
              <a:rPr sz="1050" b="1" spc="-38"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 </a:t>
            </a:r>
            <a:r>
              <a:rPr sz="1050" b="1" spc="-5"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love）</a:t>
            </a:r>
            <a:endParaRPr sz="1050"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101" name="object 101"/>
          <p:cNvSpPr/>
          <p:nvPr/>
        </p:nvSpPr>
        <p:spPr>
          <a:xfrm>
            <a:off x="3587750" y="1441450"/>
            <a:ext cx="253048" cy="252730"/>
          </a:xfrm>
          <a:custGeom>
            <a:avLst/>
            <a:gdLst/>
            <a:ahLst/>
            <a:cxnLst/>
            <a:rect l="l" t="t" r="r" b="b"/>
            <a:pathLst>
              <a:path w="506095" h="505460">
                <a:moveTo>
                  <a:pt x="252529" y="0"/>
                </a:moveTo>
                <a:lnTo>
                  <a:pt x="207137" y="4068"/>
                </a:lnTo>
                <a:lnTo>
                  <a:pt x="164413" y="15798"/>
                </a:lnTo>
                <a:lnTo>
                  <a:pt x="125073" y="34476"/>
                </a:lnTo>
                <a:lnTo>
                  <a:pt x="89828" y="59389"/>
                </a:lnTo>
                <a:lnTo>
                  <a:pt x="59391" y="89825"/>
                </a:lnTo>
                <a:lnTo>
                  <a:pt x="34477" y="125069"/>
                </a:lnTo>
                <a:lnTo>
                  <a:pt x="15798" y="164410"/>
                </a:lnTo>
                <a:lnTo>
                  <a:pt x="4068" y="207133"/>
                </a:lnTo>
                <a:lnTo>
                  <a:pt x="0" y="252526"/>
                </a:lnTo>
                <a:lnTo>
                  <a:pt x="4068" y="297920"/>
                </a:lnTo>
                <a:lnTo>
                  <a:pt x="15798" y="340643"/>
                </a:lnTo>
                <a:lnTo>
                  <a:pt x="34477" y="379984"/>
                </a:lnTo>
                <a:lnTo>
                  <a:pt x="59391" y="415228"/>
                </a:lnTo>
                <a:lnTo>
                  <a:pt x="89828" y="445664"/>
                </a:lnTo>
                <a:lnTo>
                  <a:pt x="125073" y="470577"/>
                </a:lnTo>
                <a:lnTo>
                  <a:pt x="164413" y="489255"/>
                </a:lnTo>
                <a:lnTo>
                  <a:pt x="207137" y="500985"/>
                </a:lnTo>
                <a:lnTo>
                  <a:pt x="252529" y="505053"/>
                </a:lnTo>
                <a:lnTo>
                  <a:pt x="287809" y="502610"/>
                </a:lnTo>
                <a:lnTo>
                  <a:pt x="321592" y="495498"/>
                </a:lnTo>
                <a:lnTo>
                  <a:pt x="353550" y="484045"/>
                </a:lnTo>
                <a:lnTo>
                  <a:pt x="383353" y="468579"/>
                </a:lnTo>
                <a:lnTo>
                  <a:pt x="502900" y="468579"/>
                </a:lnTo>
                <a:lnTo>
                  <a:pt x="493532" y="437051"/>
                </a:lnTo>
                <a:lnTo>
                  <a:pt x="480073" y="394304"/>
                </a:lnTo>
                <a:lnTo>
                  <a:pt x="478115" y="366153"/>
                </a:lnTo>
                <a:lnTo>
                  <a:pt x="489596" y="339734"/>
                </a:lnTo>
                <a:lnTo>
                  <a:pt x="498050" y="311854"/>
                </a:lnTo>
                <a:lnTo>
                  <a:pt x="503272" y="282718"/>
                </a:lnTo>
                <a:lnTo>
                  <a:pt x="505058" y="252526"/>
                </a:lnTo>
                <a:lnTo>
                  <a:pt x="500990" y="207133"/>
                </a:lnTo>
                <a:lnTo>
                  <a:pt x="489259" y="164410"/>
                </a:lnTo>
                <a:lnTo>
                  <a:pt x="470580" y="125069"/>
                </a:lnTo>
                <a:lnTo>
                  <a:pt x="445666" y="89825"/>
                </a:lnTo>
                <a:lnTo>
                  <a:pt x="415230" y="59389"/>
                </a:lnTo>
                <a:lnTo>
                  <a:pt x="379985" y="34476"/>
                </a:lnTo>
                <a:lnTo>
                  <a:pt x="340644" y="15798"/>
                </a:lnTo>
                <a:lnTo>
                  <a:pt x="297921" y="4068"/>
                </a:lnTo>
                <a:lnTo>
                  <a:pt x="252529" y="0"/>
                </a:lnTo>
                <a:close/>
              </a:path>
              <a:path w="506095" h="505460">
                <a:moveTo>
                  <a:pt x="502900" y="468579"/>
                </a:moveTo>
                <a:lnTo>
                  <a:pt x="383353" y="468579"/>
                </a:lnTo>
                <a:lnTo>
                  <a:pt x="408707" y="471511"/>
                </a:lnTo>
                <a:lnTo>
                  <a:pt x="445823" y="488716"/>
                </a:lnTo>
                <a:lnTo>
                  <a:pt x="482130" y="504971"/>
                </a:lnTo>
                <a:lnTo>
                  <a:pt x="505058" y="505053"/>
                </a:lnTo>
                <a:lnTo>
                  <a:pt x="506018" y="479074"/>
                </a:lnTo>
                <a:lnTo>
                  <a:pt x="502900" y="468579"/>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2" name="object 102"/>
          <p:cNvSpPr txBox="1"/>
          <p:nvPr/>
        </p:nvSpPr>
        <p:spPr>
          <a:xfrm>
            <a:off x="3641846" y="1479550"/>
            <a:ext cx="146050"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②</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03" name="object 103"/>
          <p:cNvSpPr/>
          <p:nvPr/>
        </p:nvSpPr>
        <p:spPr>
          <a:xfrm>
            <a:off x="3848100" y="1460500"/>
            <a:ext cx="2482850" cy="222250"/>
          </a:xfrm>
          <a:custGeom>
            <a:avLst/>
            <a:gdLst/>
            <a:ahLst/>
            <a:cxnLst/>
            <a:rect l="l" t="t" r="r" b="b"/>
            <a:pathLst>
              <a:path w="4965700" h="444500">
                <a:moveTo>
                  <a:pt x="47434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4743450" y="444500"/>
                </a:lnTo>
                <a:lnTo>
                  <a:pt x="4788241" y="439984"/>
                </a:lnTo>
                <a:lnTo>
                  <a:pt x="4829959" y="427034"/>
                </a:lnTo>
                <a:lnTo>
                  <a:pt x="4867712" y="406543"/>
                </a:lnTo>
                <a:lnTo>
                  <a:pt x="4900604" y="379404"/>
                </a:lnTo>
                <a:lnTo>
                  <a:pt x="4927743" y="346512"/>
                </a:lnTo>
                <a:lnTo>
                  <a:pt x="4948234" y="308759"/>
                </a:lnTo>
                <a:lnTo>
                  <a:pt x="4961184" y="267041"/>
                </a:lnTo>
                <a:lnTo>
                  <a:pt x="4965700" y="222250"/>
                </a:lnTo>
                <a:lnTo>
                  <a:pt x="4961184" y="177458"/>
                </a:lnTo>
                <a:lnTo>
                  <a:pt x="4948234" y="135740"/>
                </a:lnTo>
                <a:lnTo>
                  <a:pt x="4927743" y="97987"/>
                </a:lnTo>
                <a:lnTo>
                  <a:pt x="4900604" y="65095"/>
                </a:lnTo>
                <a:lnTo>
                  <a:pt x="4867712" y="37956"/>
                </a:lnTo>
                <a:lnTo>
                  <a:pt x="4829959" y="17465"/>
                </a:lnTo>
                <a:lnTo>
                  <a:pt x="4788241" y="4515"/>
                </a:lnTo>
                <a:lnTo>
                  <a:pt x="47434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4" name="object 104"/>
          <p:cNvSpPr txBox="1"/>
          <p:nvPr/>
        </p:nvSpPr>
        <p:spPr>
          <a:xfrm>
            <a:off x="4718875" y="1479550"/>
            <a:ext cx="805626" cy="167640"/>
          </a:xfrm>
          <a:prstGeom prst="rect">
            <a:avLst/>
          </a:prstGeom>
        </p:spPr>
        <p:txBody>
          <a:bodyPr vert="horz" wrap="square" lIns="0" tIns="6350" rIns="0" bIns="0" rtlCol="0">
            <a:spAutoFit/>
          </a:bodyPr>
          <a:lstStyle/>
          <a:p>
            <a:pPr marL="6350">
              <a:spcBef>
                <a:spcPts val="50"/>
              </a:spcBef>
            </a:pPr>
            <a:r>
              <a:rPr sz="1050" b="1" spc="50"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喜欢 </a:t>
            </a:r>
            <a:r>
              <a:rPr sz="1050" b="1" spc="20"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Liking</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105" name="object 105"/>
          <p:cNvSpPr/>
          <p:nvPr/>
        </p:nvSpPr>
        <p:spPr>
          <a:xfrm>
            <a:off x="3587750" y="3105150"/>
            <a:ext cx="253048" cy="252730"/>
          </a:xfrm>
          <a:custGeom>
            <a:avLst/>
            <a:gdLst/>
            <a:ahLst/>
            <a:cxnLst/>
            <a:rect l="l" t="t" r="r" b="b"/>
            <a:pathLst>
              <a:path w="506095" h="505459">
                <a:moveTo>
                  <a:pt x="252529" y="0"/>
                </a:moveTo>
                <a:lnTo>
                  <a:pt x="207137" y="4068"/>
                </a:lnTo>
                <a:lnTo>
                  <a:pt x="164413" y="15798"/>
                </a:lnTo>
                <a:lnTo>
                  <a:pt x="125073" y="34477"/>
                </a:lnTo>
                <a:lnTo>
                  <a:pt x="89828" y="59391"/>
                </a:lnTo>
                <a:lnTo>
                  <a:pt x="59391" y="89828"/>
                </a:lnTo>
                <a:lnTo>
                  <a:pt x="34477" y="125073"/>
                </a:lnTo>
                <a:lnTo>
                  <a:pt x="15798" y="164413"/>
                </a:lnTo>
                <a:lnTo>
                  <a:pt x="4068" y="207137"/>
                </a:lnTo>
                <a:lnTo>
                  <a:pt x="0" y="252529"/>
                </a:lnTo>
                <a:lnTo>
                  <a:pt x="4068" y="297921"/>
                </a:lnTo>
                <a:lnTo>
                  <a:pt x="15798" y="340644"/>
                </a:lnTo>
                <a:lnTo>
                  <a:pt x="34477" y="379985"/>
                </a:lnTo>
                <a:lnTo>
                  <a:pt x="59391" y="415230"/>
                </a:lnTo>
                <a:lnTo>
                  <a:pt x="89828" y="445666"/>
                </a:lnTo>
                <a:lnTo>
                  <a:pt x="125073" y="470580"/>
                </a:lnTo>
                <a:lnTo>
                  <a:pt x="164413" y="489259"/>
                </a:lnTo>
                <a:lnTo>
                  <a:pt x="207137" y="500990"/>
                </a:lnTo>
                <a:lnTo>
                  <a:pt x="252529" y="505058"/>
                </a:lnTo>
                <a:lnTo>
                  <a:pt x="287809" y="502613"/>
                </a:lnTo>
                <a:lnTo>
                  <a:pt x="321592" y="495498"/>
                </a:lnTo>
                <a:lnTo>
                  <a:pt x="353550" y="484042"/>
                </a:lnTo>
                <a:lnTo>
                  <a:pt x="383353" y="468572"/>
                </a:lnTo>
                <a:lnTo>
                  <a:pt x="502896" y="468572"/>
                </a:lnTo>
                <a:lnTo>
                  <a:pt x="493532" y="437055"/>
                </a:lnTo>
                <a:lnTo>
                  <a:pt x="480073" y="394304"/>
                </a:lnTo>
                <a:lnTo>
                  <a:pt x="478115" y="366148"/>
                </a:lnTo>
                <a:lnTo>
                  <a:pt x="489596" y="339734"/>
                </a:lnTo>
                <a:lnTo>
                  <a:pt x="498050" y="311856"/>
                </a:lnTo>
                <a:lnTo>
                  <a:pt x="503272" y="282720"/>
                </a:lnTo>
                <a:lnTo>
                  <a:pt x="505058" y="252529"/>
                </a:lnTo>
                <a:lnTo>
                  <a:pt x="500990" y="207137"/>
                </a:lnTo>
                <a:lnTo>
                  <a:pt x="489259" y="164413"/>
                </a:lnTo>
                <a:lnTo>
                  <a:pt x="470580" y="125073"/>
                </a:lnTo>
                <a:lnTo>
                  <a:pt x="445666" y="89828"/>
                </a:lnTo>
                <a:lnTo>
                  <a:pt x="415230" y="59391"/>
                </a:lnTo>
                <a:lnTo>
                  <a:pt x="379985" y="34477"/>
                </a:lnTo>
                <a:lnTo>
                  <a:pt x="340644" y="15798"/>
                </a:lnTo>
                <a:lnTo>
                  <a:pt x="297921" y="4068"/>
                </a:lnTo>
                <a:lnTo>
                  <a:pt x="252529" y="0"/>
                </a:lnTo>
                <a:close/>
              </a:path>
              <a:path w="506095" h="505459">
                <a:moveTo>
                  <a:pt x="502896" y="468572"/>
                </a:moveTo>
                <a:lnTo>
                  <a:pt x="383353" y="468572"/>
                </a:lnTo>
                <a:lnTo>
                  <a:pt x="408707" y="471509"/>
                </a:lnTo>
                <a:lnTo>
                  <a:pt x="445823" y="488716"/>
                </a:lnTo>
                <a:lnTo>
                  <a:pt x="482130" y="504974"/>
                </a:lnTo>
                <a:lnTo>
                  <a:pt x="505058" y="505058"/>
                </a:lnTo>
                <a:lnTo>
                  <a:pt x="506018" y="479079"/>
                </a:lnTo>
                <a:lnTo>
                  <a:pt x="502896" y="468572"/>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6" name="object 106"/>
          <p:cNvSpPr txBox="1"/>
          <p:nvPr/>
        </p:nvSpPr>
        <p:spPr>
          <a:xfrm>
            <a:off x="3641846" y="3143250"/>
            <a:ext cx="146050" cy="167640"/>
          </a:xfrm>
          <a:prstGeom prst="rect">
            <a:avLst/>
          </a:prstGeom>
        </p:spPr>
        <p:txBody>
          <a:bodyPr vert="horz" wrap="square" lIns="0" tIns="6350" rIns="0" bIns="0" rtlCol="0">
            <a:spAutoFit/>
          </a:bodyPr>
          <a:lstStyle/>
          <a:p>
            <a:pPr marL="6350">
              <a:spcBef>
                <a:spcPts val="50"/>
              </a:spcBef>
            </a:pPr>
            <a:r>
              <a:rPr lang="en-US" altLang="zh-CN"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④</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07" name="object 107"/>
          <p:cNvSpPr/>
          <p:nvPr/>
        </p:nvSpPr>
        <p:spPr>
          <a:xfrm>
            <a:off x="3848100" y="3124200"/>
            <a:ext cx="2482850" cy="222250"/>
          </a:xfrm>
          <a:custGeom>
            <a:avLst/>
            <a:gdLst/>
            <a:ahLst/>
            <a:cxnLst/>
            <a:rect l="l" t="t" r="r" b="b"/>
            <a:pathLst>
              <a:path w="4965700" h="444500">
                <a:moveTo>
                  <a:pt x="47434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4743450" y="444500"/>
                </a:lnTo>
                <a:lnTo>
                  <a:pt x="4788241" y="439984"/>
                </a:lnTo>
                <a:lnTo>
                  <a:pt x="4829959" y="427034"/>
                </a:lnTo>
                <a:lnTo>
                  <a:pt x="4867712" y="406543"/>
                </a:lnTo>
                <a:lnTo>
                  <a:pt x="4900604" y="379404"/>
                </a:lnTo>
                <a:lnTo>
                  <a:pt x="4927743" y="346512"/>
                </a:lnTo>
                <a:lnTo>
                  <a:pt x="4948234" y="308759"/>
                </a:lnTo>
                <a:lnTo>
                  <a:pt x="4961184" y="267041"/>
                </a:lnTo>
                <a:lnTo>
                  <a:pt x="4965700" y="222250"/>
                </a:lnTo>
                <a:lnTo>
                  <a:pt x="4961184" y="177458"/>
                </a:lnTo>
                <a:lnTo>
                  <a:pt x="4948234" y="135740"/>
                </a:lnTo>
                <a:lnTo>
                  <a:pt x="4927743" y="97987"/>
                </a:lnTo>
                <a:lnTo>
                  <a:pt x="4900604" y="65095"/>
                </a:lnTo>
                <a:lnTo>
                  <a:pt x="4867712" y="37956"/>
                </a:lnTo>
                <a:lnTo>
                  <a:pt x="4829959" y="17465"/>
                </a:lnTo>
                <a:lnTo>
                  <a:pt x="4788241" y="4515"/>
                </a:lnTo>
                <a:lnTo>
                  <a:pt x="47434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8" name="object 108"/>
          <p:cNvSpPr txBox="1"/>
          <p:nvPr/>
        </p:nvSpPr>
        <p:spPr>
          <a:xfrm>
            <a:off x="4372461" y="3146706"/>
            <a:ext cx="1659255"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空洞之爱（Empty</a:t>
            </a:r>
            <a:r>
              <a:rPr sz="1050" b="1" spc="38"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 </a:t>
            </a:r>
            <a:r>
              <a:rPr sz="1050" b="1" spc="-5"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love）</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109" name="object 109"/>
          <p:cNvSpPr/>
          <p:nvPr/>
        </p:nvSpPr>
        <p:spPr>
          <a:xfrm>
            <a:off x="3587750" y="4749800"/>
            <a:ext cx="253048" cy="252730"/>
          </a:xfrm>
          <a:custGeom>
            <a:avLst/>
            <a:gdLst/>
            <a:ahLst/>
            <a:cxnLst/>
            <a:rect l="l" t="t" r="r" b="b"/>
            <a:pathLst>
              <a:path w="506095" h="505459">
                <a:moveTo>
                  <a:pt x="252529" y="0"/>
                </a:moveTo>
                <a:lnTo>
                  <a:pt x="207137" y="4068"/>
                </a:lnTo>
                <a:lnTo>
                  <a:pt x="164413" y="15798"/>
                </a:lnTo>
                <a:lnTo>
                  <a:pt x="125073" y="34477"/>
                </a:lnTo>
                <a:lnTo>
                  <a:pt x="89828" y="59391"/>
                </a:lnTo>
                <a:lnTo>
                  <a:pt x="59391" y="89828"/>
                </a:lnTo>
                <a:lnTo>
                  <a:pt x="34477" y="125073"/>
                </a:lnTo>
                <a:lnTo>
                  <a:pt x="15798" y="164413"/>
                </a:lnTo>
                <a:lnTo>
                  <a:pt x="4068" y="207137"/>
                </a:lnTo>
                <a:lnTo>
                  <a:pt x="0" y="252529"/>
                </a:lnTo>
                <a:lnTo>
                  <a:pt x="4068" y="297921"/>
                </a:lnTo>
                <a:lnTo>
                  <a:pt x="15798" y="340644"/>
                </a:lnTo>
                <a:lnTo>
                  <a:pt x="34477" y="379985"/>
                </a:lnTo>
                <a:lnTo>
                  <a:pt x="59391" y="415230"/>
                </a:lnTo>
                <a:lnTo>
                  <a:pt x="89828" y="445666"/>
                </a:lnTo>
                <a:lnTo>
                  <a:pt x="125073" y="470580"/>
                </a:lnTo>
                <a:lnTo>
                  <a:pt x="164413" y="489259"/>
                </a:lnTo>
                <a:lnTo>
                  <a:pt x="207137" y="500990"/>
                </a:lnTo>
                <a:lnTo>
                  <a:pt x="252529" y="505058"/>
                </a:lnTo>
                <a:lnTo>
                  <a:pt x="287809" y="502613"/>
                </a:lnTo>
                <a:lnTo>
                  <a:pt x="321592" y="495498"/>
                </a:lnTo>
                <a:lnTo>
                  <a:pt x="353550" y="484042"/>
                </a:lnTo>
                <a:lnTo>
                  <a:pt x="383353" y="468572"/>
                </a:lnTo>
                <a:lnTo>
                  <a:pt x="502896" y="468572"/>
                </a:lnTo>
                <a:lnTo>
                  <a:pt x="493532" y="437055"/>
                </a:lnTo>
                <a:lnTo>
                  <a:pt x="480073" y="394304"/>
                </a:lnTo>
                <a:lnTo>
                  <a:pt x="478115" y="366148"/>
                </a:lnTo>
                <a:lnTo>
                  <a:pt x="489596" y="339734"/>
                </a:lnTo>
                <a:lnTo>
                  <a:pt x="498050" y="311856"/>
                </a:lnTo>
                <a:lnTo>
                  <a:pt x="503272" y="282720"/>
                </a:lnTo>
                <a:lnTo>
                  <a:pt x="505058" y="252529"/>
                </a:lnTo>
                <a:lnTo>
                  <a:pt x="500990" y="207137"/>
                </a:lnTo>
                <a:lnTo>
                  <a:pt x="489259" y="164413"/>
                </a:lnTo>
                <a:lnTo>
                  <a:pt x="470580" y="125073"/>
                </a:lnTo>
                <a:lnTo>
                  <a:pt x="445666" y="89828"/>
                </a:lnTo>
                <a:lnTo>
                  <a:pt x="415230" y="59391"/>
                </a:lnTo>
                <a:lnTo>
                  <a:pt x="379985" y="34477"/>
                </a:lnTo>
                <a:lnTo>
                  <a:pt x="340644" y="15798"/>
                </a:lnTo>
                <a:lnTo>
                  <a:pt x="297921" y="4068"/>
                </a:lnTo>
                <a:lnTo>
                  <a:pt x="252529" y="0"/>
                </a:lnTo>
                <a:close/>
              </a:path>
              <a:path w="506095" h="505459">
                <a:moveTo>
                  <a:pt x="502896" y="468572"/>
                </a:moveTo>
                <a:lnTo>
                  <a:pt x="383353" y="468572"/>
                </a:lnTo>
                <a:lnTo>
                  <a:pt x="408707" y="471509"/>
                </a:lnTo>
                <a:lnTo>
                  <a:pt x="445823" y="488716"/>
                </a:lnTo>
                <a:lnTo>
                  <a:pt x="482130" y="504974"/>
                </a:lnTo>
                <a:lnTo>
                  <a:pt x="505058" y="505058"/>
                </a:lnTo>
                <a:lnTo>
                  <a:pt x="506018" y="479079"/>
                </a:lnTo>
                <a:lnTo>
                  <a:pt x="502896" y="468572"/>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0" name="object 110"/>
          <p:cNvSpPr txBox="1"/>
          <p:nvPr/>
        </p:nvSpPr>
        <p:spPr>
          <a:xfrm>
            <a:off x="3641846" y="4787900"/>
            <a:ext cx="146050"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⑥</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111" name="object 111"/>
          <p:cNvSpPr/>
          <p:nvPr/>
        </p:nvSpPr>
        <p:spPr>
          <a:xfrm>
            <a:off x="3848100" y="4768850"/>
            <a:ext cx="2482850" cy="222250"/>
          </a:xfrm>
          <a:custGeom>
            <a:avLst/>
            <a:gdLst/>
            <a:ahLst/>
            <a:cxnLst/>
            <a:rect l="l" t="t" r="r" b="b"/>
            <a:pathLst>
              <a:path w="4965700" h="444500">
                <a:moveTo>
                  <a:pt x="47434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4743450" y="444500"/>
                </a:lnTo>
                <a:lnTo>
                  <a:pt x="4788241" y="439984"/>
                </a:lnTo>
                <a:lnTo>
                  <a:pt x="4829959" y="427034"/>
                </a:lnTo>
                <a:lnTo>
                  <a:pt x="4867712" y="406543"/>
                </a:lnTo>
                <a:lnTo>
                  <a:pt x="4900604" y="379404"/>
                </a:lnTo>
                <a:lnTo>
                  <a:pt x="4927743" y="346512"/>
                </a:lnTo>
                <a:lnTo>
                  <a:pt x="4948234" y="308759"/>
                </a:lnTo>
                <a:lnTo>
                  <a:pt x="4961184" y="267041"/>
                </a:lnTo>
                <a:lnTo>
                  <a:pt x="4965700" y="222250"/>
                </a:lnTo>
                <a:lnTo>
                  <a:pt x="4961184" y="177458"/>
                </a:lnTo>
                <a:lnTo>
                  <a:pt x="4948234" y="135740"/>
                </a:lnTo>
                <a:lnTo>
                  <a:pt x="4927743" y="97987"/>
                </a:lnTo>
                <a:lnTo>
                  <a:pt x="4900604" y="65095"/>
                </a:lnTo>
                <a:lnTo>
                  <a:pt x="4867712" y="37956"/>
                </a:lnTo>
                <a:lnTo>
                  <a:pt x="4829959" y="17465"/>
                </a:lnTo>
                <a:lnTo>
                  <a:pt x="4788241" y="4515"/>
                </a:lnTo>
                <a:lnTo>
                  <a:pt x="47434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2" name="object 112"/>
          <p:cNvSpPr txBox="1"/>
          <p:nvPr/>
        </p:nvSpPr>
        <p:spPr>
          <a:xfrm>
            <a:off x="4085420" y="4787900"/>
            <a:ext cx="2110105" cy="167640"/>
          </a:xfrm>
          <a:prstGeom prst="rect">
            <a:avLst/>
          </a:prstGeom>
        </p:spPr>
        <p:txBody>
          <a:bodyPr vert="horz" wrap="square" lIns="0" tIns="6350" rIns="0" bIns="0" rtlCol="0">
            <a:spAutoFit/>
          </a:bodyPr>
          <a:lstStyle/>
          <a:p>
            <a:pPr marL="6350">
              <a:spcBef>
                <a:spcPts val="50"/>
              </a:spcBef>
            </a:pPr>
            <a:r>
              <a:rPr sz="1050" b="1" spc="-5"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伴侣之爱</a:t>
            </a:r>
            <a:r>
              <a:rPr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a:t>
            </a:r>
            <a:r>
              <a:rPr sz="1050" b="1" spc="-18"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 </a:t>
            </a:r>
            <a:r>
              <a:rPr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Companionate</a:t>
            </a:r>
            <a:r>
              <a:rPr sz="1050" b="1" spc="-18"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 </a:t>
            </a:r>
            <a:r>
              <a:rPr sz="1050" b="1" spc="-5"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love）</a:t>
            </a:r>
            <a:endParaRPr sz="1050"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113" name="object 113"/>
          <p:cNvSpPr/>
          <p:nvPr/>
        </p:nvSpPr>
        <p:spPr>
          <a:xfrm>
            <a:off x="3587750" y="6635750"/>
            <a:ext cx="253048" cy="252730"/>
          </a:xfrm>
          <a:custGeom>
            <a:avLst/>
            <a:gdLst/>
            <a:ahLst/>
            <a:cxnLst/>
            <a:rect l="l" t="t" r="r" b="b"/>
            <a:pathLst>
              <a:path w="506095" h="505459">
                <a:moveTo>
                  <a:pt x="252529" y="0"/>
                </a:moveTo>
                <a:lnTo>
                  <a:pt x="207137" y="4068"/>
                </a:lnTo>
                <a:lnTo>
                  <a:pt x="164413" y="15798"/>
                </a:lnTo>
                <a:lnTo>
                  <a:pt x="125073" y="34477"/>
                </a:lnTo>
                <a:lnTo>
                  <a:pt x="89828" y="59391"/>
                </a:lnTo>
                <a:lnTo>
                  <a:pt x="59391" y="89828"/>
                </a:lnTo>
                <a:lnTo>
                  <a:pt x="34477" y="125073"/>
                </a:lnTo>
                <a:lnTo>
                  <a:pt x="15798" y="164413"/>
                </a:lnTo>
                <a:lnTo>
                  <a:pt x="4068" y="207137"/>
                </a:lnTo>
                <a:lnTo>
                  <a:pt x="0" y="252529"/>
                </a:lnTo>
                <a:lnTo>
                  <a:pt x="4068" y="297921"/>
                </a:lnTo>
                <a:lnTo>
                  <a:pt x="15798" y="340644"/>
                </a:lnTo>
                <a:lnTo>
                  <a:pt x="34477" y="379985"/>
                </a:lnTo>
                <a:lnTo>
                  <a:pt x="59391" y="415230"/>
                </a:lnTo>
                <a:lnTo>
                  <a:pt x="89828" y="445666"/>
                </a:lnTo>
                <a:lnTo>
                  <a:pt x="125073" y="470580"/>
                </a:lnTo>
                <a:lnTo>
                  <a:pt x="164413" y="489259"/>
                </a:lnTo>
                <a:lnTo>
                  <a:pt x="207137" y="500990"/>
                </a:lnTo>
                <a:lnTo>
                  <a:pt x="252529" y="505058"/>
                </a:lnTo>
                <a:lnTo>
                  <a:pt x="287809" y="502613"/>
                </a:lnTo>
                <a:lnTo>
                  <a:pt x="321592" y="495498"/>
                </a:lnTo>
                <a:lnTo>
                  <a:pt x="353550" y="484042"/>
                </a:lnTo>
                <a:lnTo>
                  <a:pt x="383353" y="468572"/>
                </a:lnTo>
                <a:lnTo>
                  <a:pt x="502896" y="468572"/>
                </a:lnTo>
                <a:lnTo>
                  <a:pt x="493532" y="437055"/>
                </a:lnTo>
                <a:lnTo>
                  <a:pt x="480073" y="394304"/>
                </a:lnTo>
                <a:lnTo>
                  <a:pt x="478115" y="366148"/>
                </a:lnTo>
                <a:lnTo>
                  <a:pt x="489596" y="339734"/>
                </a:lnTo>
                <a:lnTo>
                  <a:pt x="498050" y="311856"/>
                </a:lnTo>
                <a:lnTo>
                  <a:pt x="503272" y="282720"/>
                </a:lnTo>
                <a:lnTo>
                  <a:pt x="505058" y="252529"/>
                </a:lnTo>
                <a:lnTo>
                  <a:pt x="500990" y="207137"/>
                </a:lnTo>
                <a:lnTo>
                  <a:pt x="489259" y="164413"/>
                </a:lnTo>
                <a:lnTo>
                  <a:pt x="470580" y="125073"/>
                </a:lnTo>
                <a:lnTo>
                  <a:pt x="445666" y="89828"/>
                </a:lnTo>
                <a:lnTo>
                  <a:pt x="415230" y="59391"/>
                </a:lnTo>
                <a:lnTo>
                  <a:pt x="379985" y="34477"/>
                </a:lnTo>
                <a:lnTo>
                  <a:pt x="340644" y="15798"/>
                </a:lnTo>
                <a:lnTo>
                  <a:pt x="297921" y="4068"/>
                </a:lnTo>
                <a:lnTo>
                  <a:pt x="252529" y="0"/>
                </a:lnTo>
                <a:close/>
              </a:path>
              <a:path w="506095" h="505459">
                <a:moveTo>
                  <a:pt x="502896" y="468572"/>
                </a:moveTo>
                <a:lnTo>
                  <a:pt x="383353" y="468572"/>
                </a:lnTo>
                <a:lnTo>
                  <a:pt x="408707" y="471509"/>
                </a:lnTo>
                <a:lnTo>
                  <a:pt x="445823" y="488716"/>
                </a:lnTo>
                <a:lnTo>
                  <a:pt x="482130" y="504974"/>
                </a:lnTo>
                <a:lnTo>
                  <a:pt x="505058" y="505058"/>
                </a:lnTo>
                <a:lnTo>
                  <a:pt x="506018" y="479079"/>
                </a:lnTo>
                <a:lnTo>
                  <a:pt x="502896" y="468572"/>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4" name="object 114"/>
          <p:cNvSpPr txBox="1"/>
          <p:nvPr/>
        </p:nvSpPr>
        <p:spPr>
          <a:xfrm>
            <a:off x="3641846" y="6673850"/>
            <a:ext cx="146050" cy="167640"/>
          </a:xfrm>
          <a:prstGeom prst="rect">
            <a:avLst/>
          </a:prstGeom>
        </p:spPr>
        <p:txBody>
          <a:bodyPr vert="horz" wrap="square" lIns="0" tIns="6350" rIns="0" bIns="0" rtlCol="0">
            <a:spAutoFit/>
          </a:bodyPr>
          <a:lstStyle/>
          <a:p>
            <a:pPr marL="6350">
              <a:spcBef>
                <a:spcPts val="50"/>
              </a:spcBef>
            </a:pPr>
            <a:r>
              <a:rPr lang="en-US" altLang="zh-CN"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⑧</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15" name="object 115"/>
          <p:cNvSpPr/>
          <p:nvPr/>
        </p:nvSpPr>
        <p:spPr>
          <a:xfrm>
            <a:off x="3848100" y="6654800"/>
            <a:ext cx="2482850" cy="222250"/>
          </a:xfrm>
          <a:custGeom>
            <a:avLst/>
            <a:gdLst/>
            <a:ahLst/>
            <a:cxnLst/>
            <a:rect l="l" t="t" r="r" b="b"/>
            <a:pathLst>
              <a:path w="4965700" h="444500">
                <a:moveTo>
                  <a:pt x="47434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4743450" y="444500"/>
                </a:lnTo>
                <a:lnTo>
                  <a:pt x="4788241" y="439984"/>
                </a:lnTo>
                <a:lnTo>
                  <a:pt x="4829959" y="427034"/>
                </a:lnTo>
                <a:lnTo>
                  <a:pt x="4867712" y="406543"/>
                </a:lnTo>
                <a:lnTo>
                  <a:pt x="4900604" y="379404"/>
                </a:lnTo>
                <a:lnTo>
                  <a:pt x="4927743" y="346512"/>
                </a:lnTo>
                <a:lnTo>
                  <a:pt x="4948234" y="308759"/>
                </a:lnTo>
                <a:lnTo>
                  <a:pt x="4961184" y="267041"/>
                </a:lnTo>
                <a:lnTo>
                  <a:pt x="4965700" y="222250"/>
                </a:lnTo>
                <a:lnTo>
                  <a:pt x="4961184" y="177458"/>
                </a:lnTo>
                <a:lnTo>
                  <a:pt x="4948234" y="135740"/>
                </a:lnTo>
                <a:lnTo>
                  <a:pt x="4927743" y="97987"/>
                </a:lnTo>
                <a:lnTo>
                  <a:pt x="4900604" y="65095"/>
                </a:lnTo>
                <a:lnTo>
                  <a:pt x="4867712" y="37956"/>
                </a:lnTo>
                <a:lnTo>
                  <a:pt x="4829959" y="17465"/>
                </a:lnTo>
                <a:lnTo>
                  <a:pt x="4788241" y="4515"/>
                </a:lnTo>
                <a:lnTo>
                  <a:pt x="47434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6" name="object 116"/>
          <p:cNvSpPr txBox="1"/>
          <p:nvPr/>
        </p:nvSpPr>
        <p:spPr>
          <a:xfrm>
            <a:off x="4135619" y="6673850"/>
            <a:ext cx="2047875" cy="167640"/>
          </a:xfrm>
          <a:prstGeom prst="rect">
            <a:avLst/>
          </a:prstGeom>
        </p:spPr>
        <p:txBody>
          <a:bodyPr vert="horz" wrap="square" lIns="0" tIns="6350" rIns="0" bIns="0" rtlCol="0">
            <a:spAutoFit/>
          </a:bodyPr>
          <a:lstStyle/>
          <a:p>
            <a:pPr marL="6350">
              <a:spcBef>
                <a:spcPts val="50"/>
              </a:spcBef>
            </a:pPr>
            <a:r>
              <a:rPr sz="1050" b="1" spc="45"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完美之爱 </a:t>
            </a:r>
            <a:r>
              <a:rPr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（Consummate</a:t>
            </a:r>
            <a:r>
              <a:rPr sz="1050" b="1" spc="-33"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 </a:t>
            </a:r>
            <a:r>
              <a:rPr sz="1050" b="1" spc="-5"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love）</a:t>
            </a:r>
            <a:endParaRPr sz="1050"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117" name="object 117"/>
          <p:cNvSpPr txBox="1"/>
          <p:nvPr/>
        </p:nvSpPr>
        <p:spPr>
          <a:xfrm>
            <a:off x="3079750" y="1009650"/>
            <a:ext cx="708147" cy="283210"/>
          </a:xfrm>
          <a:prstGeom prst="rect">
            <a:avLst/>
          </a:prstGeom>
        </p:spPr>
        <p:txBody>
          <a:bodyPr vert="horz" wrap="square" lIns="0" tIns="6350" rIns="0" bIns="0" rtlCol="0">
            <a:spAutoFit/>
          </a:bodyPr>
          <a:lstStyle/>
          <a:p>
            <a:pPr marL="6350">
              <a:spcBef>
                <a:spcPts val="50"/>
              </a:spcBef>
            </a:pPr>
            <a:r>
              <a:rPr b="1" dirty="0">
                <a:solidFill>
                  <a:srgbClr val="7F62A1"/>
                </a:solidFill>
                <a:latin typeface="江城圆体 600W" panose="020B0800000000000000" pitchFamily="34" charset="-128"/>
                <a:ea typeface="江城圆体 600W" panose="020B0800000000000000" pitchFamily="34" charset="-128"/>
                <a:cs typeface="微软雅黑" panose="020B0503020204020204" charset="-122"/>
              </a:rPr>
              <a:t>「</a:t>
            </a:r>
            <a:r>
              <a:rPr b="1" dirty="0" err="1">
                <a:solidFill>
                  <a:srgbClr val="7F62A1"/>
                </a:solidFill>
                <a:latin typeface="江城圆体 600W" panose="020B0800000000000000" pitchFamily="34" charset="-128"/>
                <a:ea typeface="江城圆体 600W" panose="020B0800000000000000" pitchFamily="34" charset="-128"/>
                <a:cs typeface="微软雅黑" panose="020B0503020204020204" charset="-122"/>
              </a:rPr>
              <a:t>解释</a:t>
            </a:r>
            <a:r>
              <a:rPr b="1" dirty="0">
                <a:solidFill>
                  <a:srgbClr val="7F62A1"/>
                </a:solidFill>
                <a:latin typeface="江城圆体 600W" panose="020B0800000000000000" pitchFamily="34" charset="-128"/>
                <a:ea typeface="江城圆体 600W" panose="020B0800000000000000" pitchFamily="34" charset="-128"/>
                <a:cs typeface="微软雅黑" panose="020B0503020204020204" charset="-122"/>
              </a:rPr>
              <a:t>」</a:t>
            </a:r>
            <a:endParaRPr b="1" dirty="0">
              <a:latin typeface="江城圆体 600W" panose="020B0800000000000000" pitchFamily="34" charset="-128"/>
              <a:ea typeface="江城圆体 600W" panose="020B0800000000000000" pitchFamily="34" charset="-128"/>
              <a:cs typeface="微软雅黑" panose="020B0503020204020204" charset="-122"/>
            </a:endParaRPr>
          </a:p>
        </p:txBody>
      </p:sp>
      <p:pic>
        <p:nvPicPr>
          <p:cNvPr id="118" name="object 118"/>
          <p:cNvPicPr/>
          <p:nvPr/>
        </p:nvPicPr>
        <p:blipFill>
          <a:blip r:embed="rId2" cstate="print"/>
          <a:stretch>
            <a:fillRect/>
          </a:stretch>
        </p:blipFill>
        <p:spPr>
          <a:xfrm>
            <a:off x="3189837" y="8851900"/>
            <a:ext cx="486698" cy="2921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
        <p:nvSpPr>
          <p:cNvPr id="3" name="object 3"/>
          <p:cNvSpPr txBox="1"/>
          <p:nvPr/>
        </p:nvSpPr>
        <p:spPr>
          <a:xfrm>
            <a:off x="3079750" y="1143000"/>
            <a:ext cx="869298" cy="283210"/>
          </a:xfrm>
          <a:prstGeom prst="rect">
            <a:avLst/>
          </a:prstGeom>
        </p:spPr>
        <p:txBody>
          <a:bodyPr vert="horz" wrap="square" lIns="0" tIns="6350" rIns="0" bIns="0" rtlCol="0">
            <a:spAutoFit/>
          </a:bodyPr>
          <a:lstStyle/>
          <a:p>
            <a:pPr marL="6350">
              <a:spcBef>
                <a:spcPts val="50"/>
              </a:spcBef>
            </a:pPr>
            <a:r>
              <a:rPr b="1" dirty="0">
                <a:solidFill>
                  <a:srgbClr val="7F62A1"/>
                </a:solidFill>
                <a:latin typeface="江城圆体 600W" panose="020B0800000000000000" pitchFamily="34" charset="-128"/>
                <a:ea typeface="江城圆体 600W" panose="020B0800000000000000" pitchFamily="34" charset="-128"/>
                <a:cs typeface="Microsoft JhengHei"/>
              </a:rPr>
              <a:t>「</a:t>
            </a:r>
            <a:r>
              <a:rPr b="1" dirty="0" err="1">
                <a:solidFill>
                  <a:srgbClr val="7F62A1"/>
                </a:solidFill>
                <a:latin typeface="江城圆体 600W" panose="020B0800000000000000" pitchFamily="34" charset="-128"/>
                <a:ea typeface="江城圆体 600W" panose="020B0800000000000000" pitchFamily="34" charset="-128"/>
                <a:cs typeface="Microsoft JhengHei"/>
              </a:rPr>
              <a:t>总结</a:t>
            </a:r>
            <a:r>
              <a:rPr lang="zh-CN" altLang="en-US" b="1" dirty="0">
                <a:solidFill>
                  <a:srgbClr val="7F62A1"/>
                </a:solidFill>
                <a:latin typeface="江城圆体 600W" panose="020B0800000000000000" pitchFamily="34" charset="-128"/>
                <a:ea typeface="江城圆体 600W" panose="020B0800000000000000" pitchFamily="34" charset="-128"/>
                <a:cs typeface="Microsoft JhengHei"/>
              </a:rPr>
              <a:t> </a:t>
            </a:r>
            <a:r>
              <a:rPr b="1" dirty="0">
                <a:solidFill>
                  <a:srgbClr val="7F62A1"/>
                </a:solidFill>
                <a:latin typeface="江城圆体 600W" panose="020B0800000000000000" pitchFamily="34" charset="-128"/>
                <a:ea typeface="江城圆体 600W" panose="020B0800000000000000" pitchFamily="34" charset="-128"/>
                <a:cs typeface="Microsoft JhengHei"/>
              </a:rPr>
              <a:t>」</a:t>
            </a:r>
            <a:endParaRPr b="1" dirty="0">
              <a:latin typeface="江城圆体 600W" panose="020B0800000000000000" pitchFamily="34" charset="-128"/>
              <a:ea typeface="江城圆体 600W" panose="020B0800000000000000" pitchFamily="34" charset="-128"/>
              <a:cs typeface="Microsoft JhengHei"/>
            </a:endParaRPr>
          </a:p>
        </p:txBody>
      </p:sp>
      <p:sp>
        <p:nvSpPr>
          <p:cNvPr id="4" name="object 4"/>
          <p:cNvSpPr txBox="1"/>
          <p:nvPr/>
        </p:nvSpPr>
        <p:spPr>
          <a:xfrm>
            <a:off x="4354081" y="3441700"/>
            <a:ext cx="357089" cy="283210"/>
          </a:xfrm>
          <a:prstGeom prst="rect">
            <a:avLst/>
          </a:prstGeom>
        </p:spPr>
        <p:txBody>
          <a:bodyPr vert="horz" wrap="square" lIns="0" tIns="6350" rIns="0" bIns="0" rtlCol="0">
            <a:spAutoFit/>
          </a:bodyPr>
          <a:lstStyle/>
          <a:p>
            <a:pPr marL="6350">
              <a:spcBef>
                <a:spcPts val="50"/>
              </a:spcBef>
            </a:pPr>
            <a:r>
              <a:rPr spc="268" dirty="0">
                <a:solidFill>
                  <a:srgbClr val="7F62A1"/>
                </a:solidFill>
                <a:latin typeface="江城圆体 400W" panose="020B0800000000000000" pitchFamily="34" charset="-128"/>
                <a:ea typeface="江城圆体 400W" panose="020B0800000000000000" pitchFamily="34" charset="-128"/>
                <a:cs typeface="PMingLiU" panose="02020500000000000000" charset="-120"/>
              </a:rPr>
              <a:t>or</a:t>
            </a:r>
            <a:endParaRPr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5" name="object 5"/>
          <p:cNvSpPr txBox="1"/>
          <p:nvPr/>
        </p:nvSpPr>
        <p:spPr>
          <a:xfrm>
            <a:off x="1867640" y="2527300"/>
            <a:ext cx="3110230" cy="332740"/>
          </a:xfrm>
          <a:prstGeom prst="rect">
            <a:avLst/>
          </a:prstGeom>
        </p:spPr>
        <p:txBody>
          <a:bodyPr vert="horz" wrap="square" lIns="0" tIns="12700" rIns="0" bIns="0" rtlCol="0">
            <a:spAutoFit/>
          </a:bodyPr>
          <a:lstStyle/>
          <a:p>
            <a:pPr marL="821690" marR="2540" indent="-815340">
              <a:lnSpc>
                <a:spcPts val="1250"/>
              </a:lnSpc>
              <a:spcBef>
                <a:spcPts val="100"/>
              </a:spcBef>
            </a:pPr>
            <a:r>
              <a:rPr sz="1050" b="1" dirty="0">
                <a:solidFill>
                  <a:srgbClr val="7F62A1"/>
                </a:solidFill>
                <a:latin typeface="江城圆体 600W" panose="020B0800000000000000" pitchFamily="34" charset="-128"/>
                <a:ea typeface="江城圆体 600W" panose="020B0800000000000000" pitchFamily="34" charset="-128"/>
                <a:cs typeface="Microsoft JhengHei"/>
              </a:rPr>
              <a:t>① 根据亲密、激情、承诺这三种成分之间比例的不同，形成不同性质的情爱关系</a:t>
            </a:r>
            <a:endParaRPr sz="1050" b="1" dirty="0">
              <a:latin typeface="江城圆体 600W" panose="020B0800000000000000" pitchFamily="34" charset="-128"/>
              <a:ea typeface="江城圆体 600W" panose="020B0800000000000000" pitchFamily="34" charset="-128"/>
              <a:cs typeface="Microsoft JhengHei"/>
            </a:endParaRPr>
          </a:p>
        </p:txBody>
      </p:sp>
      <p:sp>
        <p:nvSpPr>
          <p:cNvPr id="6" name="object 6"/>
          <p:cNvSpPr txBox="1"/>
          <p:nvPr/>
        </p:nvSpPr>
        <p:spPr>
          <a:xfrm>
            <a:off x="1931140" y="4076700"/>
            <a:ext cx="2976880" cy="332740"/>
          </a:xfrm>
          <a:prstGeom prst="rect">
            <a:avLst/>
          </a:prstGeom>
        </p:spPr>
        <p:txBody>
          <a:bodyPr vert="horz" wrap="square" lIns="0" tIns="12700" rIns="0" bIns="0" rtlCol="0">
            <a:spAutoFit/>
          </a:bodyPr>
          <a:lstStyle/>
          <a:p>
            <a:pPr marL="755015" marR="2540" indent="-748665">
              <a:lnSpc>
                <a:spcPts val="1250"/>
              </a:lnSpc>
              <a:spcBef>
                <a:spcPts val="100"/>
              </a:spcBef>
            </a:pPr>
            <a:r>
              <a:rPr sz="1050" b="1" dirty="0">
                <a:solidFill>
                  <a:srgbClr val="7F62A1"/>
                </a:solidFill>
                <a:latin typeface="江城圆体 600W" panose="020B0800000000000000" pitchFamily="34" charset="-128"/>
                <a:ea typeface="江城圆体 600W" panose="020B0800000000000000" pitchFamily="34" charset="-128"/>
                <a:cs typeface="Microsoft JhengHei"/>
              </a:rPr>
              <a:t>② 随着认识的时间增加，以及相处的方式的改变，形成不同性质的情爱关系</a:t>
            </a:r>
            <a:endParaRPr sz="1050" b="1">
              <a:latin typeface="江城圆体 600W" panose="020B0800000000000000" pitchFamily="34" charset="-128"/>
              <a:ea typeface="江城圆体 600W" panose="020B0800000000000000" pitchFamily="34" charset="-128"/>
              <a:cs typeface="Microsoft JhengHei"/>
            </a:endParaRPr>
          </a:p>
        </p:txBody>
      </p:sp>
      <p:sp>
        <p:nvSpPr>
          <p:cNvPr id="7" name="object 7"/>
          <p:cNvSpPr txBox="1"/>
          <p:nvPr/>
        </p:nvSpPr>
        <p:spPr>
          <a:xfrm>
            <a:off x="2146300" y="5886450"/>
            <a:ext cx="2679700" cy="327660"/>
          </a:xfrm>
          <a:prstGeom prst="rect">
            <a:avLst/>
          </a:prstGeom>
        </p:spPr>
        <p:txBody>
          <a:bodyPr vert="horz" wrap="square" lIns="0" tIns="6350" rIns="0" bIns="0" rtlCol="0">
            <a:spAutoFit/>
          </a:bodyPr>
          <a:lstStyle/>
          <a:p>
            <a:pPr algn="ctr">
              <a:lnSpc>
                <a:spcPts val="1255"/>
              </a:lnSpc>
              <a:spcBef>
                <a:spcPts val="50"/>
              </a:spcBef>
            </a:pPr>
            <a:r>
              <a:rPr sz="1050" b="1" dirty="0">
                <a:solidFill>
                  <a:srgbClr val="7F62A1"/>
                </a:solidFill>
                <a:latin typeface="江城圆体 600W" panose="020B0800000000000000" pitchFamily="34" charset="-128"/>
                <a:ea typeface="江城圆体 600W" panose="020B0800000000000000" pitchFamily="34" charset="-128"/>
                <a:cs typeface="Microsoft JhengHei"/>
              </a:rPr>
              <a:t>③ 三角形的面积大小代表爱情的分量，</a:t>
            </a:r>
            <a:endParaRPr sz="1050" b="1">
              <a:latin typeface="江城圆体 600W" panose="020B0800000000000000" pitchFamily="34" charset="-128"/>
              <a:ea typeface="江城圆体 600W" panose="020B0800000000000000" pitchFamily="34" charset="-128"/>
              <a:cs typeface="Microsoft JhengHei"/>
            </a:endParaRPr>
          </a:p>
          <a:p>
            <a:pPr algn="ctr">
              <a:lnSpc>
                <a:spcPts val="1255"/>
              </a:lnSpc>
            </a:pPr>
            <a:r>
              <a:rPr sz="1050" b="1" dirty="0">
                <a:solidFill>
                  <a:srgbClr val="7F62A1"/>
                </a:solidFill>
                <a:latin typeface="江城圆体 600W" panose="020B0800000000000000" pitchFamily="34" charset="-128"/>
                <a:ea typeface="江城圆体 600W" panose="020B0800000000000000" pitchFamily="34" charset="-128"/>
                <a:cs typeface="Microsoft JhengHei"/>
              </a:rPr>
              <a:t>而三角形不同的边⻓则是代表不同形态的爱情</a:t>
            </a:r>
            <a:endParaRPr sz="1050" b="1">
              <a:latin typeface="江城圆体 600W" panose="020B0800000000000000" pitchFamily="34" charset="-128"/>
              <a:ea typeface="江城圆体 600W" panose="020B0800000000000000" pitchFamily="34" charset="-128"/>
              <a:cs typeface="Microsoft JhengHei"/>
            </a:endParaRPr>
          </a:p>
        </p:txBody>
      </p:sp>
      <p:sp>
        <p:nvSpPr>
          <p:cNvPr id="8" name="object 8"/>
          <p:cNvSpPr txBox="1"/>
          <p:nvPr/>
        </p:nvSpPr>
        <p:spPr>
          <a:xfrm>
            <a:off x="2134340" y="7499350"/>
            <a:ext cx="2576830" cy="167640"/>
          </a:xfrm>
          <a:prstGeom prst="rect">
            <a:avLst/>
          </a:prstGeom>
        </p:spPr>
        <p:txBody>
          <a:bodyPr vert="horz" wrap="square" lIns="0" tIns="6350" rIns="0" bIns="0" rtlCol="0">
            <a:spAutoFit/>
          </a:bodyPr>
          <a:lstStyle/>
          <a:p>
            <a:pPr marL="6350">
              <a:spcBef>
                <a:spcPts val="50"/>
              </a:spcBef>
            </a:pPr>
            <a:r>
              <a:rPr sz="1050" b="1" dirty="0">
                <a:solidFill>
                  <a:srgbClr val="7F62A1"/>
                </a:solidFill>
                <a:latin typeface="江城圆体 600W" panose="020B0800000000000000" pitchFamily="34" charset="-128"/>
                <a:ea typeface="江城圆体 600W" panose="020B0800000000000000" pitchFamily="34" charset="-128"/>
                <a:cs typeface="Microsoft JhengHei"/>
              </a:rPr>
              <a:t>➃ 三者兼顾且均衡发展，才是最完美的爱情</a:t>
            </a:r>
            <a:endParaRPr sz="1050" b="1">
              <a:latin typeface="江城圆体 600W" panose="020B0800000000000000" pitchFamily="34" charset="-128"/>
              <a:ea typeface="江城圆体 600W" panose="020B0800000000000000" pitchFamily="34" charset="-128"/>
              <a:cs typeface="Microsoft JhengHei"/>
            </a:endParaRPr>
          </a:p>
        </p:txBody>
      </p:sp>
      <p:grpSp>
        <p:nvGrpSpPr>
          <p:cNvPr id="9" name="object 9"/>
          <p:cNvGrpSpPr/>
          <p:nvPr/>
        </p:nvGrpSpPr>
        <p:grpSpPr>
          <a:xfrm>
            <a:off x="3095625" y="1724025"/>
            <a:ext cx="668655" cy="730250"/>
            <a:chOff x="6191250" y="3448050"/>
            <a:chExt cx="1337310" cy="1460500"/>
          </a:xfrm>
        </p:grpSpPr>
        <p:sp>
          <p:nvSpPr>
            <p:cNvPr id="10" name="object 10"/>
            <p:cNvSpPr/>
            <p:nvPr/>
          </p:nvSpPr>
          <p:spPr>
            <a:xfrm>
              <a:off x="6500676" y="3454400"/>
              <a:ext cx="892175" cy="893444"/>
            </a:xfrm>
            <a:custGeom>
              <a:avLst/>
              <a:gdLst/>
              <a:ahLst/>
              <a:cxnLst/>
              <a:rect l="l" t="t" r="r" b="b"/>
              <a:pathLst>
                <a:path w="892175" h="893445">
                  <a:moveTo>
                    <a:pt x="445804" y="0"/>
                  </a:moveTo>
                  <a:lnTo>
                    <a:pt x="397228" y="2621"/>
                  </a:lnTo>
                  <a:lnTo>
                    <a:pt x="350168" y="10303"/>
                  </a:lnTo>
                  <a:lnTo>
                    <a:pt x="304895" y="22773"/>
                  </a:lnTo>
                  <a:lnTo>
                    <a:pt x="261681" y="39760"/>
                  </a:lnTo>
                  <a:lnTo>
                    <a:pt x="220798" y="60989"/>
                  </a:lnTo>
                  <a:lnTo>
                    <a:pt x="182517" y="86190"/>
                  </a:lnTo>
                  <a:lnTo>
                    <a:pt x="147112" y="115088"/>
                  </a:lnTo>
                  <a:lnTo>
                    <a:pt x="114854" y="147413"/>
                  </a:lnTo>
                  <a:lnTo>
                    <a:pt x="86014" y="182891"/>
                  </a:lnTo>
                  <a:lnTo>
                    <a:pt x="60865" y="221250"/>
                  </a:lnTo>
                  <a:lnTo>
                    <a:pt x="39679" y="262218"/>
                  </a:lnTo>
                  <a:lnTo>
                    <a:pt x="22727" y="305521"/>
                  </a:lnTo>
                  <a:lnTo>
                    <a:pt x="10282" y="350888"/>
                  </a:lnTo>
                  <a:lnTo>
                    <a:pt x="2615" y="398046"/>
                  </a:lnTo>
                  <a:lnTo>
                    <a:pt x="0" y="446722"/>
                  </a:lnTo>
                  <a:lnTo>
                    <a:pt x="2615" y="495396"/>
                  </a:lnTo>
                  <a:lnTo>
                    <a:pt x="10282" y="542551"/>
                  </a:lnTo>
                  <a:lnTo>
                    <a:pt x="22727" y="587917"/>
                  </a:lnTo>
                  <a:lnTo>
                    <a:pt x="39679" y="631218"/>
                  </a:lnTo>
                  <a:lnTo>
                    <a:pt x="60865" y="672185"/>
                  </a:lnTo>
                  <a:lnTo>
                    <a:pt x="86014" y="710543"/>
                  </a:lnTo>
                  <a:lnTo>
                    <a:pt x="114854" y="746020"/>
                  </a:lnTo>
                  <a:lnTo>
                    <a:pt x="147112" y="778344"/>
                  </a:lnTo>
                  <a:lnTo>
                    <a:pt x="182517" y="807242"/>
                  </a:lnTo>
                  <a:lnTo>
                    <a:pt x="220798" y="832443"/>
                  </a:lnTo>
                  <a:lnTo>
                    <a:pt x="261681" y="853672"/>
                  </a:lnTo>
                  <a:lnTo>
                    <a:pt x="304895" y="870658"/>
                  </a:lnTo>
                  <a:lnTo>
                    <a:pt x="350168" y="883129"/>
                  </a:lnTo>
                  <a:lnTo>
                    <a:pt x="397228" y="890811"/>
                  </a:lnTo>
                  <a:lnTo>
                    <a:pt x="445804" y="893432"/>
                  </a:lnTo>
                  <a:lnTo>
                    <a:pt x="494379" y="890811"/>
                  </a:lnTo>
                  <a:lnTo>
                    <a:pt x="541439" y="883129"/>
                  </a:lnTo>
                  <a:lnTo>
                    <a:pt x="586712" y="870658"/>
                  </a:lnTo>
                  <a:lnTo>
                    <a:pt x="629927" y="853672"/>
                  </a:lnTo>
                  <a:lnTo>
                    <a:pt x="670810" y="832443"/>
                  </a:lnTo>
                  <a:lnTo>
                    <a:pt x="709090" y="807242"/>
                  </a:lnTo>
                  <a:lnTo>
                    <a:pt x="744495" y="778344"/>
                  </a:lnTo>
                  <a:lnTo>
                    <a:pt x="776754" y="746020"/>
                  </a:lnTo>
                  <a:lnTo>
                    <a:pt x="805594" y="710543"/>
                  </a:lnTo>
                  <a:lnTo>
                    <a:pt x="830743" y="672185"/>
                  </a:lnTo>
                  <a:lnTo>
                    <a:pt x="851929" y="631218"/>
                  </a:lnTo>
                  <a:lnTo>
                    <a:pt x="868881" y="587917"/>
                  </a:lnTo>
                  <a:lnTo>
                    <a:pt x="881326" y="542551"/>
                  </a:lnTo>
                  <a:lnTo>
                    <a:pt x="888992" y="495396"/>
                  </a:lnTo>
                  <a:lnTo>
                    <a:pt x="891608" y="446722"/>
                  </a:lnTo>
                  <a:lnTo>
                    <a:pt x="888992" y="398046"/>
                  </a:lnTo>
                  <a:lnTo>
                    <a:pt x="881326" y="350888"/>
                  </a:lnTo>
                  <a:lnTo>
                    <a:pt x="868881" y="305521"/>
                  </a:lnTo>
                  <a:lnTo>
                    <a:pt x="851929" y="262218"/>
                  </a:lnTo>
                  <a:lnTo>
                    <a:pt x="830743" y="221250"/>
                  </a:lnTo>
                  <a:lnTo>
                    <a:pt x="805594" y="182891"/>
                  </a:lnTo>
                  <a:lnTo>
                    <a:pt x="776754" y="147413"/>
                  </a:lnTo>
                  <a:lnTo>
                    <a:pt x="744495" y="115088"/>
                  </a:lnTo>
                  <a:lnTo>
                    <a:pt x="709090" y="86190"/>
                  </a:lnTo>
                  <a:lnTo>
                    <a:pt x="670810" y="60989"/>
                  </a:lnTo>
                  <a:lnTo>
                    <a:pt x="629927" y="39760"/>
                  </a:lnTo>
                  <a:lnTo>
                    <a:pt x="586712" y="22773"/>
                  </a:lnTo>
                  <a:lnTo>
                    <a:pt x="541439" y="10303"/>
                  </a:lnTo>
                  <a:lnTo>
                    <a:pt x="494379" y="2621"/>
                  </a:lnTo>
                  <a:lnTo>
                    <a:pt x="445804"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 name="object 11"/>
            <p:cNvSpPr/>
            <p:nvPr/>
          </p:nvSpPr>
          <p:spPr>
            <a:xfrm>
              <a:off x="6500676" y="3454400"/>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 name="object 12"/>
            <p:cNvSpPr/>
            <p:nvPr/>
          </p:nvSpPr>
          <p:spPr>
            <a:xfrm>
              <a:off x="7255559" y="4343400"/>
              <a:ext cx="266700" cy="266700"/>
            </a:xfrm>
            <a:custGeom>
              <a:avLst/>
              <a:gdLst/>
              <a:ahLst/>
              <a:cxnLst/>
              <a:rect l="l" t="t" r="r" b="b"/>
              <a:pathLst>
                <a:path w="266700" h="266700">
                  <a:moveTo>
                    <a:pt x="133076" y="0"/>
                  </a:moveTo>
                  <a:lnTo>
                    <a:pt x="91014" y="6798"/>
                  </a:lnTo>
                  <a:lnTo>
                    <a:pt x="54483" y="25728"/>
                  </a:lnTo>
                  <a:lnTo>
                    <a:pt x="25676" y="54595"/>
                  </a:lnTo>
                  <a:lnTo>
                    <a:pt x="6784" y="91201"/>
                  </a:lnTo>
                  <a:lnTo>
                    <a:pt x="0" y="133350"/>
                  </a:lnTo>
                  <a:lnTo>
                    <a:pt x="6784" y="175498"/>
                  </a:lnTo>
                  <a:lnTo>
                    <a:pt x="25676" y="212104"/>
                  </a:lnTo>
                  <a:lnTo>
                    <a:pt x="54483" y="240971"/>
                  </a:lnTo>
                  <a:lnTo>
                    <a:pt x="91014" y="259901"/>
                  </a:lnTo>
                  <a:lnTo>
                    <a:pt x="133076" y="266700"/>
                  </a:lnTo>
                  <a:lnTo>
                    <a:pt x="175139" y="259901"/>
                  </a:lnTo>
                  <a:lnTo>
                    <a:pt x="211670" y="240971"/>
                  </a:lnTo>
                  <a:lnTo>
                    <a:pt x="240477" y="212104"/>
                  </a:lnTo>
                  <a:lnTo>
                    <a:pt x="259369" y="175498"/>
                  </a:lnTo>
                  <a:lnTo>
                    <a:pt x="266153" y="133350"/>
                  </a:lnTo>
                  <a:lnTo>
                    <a:pt x="259369" y="91201"/>
                  </a:lnTo>
                  <a:lnTo>
                    <a:pt x="240477" y="54595"/>
                  </a:lnTo>
                  <a:lnTo>
                    <a:pt x="211670" y="25728"/>
                  </a:lnTo>
                  <a:lnTo>
                    <a:pt x="175139" y="6798"/>
                  </a:lnTo>
                  <a:lnTo>
                    <a:pt x="133076"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 name="object 13"/>
            <p:cNvSpPr/>
            <p:nvPr/>
          </p:nvSpPr>
          <p:spPr>
            <a:xfrm>
              <a:off x="7255559" y="4343400"/>
              <a:ext cx="266700" cy="266700"/>
            </a:xfrm>
            <a:custGeom>
              <a:avLst/>
              <a:gdLst/>
              <a:ahLst/>
              <a:cxnLst/>
              <a:rect l="l" t="t" r="r" b="b"/>
              <a:pathLst>
                <a:path w="266700" h="266700">
                  <a:moveTo>
                    <a:pt x="133076" y="266700"/>
                  </a:moveTo>
                  <a:lnTo>
                    <a:pt x="175139" y="259901"/>
                  </a:lnTo>
                  <a:lnTo>
                    <a:pt x="211670" y="240971"/>
                  </a:lnTo>
                  <a:lnTo>
                    <a:pt x="240477" y="212104"/>
                  </a:lnTo>
                  <a:lnTo>
                    <a:pt x="259369" y="175498"/>
                  </a:lnTo>
                  <a:lnTo>
                    <a:pt x="266154" y="133350"/>
                  </a:lnTo>
                  <a:lnTo>
                    <a:pt x="259369" y="91201"/>
                  </a:lnTo>
                  <a:lnTo>
                    <a:pt x="240477" y="54595"/>
                  </a:lnTo>
                  <a:lnTo>
                    <a:pt x="211670" y="25728"/>
                  </a:lnTo>
                  <a:lnTo>
                    <a:pt x="175139" y="6798"/>
                  </a:lnTo>
                  <a:lnTo>
                    <a:pt x="133076" y="0"/>
                  </a:lnTo>
                  <a:lnTo>
                    <a:pt x="91014" y="6798"/>
                  </a:lnTo>
                  <a:lnTo>
                    <a:pt x="54483" y="25728"/>
                  </a:lnTo>
                  <a:lnTo>
                    <a:pt x="25676" y="54595"/>
                  </a:lnTo>
                  <a:lnTo>
                    <a:pt x="6784" y="91201"/>
                  </a:lnTo>
                  <a:lnTo>
                    <a:pt x="0" y="133350"/>
                  </a:lnTo>
                  <a:lnTo>
                    <a:pt x="6784" y="175498"/>
                  </a:lnTo>
                  <a:lnTo>
                    <a:pt x="25676" y="212104"/>
                  </a:lnTo>
                  <a:lnTo>
                    <a:pt x="54483" y="240971"/>
                  </a:lnTo>
                  <a:lnTo>
                    <a:pt x="91014" y="259901"/>
                  </a:lnTo>
                  <a:lnTo>
                    <a:pt x="133076" y="266700"/>
                  </a:lnTo>
                  <a:close/>
                </a:path>
              </a:pathLst>
            </a:custGeom>
            <a:ln w="127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4" name="object 14"/>
            <p:cNvSpPr/>
            <p:nvPr/>
          </p:nvSpPr>
          <p:spPr>
            <a:xfrm>
              <a:off x="6197600" y="4008767"/>
              <a:ext cx="892175" cy="893444"/>
            </a:xfrm>
            <a:custGeom>
              <a:avLst/>
              <a:gdLst/>
              <a:ahLst/>
              <a:cxnLst/>
              <a:rect l="l" t="t" r="r" b="b"/>
              <a:pathLst>
                <a:path w="892175" h="893445">
                  <a:moveTo>
                    <a:pt x="445804" y="0"/>
                  </a:moveTo>
                  <a:lnTo>
                    <a:pt x="397228" y="2621"/>
                  </a:lnTo>
                  <a:lnTo>
                    <a:pt x="350168" y="10303"/>
                  </a:lnTo>
                  <a:lnTo>
                    <a:pt x="304895" y="22773"/>
                  </a:lnTo>
                  <a:lnTo>
                    <a:pt x="261681" y="39759"/>
                  </a:lnTo>
                  <a:lnTo>
                    <a:pt x="220798" y="60989"/>
                  </a:lnTo>
                  <a:lnTo>
                    <a:pt x="182517" y="86189"/>
                  </a:lnTo>
                  <a:lnTo>
                    <a:pt x="147112" y="115087"/>
                  </a:lnTo>
                  <a:lnTo>
                    <a:pt x="114854" y="147411"/>
                  </a:lnTo>
                  <a:lnTo>
                    <a:pt x="86014" y="182889"/>
                  </a:lnTo>
                  <a:lnTo>
                    <a:pt x="60865" y="221247"/>
                  </a:lnTo>
                  <a:lnTo>
                    <a:pt x="39679" y="262213"/>
                  </a:lnTo>
                  <a:lnTo>
                    <a:pt x="22727" y="305515"/>
                  </a:lnTo>
                  <a:lnTo>
                    <a:pt x="10282" y="350880"/>
                  </a:lnTo>
                  <a:lnTo>
                    <a:pt x="2615" y="398035"/>
                  </a:lnTo>
                  <a:lnTo>
                    <a:pt x="0" y="446709"/>
                  </a:lnTo>
                  <a:lnTo>
                    <a:pt x="2615" y="495385"/>
                  </a:lnTo>
                  <a:lnTo>
                    <a:pt x="10282" y="542543"/>
                  </a:lnTo>
                  <a:lnTo>
                    <a:pt x="22727" y="587910"/>
                  </a:lnTo>
                  <a:lnTo>
                    <a:pt x="39679" y="631213"/>
                  </a:lnTo>
                  <a:lnTo>
                    <a:pt x="60865" y="672181"/>
                  </a:lnTo>
                  <a:lnTo>
                    <a:pt x="86014" y="710540"/>
                  </a:lnTo>
                  <a:lnTo>
                    <a:pt x="114854" y="746018"/>
                  </a:lnTo>
                  <a:lnTo>
                    <a:pt x="147112" y="778343"/>
                  </a:lnTo>
                  <a:lnTo>
                    <a:pt x="182517" y="807242"/>
                  </a:lnTo>
                  <a:lnTo>
                    <a:pt x="220798" y="832442"/>
                  </a:lnTo>
                  <a:lnTo>
                    <a:pt x="261681" y="853672"/>
                  </a:lnTo>
                  <a:lnTo>
                    <a:pt x="304895" y="870658"/>
                  </a:lnTo>
                  <a:lnTo>
                    <a:pt x="350168" y="883128"/>
                  </a:lnTo>
                  <a:lnTo>
                    <a:pt x="397228" y="890811"/>
                  </a:lnTo>
                  <a:lnTo>
                    <a:pt x="445804" y="893432"/>
                  </a:lnTo>
                  <a:lnTo>
                    <a:pt x="494379" y="890811"/>
                  </a:lnTo>
                  <a:lnTo>
                    <a:pt x="541439" y="883128"/>
                  </a:lnTo>
                  <a:lnTo>
                    <a:pt x="586712" y="870658"/>
                  </a:lnTo>
                  <a:lnTo>
                    <a:pt x="629927" y="853672"/>
                  </a:lnTo>
                  <a:lnTo>
                    <a:pt x="670810" y="832442"/>
                  </a:lnTo>
                  <a:lnTo>
                    <a:pt x="709090" y="807242"/>
                  </a:lnTo>
                  <a:lnTo>
                    <a:pt x="744495" y="778343"/>
                  </a:lnTo>
                  <a:lnTo>
                    <a:pt x="776754" y="746018"/>
                  </a:lnTo>
                  <a:lnTo>
                    <a:pt x="805594" y="710540"/>
                  </a:lnTo>
                  <a:lnTo>
                    <a:pt x="830743" y="672181"/>
                  </a:lnTo>
                  <a:lnTo>
                    <a:pt x="851929" y="631213"/>
                  </a:lnTo>
                  <a:lnTo>
                    <a:pt x="868881" y="587910"/>
                  </a:lnTo>
                  <a:lnTo>
                    <a:pt x="881326" y="542543"/>
                  </a:lnTo>
                  <a:lnTo>
                    <a:pt x="888992" y="495385"/>
                  </a:lnTo>
                  <a:lnTo>
                    <a:pt x="891608" y="446709"/>
                  </a:lnTo>
                  <a:lnTo>
                    <a:pt x="888992" y="398035"/>
                  </a:lnTo>
                  <a:lnTo>
                    <a:pt x="881326" y="350880"/>
                  </a:lnTo>
                  <a:lnTo>
                    <a:pt x="868881" y="305515"/>
                  </a:lnTo>
                  <a:lnTo>
                    <a:pt x="851929" y="262213"/>
                  </a:lnTo>
                  <a:lnTo>
                    <a:pt x="830743" y="221247"/>
                  </a:lnTo>
                  <a:lnTo>
                    <a:pt x="805594" y="182889"/>
                  </a:lnTo>
                  <a:lnTo>
                    <a:pt x="776754" y="147411"/>
                  </a:lnTo>
                  <a:lnTo>
                    <a:pt x="744495" y="115087"/>
                  </a:lnTo>
                  <a:lnTo>
                    <a:pt x="709090" y="86189"/>
                  </a:lnTo>
                  <a:lnTo>
                    <a:pt x="670810" y="60989"/>
                  </a:lnTo>
                  <a:lnTo>
                    <a:pt x="629927" y="39759"/>
                  </a:lnTo>
                  <a:lnTo>
                    <a:pt x="586712" y="22773"/>
                  </a:lnTo>
                  <a:lnTo>
                    <a:pt x="541439" y="10303"/>
                  </a:lnTo>
                  <a:lnTo>
                    <a:pt x="494379" y="2621"/>
                  </a:lnTo>
                  <a:lnTo>
                    <a:pt x="445804"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 name="object 15"/>
            <p:cNvSpPr/>
            <p:nvPr/>
          </p:nvSpPr>
          <p:spPr>
            <a:xfrm>
              <a:off x="6197600" y="4008767"/>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6" name="object 16"/>
          <p:cNvGrpSpPr/>
          <p:nvPr/>
        </p:nvGrpSpPr>
        <p:grpSpPr>
          <a:xfrm>
            <a:off x="3622675" y="3254375"/>
            <a:ext cx="668655" cy="730250"/>
            <a:chOff x="7245350" y="6508750"/>
            <a:chExt cx="1337310" cy="1460500"/>
          </a:xfrm>
        </p:grpSpPr>
        <p:sp>
          <p:nvSpPr>
            <p:cNvPr id="17" name="object 17"/>
            <p:cNvSpPr/>
            <p:nvPr/>
          </p:nvSpPr>
          <p:spPr>
            <a:xfrm>
              <a:off x="7554776" y="6515100"/>
              <a:ext cx="892175" cy="893444"/>
            </a:xfrm>
            <a:custGeom>
              <a:avLst/>
              <a:gdLst/>
              <a:ahLst/>
              <a:cxnLst/>
              <a:rect l="l" t="t" r="r" b="b"/>
              <a:pathLst>
                <a:path w="892175" h="893445">
                  <a:moveTo>
                    <a:pt x="445804" y="0"/>
                  </a:moveTo>
                  <a:lnTo>
                    <a:pt x="397228" y="2621"/>
                  </a:lnTo>
                  <a:lnTo>
                    <a:pt x="350168" y="10303"/>
                  </a:lnTo>
                  <a:lnTo>
                    <a:pt x="304895" y="22774"/>
                  </a:lnTo>
                  <a:lnTo>
                    <a:pt x="261681" y="39760"/>
                  </a:lnTo>
                  <a:lnTo>
                    <a:pt x="220798" y="60990"/>
                  </a:lnTo>
                  <a:lnTo>
                    <a:pt x="182517"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7"/>
                  </a:lnTo>
                  <a:lnTo>
                    <a:pt x="182517" y="807246"/>
                  </a:lnTo>
                  <a:lnTo>
                    <a:pt x="220798" y="832447"/>
                  </a:lnTo>
                  <a:lnTo>
                    <a:pt x="261681" y="853677"/>
                  </a:lnTo>
                  <a:lnTo>
                    <a:pt x="304895" y="870663"/>
                  </a:lnTo>
                  <a:lnTo>
                    <a:pt x="350168" y="883133"/>
                  </a:lnTo>
                  <a:lnTo>
                    <a:pt x="397228" y="890816"/>
                  </a:lnTo>
                  <a:lnTo>
                    <a:pt x="445804" y="893437"/>
                  </a:lnTo>
                  <a:lnTo>
                    <a:pt x="494379" y="890816"/>
                  </a:lnTo>
                  <a:lnTo>
                    <a:pt x="541439" y="883133"/>
                  </a:lnTo>
                  <a:lnTo>
                    <a:pt x="586712" y="870663"/>
                  </a:lnTo>
                  <a:lnTo>
                    <a:pt x="629927" y="853677"/>
                  </a:lnTo>
                  <a:lnTo>
                    <a:pt x="670810" y="832447"/>
                  </a:lnTo>
                  <a:lnTo>
                    <a:pt x="709090" y="807246"/>
                  </a:lnTo>
                  <a:lnTo>
                    <a:pt x="744495" y="778347"/>
                  </a:lnTo>
                  <a:lnTo>
                    <a:pt x="776754" y="746023"/>
                  </a:lnTo>
                  <a:lnTo>
                    <a:pt x="805594" y="710545"/>
                  </a:lnTo>
                  <a:lnTo>
                    <a:pt x="830743" y="672186"/>
                  </a:lnTo>
                  <a:lnTo>
                    <a:pt x="851929" y="631219"/>
                  </a:lnTo>
                  <a:lnTo>
                    <a:pt x="868881" y="587916"/>
                  </a:lnTo>
                  <a:lnTo>
                    <a:pt x="881326" y="542550"/>
                  </a:lnTo>
                  <a:lnTo>
                    <a:pt x="888992" y="495393"/>
                  </a:lnTo>
                  <a:lnTo>
                    <a:pt x="891608" y="446718"/>
                  </a:lnTo>
                  <a:lnTo>
                    <a:pt x="888992" y="398043"/>
                  </a:lnTo>
                  <a:lnTo>
                    <a:pt x="881326" y="350887"/>
                  </a:lnTo>
                  <a:lnTo>
                    <a:pt x="868881" y="305521"/>
                  </a:lnTo>
                  <a:lnTo>
                    <a:pt x="851929" y="262218"/>
                  </a:lnTo>
                  <a:lnTo>
                    <a:pt x="830743" y="221251"/>
                  </a:lnTo>
                  <a:lnTo>
                    <a:pt x="805594" y="182892"/>
                  </a:lnTo>
                  <a:lnTo>
                    <a:pt x="776754" y="147414"/>
                  </a:lnTo>
                  <a:lnTo>
                    <a:pt x="744495" y="115089"/>
                  </a:lnTo>
                  <a:lnTo>
                    <a:pt x="709090" y="86190"/>
                  </a:lnTo>
                  <a:lnTo>
                    <a:pt x="670810" y="60990"/>
                  </a:lnTo>
                  <a:lnTo>
                    <a:pt x="629927" y="39760"/>
                  </a:lnTo>
                  <a:lnTo>
                    <a:pt x="586712" y="22774"/>
                  </a:lnTo>
                  <a:lnTo>
                    <a:pt x="541439" y="10303"/>
                  </a:lnTo>
                  <a:lnTo>
                    <a:pt x="494379" y="2621"/>
                  </a:lnTo>
                  <a:lnTo>
                    <a:pt x="445804"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8" name="object 18"/>
            <p:cNvSpPr/>
            <p:nvPr/>
          </p:nvSpPr>
          <p:spPr>
            <a:xfrm>
              <a:off x="7554776" y="6515100"/>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9" name="object 19"/>
            <p:cNvSpPr/>
            <p:nvPr/>
          </p:nvSpPr>
          <p:spPr>
            <a:xfrm>
              <a:off x="8309659" y="7404100"/>
              <a:ext cx="266700" cy="266700"/>
            </a:xfrm>
            <a:custGeom>
              <a:avLst/>
              <a:gdLst/>
              <a:ahLst/>
              <a:cxnLst/>
              <a:rect l="l" t="t" r="r" b="b"/>
              <a:pathLst>
                <a:path w="266700" h="266700">
                  <a:moveTo>
                    <a:pt x="133076" y="0"/>
                  </a:moveTo>
                  <a:lnTo>
                    <a:pt x="91014" y="6798"/>
                  </a:lnTo>
                  <a:lnTo>
                    <a:pt x="54483" y="25728"/>
                  </a:lnTo>
                  <a:lnTo>
                    <a:pt x="25676" y="54595"/>
                  </a:lnTo>
                  <a:lnTo>
                    <a:pt x="6784" y="91201"/>
                  </a:lnTo>
                  <a:lnTo>
                    <a:pt x="0" y="133350"/>
                  </a:lnTo>
                  <a:lnTo>
                    <a:pt x="6784" y="175498"/>
                  </a:lnTo>
                  <a:lnTo>
                    <a:pt x="25676" y="212104"/>
                  </a:lnTo>
                  <a:lnTo>
                    <a:pt x="54483" y="240971"/>
                  </a:lnTo>
                  <a:lnTo>
                    <a:pt x="91014" y="259901"/>
                  </a:lnTo>
                  <a:lnTo>
                    <a:pt x="133076" y="266700"/>
                  </a:lnTo>
                  <a:lnTo>
                    <a:pt x="175139" y="259901"/>
                  </a:lnTo>
                  <a:lnTo>
                    <a:pt x="211670" y="240971"/>
                  </a:lnTo>
                  <a:lnTo>
                    <a:pt x="240477" y="212104"/>
                  </a:lnTo>
                  <a:lnTo>
                    <a:pt x="259369" y="175498"/>
                  </a:lnTo>
                  <a:lnTo>
                    <a:pt x="266153" y="133350"/>
                  </a:lnTo>
                  <a:lnTo>
                    <a:pt x="259369" y="91201"/>
                  </a:lnTo>
                  <a:lnTo>
                    <a:pt x="240477" y="54595"/>
                  </a:lnTo>
                  <a:lnTo>
                    <a:pt x="211670" y="25728"/>
                  </a:lnTo>
                  <a:lnTo>
                    <a:pt x="175139" y="6798"/>
                  </a:lnTo>
                  <a:lnTo>
                    <a:pt x="133076"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0" name="object 20"/>
            <p:cNvSpPr/>
            <p:nvPr/>
          </p:nvSpPr>
          <p:spPr>
            <a:xfrm>
              <a:off x="8309659" y="7404100"/>
              <a:ext cx="266700" cy="266700"/>
            </a:xfrm>
            <a:custGeom>
              <a:avLst/>
              <a:gdLst/>
              <a:ahLst/>
              <a:cxnLst/>
              <a:rect l="l" t="t" r="r" b="b"/>
              <a:pathLst>
                <a:path w="266700" h="266700">
                  <a:moveTo>
                    <a:pt x="133076" y="266700"/>
                  </a:moveTo>
                  <a:lnTo>
                    <a:pt x="175139" y="259901"/>
                  </a:lnTo>
                  <a:lnTo>
                    <a:pt x="211670" y="240971"/>
                  </a:lnTo>
                  <a:lnTo>
                    <a:pt x="240477" y="212104"/>
                  </a:lnTo>
                  <a:lnTo>
                    <a:pt x="259369" y="175498"/>
                  </a:lnTo>
                  <a:lnTo>
                    <a:pt x="266154" y="133350"/>
                  </a:lnTo>
                  <a:lnTo>
                    <a:pt x="259369" y="91201"/>
                  </a:lnTo>
                  <a:lnTo>
                    <a:pt x="240477" y="54595"/>
                  </a:lnTo>
                  <a:lnTo>
                    <a:pt x="211670" y="25728"/>
                  </a:lnTo>
                  <a:lnTo>
                    <a:pt x="175139" y="6798"/>
                  </a:lnTo>
                  <a:lnTo>
                    <a:pt x="133076" y="0"/>
                  </a:lnTo>
                  <a:lnTo>
                    <a:pt x="91014" y="6798"/>
                  </a:lnTo>
                  <a:lnTo>
                    <a:pt x="54483" y="25728"/>
                  </a:lnTo>
                  <a:lnTo>
                    <a:pt x="25676" y="54595"/>
                  </a:lnTo>
                  <a:lnTo>
                    <a:pt x="6784" y="91201"/>
                  </a:lnTo>
                  <a:lnTo>
                    <a:pt x="0" y="133350"/>
                  </a:lnTo>
                  <a:lnTo>
                    <a:pt x="6784" y="175498"/>
                  </a:lnTo>
                  <a:lnTo>
                    <a:pt x="25676" y="212104"/>
                  </a:lnTo>
                  <a:lnTo>
                    <a:pt x="54483" y="240971"/>
                  </a:lnTo>
                  <a:lnTo>
                    <a:pt x="91014" y="259901"/>
                  </a:lnTo>
                  <a:lnTo>
                    <a:pt x="133076" y="266700"/>
                  </a:lnTo>
                  <a:close/>
                </a:path>
              </a:pathLst>
            </a:custGeom>
            <a:ln w="127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 name="object 21"/>
            <p:cNvSpPr/>
            <p:nvPr/>
          </p:nvSpPr>
          <p:spPr>
            <a:xfrm>
              <a:off x="7251700" y="7069462"/>
              <a:ext cx="892175" cy="893444"/>
            </a:xfrm>
            <a:custGeom>
              <a:avLst/>
              <a:gdLst/>
              <a:ahLst/>
              <a:cxnLst/>
              <a:rect l="l" t="t" r="r" b="b"/>
              <a:pathLst>
                <a:path w="892175" h="893445">
                  <a:moveTo>
                    <a:pt x="445804" y="0"/>
                  </a:moveTo>
                  <a:lnTo>
                    <a:pt x="397228" y="2621"/>
                  </a:lnTo>
                  <a:lnTo>
                    <a:pt x="350168" y="10303"/>
                  </a:lnTo>
                  <a:lnTo>
                    <a:pt x="304895" y="22773"/>
                  </a:lnTo>
                  <a:lnTo>
                    <a:pt x="261681" y="39760"/>
                  </a:lnTo>
                  <a:lnTo>
                    <a:pt x="220798" y="60990"/>
                  </a:lnTo>
                  <a:lnTo>
                    <a:pt x="182517" y="86190"/>
                  </a:lnTo>
                  <a:lnTo>
                    <a:pt x="147112" y="115089"/>
                  </a:lnTo>
                  <a:lnTo>
                    <a:pt x="114854" y="147414"/>
                  </a:lnTo>
                  <a:lnTo>
                    <a:pt x="86014" y="182892"/>
                  </a:lnTo>
                  <a:lnTo>
                    <a:pt x="60865" y="221250"/>
                  </a:lnTo>
                  <a:lnTo>
                    <a:pt x="39679" y="262217"/>
                  </a:lnTo>
                  <a:lnTo>
                    <a:pt x="22727" y="305520"/>
                  </a:lnTo>
                  <a:lnTo>
                    <a:pt x="10282" y="350886"/>
                  </a:lnTo>
                  <a:lnTo>
                    <a:pt x="2615" y="398043"/>
                  </a:lnTo>
                  <a:lnTo>
                    <a:pt x="0" y="446718"/>
                  </a:lnTo>
                  <a:lnTo>
                    <a:pt x="2615" y="495393"/>
                  </a:lnTo>
                  <a:lnTo>
                    <a:pt x="10282" y="542550"/>
                  </a:lnTo>
                  <a:lnTo>
                    <a:pt x="22727" y="587916"/>
                  </a:lnTo>
                  <a:lnTo>
                    <a:pt x="39679" y="631218"/>
                  </a:lnTo>
                  <a:lnTo>
                    <a:pt x="60865" y="672185"/>
                  </a:lnTo>
                  <a:lnTo>
                    <a:pt x="86014" y="710544"/>
                  </a:lnTo>
                  <a:lnTo>
                    <a:pt x="114854" y="746022"/>
                  </a:lnTo>
                  <a:lnTo>
                    <a:pt x="147112" y="778347"/>
                  </a:lnTo>
                  <a:lnTo>
                    <a:pt x="182517" y="807246"/>
                  </a:lnTo>
                  <a:lnTo>
                    <a:pt x="220798" y="832447"/>
                  </a:lnTo>
                  <a:lnTo>
                    <a:pt x="261681" y="853676"/>
                  </a:lnTo>
                  <a:lnTo>
                    <a:pt x="304895" y="870663"/>
                  </a:lnTo>
                  <a:lnTo>
                    <a:pt x="350168" y="883133"/>
                  </a:lnTo>
                  <a:lnTo>
                    <a:pt x="397228" y="890816"/>
                  </a:lnTo>
                  <a:lnTo>
                    <a:pt x="445804" y="893437"/>
                  </a:lnTo>
                  <a:lnTo>
                    <a:pt x="494379" y="890816"/>
                  </a:lnTo>
                  <a:lnTo>
                    <a:pt x="541439" y="883133"/>
                  </a:lnTo>
                  <a:lnTo>
                    <a:pt x="586712" y="870663"/>
                  </a:lnTo>
                  <a:lnTo>
                    <a:pt x="629927" y="853676"/>
                  </a:lnTo>
                  <a:lnTo>
                    <a:pt x="670810" y="832447"/>
                  </a:lnTo>
                  <a:lnTo>
                    <a:pt x="709090" y="807246"/>
                  </a:lnTo>
                  <a:lnTo>
                    <a:pt x="744495" y="778347"/>
                  </a:lnTo>
                  <a:lnTo>
                    <a:pt x="776754" y="746022"/>
                  </a:lnTo>
                  <a:lnTo>
                    <a:pt x="805594" y="710544"/>
                  </a:lnTo>
                  <a:lnTo>
                    <a:pt x="830743" y="672185"/>
                  </a:lnTo>
                  <a:lnTo>
                    <a:pt x="851929" y="631218"/>
                  </a:lnTo>
                  <a:lnTo>
                    <a:pt x="868881" y="587916"/>
                  </a:lnTo>
                  <a:lnTo>
                    <a:pt x="881326" y="542550"/>
                  </a:lnTo>
                  <a:lnTo>
                    <a:pt x="888992" y="495393"/>
                  </a:lnTo>
                  <a:lnTo>
                    <a:pt x="891608" y="446718"/>
                  </a:lnTo>
                  <a:lnTo>
                    <a:pt x="888992" y="398043"/>
                  </a:lnTo>
                  <a:lnTo>
                    <a:pt x="881326" y="350886"/>
                  </a:lnTo>
                  <a:lnTo>
                    <a:pt x="868881" y="305520"/>
                  </a:lnTo>
                  <a:lnTo>
                    <a:pt x="851929" y="262217"/>
                  </a:lnTo>
                  <a:lnTo>
                    <a:pt x="830743" y="221250"/>
                  </a:lnTo>
                  <a:lnTo>
                    <a:pt x="805594" y="182892"/>
                  </a:lnTo>
                  <a:lnTo>
                    <a:pt x="776754" y="147414"/>
                  </a:lnTo>
                  <a:lnTo>
                    <a:pt x="744495" y="115089"/>
                  </a:lnTo>
                  <a:lnTo>
                    <a:pt x="709090" y="86190"/>
                  </a:lnTo>
                  <a:lnTo>
                    <a:pt x="670810" y="60990"/>
                  </a:lnTo>
                  <a:lnTo>
                    <a:pt x="629927" y="39760"/>
                  </a:lnTo>
                  <a:lnTo>
                    <a:pt x="586712" y="22773"/>
                  </a:lnTo>
                  <a:lnTo>
                    <a:pt x="541439" y="10303"/>
                  </a:lnTo>
                  <a:lnTo>
                    <a:pt x="494379" y="2621"/>
                  </a:lnTo>
                  <a:lnTo>
                    <a:pt x="445804"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2" name="object 22"/>
            <p:cNvSpPr/>
            <p:nvPr/>
          </p:nvSpPr>
          <p:spPr>
            <a:xfrm>
              <a:off x="7251700" y="7069462"/>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23" name="object 23"/>
          <p:cNvGrpSpPr/>
          <p:nvPr/>
        </p:nvGrpSpPr>
        <p:grpSpPr>
          <a:xfrm>
            <a:off x="1978025" y="1732591"/>
            <a:ext cx="765493" cy="721995"/>
            <a:chOff x="3956050" y="3465182"/>
            <a:chExt cx="1530985" cy="1443990"/>
          </a:xfrm>
        </p:grpSpPr>
        <p:sp>
          <p:nvSpPr>
            <p:cNvPr id="24" name="object 24"/>
            <p:cNvSpPr/>
            <p:nvPr/>
          </p:nvSpPr>
          <p:spPr>
            <a:xfrm>
              <a:off x="4354376" y="3471532"/>
              <a:ext cx="773430" cy="774700"/>
            </a:xfrm>
            <a:custGeom>
              <a:avLst/>
              <a:gdLst/>
              <a:ahLst/>
              <a:cxnLst/>
              <a:rect l="l" t="t" r="r" b="b"/>
              <a:pathLst>
                <a:path w="773429" h="774700">
                  <a:moveTo>
                    <a:pt x="386556" y="0"/>
                  </a:moveTo>
                  <a:lnTo>
                    <a:pt x="338067" y="3018"/>
                  </a:lnTo>
                  <a:lnTo>
                    <a:pt x="291375" y="11830"/>
                  </a:lnTo>
                  <a:lnTo>
                    <a:pt x="246844" y="26074"/>
                  </a:lnTo>
                  <a:lnTo>
                    <a:pt x="204834" y="45385"/>
                  </a:lnTo>
                  <a:lnTo>
                    <a:pt x="165708" y="69402"/>
                  </a:lnTo>
                  <a:lnTo>
                    <a:pt x="129828" y="97761"/>
                  </a:lnTo>
                  <a:lnTo>
                    <a:pt x="97557" y="130098"/>
                  </a:lnTo>
                  <a:lnTo>
                    <a:pt x="69257" y="166052"/>
                  </a:lnTo>
                  <a:lnTo>
                    <a:pt x="45291" y="205258"/>
                  </a:lnTo>
                  <a:lnTo>
                    <a:pt x="26019" y="247354"/>
                  </a:lnTo>
                  <a:lnTo>
                    <a:pt x="11805" y="291977"/>
                  </a:lnTo>
                  <a:lnTo>
                    <a:pt x="3011" y="338763"/>
                  </a:lnTo>
                  <a:lnTo>
                    <a:pt x="0" y="387350"/>
                  </a:lnTo>
                  <a:lnTo>
                    <a:pt x="3011" y="435939"/>
                  </a:lnTo>
                  <a:lnTo>
                    <a:pt x="11805" y="482726"/>
                  </a:lnTo>
                  <a:lnTo>
                    <a:pt x="26019" y="527350"/>
                  </a:lnTo>
                  <a:lnTo>
                    <a:pt x="45291" y="569446"/>
                  </a:lnTo>
                  <a:lnTo>
                    <a:pt x="69257" y="608653"/>
                  </a:lnTo>
                  <a:lnTo>
                    <a:pt x="97557" y="644606"/>
                  </a:lnTo>
                  <a:lnTo>
                    <a:pt x="129828" y="676943"/>
                  </a:lnTo>
                  <a:lnTo>
                    <a:pt x="165708" y="705300"/>
                  </a:lnTo>
                  <a:lnTo>
                    <a:pt x="204834" y="729316"/>
                  </a:lnTo>
                  <a:lnTo>
                    <a:pt x="246844" y="748627"/>
                  </a:lnTo>
                  <a:lnTo>
                    <a:pt x="291375" y="762870"/>
                  </a:lnTo>
                  <a:lnTo>
                    <a:pt x="338067" y="771682"/>
                  </a:lnTo>
                  <a:lnTo>
                    <a:pt x="386556" y="774700"/>
                  </a:lnTo>
                  <a:lnTo>
                    <a:pt x="435045" y="771682"/>
                  </a:lnTo>
                  <a:lnTo>
                    <a:pt x="481736" y="762870"/>
                  </a:lnTo>
                  <a:lnTo>
                    <a:pt x="526268" y="748627"/>
                  </a:lnTo>
                  <a:lnTo>
                    <a:pt x="568278" y="729316"/>
                  </a:lnTo>
                  <a:lnTo>
                    <a:pt x="607404" y="705300"/>
                  </a:lnTo>
                  <a:lnTo>
                    <a:pt x="643284" y="676943"/>
                  </a:lnTo>
                  <a:lnTo>
                    <a:pt x="675555" y="644606"/>
                  </a:lnTo>
                  <a:lnTo>
                    <a:pt x="703855" y="608653"/>
                  </a:lnTo>
                  <a:lnTo>
                    <a:pt x="727822" y="569446"/>
                  </a:lnTo>
                  <a:lnTo>
                    <a:pt x="747094" y="527350"/>
                  </a:lnTo>
                  <a:lnTo>
                    <a:pt x="761307" y="482726"/>
                  </a:lnTo>
                  <a:lnTo>
                    <a:pt x="770101" y="435939"/>
                  </a:lnTo>
                  <a:lnTo>
                    <a:pt x="773113" y="387350"/>
                  </a:lnTo>
                  <a:lnTo>
                    <a:pt x="770101" y="338763"/>
                  </a:lnTo>
                  <a:lnTo>
                    <a:pt x="761307" y="291977"/>
                  </a:lnTo>
                  <a:lnTo>
                    <a:pt x="747094" y="247354"/>
                  </a:lnTo>
                  <a:lnTo>
                    <a:pt x="727822" y="205258"/>
                  </a:lnTo>
                  <a:lnTo>
                    <a:pt x="703855" y="166052"/>
                  </a:lnTo>
                  <a:lnTo>
                    <a:pt x="675555" y="130098"/>
                  </a:lnTo>
                  <a:lnTo>
                    <a:pt x="643284" y="97761"/>
                  </a:lnTo>
                  <a:lnTo>
                    <a:pt x="607404" y="69402"/>
                  </a:lnTo>
                  <a:lnTo>
                    <a:pt x="568278" y="45385"/>
                  </a:lnTo>
                  <a:lnTo>
                    <a:pt x="526268" y="26074"/>
                  </a:lnTo>
                  <a:lnTo>
                    <a:pt x="481736" y="11830"/>
                  </a:lnTo>
                  <a:lnTo>
                    <a:pt x="435045" y="3018"/>
                  </a:lnTo>
                  <a:lnTo>
                    <a:pt x="386556"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 name="object 25"/>
            <p:cNvSpPr/>
            <p:nvPr/>
          </p:nvSpPr>
          <p:spPr>
            <a:xfrm>
              <a:off x="4354376" y="3471532"/>
              <a:ext cx="773430" cy="774700"/>
            </a:xfrm>
            <a:custGeom>
              <a:avLst/>
              <a:gdLst/>
              <a:ahLst/>
              <a:cxnLst/>
              <a:rect l="l" t="t" r="r" b="b"/>
              <a:pathLst>
                <a:path w="773429" h="774700">
                  <a:moveTo>
                    <a:pt x="386557" y="774700"/>
                  </a:moveTo>
                  <a:lnTo>
                    <a:pt x="435045" y="771681"/>
                  </a:lnTo>
                  <a:lnTo>
                    <a:pt x="481737" y="762869"/>
                  </a:lnTo>
                  <a:lnTo>
                    <a:pt x="526269" y="748626"/>
                  </a:lnTo>
                  <a:lnTo>
                    <a:pt x="568279" y="729315"/>
                  </a:lnTo>
                  <a:lnTo>
                    <a:pt x="607405" y="705299"/>
                  </a:lnTo>
                  <a:lnTo>
                    <a:pt x="643284" y="676941"/>
                  </a:lnTo>
                  <a:lnTo>
                    <a:pt x="675555" y="644604"/>
                  </a:lnTo>
                  <a:lnTo>
                    <a:pt x="703855" y="608651"/>
                  </a:lnTo>
                  <a:lnTo>
                    <a:pt x="727822" y="569445"/>
                  </a:lnTo>
                  <a:lnTo>
                    <a:pt x="747094" y="527348"/>
                  </a:lnTo>
                  <a:lnTo>
                    <a:pt x="761308" y="482725"/>
                  </a:lnTo>
                  <a:lnTo>
                    <a:pt x="770102" y="435938"/>
                  </a:lnTo>
                  <a:lnTo>
                    <a:pt x="773114" y="387350"/>
                  </a:lnTo>
                  <a:lnTo>
                    <a:pt x="770102" y="338761"/>
                  </a:lnTo>
                  <a:lnTo>
                    <a:pt x="761308" y="291974"/>
                  </a:lnTo>
                  <a:lnTo>
                    <a:pt x="747094" y="247351"/>
                  </a:lnTo>
                  <a:lnTo>
                    <a:pt x="727822" y="205254"/>
                  </a:lnTo>
                  <a:lnTo>
                    <a:pt x="703855" y="166048"/>
                  </a:lnTo>
                  <a:lnTo>
                    <a:pt x="675555" y="130095"/>
                  </a:lnTo>
                  <a:lnTo>
                    <a:pt x="643284" y="97758"/>
                  </a:lnTo>
                  <a:lnTo>
                    <a:pt x="607405" y="69400"/>
                  </a:lnTo>
                  <a:lnTo>
                    <a:pt x="568279" y="45384"/>
                  </a:lnTo>
                  <a:lnTo>
                    <a:pt x="526269" y="26073"/>
                  </a:lnTo>
                  <a:lnTo>
                    <a:pt x="481737" y="11830"/>
                  </a:lnTo>
                  <a:lnTo>
                    <a:pt x="435045" y="3018"/>
                  </a:lnTo>
                  <a:lnTo>
                    <a:pt x="386557" y="0"/>
                  </a:lnTo>
                  <a:lnTo>
                    <a:pt x="338068" y="3018"/>
                  </a:lnTo>
                  <a:lnTo>
                    <a:pt x="291376" y="11830"/>
                  </a:lnTo>
                  <a:lnTo>
                    <a:pt x="246844" y="26073"/>
                  </a:lnTo>
                  <a:lnTo>
                    <a:pt x="204834" y="45384"/>
                  </a:lnTo>
                  <a:lnTo>
                    <a:pt x="165708" y="69400"/>
                  </a:lnTo>
                  <a:lnTo>
                    <a:pt x="129829" y="97758"/>
                  </a:lnTo>
                  <a:lnTo>
                    <a:pt x="97558" y="130095"/>
                  </a:lnTo>
                  <a:lnTo>
                    <a:pt x="69258" y="166048"/>
                  </a:lnTo>
                  <a:lnTo>
                    <a:pt x="45291" y="205254"/>
                  </a:lnTo>
                  <a:lnTo>
                    <a:pt x="26019" y="247351"/>
                  </a:lnTo>
                  <a:lnTo>
                    <a:pt x="11805" y="291974"/>
                  </a:lnTo>
                  <a:lnTo>
                    <a:pt x="3011" y="338761"/>
                  </a:lnTo>
                  <a:lnTo>
                    <a:pt x="0" y="387350"/>
                  </a:lnTo>
                  <a:lnTo>
                    <a:pt x="3011" y="435938"/>
                  </a:lnTo>
                  <a:lnTo>
                    <a:pt x="11805" y="482725"/>
                  </a:lnTo>
                  <a:lnTo>
                    <a:pt x="26019" y="527348"/>
                  </a:lnTo>
                  <a:lnTo>
                    <a:pt x="45291" y="569445"/>
                  </a:lnTo>
                  <a:lnTo>
                    <a:pt x="69258" y="608651"/>
                  </a:lnTo>
                  <a:lnTo>
                    <a:pt x="97558" y="644604"/>
                  </a:lnTo>
                  <a:lnTo>
                    <a:pt x="129829" y="676941"/>
                  </a:lnTo>
                  <a:lnTo>
                    <a:pt x="165708" y="705299"/>
                  </a:lnTo>
                  <a:lnTo>
                    <a:pt x="204834" y="729315"/>
                  </a:lnTo>
                  <a:lnTo>
                    <a:pt x="246844" y="748626"/>
                  </a:lnTo>
                  <a:lnTo>
                    <a:pt x="291376" y="762869"/>
                  </a:lnTo>
                  <a:lnTo>
                    <a:pt x="338068" y="771681"/>
                  </a:lnTo>
                  <a:lnTo>
                    <a:pt x="386557" y="774700"/>
                  </a:lnTo>
                  <a:close/>
                </a:path>
              </a:pathLst>
            </a:custGeom>
            <a:ln w="127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6" name="object 26"/>
            <p:cNvSpPr/>
            <p:nvPr/>
          </p:nvSpPr>
          <p:spPr>
            <a:xfrm>
              <a:off x="4588559" y="4008767"/>
              <a:ext cx="892175" cy="893444"/>
            </a:xfrm>
            <a:custGeom>
              <a:avLst/>
              <a:gdLst/>
              <a:ahLst/>
              <a:cxnLst/>
              <a:rect l="l" t="t" r="r" b="b"/>
              <a:pathLst>
                <a:path w="892175" h="893445">
                  <a:moveTo>
                    <a:pt x="445804" y="0"/>
                  </a:moveTo>
                  <a:lnTo>
                    <a:pt x="397228" y="2621"/>
                  </a:lnTo>
                  <a:lnTo>
                    <a:pt x="350168" y="10303"/>
                  </a:lnTo>
                  <a:lnTo>
                    <a:pt x="304895" y="22773"/>
                  </a:lnTo>
                  <a:lnTo>
                    <a:pt x="261681" y="39759"/>
                  </a:lnTo>
                  <a:lnTo>
                    <a:pt x="220798" y="60989"/>
                  </a:lnTo>
                  <a:lnTo>
                    <a:pt x="182517" y="86189"/>
                  </a:lnTo>
                  <a:lnTo>
                    <a:pt x="147112" y="115087"/>
                  </a:lnTo>
                  <a:lnTo>
                    <a:pt x="114854" y="147411"/>
                  </a:lnTo>
                  <a:lnTo>
                    <a:pt x="86014" y="182889"/>
                  </a:lnTo>
                  <a:lnTo>
                    <a:pt x="60865" y="221247"/>
                  </a:lnTo>
                  <a:lnTo>
                    <a:pt x="39679" y="262213"/>
                  </a:lnTo>
                  <a:lnTo>
                    <a:pt x="22727" y="305515"/>
                  </a:lnTo>
                  <a:lnTo>
                    <a:pt x="10282" y="350880"/>
                  </a:lnTo>
                  <a:lnTo>
                    <a:pt x="2615" y="398035"/>
                  </a:lnTo>
                  <a:lnTo>
                    <a:pt x="0" y="446709"/>
                  </a:lnTo>
                  <a:lnTo>
                    <a:pt x="2615" y="495385"/>
                  </a:lnTo>
                  <a:lnTo>
                    <a:pt x="10282" y="542543"/>
                  </a:lnTo>
                  <a:lnTo>
                    <a:pt x="22727" y="587910"/>
                  </a:lnTo>
                  <a:lnTo>
                    <a:pt x="39679" y="631213"/>
                  </a:lnTo>
                  <a:lnTo>
                    <a:pt x="60865" y="672181"/>
                  </a:lnTo>
                  <a:lnTo>
                    <a:pt x="86014" y="710540"/>
                  </a:lnTo>
                  <a:lnTo>
                    <a:pt x="114854" y="746018"/>
                  </a:lnTo>
                  <a:lnTo>
                    <a:pt x="147112" y="778343"/>
                  </a:lnTo>
                  <a:lnTo>
                    <a:pt x="182517" y="807242"/>
                  </a:lnTo>
                  <a:lnTo>
                    <a:pt x="220798" y="832442"/>
                  </a:lnTo>
                  <a:lnTo>
                    <a:pt x="261681" y="853672"/>
                  </a:lnTo>
                  <a:lnTo>
                    <a:pt x="304895" y="870658"/>
                  </a:lnTo>
                  <a:lnTo>
                    <a:pt x="350168" y="883128"/>
                  </a:lnTo>
                  <a:lnTo>
                    <a:pt x="397228" y="890811"/>
                  </a:lnTo>
                  <a:lnTo>
                    <a:pt x="445804" y="893432"/>
                  </a:lnTo>
                  <a:lnTo>
                    <a:pt x="494379" y="890811"/>
                  </a:lnTo>
                  <a:lnTo>
                    <a:pt x="541439" y="883128"/>
                  </a:lnTo>
                  <a:lnTo>
                    <a:pt x="586712" y="870658"/>
                  </a:lnTo>
                  <a:lnTo>
                    <a:pt x="629927" y="853672"/>
                  </a:lnTo>
                  <a:lnTo>
                    <a:pt x="670810" y="832442"/>
                  </a:lnTo>
                  <a:lnTo>
                    <a:pt x="709090" y="807242"/>
                  </a:lnTo>
                  <a:lnTo>
                    <a:pt x="744495" y="778343"/>
                  </a:lnTo>
                  <a:lnTo>
                    <a:pt x="776754" y="746018"/>
                  </a:lnTo>
                  <a:lnTo>
                    <a:pt x="805594" y="710540"/>
                  </a:lnTo>
                  <a:lnTo>
                    <a:pt x="830743" y="672181"/>
                  </a:lnTo>
                  <a:lnTo>
                    <a:pt x="851929" y="631213"/>
                  </a:lnTo>
                  <a:lnTo>
                    <a:pt x="868881" y="587910"/>
                  </a:lnTo>
                  <a:lnTo>
                    <a:pt x="881326" y="542543"/>
                  </a:lnTo>
                  <a:lnTo>
                    <a:pt x="888992" y="495385"/>
                  </a:lnTo>
                  <a:lnTo>
                    <a:pt x="891608" y="446709"/>
                  </a:lnTo>
                  <a:lnTo>
                    <a:pt x="888992" y="398035"/>
                  </a:lnTo>
                  <a:lnTo>
                    <a:pt x="881326" y="350880"/>
                  </a:lnTo>
                  <a:lnTo>
                    <a:pt x="868881" y="305515"/>
                  </a:lnTo>
                  <a:lnTo>
                    <a:pt x="851929" y="262213"/>
                  </a:lnTo>
                  <a:lnTo>
                    <a:pt x="830743" y="221247"/>
                  </a:lnTo>
                  <a:lnTo>
                    <a:pt x="805594" y="182889"/>
                  </a:lnTo>
                  <a:lnTo>
                    <a:pt x="776754" y="147411"/>
                  </a:lnTo>
                  <a:lnTo>
                    <a:pt x="744495" y="115087"/>
                  </a:lnTo>
                  <a:lnTo>
                    <a:pt x="709090" y="86189"/>
                  </a:lnTo>
                  <a:lnTo>
                    <a:pt x="670810" y="60989"/>
                  </a:lnTo>
                  <a:lnTo>
                    <a:pt x="629927" y="39759"/>
                  </a:lnTo>
                  <a:lnTo>
                    <a:pt x="586712" y="22773"/>
                  </a:lnTo>
                  <a:lnTo>
                    <a:pt x="541439" y="10303"/>
                  </a:lnTo>
                  <a:lnTo>
                    <a:pt x="494379" y="2621"/>
                  </a:lnTo>
                  <a:lnTo>
                    <a:pt x="44580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7" name="object 27"/>
            <p:cNvSpPr/>
            <p:nvPr/>
          </p:nvSpPr>
          <p:spPr>
            <a:xfrm>
              <a:off x="4588559" y="4008767"/>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 name="object 28"/>
            <p:cNvSpPr/>
            <p:nvPr/>
          </p:nvSpPr>
          <p:spPr>
            <a:xfrm>
              <a:off x="3962400" y="4343400"/>
              <a:ext cx="558165" cy="558800"/>
            </a:xfrm>
            <a:custGeom>
              <a:avLst/>
              <a:gdLst/>
              <a:ahLst/>
              <a:cxnLst/>
              <a:rect l="l" t="t" r="r" b="b"/>
              <a:pathLst>
                <a:path w="558164" h="558800">
                  <a:moveTo>
                    <a:pt x="278828" y="0"/>
                  </a:moveTo>
                  <a:lnTo>
                    <a:pt x="233601" y="3656"/>
                  </a:lnTo>
                  <a:lnTo>
                    <a:pt x="190697" y="14244"/>
                  </a:lnTo>
                  <a:lnTo>
                    <a:pt x="150690" y="31186"/>
                  </a:lnTo>
                  <a:lnTo>
                    <a:pt x="114156" y="53908"/>
                  </a:lnTo>
                  <a:lnTo>
                    <a:pt x="81667" y="81835"/>
                  </a:lnTo>
                  <a:lnTo>
                    <a:pt x="53797" y="114391"/>
                  </a:lnTo>
                  <a:lnTo>
                    <a:pt x="31122" y="151001"/>
                  </a:lnTo>
                  <a:lnTo>
                    <a:pt x="14214" y="191089"/>
                  </a:lnTo>
                  <a:lnTo>
                    <a:pt x="3649" y="234080"/>
                  </a:lnTo>
                  <a:lnTo>
                    <a:pt x="0" y="279400"/>
                  </a:lnTo>
                  <a:lnTo>
                    <a:pt x="3649" y="324719"/>
                  </a:lnTo>
                  <a:lnTo>
                    <a:pt x="14214" y="367710"/>
                  </a:lnTo>
                  <a:lnTo>
                    <a:pt x="31122" y="407798"/>
                  </a:lnTo>
                  <a:lnTo>
                    <a:pt x="53797" y="444408"/>
                  </a:lnTo>
                  <a:lnTo>
                    <a:pt x="81667" y="476964"/>
                  </a:lnTo>
                  <a:lnTo>
                    <a:pt x="114156" y="504891"/>
                  </a:lnTo>
                  <a:lnTo>
                    <a:pt x="150690" y="527613"/>
                  </a:lnTo>
                  <a:lnTo>
                    <a:pt x="190697" y="544555"/>
                  </a:lnTo>
                  <a:lnTo>
                    <a:pt x="233601" y="555143"/>
                  </a:lnTo>
                  <a:lnTo>
                    <a:pt x="278828" y="558800"/>
                  </a:lnTo>
                  <a:lnTo>
                    <a:pt x="324055" y="555143"/>
                  </a:lnTo>
                  <a:lnTo>
                    <a:pt x="366959" y="544555"/>
                  </a:lnTo>
                  <a:lnTo>
                    <a:pt x="406965" y="527613"/>
                  </a:lnTo>
                  <a:lnTo>
                    <a:pt x="443500" y="504891"/>
                  </a:lnTo>
                  <a:lnTo>
                    <a:pt x="475989" y="476964"/>
                  </a:lnTo>
                  <a:lnTo>
                    <a:pt x="503858" y="444408"/>
                  </a:lnTo>
                  <a:lnTo>
                    <a:pt x="526533" y="407798"/>
                  </a:lnTo>
                  <a:lnTo>
                    <a:pt x="543440" y="367710"/>
                  </a:lnTo>
                  <a:lnTo>
                    <a:pt x="554006" y="324719"/>
                  </a:lnTo>
                  <a:lnTo>
                    <a:pt x="557655" y="279400"/>
                  </a:lnTo>
                  <a:lnTo>
                    <a:pt x="554006" y="234080"/>
                  </a:lnTo>
                  <a:lnTo>
                    <a:pt x="543440" y="191089"/>
                  </a:lnTo>
                  <a:lnTo>
                    <a:pt x="526533" y="151001"/>
                  </a:lnTo>
                  <a:lnTo>
                    <a:pt x="503858" y="114391"/>
                  </a:lnTo>
                  <a:lnTo>
                    <a:pt x="475989" y="81835"/>
                  </a:lnTo>
                  <a:lnTo>
                    <a:pt x="443500" y="53908"/>
                  </a:lnTo>
                  <a:lnTo>
                    <a:pt x="406965" y="31186"/>
                  </a:lnTo>
                  <a:lnTo>
                    <a:pt x="366959" y="14244"/>
                  </a:lnTo>
                  <a:lnTo>
                    <a:pt x="324055" y="3656"/>
                  </a:lnTo>
                  <a:lnTo>
                    <a:pt x="278828"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9" name="object 29"/>
            <p:cNvSpPr/>
            <p:nvPr/>
          </p:nvSpPr>
          <p:spPr>
            <a:xfrm>
              <a:off x="3962400" y="4343400"/>
              <a:ext cx="558165" cy="558800"/>
            </a:xfrm>
            <a:custGeom>
              <a:avLst/>
              <a:gdLst/>
              <a:ahLst/>
              <a:cxnLst/>
              <a:rect l="l" t="t" r="r" b="b"/>
              <a:pathLst>
                <a:path w="558164" h="558800">
                  <a:moveTo>
                    <a:pt x="278827" y="558800"/>
                  </a:moveTo>
                  <a:lnTo>
                    <a:pt x="324055" y="555143"/>
                  </a:lnTo>
                  <a:lnTo>
                    <a:pt x="366959" y="544555"/>
                  </a:lnTo>
                  <a:lnTo>
                    <a:pt x="406965" y="527613"/>
                  </a:lnTo>
                  <a:lnTo>
                    <a:pt x="443500" y="504891"/>
                  </a:lnTo>
                  <a:lnTo>
                    <a:pt x="475989" y="476965"/>
                  </a:lnTo>
                  <a:lnTo>
                    <a:pt x="503858" y="444409"/>
                  </a:lnTo>
                  <a:lnTo>
                    <a:pt x="526533" y="407800"/>
                  </a:lnTo>
                  <a:lnTo>
                    <a:pt x="543441" y="367711"/>
                  </a:lnTo>
                  <a:lnTo>
                    <a:pt x="554006" y="324720"/>
                  </a:lnTo>
                  <a:lnTo>
                    <a:pt x="557656" y="279400"/>
                  </a:lnTo>
                  <a:lnTo>
                    <a:pt x="554006" y="234079"/>
                  </a:lnTo>
                  <a:lnTo>
                    <a:pt x="543441" y="191087"/>
                  </a:lnTo>
                  <a:lnTo>
                    <a:pt x="526533" y="150999"/>
                  </a:lnTo>
                  <a:lnTo>
                    <a:pt x="503858" y="114389"/>
                  </a:lnTo>
                  <a:lnTo>
                    <a:pt x="475989" y="81834"/>
                  </a:lnTo>
                  <a:lnTo>
                    <a:pt x="443500" y="53907"/>
                  </a:lnTo>
                  <a:lnTo>
                    <a:pt x="406965" y="31186"/>
                  </a:lnTo>
                  <a:lnTo>
                    <a:pt x="366959" y="14243"/>
                  </a:lnTo>
                  <a:lnTo>
                    <a:pt x="324055" y="3656"/>
                  </a:lnTo>
                  <a:lnTo>
                    <a:pt x="278827" y="0"/>
                  </a:lnTo>
                  <a:lnTo>
                    <a:pt x="233600" y="3656"/>
                  </a:lnTo>
                  <a:lnTo>
                    <a:pt x="190696" y="14243"/>
                  </a:lnTo>
                  <a:lnTo>
                    <a:pt x="150690" y="31186"/>
                  </a:lnTo>
                  <a:lnTo>
                    <a:pt x="114155" y="53907"/>
                  </a:lnTo>
                  <a:lnTo>
                    <a:pt x="81666" y="81834"/>
                  </a:lnTo>
                  <a:lnTo>
                    <a:pt x="53797" y="114389"/>
                  </a:lnTo>
                  <a:lnTo>
                    <a:pt x="31122" y="150999"/>
                  </a:lnTo>
                  <a:lnTo>
                    <a:pt x="14214" y="191087"/>
                  </a:lnTo>
                  <a:lnTo>
                    <a:pt x="3649" y="234079"/>
                  </a:lnTo>
                  <a:lnTo>
                    <a:pt x="0" y="279400"/>
                  </a:lnTo>
                  <a:lnTo>
                    <a:pt x="3649" y="324720"/>
                  </a:lnTo>
                  <a:lnTo>
                    <a:pt x="14214" y="367711"/>
                  </a:lnTo>
                  <a:lnTo>
                    <a:pt x="31122" y="407800"/>
                  </a:lnTo>
                  <a:lnTo>
                    <a:pt x="53797" y="444409"/>
                  </a:lnTo>
                  <a:lnTo>
                    <a:pt x="81666" y="476965"/>
                  </a:lnTo>
                  <a:lnTo>
                    <a:pt x="114155" y="504891"/>
                  </a:lnTo>
                  <a:lnTo>
                    <a:pt x="150690" y="527613"/>
                  </a:lnTo>
                  <a:lnTo>
                    <a:pt x="190696" y="544555"/>
                  </a:lnTo>
                  <a:lnTo>
                    <a:pt x="233600" y="555143"/>
                  </a:lnTo>
                  <a:lnTo>
                    <a:pt x="278827" y="558800"/>
                  </a:lnTo>
                  <a:close/>
                </a:path>
              </a:pathLst>
            </a:custGeom>
            <a:ln w="127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30" name="object 30"/>
          <p:cNvGrpSpPr/>
          <p:nvPr/>
        </p:nvGrpSpPr>
        <p:grpSpPr>
          <a:xfrm>
            <a:off x="1381125" y="3237544"/>
            <a:ext cx="765493" cy="721995"/>
            <a:chOff x="2762250" y="6475087"/>
            <a:chExt cx="1530985" cy="1443990"/>
          </a:xfrm>
        </p:grpSpPr>
        <p:sp>
          <p:nvSpPr>
            <p:cNvPr id="31" name="object 31"/>
            <p:cNvSpPr/>
            <p:nvPr/>
          </p:nvSpPr>
          <p:spPr>
            <a:xfrm>
              <a:off x="3160576" y="6481437"/>
              <a:ext cx="1052195" cy="1054100"/>
            </a:xfrm>
            <a:custGeom>
              <a:avLst/>
              <a:gdLst/>
              <a:ahLst/>
              <a:cxnLst/>
              <a:rect l="l" t="t" r="r" b="b"/>
              <a:pathLst>
                <a:path w="1052195" h="1054100">
                  <a:moveTo>
                    <a:pt x="525970" y="0"/>
                  </a:moveTo>
                  <a:lnTo>
                    <a:pt x="478096" y="2153"/>
                  </a:lnTo>
                  <a:lnTo>
                    <a:pt x="431426" y="8491"/>
                  </a:lnTo>
                  <a:lnTo>
                    <a:pt x="386146" y="18826"/>
                  </a:lnTo>
                  <a:lnTo>
                    <a:pt x="342442" y="32973"/>
                  </a:lnTo>
                  <a:lnTo>
                    <a:pt x="300499" y="50745"/>
                  </a:lnTo>
                  <a:lnTo>
                    <a:pt x="260502" y="71957"/>
                  </a:lnTo>
                  <a:lnTo>
                    <a:pt x="222639" y="96423"/>
                  </a:lnTo>
                  <a:lnTo>
                    <a:pt x="187094" y="123955"/>
                  </a:lnTo>
                  <a:lnTo>
                    <a:pt x="154053" y="154369"/>
                  </a:lnTo>
                  <a:lnTo>
                    <a:pt x="123701" y="187478"/>
                  </a:lnTo>
                  <a:lnTo>
                    <a:pt x="96225" y="223096"/>
                  </a:lnTo>
                  <a:lnTo>
                    <a:pt x="71810" y="261037"/>
                  </a:lnTo>
                  <a:lnTo>
                    <a:pt x="50641" y="301116"/>
                  </a:lnTo>
                  <a:lnTo>
                    <a:pt x="32906" y="343145"/>
                  </a:lnTo>
                  <a:lnTo>
                    <a:pt x="18788" y="386939"/>
                  </a:lnTo>
                  <a:lnTo>
                    <a:pt x="8474" y="432312"/>
                  </a:lnTo>
                  <a:lnTo>
                    <a:pt x="2149" y="479077"/>
                  </a:lnTo>
                  <a:lnTo>
                    <a:pt x="0" y="527050"/>
                  </a:lnTo>
                  <a:lnTo>
                    <a:pt x="2149" y="575022"/>
                  </a:lnTo>
                  <a:lnTo>
                    <a:pt x="8474" y="621788"/>
                  </a:lnTo>
                  <a:lnTo>
                    <a:pt x="18788" y="667161"/>
                  </a:lnTo>
                  <a:lnTo>
                    <a:pt x="32906" y="710955"/>
                  </a:lnTo>
                  <a:lnTo>
                    <a:pt x="50641" y="752984"/>
                  </a:lnTo>
                  <a:lnTo>
                    <a:pt x="71810" y="793062"/>
                  </a:lnTo>
                  <a:lnTo>
                    <a:pt x="96225" y="831003"/>
                  </a:lnTo>
                  <a:lnTo>
                    <a:pt x="123701" y="866622"/>
                  </a:lnTo>
                  <a:lnTo>
                    <a:pt x="154053" y="899731"/>
                  </a:lnTo>
                  <a:lnTo>
                    <a:pt x="187094" y="930144"/>
                  </a:lnTo>
                  <a:lnTo>
                    <a:pt x="222639" y="957677"/>
                  </a:lnTo>
                  <a:lnTo>
                    <a:pt x="260502" y="982142"/>
                  </a:lnTo>
                  <a:lnTo>
                    <a:pt x="300499" y="1003354"/>
                  </a:lnTo>
                  <a:lnTo>
                    <a:pt x="342442" y="1021126"/>
                  </a:lnTo>
                  <a:lnTo>
                    <a:pt x="386146" y="1035273"/>
                  </a:lnTo>
                  <a:lnTo>
                    <a:pt x="431426" y="1045608"/>
                  </a:lnTo>
                  <a:lnTo>
                    <a:pt x="478096" y="1051946"/>
                  </a:lnTo>
                  <a:lnTo>
                    <a:pt x="525970" y="1054100"/>
                  </a:lnTo>
                  <a:lnTo>
                    <a:pt x="573844" y="1051946"/>
                  </a:lnTo>
                  <a:lnTo>
                    <a:pt x="620514" y="1045608"/>
                  </a:lnTo>
                  <a:lnTo>
                    <a:pt x="665794" y="1035273"/>
                  </a:lnTo>
                  <a:lnTo>
                    <a:pt x="709498" y="1021126"/>
                  </a:lnTo>
                  <a:lnTo>
                    <a:pt x="751442" y="1003354"/>
                  </a:lnTo>
                  <a:lnTo>
                    <a:pt x="791438" y="982142"/>
                  </a:lnTo>
                  <a:lnTo>
                    <a:pt x="829301" y="957677"/>
                  </a:lnTo>
                  <a:lnTo>
                    <a:pt x="864847" y="930144"/>
                  </a:lnTo>
                  <a:lnTo>
                    <a:pt x="897888" y="899731"/>
                  </a:lnTo>
                  <a:lnTo>
                    <a:pt x="928240" y="866622"/>
                  </a:lnTo>
                  <a:lnTo>
                    <a:pt x="955716" y="831003"/>
                  </a:lnTo>
                  <a:lnTo>
                    <a:pt x="980131" y="793062"/>
                  </a:lnTo>
                  <a:lnTo>
                    <a:pt x="1001300" y="752984"/>
                  </a:lnTo>
                  <a:lnTo>
                    <a:pt x="1019036" y="710955"/>
                  </a:lnTo>
                  <a:lnTo>
                    <a:pt x="1033154" y="667161"/>
                  </a:lnTo>
                  <a:lnTo>
                    <a:pt x="1043468" y="621788"/>
                  </a:lnTo>
                  <a:lnTo>
                    <a:pt x="1049792" y="575022"/>
                  </a:lnTo>
                  <a:lnTo>
                    <a:pt x="1051942" y="527050"/>
                  </a:lnTo>
                  <a:lnTo>
                    <a:pt x="1049792" y="479077"/>
                  </a:lnTo>
                  <a:lnTo>
                    <a:pt x="1043468" y="432312"/>
                  </a:lnTo>
                  <a:lnTo>
                    <a:pt x="1033154" y="386939"/>
                  </a:lnTo>
                  <a:lnTo>
                    <a:pt x="1019036" y="343145"/>
                  </a:lnTo>
                  <a:lnTo>
                    <a:pt x="1001300" y="301116"/>
                  </a:lnTo>
                  <a:lnTo>
                    <a:pt x="980131" y="261037"/>
                  </a:lnTo>
                  <a:lnTo>
                    <a:pt x="955716" y="223096"/>
                  </a:lnTo>
                  <a:lnTo>
                    <a:pt x="928240" y="187478"/>
                  </a:lnTo>
                  <a:lnTo>
                    <a:pt x="897888" y="154369"/>
                  </a:lnTo>
                  <a:lnTo>
                    <a:pt x="864847" y="123955"/>
                  </a:lnTo>
                  <a:lnTo>
                    <a:pt x="829301" y="96423"/>
                  </a:lnTo>
                  <a:lnTo>
                    <a:pt x="791438" y="71957"/>
                  </a:lnTo>
                  <a:lnTo>
                    <a:pt x="751442" y="50745"/>
                  </a:lnTo>
                  <a:lnTo>
                    <a:pt x="709498" y="32973"/>
                  </a:lnTo>
                  <a:lnTo>
                    <a:pt x="665794" y="18826"/>
                  </a:lnTo>
                  <a:lnTo>
                    <a:pt x="620514" y="8491"/>
                  </a:lnTo>
                  <a:lnTo>
                    <a:pt x="573844" y="2153"/>
                  </a:lnTo>
                  <a:lnTo>
                    <a:pt x="525970"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2" name="object 32"/>
            <p:cNvSpPr/>
            <p:nvPr/>
          </p:nvSpPr>
          <p:spPr>
            <a:xfrm>
              <a:off x="3160576" y="6481437"/>
              <a:ext cx="1052195" cy="1054100"/>
            </a:xfrm>
            <a:custGeom>
              <a:avLst/>
              <a:gdLst/>
              <a:ahLst/>
              <a:cxnLst/>
              <a:rect l="l" t="t" r="r" b="b"/>
              <a:pathLst>
                <a:path w="1052195" h="1054100">
                  <a:moveTo>
                    <a:pt x="525971" y="1054100"/>
                  </a:moveTo>
                  <a:lnTo>
                    <a:pt x="573845" y="1051946"/>
                  </a:lnTo>
                  <a:lnTo>
                    <a:pt x="620514" y="1045608"/>
                  </a:lnTo>
                  <a:lnTo>
                    <a:pt x="665794" y="1035273"/>
                  </a:lnTo>
                  <a:lnTo>
                    <a:pt x="709499" y="1021126"/>
                  </a:lnTo>
                  <a:lnTo>
                    <a:pt x="751442" y="1003354"/>
                  </a:lnTo>
                  <a:lnTo>
                    <a:pt x="791438" y="982142"/>
                  </a:lnTo>
                  <a:lnTo>
                    <a:pt x="829302" y="957677"/>
                  </a:lnTo>
                  <a:lnTo>
                    <a:pt x="864847" y="930144"/>
                  </a:lnTo>
                  <a:lnTo>
                    <a:pt x="897888" y="899730"/>
                  </a:lnTo>
                  <a:lnTo>
                    <a:pt x="928240" y="866621"/>
                  </a:lnTo>
                  <a:lnTo>
                    <a:pt x="955716" y="831003"/>
                  </a:lnTo>
                  <a:lnTo>
                    <a:pt x="980131" y="793062"/>
                  </a:lnTo>
                  <a:lnTo>
                    <a:pt x="1001300" y="752984"/>
                  </a:lnTo>
                  <a:lnTo>
                    <a:pt x="1019036" y="710954"/>
                  </a:lnTo>
                  <a:lnTo>
                    <a:pt x="1033153" y="667160"/>
                  </a:lnTo>
                  <a:lnTo>
                    <a:pt x="1043468" y="621787"/>
                  </a:lnTo>
                  <a:lnTo>
                    <a:pt x="1049792" y="575022"/>
                  </a:lnTo>
                  <a:lnTo>
                    <a:pt x="1051942" y="527050"/>
                  </a:lnTo>
                  <a:lnTo>
                    <a:pt x="1049792" y="479077"/>
                  </a:lnTo>
                  <a:lnTo>
                    <a:pt x="1043468" y="432312"/>
                  </a:lnTo>
                  <a:lnTo>
                    <a:pt x="1033153" y="386939"/>
                  </a:lnTo>
                  <a:lnTo>
                    <a:pt x="1019036" y="343145"/>
                  </a:lnTo>
                  <a:lnTo>
                    <a:pt x="1001300" y="301115"/>
                  </a:lnTo>
                  <a:lnTo>
                    <a:pt x="980131" y="261037"/>
                  </a:lnTo>
                  <a:lnTo>
                    <a:pt x="955716" y="223096"/>
                  </a:lnTo>
                  <a:lnTo>
                    <a:pt x="928240" y="187478"/>
                  </a:lnTo>
                  <a:lnTo>
                    <a:pt x="897888" y="154369"/>
                  </a:lnTo>
                  <a:lnTo>
                    <a:pt x="864847" y="123955"/>
                  </a:lnTo>
                  <a:lnTo>
                    <a:pt x="829302" y="96422"/>
                  </a:lnTo>
                  <a:lnTo>
                    <a:pt x="791438" y="71957"/>
                  </a:lnTo>
                  <a:lnTo>
                    <a:pt x="751442" y="50745"/>
                  </a:lnTo>
                  <a:lnTo>
                    <a:pt x="709499" y="32973"/>
                  </a:lnTo>
                  <a:lnTo>
                    <a:pt x="665794" y="18826"/>
                  </a:lnTo>
                  <a:lnTo>
                    <a:pt x="620514" y="8491"/>
                  </a:lnTo>
                  <a:lnTo>
                    <a:pt x="573845" y="2153"/>
                  </a:lnTo>
                  <a:lnTo>
                    <a:pt x="525971" y="0"/>
                  </a:lnTo>
                  <a:lnTo>
                    <a:pt x="478096" y="2153"/>
                  </a:lnTo>
                  <a:lnTo>
                    <a:pt x="431427" y="8491"/>
                  </a:lnTo>
                  <a:lnTo>
                    <a:pt x="386147" y="18826"/>
                  </a:lnTo>
                  <a:lnTo>
                    <a:pt x="342442" y="32973"/>
                  </a:lnTo>
                  <a:lnTo>
                    <a:pt x="300499" y="50745"/>
                  </a:lnTo>
                  <a:lnTo>
                    <a:pt x="260503" y="71957"/>
                  </a:lnTo>
                  <a:lnTo>
                    <a:pt x="222639" y="96422"/>
                  </a:lnTo>
                  <a:lnTo>
                    <a:pt x="187094" y="123955"/>
                  </a:lnTo>
                  <a:lnTo>
                    <a:pt x="154053" y="154369"/>
                  </a:lnTo>
                  <a:lnTo>
                    <a:pt x="123701" y="187478"/>
                  </a:lnTo>
                  <a:lnTo>
                    <a:pt x="96225" y="223096"/>
                  </a:lnTo>
                  <a:lnTo>
                    <a:pt x="71810" y="261037"/>
                  </a:lnTo>
                  <a:lnTo>
                    <a:pt x="50642" y="301115"/>
                  </a:lnTo>
                  <a:lnTo>
                    <a:pt x="32906" y="343145"/>
                  </a:lnTo>
                  <a:lnTo>
                    <a:pt x="18788" y="386939"/>
                  </a:lnTo>
                  <a:lnTo>
                    <a:pt x="8474" y="432312"/>
                  </a:lnTo>
                  <a:lnTo>
                    <a:pt x="2149" y="479077"/>
                  </a:lnTo>
                  <a:lnTo>
                    <a:pt x="0" y="527050"/>
                  </a:lnTo>
                  <a:lnTo>
                    <a:pt x="2149" y="575022"/>
                  </a:lnTo>
                  <a:lnTo>
                    <a:pt x="8474" y="621787"/>
                  </a:lnTo>
                  <a:lnTo>
                    <a:pt x="18788" y="667160"/>
                  </a:lnTo>
                  <a:lnTo>
                    <a:pt x="32906" y="710954"/>
                  </a:lnTo>
                  <a:lnTo>
                    <a:pt x="50642" y="752984"/>
                  </a:lnTo>
                  <a:lnTo>
                    <a:pt x="71810" y="793062"/>
                  </a:lnTo>
                  <a:lnTo>
                    <a:pt x="96225" y="831003"/>
                  </a:lnTo>
                  <a:lnTo>
                    <a:pt x="123701" y="866621"/>
                  </a:lnTo>
                  <a:lnTo>
                    <a:pt x="154053" y="899730"/>
                  </a:lnTo>
                  <a:lnTo>
                    <a:pt x="187094" y="930144"/>
                  </a:lnTo>
                  <a:lnTo>
                    <a:pt x="222639" y="957677"/>
                  </a:lnTo>
                  <a:lnTo>
                    <a:pt x="260503" y="982142"/>
                  </a:lnTo>
                  <a:lnTo>
                    <a:pt x="300499" y="1003354"/>
                  </a:lnTo>
                  <a:lnTo>
                    <a:pt x="342442" y="1021126"/>
                  </a:lnTo>
                  <a:lnTo>
                    <a:pt x="386147" y="1035273"/>
                  </a:lnTo>
                  <a:lnTo>
                    <a:pt x="431427" y="1045608"/>
                  </a:lnTo>
                  <a:lnTo>
                    <a:pt x="478096" y="1051946"/>
                  </a:lnTo>
                  <a:lnTo>
                    <a:pt x="525971" y="1054100"/>
                  </a:lnTo>
                  <a:close/>
                </a:path>
              </a:pathLst>
            </a:custGeom>
            <a:ln w="127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 name="object 33"/>
            <p:cNvSpPr/>
            <p:nvPr/>
          </p:nvSpPr>
          <p:spPr>
            <a:xfrm>
              <a:off x="3728712" y="7353299"/>
              <a:ext cx="558165" cy="558800"/>
            </a:xfrm>
            <a:custGeom>
              <a:avLst/>
              <a:gdLst/>
              <a:ahLst/>
              <a:cxnLst/>
              <a:rect l="l" t="t" r="r" b="b"/>
              <a:pathLst>
                <a:path w="558164" h="558800">
                  <a:moveTo>
                    <a:pt x="278827" y="0"/>
                  </a:moveTo>
                  <a:lnTo>
                    <a:pt x="233599" y="3656"/>
                  </a:lnTo>
                  <a:lnTo>
                    <a:pt x="190696" y="14243"/>
                  </a:lnTo>
                  <a:lnTo>
                    <a:pt x="150689" y="31186"/>
                  </a:lnTo>
                  <a:lnTo>
                    <a:pt x="114155" y="53907"/>
                  </a:lnTo>
                  <a:lnTo>
                    <a:pt x="81666" y="81834"/>
                  </a:lnTo>
                  <a:lnTo>
                    <a:pt x="53797" y="114389"/>
                  </a:lnTo>
                  <a:lnTo>
                    <a:pt x="31122" y="150999"/>
                  </a:lnTo>
                  <a:lnTo>
                    <a:pt x="14214" y="191087"/>
                  </a:lnTo>
                  <a:lnTo>
                    <a:pt x="3649" y="234079"/>
                  </a:lnTo>
                  <a:lnTo>
                    <a:pt x="0" y="279400"/>
                  </a:lnTo>
                  <a:lnTo>
                    <a:pt x="3649" y="324720"/>
                  </a:lnTo>
                  <a:lnTo>
                    <a:pt x="14214" y="367712"/>
                  </a:lnTo>
                  <a:lnTo>
                    <a:pt x="31122" y="407800"/>
                  </a:lnTo>
                  <a:lnTo>
                    <a:pt x="53797" y="444410"/>
                  </a:lnTo>
                  <a:lnTo>
                    <a:pt x="81666" y="476965"/>
                  </a:lnTo>
                  <a:lnTo>
                    <a:pt x="114155" y="504892"/>
                  </a:lnTo>
                  <a:lnTo>
                    <a:pt x="150689" y="527613"/>
                  </a:lnTo>
                  <a:lnTo>
                    <a:pt x="190696" y="544556"/>
                  </a:lnTo>
                  <a:lnTo>
                    <a:pt x="233599" y="555143"/>
                  </a:lnTo>
                  <a:lnTo>
                    <a:pt x="278827" y="558800"/>
                  </a:lnTo>
                  <a:lnTo>
                    <a:pt x="324054" y="555143"/>
                  </a:lnTo>
                  <a:lnTo>
                    <a:pt x="366958" y="544556"/>
                  </a:lnTo>
                  <a:lnTo>
                    <a:pt x="406964" y="527613"/>
                  </a:lnTo>
                  <a:lnTo>
                    <a:pt x="443499" y="504892"/>
                  </a:lnTo>
                  <a:lnTo>
                    <a:pt x="475988" y="476965"/>
                  </a:lnTo>
                  <a:lnTo>
                    <a:pt x="503857" y="444410"/>
                  </a:lnTo>
                  <a:lnTo>
                    <a:pt x="526533" y="407800"/>
                  </a:lnTo>
                  <a:lnTo>
                    <a:pt x="543440" y="367712"/>
                  </a:lnTo>
                  <a:lnTo>
                    <a:pt x="554006" y="324720"/>
                  </a:lnTo>
                  <a:lnTo>
                    <a:pt x="557655" y="279400"/>
                  </a:lnTo>
                  <a:lnTo>
                    <a:pt x="554006" y="234079"/>
                  </a:lnTo>
                  <a:lnTo>
                    <a:pt x="543440" y="191087"/>
                  </a:lnTo>
                  <a:lnTo>
                    <a:pt x="526533" y="150999"/>
                  </a:lnTo>
                  <a:lnTo>
                    <a:pt x="503857" y="114389"/>
                  </a:lnTo>
                  <a:lnTo>
                    <a:pt x="475988" y="81834"/>
                  </a:lnTo>
                  <a:lnTo>
                    <a:pt x="443499" y="53907"/>
                  </a:lnTo>
                  <a:lnTo>
                    <a:pt x="406964" y="31186"/>
                  </a:lnTo>
                  <a:lnTo>
                    <a:pt x="366958" y="14243"/>
                  </a:lnTo>
                  <a:lnTo>
                    <a:pt x="324054" y="3656"/>
                  </a:lnTo>
                  <a:lnTo>
                    <a:pt x="27882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4" name="object 34"/>
            <p:cNvSpPr/>
            <p:nvPr/>
          </p:nvSpPr>
          <p:spPr>
            <a:xfrm>
              <a:off x="3728712" y="7353299"/>
              <a:ext cx="558165" cy="558800"/>
            </a:xfrm>
            <a:custGeom>
              <a:avLst/>
              <a:gdLst/>
              <a:ahLst/>
              <a:cxnLst/>
              <a:rect l="l" t="t" r="r" b="b"/>
              <a:pathLst>
                <a:path w="558164" h="558800">
                  <a:moveTo>
                    <a:pt x="278827" y="558800"/>
                  </a:moveTo>
                  <a:lnTo>
                    <a:pt x="324055" y="555143"/>
                  </a:lnTo>
                  <a:lnTo>
                    <a:pt x="366959" y="544555"/>
                  </a:lnTo>
                  <a:lnTo>
                    <a:pt x="406965" y="527613"/>
                  </a:lnTo>
                  <a:lnTo>
                    <a:pt x="443500" y="504891"/>
                  </a:lnTo>
                  <a:lnTo>
                    <a:pt x="475989" y="476965"/>
                  </a:lnTo>
                  <a:lnTo>
                    <a:pt x="503858" y="444409"/>
                  </a:lnTo>
                  <a:lnTo>
                    <a:pt x="526533" y="407800"/>
                  </a:lnTo>
                  <a:lnTo>
                    <a:pt x="543441" y="367711"/>
                  </a:lnTo>
                  <a:lnTo>
                    <a:pt x="554006" y="324720"/>
                  </a:lnTo>
                  <a:lnTo>
                    <a:pt x="557656" y="279400"/>
                  </a:lnTo>
                  <a:lnTo>
                    <a:pt x="554006" y="234079"/>
                  </a:lnTo>
                  <a:lnTo>
                    <a:pt x="543441" y="191087"/>
                  </a:lnTo>
                  <a:lnTo>
                    <a:pt x="526533" y="150999"/>
                  </a:lnTo>
                  <a:lnTo>
                    <a:pt x="503858" y="114389"/>
                  </a:lnTo>
                  <a:lnTo>
                    <a:pt x="475989" y="81834"/>
                  </a:lnTo>
                  <a:lnTo>
                    <a:pt x="443500" y="53907"/>
                  </a:lnTo>
                  <a:lnTo>
                    <a:pt x="406965" y="31186"/>
                  </a:lnTo>
                  <a:lnTo>
                    <a:pt x="366959" y="14243"/>
                  </a:lnTo>
                  <a:lnTo>
                    <a:pt x="324055" y="3656"/>
                  </a:lnTo>
                  <a:lnTo>
                    <a:pt x="278827" y="0"/>
                  </a:lnTo>
                  <a:lnTo>
                    <a:pt x="233600" y="3656"/>
                  </a:lnTo>
                  <a:lnTo>
                    <a:pt x="190696" y="14243"/>
                  </a:lnTo>
                  <a:lnTo>
                    <a:pt x="150690" y="31186"/>
                  </a:lnTo>
                  <a:lnTo>
                    <a:pt x="114155" y="53907"/>
                  </a:lnTo>
                  <a:lnTo>
                    <a:pt x="81666" y="81834"/>
                  </a:lnTo>
                  <a:lnTo>
                    <a:pt x="53797" y="114389"/>
                  </a:lnTo>
                  <a:lnTo>
                    <a:pt x="31122" y="150999"/>
                  </a:lnTo>
                  <a:lnTo>
                    <a:pt x="14214" y="191087"/>
                  </a:lnTo>
                  <a:lnTo>
                    <a:pt x="3649" y="234079"/>
                  </a:lnTo>
                  <a:lnTo>
                    <a:pt x="0" y="279400"/>
                  </a:lnTo>
                  <a:lnTo>
                    <a:pt x="3649" y="324720"/>
                  </a:lnTo>
                  <a:lnTo>
                    <a:pt x="14214" y="367711"/>
                  </a:lnTo>
                  <a:lnTo>
                    <a:pt x="31122" y="407800"/>
                  </a:lnTo>
                  <a:lnTo>
                    <a:pt x="53797" y="444409"/>
                  </a:lnTo>
                  <a:lnTo>
                    <a:pt x="81666" y="476965"/>
                  </a:lnTo>
                  <a:lnTo>
                    <a:pt x="114155" y="504891"/>
                  </a:lnTo>
                  <a:lnTo>
                    <a:pt x="150690" y="527613"/>
                  </a:lnTo>
                  <a:lnTo>
                    <a:pt x="190696" y="544555"/>
                  </a:lnTo>
                  <a:lnTo>
                    <a:pt x="233600" y="555143"/>
                  </a:lnTo>
                  <a:lnTo>
                    <a:pt x="278827" y="558800"/>
                  </a:lnTo>
                  <a:close/>
                </a:path>
              </a:pathLst>
            </a:custGeom>
            <a:ln w="127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 name="object 35"/>
            <p:cNvSpPr/>
            <p:nvPr/>
          </p:nvSpPr>
          <p:spPr>
            <a:xfrm>
              <a:off x="2768600" y="7353299"/>
              <a:ext cx="558165" cy="558800"/>
            </a:xfrm>
            <a:custGeom>
              <a:avLst/>
              <a:gdLst/>
              <a:ahLst/>
              <a:cxnLst/>
              <a:rect l="l" t="t" r="r" b="b"/>
              <a:pathLst>
                <a:path w="558164" h="558800">
                  <a:moveTo>
                    <a:pt x="278828" y="0"/>
                  </a:moveTo>
                  <a:lnTo>
                    <a:pt x="233601" y="3656"/>
                  </a:lnTo>
                  <a:lnTo>
                    <a:pt x="190697" y="14243"/>
                  </a:lnTo>
                  <a:lnTo>
                    <a:pt x="150690" y="31186"/>
                  </a:lnTo>
                  <a:lnTo>
                    <a:pt x="114156" y="53907"/>
                  </a:lnTo>
                  <a:lnTo>
                    <a:pt x="81667" y="81834"/>
                  </a:lnTo>
                  <a:lnTo>
                    <a:pt x="53797" y="114389"/>
                  </a:lnTo>
                  <a:lnTo>
                    <a:pt x="31122" y="150999"/>
                  </a:lnTo>
                  <a:lnTo>
                    <a:pt x="14214" y="191087"/>
                  </a:lnTo>
                  <a:lnTo>
                    <a:pt x="3649" y="234079"/>
                  </a:lnTo>
                  <a:lnTo>
                    <a:pt x="0" y="279400"/>
                  </a:lnTo>
                  <a:lnTo>
                    <a:pt x="3649" y="324720"/>
                  </a:lnTo>
                  <a:lnTo>
                    <a:pt x="14214" y="367712"/>
                  </a:lnTo>
                  <a:lnTo>
                    <a:pt x="31122" y="407800"/>
                  </a:lnTo>
                  <a:lnTo>
                    <a:pt x="53797" y="444410"/>
                  </a:lnTo>
                  <a:lnTo>
                    <a:pt x="81667" y="476965"/>
                  </a:lnTo>
                  <a:lnTo>
                    <a:pt x="114156" y="504892"/>
                  </a:lnTo>
                  <a:lnTo>
                    <a:pt x="150690" y="527613"/>
                  </a:lnTo>
                  <a:lnTo>
                    <a:pt x="190697" y="544556"/>
                  </a:lnTo>
                  <a:lnTo>
                    <a:pt x="233601" y="555143"/>
                  </a:lnTo>
                  <a:lnTo>
                    <a:pt x="278828" y="558800"/>
                  </a:lnTo>
                  <a:lnTo>
                    <a:pt x="324055" y="555143"/>
                  </a:lnTo>
                  <a:lnTo>
                    <a:pt x="366959" y="544556"/>
                  </a:lnTo>
                  <a:lnTo>
                    <a:pt x="406965" y="527613"/>
                  </a:lnTo>
                  <a:lnTo>
                    <a:pt x="443500" y="504892"/>
                  </a:lnTo>
                  <a:lnTo>
                    <a:pt x="475989" y="476965"/>
                  </a:lnTo>
                  <a:lnTo>
                    <a:pt x="503858" y="444410"/>
                  </a:lnTo>
                  <a:lnTo>
                    <a:pt x="526533" y="407800"/>
                  </a:lnTo>
                  <a:lnTo>
                    <a:pt x="543440" y="367712"/>
                  </a:lnTo>
                  <a:lnTo>
                    <a:pt x="554006" y="324720"/>
                  </a:lnTo>
                  <a:lnTo>
                    <a:pt x="557655" y="279400"/>
                  </a:lnTo>
                  <a:lnTo>
                    <a:pt x="554006" y="234079"/>
                  </a:lnTo>
                  <a:lnTo>
                    <a:pt x="543440" y="191087"/>
                  </a:lnTo>
                  <a:lnTo>
                    <a:pt x="526533" y="150999"/>
                  </a:lnTo>
                  <a:lnTo>
                    <a:pt x="503858" y="114389"/>
                  </a:lnTo>
                  <a:lnTo>
                    <a:pt x="475989" y="81834"/>
                  </a:lnTo>
                  <a:lnTo>
                    <a:pt x="443500" y="53907"/>
                  </a:lnTo>
                  <a:lnTo>
                    <a:pt x="406965" y="31186"/>
                  </a:lnTo>
                  <a:lnTo>
                    <a:pt x="366959" y="14243"/>
                  </a:lnTo>
                  <a:lnTo>
                    <a:pt x="324055" y="3656"/>
                  </a:lnTo>
                  <a:lnTo>
                    <a:pt x="278828"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6" name="object 36"/>
            <p:cNvSpPr/>
            <p:nvPr/>
          </p:nvSpPr>
          <p:spPr>
            <a:xfrm>
              <a:off x="2768600" y="7353299"/>
              <a:ext cx="558165" cy="558800"/>
            </a:xfrm>
            <a:custGeom>
              <a:avLst/>
              <a:gdLst/>
              <a:ahLst/>
              <a:cxnLst/>
              <a:rect l="l" t="t" r="r" b="b"/>
              <a:pathLst>
                <a:path w="558164" h="558800">
                  <a:moveTo>
                    <a:pt x="278827" y="558800"/>
                  </a:moveTo>
                  <a:lnTo>
                    <a:pt x="324055" y="555143"/>
                  </a:lnTo>
                  <a:lnTo>
                    <a:pt x="366959" y="544555"/>
                  </a:lnTo>
                  <a:lnTo>
                    <a:pt x="406965" y="527613"/>
                  </a:lnTo>
                  <a:lnTo>
                    <a:pt x="443500" y="504891"/>
                  </a:lnTo>
                  <a:lnTo>
                    <a:pt x="475989" y="476965"/>
                  </a:lnTo>
                  <a:lnTo>
                    <a:pt x="503858" y="444409"/>
                  </a:lnTo>
                  <a:lnTo>
                    <a:pt x="526533" y="407800"/>
                  </a:lnTo>
                  <a:lnTo>
                    <a:pt x="543441" y="367711"/>
                  </a:lnTo>
                  <a:lnTo>
                    <a:pt x="554006" y="324720"/>
                  </a:lnTo>
                  <a:lnTo>
                    <a:pt x="557656" y="279400"/>
                  </a:lnTo>
                  <a:lnTo>
                    <a:pt x="554006" y="234079"/>
                  </a:lnTo>
                  <a:lnTo>
                    <a:pt x="543441" y="191087"/>
                  </a:lnTo>
                  <a:lnTo>
                    <a:pt x="526533" y="150999"/>
                  </a:lnTo>
                  <a:lnTo>
                    <a:pt x="503858" y="114389"/>
                  </a:lnTo>
                  <a:lnTo>
                    <a:pt x="475989" y="81834"/>
                  </a:lnTo>
                  <a:lnTo>
                    <a:pt x="443500" y="53907"/>
                  </a:lnTo>
                  <a:lnTo>
                    <a:pt x="406965" y="31186"/>
                  </a:lnTo>
                  <a:lnTo>
                    <a:pt x="366959" y="14243"/>
                  </a:lnTo>
                  <a:lnTo>
                    <a:pt x="324055" y="3656"/>
                  </a:lnTo>
                  <a:lnTo>
                    <a:pt x="278827" y="0"/>
                  </a:lnTo>
                  <a:lnTo>
                    <a:pt x="233600" y="3656"/>
                  </a:lnTo>
                  <a:lnTo>
                    <a:pt x="190696" y="14243"/>
                  </a:lnTo>
                  <a:lnTo>
                    <a:pt x="150690" y="31186"/>
                  </a:lnTo>
                  <a:lnTo>
                    <a:pt x="114155" y="53907"/>
                  </a:lnTo>
                  <a:lnTo>
                    <a:pt x="81666" y="81834"/>
                  </a:lnTo>
                  <a:lnTo>
                    <a:pt x="53797" y="114389"/>
                  </a:lnTo>
                  <a:lnTo>
                    <a:pt x="31122" y="150999"/>
                  </a:lnTo>
                  <a:lnTo>
                    <a:pt x="14214" y="191087"/>
                  </a:lnTo>
                  <a:lnTo>
                    <a:pt x="3649" y="234079"/>
                  </a:lnTo>
                  <a:lnTo>
                    <a:pt x="0" y="279400"/>
                  </a:lnTo>
                  <a:lnTo>
                    <a:pt x="3649" y="324720"/>
                  </a:lnTo>
                  <a:lnTo>
                    <a:pt x="14214" y="367711"/>
                  </a:lnTo>
                  <a:lnTo>
                    <a:pt x="31122" y="407800"/>
                  </a:lnTo>
                  <a:lnTo>
                    <a:pt x="53797" y="444409"/>
                  </a:lnTo>
                  <a:lnTo>
                    <a:pt x="81666" y="476965"/>
                  </a:lnTo>
                  <a:lnTo>
                    <a:pt x="114155" y="504891"/>
                  </a:lnTo>
                  <a:lnTo>
                    <a:pt x="150690" y="527613"/>
                  </a:lnTo>
                  <a:lnTo>
                    <a:pt x="190696" y="544555"/>
                  </a:lnTo>
                  <a:lnTo>
                    <a:pt x="233600" y="555143"/>
                  </a:lnTo>
                  <a:lnTo>
                    <a:pt x="278827" y="558800"/>
                  </a:lnTo>
                  <a:close/>
                </a:path>
              </a:pathLst>
            </a:custGeom>
            <a:ln w="127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37" name="object 37"/>
          <p:cNvGrpSpPr/>
          <p:nvPr/>
        </p:nvGrpSpPr>
        <p:grpSpPr>
          <a:xfrm>
            <a:off x="1876425" y="6594475"/>
            <a:ext cx="867093" cy="749300"/>
            <a:chOff x="3752850" y="13188950"/>
            <a:chExt cx="1734185" cy="1498600"/>
          </a:xfrm>
        </p:grpSpPr>
        <p:sp>
          <p:nvSpPr>
            <p:cNvPr id="38" name="object 38"/>
            <p:cNvSpPr/>
            <p:nvPr/>
          </p:nvSpPr>
          <p:spPr>
            <a:xfrm>
              <a:off x="4367076" y="13195300"/>
              <a:ext cx="532765" cy="533400"/>
            </a:xfrm>
            <a:custGeom>
              <a:avLst/>
              <a:gdLst/>
              <a:ahLst/>
              <a:cxnLst/>
              <a:rect l="l" t="t" r="r" b="b"/>
              <a:pathLst>
                <a:path w="532764" h="533400">
                  <a:moveTo>
                    <a:pt x="266153" y="0"/>
                  </a:moveTo>
                  <a:lnTo>
                    <a:pt x="218312" y="4296"/>
                  </a:lnTo>
                  <a:lnTo>
                    <a:pt x="173283" y="16685"/>
                  </a:lnTo>
                  <a:lnTo>
                    <a:pt x="131820" y="36412"/>
                  </a:lnTo>
                  <a:lnTo>
                    <a:pt x="94673" y="62724"/>
                  </a:lnTo>
                  <a:lnTo>
                    <a:pt x="62595" y="94868"/>
                  </a:lnTo>
                  <a:lnTo>
                    <a:pt x="36337" y="132091"/>
                  </a:lnTo>
                  <a:lnTo>
                    <a:pt x="16651" y="173639"/>
                  </a:lnTo>
                  <a:lnTo>
                    <a:pt x="4288" y="218760"/>
                  </a:lnTo>
                  <a:lnTo>
                    <a:pt x="0" y="266700"/>
                  </a:lnTo>
                  <a:lnTo>
                    <a:pt x="4288" y="314639"/>
                  </a:lnTo>
                  <a:lnTo>
                    <a:pt x="16651" y="359760"/>
                  </a:lnTo>
                  <a:lnTo>
                    <a:pt x="36337" y="401308"/>
                  </a:lnTo>
                  <a:lnTo>
                    <a:pt x="62595" y="438531"/>
                  </a:lnTo>
                  <a:lnTo>
                    <a:pt x="94673" y="470675"/>
                  </a:lnTo>
                  <a:lnTo>
                    <a:pt x="131820" y="496987"/>
                  </a:lnTo>
                  <a:lnTo>
                    <a:pt x="173283" y="516714"/>
                  </a:lnTo>
                  <a:lnTo>
                    <a:pt x="218312" y="529103"/>
                  </a:lnTo>
                  <a:lnTo>
                    <a:pt x="266153" y="533400"/>
                  </a:lnTo>
                  <a:lnTo>
                    <a:pt x="313995" y="529103"/>
                  </a:lnTo>
                  <a:lnTo>
                    <a:pt x="359023" y="516714"/>
                  </a:lnTo>
                  <a:lnTo>
                    <a:pt x="400486" y="496987"/>
                  </a:lnTo>
                  <a:lnTo>
                    <a:pt x="437633" y="470675"/>
                  </a:lnTo>
                  <a:lnTo>
                    <a:pt x="469711" y="438531"/>
                  </a:lnTo>
                  <a:lnTo>
                    <a:pt x="495969" y="401308"/>
                  </a:lnTo>
                  <a:lnTo>
                    <a:pt x="515656" y="359760"/>
                  </a:lnTo>
                  <a:lnTo>
                    <a:pt x="528019" y="314639"/>
                  </a:lnTo>
                  <a:lnTo>
                    <a:pt x="532307" y="266700"/>
                  </a:lnTo>
                  <a:lnTo>
                    <a:pt x="528019" y="218760"/>
                  </a:lnTo>
                  <a:lnTo>
                    <a:pt x="515656" y="173639"/>
                  </a:lnTo>
                  <a:lnTo>
                    <a:pt x="495969" y="132091"/>
                  </a:lnTo>
                  <a:lnTo>
                    <a:pt x="469711" y="94868"/>
                  </a:lnTo>
                  <a:lnTo>
                    <a:pt x="437633" y="62724"/>
                  </a:lnTo>
                  <a:lnTo>
                    <a:pt x="400486" y="36412"/>
                  </a:lnTo>
                  <a:lnTo>
                    <a:pt x="359023" y="16685"/>
                  </a:lnTo>
                  <a:lnTo>
                    <a:pt x="313995" y="4296"/>
                  </a:lnTo>
                  <a:lnTo>
                    <a:pt x="266153"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9" name="object 39"/>
            <p:cNvSpPr/>
            <p:nvPr/>
          </p:nvSpPr>
          <p:spPr>
            <a:xfrm>
              <a:off x="4367076" y="13195300"/>
              <a:ext cx="532765" cy="533400"/>
            </a:xfrm>
            <a:custGeom>
              <a:avLst/>
              <a:gdLst/>
              <a:ahLst/>
              <a:cxnLst/>
              <a:rect l="l" t="t" r="r" b="b"/>
              <a:pathLst>
                <a:path w="532764" h="533400">
                  <a:moveTo>
                    <a:pt x="266154" y="533400"/>
                  </a:moveTo>
                  <a:lnTo>
                    <a:pt x="313995" y="529103"/>
                  </a:lnTo>
                  <a:lnTo>
                    <a:pt x="359023" y="516714"/>
                  </a:lnTo>
                  <a:lnTo>
                    <a:pt x="400487" y="496987"/>
                  </a:lnTo>
                  <a:lnTo>
                    <a:pt x="437633" y="470675"/>
                  </a:lnTo>
                  <a:lnTo>
                    <a:pt x="469711" y="438531"/>
                  </a:lnTo>
                  <a:lnTo>
                    <a:pt x="495970" y="401308"/>
                  </a:lnTo>
                  <a:lnTo>
                    <a:pt x="515656" y="359760"/>
                  </a:lnTo>
                  <a:lnTo>
                    <a:pt x="528019" y="314639"/>
                  </a:lnTo>
                  <a:lnTo>
                    <a:pt x="532308" y="266700"/>
                  </a:lnTo>
                  <a:lnTo>
                    <a:pt x="528019" y="218760"/>
                  </a:lnTo>
                  <a:lnTo>
                    <a:pt x="515656" y="173639"/>
                  </a:lnTo>
                  <a:lnTo>
                    <a:pt x="495970" y="132091"/>
                  </a:lnTo>
                  <a:lnTo>
                    <a:pt x="469711" y="94868"/>
                  </a:lnTo>
                  <a:lnTo>
                    <a:pt x="437633" y="62724"/>
                  </a:lnTo>
                  <a:lnTo>
                    <a:pt x="400487" y="36412"/>
                  </a:lnTo>
                  <a:lnTo>
                    <a:pt x="359023" y="16685"/>
                  </a:lnTo>
                  <a:lnTo>
                    <a:pt x="313995" y="4296"/>
                  </a:lnTo>
                  <a:lnTo>
                    <a:pt x="266154" y="0"/>
                  </a:lnTo>
                  <a:lnTo>
                    <a:pt x="218312" y="4296"/>
                  </a:lnTo>
                  <a:lnTo>
                    <a:pt x="173284" y="16685"/>
                  </a:lnTo>
                  <a:lnTo>
                    <a:pt x="131820" y="36412"/>
                  </a:lnTo>
                  <a:lnTo>
                    <a:pt x="94674" y="62724"/>
                  </a:lnTo>
                  <a:lnTo>
                    <a:pt x="62596" y="94868"/>
                  </a:lnTo>
                  <a:lnTo>
                    <a:pt x="36337" y="132091"/>
                  </a:lnTo>
                  <a:lnTo>
                    <a:pt x="16651" y="173639"/>
                  </a:lnTo>
                  <a:lnTo>
                    <a:pt x="4288" y="218760"/>
                  </a:lnTo>
                  <a:lnTo>
                    <a:pt x="0" y="266700"/>
                  </a:lnTo>
                  <a:lnTo>
                    <a:pt x="4288" y="314639"/>
                  </a:lnTo>
                  <a:lnTo>
                    <a:pt x="16651" y="359760"/>
                  </a:lnTo>
                  <a:lnTo>
                    <a:pt x="36337" y="401308"/>
                  </a:lnTo>
                  <a:lnTo>
                    <a:pt x="62596" y="438531"/>
                  </a:lnTo>
                  <a:lnTo>
                    <a:pt x="94674" y="470675"/>
                  </a:lnTo>
                  <a:lnTo>
                    <a:pt x="131820" y="496987"/>
                  </a:lnTo>
                  <a:lnTo>
                    <a:pt x="173284" y="516714"/>
                  </a:lnTo>
                  <a:lnTo>
                    <a:pt x="218312" y="529103"/>
                  </a:lnTo>
                  <a:lnTo>
                    <a:pt x="266154" y="533400"/>
                  </a:lnTo>
                  <a:close/>
                </a:path>
              </a:pathLst>
            </a:custGeom>
            <a:ln w="127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0" name="object 40"/>
            <p:cNvSpPr/>
            <p:nvPr/>
          </p:nvSpPr>
          <p:spPr>
            <a:xfrm>
              <a:off x="3759200" y="14122400"/>
              <a:ext cx="558165" cy="558800"/>
            </a:xfrm>
            <a:custGeom>
              <a:avLst/>
              <a:gdLst/>
              <a:ahLst/>
              <a:cxnLst/>
              <a:rect l="l" t="t" r="r" b="b"/>
              <a:pathLst>
                <a:path w="558164" h="558800">
                  <a:moveTo>
                    <a:pt x="278828" y="0"/>
                  </a:moveTo>
                  <a:lnTo>
                    <a:pt x="233601" y="3656"/>
                  </a:lnTo>
                  <a:lnTo>
                    <a:pt x="190697" y="14243"/>
                  </a:lnTo>
                  <a:lnTo>
                    <a:pt x="150690" y="31186"/>
                  </a:lnTo>
                  <a:lnTo>
                    <a:pt x="114156" y="53907"/>
                  </a:lnTo>
                  <a:lnTo>
                    <a:pt x="81667" y="81834"/>
                  </a:lnTo>
                  <a:lnTo>
                    <a:pt x="53797" y="114389"/>
                  </a:lnTo>
                  <a:lnTo>
                    <a:pt x="31122" y="150999"/>
                  </a:lnTo>
                  <a:lnTo>
                    <a:pt x="14214" y="191087"/>
                  </a:lnTo>
                  <a:lnTo>
                    <a:pt x="3649" y="234079"/>
                  </a:lnTo>
                  <a:lnTo>
                    <a:pt x="0" y="279400"/>
                  </a:lnTo>
                  <a:lnTo>
                    <a:pt x="3649" y="324720"/>
                  </a:lnTo>
                  <a:lnTo>
                    <a:pt x="14214" y="367712"/>
                  </a:lnTo>
                  <a:lnTo>
                    <a:pt x="31122" y="407800"/>
                  </a:lnTo>
                  <a:lnTo>
                    <a:pt x="53797" y="444410"/>
                  </a:lnTo>
                  <a:lnTo>
                    <a:pt x="81667" y="476965"/>
                  </a:lnTo>
                  <a:lnTo>
                    <a:pt x="114156" y="504892"/>
                  </a:lnTo>
                  <a:lnTo>
                    <a:pt x="150690" y="527613"/>
                  </a:lnTo>
                  <a:lnTo>
                    <a:pt x="190697" y="544556"/>
                  </a:lnTo>
                  <a:lnTo>
                    <a:pt x="233601" y="555143"/>
                  </a:lnTo>
                  <a:lnTo>
                    <a:pt x="278828" y="558800"/>
                  </a:lnTo>
                  <a:lnTo>
                    <a:pt x="324055" y="555143"/>
                  </a:lnTo>
                  <a:lnTo>
                    <a:pt x="366959" y="544556"/>
                  </a:lnTo>
                  <a:lnTo>
                    <a:pt x="406965" y="527613"/>
                  </a:lnTo>
                  <a:lnTo>
                    <a:pt x="443500" y="504892"/>
                  </a:lnTo>
                  <a:lnTo>
                    <a:pt x="475989" y="476965"/>
                  </a:lnTo>
                  <a:lnTo>
                    <a:pt x="503858" y="444410"/>
                  </a:lnTo>
                  <a:lnTo>
                    <a:pt x="526533" y="407800"/>
                  </a:lnTo>
                  <a:lnTo>
                    <a:pt x="543440" y="367712"/>
                  </a:lnTo>
                  <a:lnTo>
                    <a:pt x="554006" y="324720"/>
                  </a:lnTo>
                  <a:lnTo>
                    <a:pt x="557655" y="279400"/>
                  </a:lnTo>
                  <a:lnTo>
                    <a:pt x="554006" y="234079"/>
                  </a:lnTo>
                  <a:lnTo>
                    <a:pt x="543440" y="191087"/>
                  </a:lnTo>
                  <a:lnTo>
                    <a:pt x="526533" y="150999"/>
                  </a:lnTo>
                  <a:lnTo>
                    <a:pt x="503858" y="114389"/>
                  </a:lnTo>
                  <a:lnTo>
                    <a:pt x="475989" y="81834"/>
                  </a:lnTo>
                  <a:lnTo>
                    <a:pt x="443500" y="53907"/>
                  </a:lnTo>
                  <a:lnTo>
                    <a:pt x="406965" y="31186"/>
                  </a:lnTo>
                  <a:lnTo>
                    <a:pt x="366959" y="14243"/>
                  </a:lnTo>
                  <a:lnTo>
                    <a:pt x="324055" y="3656"/>
                  </a:lnTo>
                  <a:lnTo>
                    <a:pt x="278828"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1" name="object 41"/>
            <p:cNvSpPr/>
            <p:nvPr/>
          </p:nvSpPr>
          <p:spPr>
            <a:xfrm>
              <a:off x="3759200" y="14122400"/>
              <a:ext cx="558165" cy="558800"/>
            </a:xfrm>
            <a:custGeom>
              <a:avLst/>
              <a:gdLst/>
              <a:ahLst/>
              <a:cxnLst/>
              <a:rect l="l" t="t" r="r" b="b"/>
              <a:pathLst>
                <a:path w="558164" h="558800">
                  <a:moveTo>
                    <a:pt x="278827" y="558800"/>
                  </a:moveTo>
                  <a:lnTo>
                    <a:pt x="324055" y="555143"/>
                  </a:lnTo>
                  <a:lnTo>
                    <a:pt x="366959" y="544555"/>
                  </a:lnTo>
                  <a:lnTo>
                    <a:pt x="406965" y="527613"/>
                  </a:lnTo>
                  <a:lnTo>
                    <a:pt x="443500" y="504891"/>
                  </a:lnTo>
                  <a:lnTo>
                    <a:pt x="475989" y="476965"/>
                  </a:lnTo>
                  <a:lnTo>
                    <a:pt x="503858" y="444409"/>
                  </a:lnTo>
                  <a:lnTo>
                    <a:pt x="526533" y="407800"/>
                  </a:lnTo>
                  <a:lnTo>
                    <a:pt x="543441" y="367711"/>
                  </a:lnTo>
                  <a:lnTo>
                    <a:pt x="554006" y="324720"/>
                  </a:lnTo>
                  <a:lnTo>
                    <a:pt x="557656" y="279400"/>
                  </a:lnTo>
                  <a:lnTo>
                    <a:pt x="554006" y="234079"/>
                  </a:lnTo>
                  <a:lnTo>
                    <a:pt x="543441" y="191087"/>
                  </a:lnTo>
                  <a:lnTo>
                    <a:pt x="526533" y="150999"/>
                  </a:lnTo>
                  <a:lnTo>
                    <a:pt x="503858" y="114389"/>
                  </a:lnTo>
                  <a:lnTo>
                    <a:pt x="475989" y="81834"/>
                  </a:lnTo>
                  <a:lnTo>
                    <a:pt x="443500" y="53907"/>
                  </a:lnTo>
                  <a:lnTo>
                    <a:pt x="406965" y="31186"/>
                  </a:lnTo>
                  <a:lnTo>
                    <a:pt x="366959" y="14243"/>
                  </a:lnTo>
                  <a:lnTo>
                    <a:pt x="324055" y="3656"/>
                  </a:lnTo>
                  <a:lnTo>
                    <a:pt x="278827" y="0"/>
                  </a:lnTo>
                  <a:lnTo>
                    <a:pt x="233600" y="3656"/>
                  </a:lnTo>
                  <a:lnTo>
                    <a:pt x="190696" y="14243"/>
                  </a:lnTo>
                  <a:lnTo>
                    <a:pt x="150690" y="31186"/>
                  </a:lnTo>
                  <a:lnTo>
                    <a:pt x="114155" y="53907"/>
                  </a:lnTo>
                  <a:lnTo>
                    <a:pt x="81666" y="81834"/>
                  </a:lnTo>
                  <a:lnTo>
                    <a:pt x="53797" y="114389"/>
                  </a:lnTo>
                  <a:lnTo>
                    <a:pt x="31122" y="150999"/>
                  </a:lnTo>
                  <a:lnTo>
                    <a:pt x="14214" y="191087"/>
                  </a:lnTo>
                  <a:lnTo>
                    <a:pt x="3649" y="234079"/>
                  </a:lnTo>
                  <a:lnTo>
                    <a:pt x="0" y="279400"/>
                  </a:lnTo>
                  <a:lnTo>
                    <a:pt x="3649" y="324720"/>
                  </a:lnTo>
                  <a:lnTo>
                    <a:pt x="14214" y="367711"/>
                  </a:lnTo>
                  <a:lnTo>
                    <a:pt x="31122" y="407800"/>
                  </a:lnTo>
                  <a:lnTo>
                    <a:pt x="53797" y="444409"/>
                  </a:lnTo>
                  <a:lnTo>
                    <a:pt x="81666" y="476965"/>
                  </a:lnTo>
                  <a:lnTo>
                    <a:pt x="114155" y="504891"/>
                  </a:lnTo>
                  <a:lnTo>
                    <a:pt x="150690" y="527613"/>
                  </a:lnTo>
                  <a:lnTo>
                    <a:pt x="190696" y="544555"/>
                  </a:lnTo>
                  <a:lnTo>
                    <a:pt x="233600" y="555143"/>
                  </a:lnTo>
                  <a:lnTo>
                    <a:pt x="278827" y="558800"/>
                  </a:lnTo>
                  <a:close/>
                </a:path>
              </a:pathLst>
            </a:custGeom>
            <a:ln w="127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2" name="object 42"/>
            <p:cNvSpPr/>
            <p:nvPr/>
          </p:nvSpPr>
          <p:spPr>
            <a:xfrm>
              <a:off x="4051300" y="13487400"/>
              <a:ext cx="584200" cy="927100"/>
            </a:xfrm>
            <a:custGeom>
              <a:avLst/>
              <a:gdLst/>
              <a:ahLst/>
              <a:cxnLst/>
              <a:rect l="l" t="t" r="r" b="b"/>
              <a:pathLst>
                <a:path w="584200" h="927100">
                  <a:moveTo>
                    <a:pt x="584200" y="0"/>
                  </a:moveTo>
                  <a:lnTo>
                    <a:pt x="0" y="92710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3" name="object 43"/>
            <p:cNvSpPr/>
            <p:nvPr/>
          </p:nvSpPr>
          <p:spPr>
            <a:xfrm>
              <a:off x="4922512" y="14122400"/>
              <a:ext cx="558165" cy="558800"/>
            </a:xfrm>
            <a:custGeom>
              <a:avLst/>
              <a:gdLst/>
              <a:ahLst/>
              <a:cxnLst/>
              <a:rect l="l" t="t" r="r" b="b"/>
              <a:pathLst>
                <a:path w="558164" h="558800">
                  <a:moveTo>
                    <a:pt x="278827" y="0"/>
                  </a:moveTo>
                  <a:lnTo>
                    <a:pt x="233599" y="3656"/>
                  </a:lnTo>
                  <a:lnTo>
                    <a:pt x="190696" y="14243"/>
                  </a:lnTo>
                  <a:lnTo>
                    <a:pt x="150689" y="31186"/>
                  </a:lnTo>
                  <a:lnTo>
                    <a:pt x="114155" y="53907"/>
                  </a:lnTo>
                  <a:lnTo>
                    <a:pt x="81666" y="81834"/>
                  </a:lnTo>
                  <a:lnTo>
                    <a:pt x="53797" y="114389"/>
                  </a:lnTo>
                  <a:lnTo>
                    <a:pt x="31122" y="150999"/>
                  </a:lnTo>
                  <a:lnTo>
                    <a:pt x="14214" y="191087"/>
                  </a:lnTo>
                  <a:lnTo>
                    <a:pt x="3649" y="234079"/>
                  </a:lnTo>
                  <a:lnTo>
                    <a:pt x="0" y="279400"/>
                  </a:lnTo>
                  <a:lnTo>
                    <a:pt x="3649" y="324720"/>
                  </a:lnTo>
                  <a:lnTo>
                    <a:pt x="14214" y="367712"/>
                  </a:lnTo>
                  <a:lnTo>
                    <a:pt x="31122" y="407800"/>
                  </a:lnTo>
                  <a:lnTo>
                    <a:pt x="53797" y="444410"/>
                  </a:lnTo>
                  <a:lnTo>
                    <a:pt x="81666" y="476965"/>
                  </a:lnTo>
                  <a:lnTo>
                    <a:pt x="114155" y="504892"/>
                  </a:lnTo>
                  <a:lnTo>
                    <a:pt x="150689" y="527613"/>
                  </a:lnTo>
                  <a:lnTo>
                    <a:pt x="190696" y="544556"/>
                  </a:lnTo>
                  <a:lnTo>
                    <a:pt x="233599" y="555143"/>
                  </a:lnTo>
                  <a:lnTo>
                    <a:pt x="278827" y="558800"/>
                  </a:lnTo>
                  <a:lnTo>
                    <a:pt x="324054" y="555143"/>
                  </a:lnTo>
                  <a:lnTo>
                    <a:pt x="366958" y="544556"/>
                  </a:lnTo>
                  <a:lnTo>
                    <a:pt x="406964" y="527613"/>
                  </a:lnTo>
                  <a:lnTo>
                    <a:pt x="443499" y="504892"/>
                  </a:lnTo>
                  <a:lnTo>
                    <a:pt x="475988" y="476965"/>
                  </a:lnTo>
                  <a:lnTo>
                    <a:pt x="503857" y="444410"/>
                  </a:lnTo>
                  <a:lnTo>
                    <a:pt x="526533" y="407800"/>
                  </a:lnTo>
                  <a:lnTo>
                    <a:pt x="543440" y="367712"/>
                  </a:lnTo>
                  <a:lnTo>
                    <a:pt x="554006" y="324720"/>
                  </a:lnTo>
                  <a:lnTo>
                    <a:pt x="557655" y="279400"/>
                  </a:lnTo>
                  <a:lnTo>
                    <a:pt x="554006" y="234079"/>
                  </a:lnTo>
                  <a:lnTo>
                    <a:pt x="543440" y="191087"/>
                  </a:lnTo>
                  <a:lnTo>
                    <a:pt x="526533" y="150999"/>
                  </a:lnTo>
                  <a:lnTo>
                    <a:pt x="503857" y="114389"/>
                  </a:lnTo>
                  <a:lnTo>
                    <a:pt x="475988" y="81834"/>
                  </a:lnTo>
                  <a:lnTo>
                    <a:pt x="443499" y="53907"/>
                  </a:lnTo>
                  <a:lnTo>
                    <a:pt x="406964" y="31186"/>
                  </a:lnTo>
                  <a:lnTo>
                    <a:pt x="366958" y="14243"/>
                  </a:lnTo>
                  <a:lnTo>
                    <a:pt x="324054" y="3656"/>
                  </a:lnTo>
                  <a:lnTo>
                    <a:pt x="278827"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4" name="object 44"/>
            <p:cNvSpPr/>
            <p:nvPr/>
          </p:nvSpPr>
          <p:spPr>
            <a:xfrm>
              <a:off x="4922512" y="14122400"/>
              <a:ext cx="558165" cy="558800"/>
            </a:xfrm>
            <a:custGeom>
              <a:avLst/>
              <a:gdLst/>
              <a:ahLst/>
              <a:cxnLst/>
              <a:rect l="l" t="t" r="r" b="b"/>
              <a:pathLst>
                <a:path w="558164" h="558800">
                  <a:moveTo>
                    <a:pt x="278827" y="558800"/>
                  </a:moveTo>
                  <a:lnTo>
                    <a:pt x="324055" y="555143"/>
                  </a:lnTo>
                  <a:lnTo>
                    <a:pt x="366959" y="544555"/>
                  </a:lnTo>
                  <a:lnTo>
                    <a:pt x="406965" y="527613"/>
                  </a:lnTo>
                  <a:lnTo>
                    <a:pt x="443500" y="504891"/>
                  </a:lnTo>
                  <a:lnTo>
                    <a:pt x="475989" y="476965"/>
                  </a:lnTo>
                  <a:lnTo>
                    <a:pt x="503858" y="444409"/>
                  </a:lnTo>
                  <a:lnTo>
                    <a:pt x="526533" y="407800"/>
                  </a:lnTo>
                  <a:lnTo>
                    <a:pt x="543441" y="367711"/>
                  </a:lnTo>
                  <a:lnTo>
                    <a:pt x="554006" y="324720"/>
                  </a:lnTo>
                  <a:lnTo>
                    <a:pt x="557656" y="279400"/>
                  </a:lnTo>
                  <a:lnTo>
                    <a:pt x="554006" y="234079"/>
                  </a:lnTo>
                  <a:lnTo>
                    <a:pt x="543441" y="191087"/>
                  </a:lnTo>
                  <a:lnTo>
                    <a:pt x="526533" y="150999"/>
                  </a:lnTo>
                  <a:lnTo>
                    <a:pt x="503858" y="114389"/>
                  </a:lnTo>
                  <a:lnTo>
                    <a:pt x="475989" y="81834"/>
                  </a:lnTo>
                  <a:lnTo>
                    <a:pt x="443500" y="53907"/>
                  </a:lnTo>
                  <a:lnTo>
                    <a:pt x="406965" y="31186"/>
                  </a:lnTo>
                  <a:lnTo>
                    <a:pt x="366959" y="14243"/>
                  </a:lnTo>
                  <a:lnTo>
                    <a:pt x="324055" y="3656"/>
                  </a:lnTo>
                  <a:lnTo>
                    <a:pt x="278827" y="0"/>
                  </a:lnTo>
                  <a:lnTo>
                    <a:pt x="233600" y="3656"/>
                  </a:lnTo>
                  <a:lnTo>
                    <a:pt x="190696" y="14243"/>
                  </a:lnTo>
                  <a:lnTo>
                    <a:pt x="150690" y="31186"/>
                  </a:lnTo>
                  <a:lnTo>
                    <a:pt x="114155" y="53907"/>
                  </a:lnTo>
                  <a:lnTo>
                    <a:pt x="81666" y="81834"/>
                  </a:lnTo>
                  <a:lnTo>
                    <a:pt x="53797" y="114389"/>
                  </a:lnTo>
                  <a:lnTo>
                    <a:pt x="31122" y="150999"/>
                  </a:lnTo>
                  <a:lnTo>
                    <a:pt x="14214" y="191087"/>
                  </a:lnTo>
                  <a:lnTo>
                    <a:pt x="3649" y="234079"/>
                  </a:lnTo>
                  <a:lnTo>
                    <a:pt x="0" y="279400"/>
                  </a:lnTo>
                  <a:lnTo>
                    <a:pt x="3649" y="324720"/>
                  </a:lnTo>
                  <a:lnTo>
                    <a:pt x="14214" y="367711"/>
                  </a:lnTo>
                  <a:lnTo>
                    <a:pt x="31122" y="407800"/>
                  </a:lnTo>
                  <a:lnTo>
                    <a:pt x="53797" y="444409"/>
                  </a:lnTo>
                  <a:lnTo>
                    <a:pt x="81666" y="476965"/>
                  </a:lnTo>
                  <a:lnTo>
                    <a:pt x="114155" y="504891"/>
                  </a:lnTo>
                  <a:lnTo>
                    <a:pt x="150690" y="527613"/>
                  </a:lnTo>
                  <a:lnTo>
                    <a:pt x="190696" y="544555"/>
                  </a:lnTo>
                  <a:lnTo>
                    <a:pt x="233600" y="555143"/>
                  </a:lnTo>
                  <a:lnTo>
                    <a:pt x="278827" y="558800"/>
                  </a:lnTo>
                  <a:close/>
                </a:path>
              </a:pathLst>
            </a:custGeom>
            <a:ln w="127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5" name="object 45"/>
            <p:cNvSpPr/>
            <p:nvPr/>
          </p:nvSpPr>
          <p:spPr>
            <a:xfrm>
              <a:off x="4648200" y="13487400"/>
              <a:ext cx="584200" cy="927100"/>
            </a:xfrm>
            <a:custGeom>
              <a:avLst/>
              <a:gdLst/>
              <a:ahLst/>
              <a:cxnLst/>
              <a:rect l="l" t="t" r="r" b="b"/>
              <a:pathLst>
                <a:path w="584200" h="927100">
                  <a:moveTo>
                    <a:pt x="0" y="0"/>
                  </a:moveTo>
                  <a:lnTo>
                    <a:pt x="584200" y="92710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6" name="object 46"/>
            <p:cNvSpPr/>
            <p:nvPr/>
          </p:nvSpPr>
          <p:spPr>
            <a:xfrm>
              <a:off x="4064000" y="14417675"/>
              <a:ext cx="1168400" cy="6350"/>
            </a:xfrm>
            <a:custGeom>
              <a:avLst/>
              <a:gdLst/>
              <a:ahLst/>
              <a:cxnLst/>
              <a:rect l="l" t="t" r="r" b="b"/>
              <a:pathLst>
                <a:path w="1168400" h="6350">
                  <a:moveTo>
                    <a:pt x="0" y="6350"/>
                  </a:moveTo>
                  <a:lnTo>
                    <a:pt x="1168400" y="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pic>
        <p:nvPicPr>
          <p:cNvPr id="47" name="object 47"/>
          <p:cNvPicPr/>
          <p:nvPr/>
        </p:nvPicPr>
        <p:blipFill>
          <a:blip r:embed="rId2" cstate="print"/>
          <a:stretch>
            <a:fillRect/>
          </a:stretch>
        </p:blipFill>
        <p:spPr>
          <a:xfrm>
            <a:off x="4446819" y="1796091"/>
            <a:ext cx="114079" cy="114300"/>
          </a:xfrm>
          <a:prstGeom prst="rect">
            <a:avLst/>
          </a:prstGeom>
        </p:spPr>
      </p:pic>
      <p:grpSp>
        <p:nvGrpSpPr>
          <p:cNvPr id="48" name="object 48"/>
          <p:cNvGrpSpPr/>
          <p:nvPr/>
        </p:nvGrpSpPr>
        <p:grpSpPr>
          <a:xfrm>
            <a:off x="4680399" y="2001209"/>
            <a:ext cx="196533" cy="196850"/>
            <a:chOff x="9360797" y="4002417"/>
            <a:chExt cx="393065" cy="393700"/>
          </a:xfrm>
        </p:grpSpPr>
        <p:sp>
          <p:nvSpPr>
            <p:cNvPr id="49" name="object 49"/>
            <p:cNvSpPr/>
            <p:nvPr/>
          </p:nvSpPr>
          <p:spPr>
            <a:xfrm>
              <a:off x="9367147" y="4008767"/>
              <a:ext cx="380365" cy="381000"/>
            </a:xfrm>
            <a:custGeom>
              <a:avLst/>
              <a:gdLst/>
              <a:ahLst/>
              <a:cxnLst/>
              <a:rect l="l" t="t" r="r" b="b"/>
              <a:pathLst>
                <a:path w="380365" h="381000">
                  <a:moveTo>
                    <a:pt x="190110" y="0"/>
                  </a:moveTo>
                  <a:lnTo>
                    <a:pt x="146519" y="5030"/>
                  </a:lnTo>
                  <a:lnTo>
                    <a:pt x="106504" y="19361"/>
                  </a:lnTo>
                  <a:lnTo>
                    <a:pt x="71206" y="41847"/>
                  </a:lnTo>
                  <a:lnTo>
                    <a:pt x="41765" y="71348"/>
                  </a:lnTo>
                  <a:lnTo>
                    <a:pt x="19323" y="106718"/>
                  </a:lnTo>
                  <a:lnTo>
                    <a:pt x="5020" y="146817"/>
                  </a:lnTo>
                  <a:lnTo>
                    <a:pt x="0" y="190500"/>
                  </a:lnTo>
                  <a:lnTo>
                    <a:pt x="5020" y="234178"/>
                  </a:lnTo>
                  <a:lnTo>
                    <a:pt x="19323" y="274275"/>
                  </a:lnTo>
                  <a:lnTo>
                    <a:pt x="41765" y="309646"/>
                  </a:lnTo>
                  <a:lnTo>
                    <a:pt x="71206" y="339148"/>
                  </a:lnTo>
                  <a:lnTo>
                    <a:pt x="106504" y="361636"/>
                  </a:lnTo>
                  <a:lnTo>
                    <a:pt x="146519" y="375968"/>
                  </a:lnTo>
                  <a:lnTo>
                    <a:pt x="190110" y="381000"/>
                  </a:lnTo>
                  <a:lnTo>
                    <a:pt x="233700" y="375968"/>
                  </a:lnTo>
                  <a:lnTo>
                    <a:pt x="273715" y="361636"/>
                  </a:lnTo>
                  <a:lnTo>
                    <a:pt x="309014" y="339148"/>
                  </a:lnTo>
                  <a:lnTo>
                    <a:pt x="338455" y="309646"/>
                  </a:lnTo>
                  <a:lnTo>
                    <a:pt x="360897" y="274275"/>
                  </a:lnTo>
                  <a:lnTo>
                    <a:pt x="375199" y="234178"/>
                  </a:lnTo>
                  <a:lnTo>
                    <a:pt x="380220" y="190500"/>
                  </a:lnTo>
                  <a:lnTo>
                    <a:pt x="375199" y="146817"/>
                  </a:lnTo>
                  <a:lnTo>
                    <a:pt x="360897" y="106718"/>
                  </a:lnTo>
                  <a:lnTo>
                    <a:pt x="338455" y="71348"/>
                  </a:lnTo>
                  <a:lnTo>
                    <a:pt x="309014" y="41847"/>
                  </a:lnTo>
                  <a:lnTo>
                    <a:pt x="273715" y="19361"/>
                  </a:lnTo>
                  <a:lnTo>
                    <a:pt x="233700" y="5030"/>
                  </a:lnTo>
                  <a:lnTo>
                    <a:pt x="19011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0" name="object 50"/>
            <p:cNvSpPr/>
            <p:nvPr/>
          </p:nvSpPr>
          <p:spPr>
            <a:xfrm>
              <a:off x="9367147" y="4008767"/>
              <a:ext cx="380365" cy="381000"/>
            </a:xfrm>
            <a:custGeom>
              <a:avLst/>
              <a:gdLst/>
              <a:ahLst/>
              <a:cxnLst/>
              <a:rect l="l" t="t" r="r" b="b"/>
              <a:pathLst>
                <a:path w="380365" h="381000">
                  <a:moveTo>
                    <a:pt x="190109" y="381000"/>
                  </a:moveTo>
                  <a:lnTo>
                    <a:pt x="233700" y="375968"/>
                  </a:lnTo>
                  <a:lnTo>
                    <a:pt x="273715" y="361637"/>
                  </a:lnTo>
                  <a:lnTo>
                    <a:pt x="309014" y="339149"/>
                  </a:lnTo>
                  <a:lnTo>
                    <a:pt x="338455" y="309648"/>
                  </a:lnTo>
                  <a:lnTo>
                    <a:pt x="360897" y="274277"/>
                  </a:lnTo>
                  <a:lnTo>
                    <a:pt x="375199" y="234179"/>
                  </a:lnTo>
                  <a:lnTo>
                    <a:pt x="380220" y="190500"/>
                  </a:lnTo>
                  <a:lnTo>
                    <a:pt x="375199" y="146820"/>
                  </a:lnTo>
                  <a:lnTo>
                    <a:pt x="360897" y="106722"/>
                  </a:lnTo>
                  <a:lnTo>
                    <a:pt x="338455" y="71351"/>
                  </a:lnTo>
                  <a:lnTo>
                    <a:pt x="309014" y="41850"/>
                  </a:lnTo>
                  <a:lnTo>
                    <a:pt x="273715" y="19362"/>
                  </a:lnTo>
                  <a:lnTo>
                    <a:pt x="233700" y="5031"/>
                  </a:lnTo>
                  <a:lnTo>
                    <a:pt x="190109" y="0"/>
                  </a:lnTo>
                  <a:lnTo>
                    <a:pt x="146519" y="5031"/>
                  </a:lnTo>
                  <a:lnTo>
                    <a:pt x="106504" y="19362"/>
                  </a:lnTo>
                  <a:lnTo>
                    <a:pt x="71205" y="41850"/>
                  </a:lnTo>
                  <a:lnTo>
                    <a:pt x="41765" y="71351"/>
                  </a:lnTo>
                  <a:lnTo>
                    <a:pt x="19323" y="106722"/>
                  </a:lnTo>
                  <a:lnTo>
                    <a:pt x="5020" y="146820"/>
                  </a:lnTo>
                  <a:lnTo>
                    <a:pt x="0" y="190500"/>
                  </a:lnTo>
                  <a:lnTo>
                    <a:pt x="5020" y="234179"/>
                  </a:lnTo>
                  <a:lnTo>
                    <a:pt x="19323" y="274277"/>
                  </a:lnTo>
                  <a:lnTo>
                    <a:pt x="41765" y="309648"/>
                  </a:lnTo>
                  <a:lnTo>
                    <a:pt x="71205" y="339149"/>
                  </a:lnTo>
                  <a:lnTo>
                    <a:pt x="106504" y="361637"/>
                  </a:lnTo>
                  <a:lnTo>
                    <a:pt x="146519" y="375968"/>
                  </a:lnTo>
                  <a:lnTo>
                    <a:pt x="190109" y="381000"/>
                  </a:lnTo>
                  <a:close/>
                </a:path>
              </a:pathLst>
            </a:custGeom>
            <a:ln w="127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51" name="object 51"/>
          <p:cNvGrpSpPr/>
          <p:nvPr/>
        </p:nvGrpSpPr>
        <p:grpSpPr>
          <a:xfrm>
            <a:off x="4111625" y="2001209"/>
            <a:ext cx="452438" cy="453072"/>
            <a:chOff x="8223250" y="4002417"/>
            <a:chExt cx="904875" cy="906144"/>
          </a:xfrm>
        </p:grpSpPr>
        <p:sp>
          <p:nvSpPr>
            <p:cNvPr id="52" name="object 52"/>
            <p:cNvSpPr/>
            <p:nvPr/>
          </p:nvSpPr>
          <p:spPr>
            <a:xfrm>
              <a:off x="8229600" y="4008767"/>
              <a:ext cx="892175" cy="893444"/>
            </a:xfrm>
            <a:custGeom>
              <a:avLst/>
              <a:gdLst/>
              <a:ahLst/>
              <a:cxnLst/>
              <a:rect l="l" t="t" r="r" b="b"/>
              <a:pathLst>
                <a:path w="892175" h="893445">
                  <a:moveTo>
                    <a:pt x="445804" y="0"/>
                  </a:moveTo>
                  <a:lnTo>
                    <a:pt x="397228" y="2621"/>
                  </a:lnTo>
                  <a:lnTo>
                    <a:pt x="350168" y="10303"/>
                  </a:lnTo>
                  <a:lnTo>
                    <a:pt x="304895" y="22773"/>
                  </a:lnTo>
                  <a:lnTo>
                    <a:pt x="261681" y="39759"/>
                  </a:lnTo>
                  <a:lnTo>
                    <a:pt x="220798" y="60989"/>
                  </a:lnTo>
                  <a:lnTo>
                    <a:pt x="182517" y="86189"/>
                  </a:lnTo>
                  <a:lnTo>
                    <a:pt x="147112" y="115087"/>
                  </a:lnTo>
                  <a:lnTo>
                    <a:pt x="114854" y="147411"/>
                  </a:lnTo>
                  <a:lnTo>
                    <a:pt x="86014" y="182889"/>
                  </a:lnTo>
                  <a:lnTo>
                    <a:pt x="60865" y="221247"/>
                  </a:lnTo>
                  <a:lnTo>
                    <a:pt x="39679" y="262213"/>
                  </a:lnTo>
                  <a:lnTo>
                    <a:pt x="22727" y="305515"/>
                  </a:lnTo>
                  <a:lnTo>
                    <a:pt x="10282" y="350880"/>
                  </a:lnTo>
                  <a:lnTo>
                    <a:pt x="2615" y="398035"/>
                  </a:lnTo>
                  <a:lnTo>
                    <a:pt x="0" y="446709"/>
                  </a:lnTo>
                  <a:lnTo>
                    <a:pt x="2615" y="495385"/>
                  </a:lnTo>
                  <a:lnTo>
                    <a:pt x="10282" y="542543"/>
                  </a:lnTo>
                  <a:lnTo>
                    <a:pt x="22727" y="587910"/>
                  </a:lnTo>
                  <a:lnTo>
                    <a:pt x="39679" y="631213"/>
                  </a:lnTo>
                  <a:lnTo>
                    <a:pt x="60865" y="672181"/>
                  </a:lnTo>
                  <a:lnTo>
                    <a:pt x="86014" y="710540"/>
                  </a:lnTo>
                  <a:lnTo>
                    <a:pt x="114854" y="746018"/>
                  </a:lnTo>
                  <a:lnTo>
                    <a:pt x="147112" y="778343"/>
                  </a:lnTo>
                  <a:lnTo>
                    <a:pt x="182517" y="807242"/>
                  </a:lnTo>
                  <a:lnTo>
                    <a:pt x="220798" y="832442"/>
                  </a:lnTo>
                  <a:lnTo>
                    <a:pt x="261681" y="853672"/>
                  </a:lnTo>
                  <a:lnTo>
                    <a:pt x="304895" y="870658"/>
                  </a:lnTo>
                  <a:lnTo>
                    <a:pt x="350168" y="883128"/>
                  </a:lnTo>
                  <a:lnTo>
                    <a:pt x="397228" y="890811"/>
                  </a:lnTo>
                  <a:lnTo>
                    <a:pt x="445804" y="893432"/>
                  </a:lnTo>
                  <a:lnTo>
                    <a:pt x="494379" y="890811"/>
                  </a:lnTo>
                  <a:lnTo>
                    <a:pt x="541439" y="883128"/>
                  </a:lnTo>
                  <a:lnTo>
                    <a:pt x="586712" y="870658"/>
                  </a:lnTo>
                  <a:lnTo>
                    <a:pt x="629927" y="853672"/>
                  </a:lnTo>
                  <a:lnTo>
                    <a:pt x="670810" y="832442"/>
                  </a:lnTo>
                  <a:lnTo>
                    <a:pt x="709090" y="807242"/>
                  </a:lnTo>
                  <a:lnTo>
                    <a:pt x="744495" y="778343"/>
                  </a:lnTo>
                  <a:lnTo>
                    <a:pt x="776754" y="746018"/>
                  </a:lnTo>
                  <a:lnTo>
                    <a:pt x="805594" y="710540"/>
                  </a:lnTo>
                  <a:lnTo>
                    <a:pt x="830743" y="672181"/>
                  </a:lnTo>
                  <a:lnTo>
                    <a:pt x="851929" y="631213"/>
                  </a:lnTo>
                  <a:lnTo>
                    <a:pt x="868881" y="587910"/>
                  </a:lnTo>
                  <a:lnTo>
                    <a:pt x="881326" y="542543"/>
                  </a:lnTo>
                  <a:lnTo>
                    <a:pt x="888992" y="495385"/>
                  </a:lnTo>
                  <a:lnTo>
                    <a:pt x="891608" y="446709"/>
                  </a:lnTo>
                  <a:lnTo>
                    <a:pt x="888992" y="398035"/>
                  </a:lnTo>
                  <a:lnTo>
                    <a:pt x="881326" y="350880"/>
                  </a:lnTo>
                  <a:lnTo>
                    <a:pt x="868881" y="305515"/>
                  </a:lnTo>
                  <a:lnTo>
                    <a:pt x="851929" y="262213"/>
                  </a:lnTo>
                  <a:lnTo>
                    <a:pt x="830743" y="221247"/>
                  </a:lnTo>
                  <a:lnTo>
                    <a:pt x="805594" y="182889"/>
                  </a:lnTo>
                  <a:lnTo>
                    <a:pt x="776754" y="147411"/>
                  </a:lnTo>
                  <a:lnTo>
                    <a:pt x="744495" y="115087"/>
                  </a:lnTo>
                  <a:lnTo>
                    <a:pt x="709090" y="86189"/>
                  </a:lnTo>
                  <a:lnTo>
                    <a:pt x="670810" y="60989"/>
                  </a:lnTo>
                  <a:lnTo>
                    <a:pt x="629927" y="39759"/>
                  </a:lnTo>
                  <a:lnTo>
                    <a:pt x="586712" y="22773"/>
                  </a:lnTo>
                  <a:lnTo>
                    <a:pt x="541439" y="10303"/>
                  </a:lnTo>
                  <a:lnTo>
                    <a:pt x="494379" y="2621"/>
                  </a:lnTo>
                  <a:lnTo>
                    <a:pt x="445804"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3" name="object 53"/>
            <p:cNvSpPr/>
            <p:nvPr/>
          </p:nvSpPr>
          <p:spPr>
            <a:xfrm>
              <a:off x="8229600" y="4008767"/>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pic>
        <p:nvPicPr>
          <p:cNvPr id="54" name="object 54"/>
          <p:cNvPicPr/>
          <p:nvPr/>
        </p:nvPicPr>
        <p:blipFill>
          <a:blip r:embed="rId2" cstate="print"/>
          <a:stretch>
            <a:fillRect/>
          </a:stretch>
        </p:blipFill>
        <p:spPr>
          <a:xfrm>
            <a:off x="4935769" y="3307394"/>
            <a:ext cx="114079" cy="114300"/>
          </a:xfrm>
          <a:prstGeom prst="rect">
            <a:avLst/>
          </a:prstGeom>
        </p:spPr>
      </p:pic>
      <p:grpSp>
        <p:nvGrpSpPr>
          <p:cNvPr id="55" name="object 55"/>
          <p:cNvGrpSpPr/>
          <p:nvPr/>
        </p:nvGrpSpPr>
        <p:grpSpPr>
          <a:xfrm>
            <a:off x="5042648" y="3493456"/>
            <a:ext cx="487997" cy="488950"/>
            <a:chOff x="10085296" y="6986912"/>
            <a:chExt cx="975994" cy="977900"/>
          </a:xfrm>
        </p:grpSpPr>
        <p:sp>
          <p:nvSpPr>
            <p:cNvPr id="56" name="object 56"/>
            <p:cNvSpPr/>
            <p:nvPr/>
          </p:nvSpPr>
          <p:spPr>
            <a:xfrm>
              <a:off x="10091646" y="6993262"/>
              <a:ext cx="963294" cy="965200"/>
            </a:xfrm>
            <a:custGeom>
              <a:avLst/>
              <a:gdLst/>
              <a:ahLst/>
              <a:cxnLst/>
              <a:rect l="l" t="t" r="r" b="b"/>
              <a:pathLst>
                <a:path w="963295" h="965200">
                  <a:moveTo>
                    <a:pt x="481611" y="0"/>
                  </a:moveTo>
                  <a:lnTo>
                    <a:pt x="432369" y="2491"/>
                  </a:lnTo>
                  <a:lnTo>
                    <a:pt x="384550" y="9804"/>
                  </a:lnTo>
                  <a:lnTo>
                    <a:pt x="338395" y="21696"/>
                  </a:lnTo>
                  <a:lnTo>
                    <a:pt x="294146" y="37924"/>
                  </a:lnTo>
                  <a:lnTo>
                    <a:pt x="252046" y="58247"/>
                  </a:lnTo>
                  <a:lnTo>
                    <a:pt x="212337" y="82420"/>
                  </a:lnTo>
                  <a:lnTo>
                    <a:pt x="175261" y="110202"/>
                  </a:lnTo>
                  <a:lnTo>
                    <a:pt x="141060" y="141349"/>
                  </a:lnTo>
                  <a:lnTo>
                    <a:pt x="109976" y="175621"/>
                  </a:lnTo>
                  <a:lnTo>
                    <a:pt x="82251" y="212773"/>
                  </a:lnTo>
                  <a:lnTo>
                    <a:pt x="58127" y="252563"/>
                  </a:lnTo>
                  <a:lnTo>
                    <a:pt x="37847" y="294749"/>
                  </a:lnTo>
                  <a:lnTo>
                    <a:pt x="21652" y="339089"/>
                  </a:lnTo>
                  <a:lnTo>
                    <a:pt x="9784" y="385338"/>
                  </a:lnTo>
                  <a:lnTo>
                    <a:pt x="2486" y="433256"/>
                  </a:lnTo>
                  <a:lnTo>
                    <a:pt x="0" y="482600"/>
                  </a:lnTo>
                  <a:lnTo>
                    <a:pt x="2486" y="531943"/>
                  </a:lnTo>
                  <a:lnTo>
                    <a:pt x="9784" y="579860"/>
                  </a:lnTo>
                  <a:lnTo>
                    <a:pt x="21652" y="626110"/>
                  </a:lnTo>
                  <a:lnTo>
                    <a:pt x="37847" y="670449"/>
                  </a:lnTo>
                  <a:lnTo>
                    <a:pt x="58127" y="712635"/>
                  </a:lnTo>
                  <a:lnTo>
                    <a:pt x="82251" y="752426"/>
                  </a:lnTo>
                  <a:lnTo>
                    <a:pt x="109976" y="789578"/>
                  </a:lnTo>
                  <a:lnTo>
                    <a:pt x="141060" y="823849"/>
                  </a:lnTo>
                  <a:lnTo>
                    <a:pt x="175261" y="854997"/>
                  </a:lnTo>
                  <a:lnTo>
                    <a:pt x="212337" y="882779"/>
                  </a:lnTo>
                  <a:lnTo>
                    <a:pt x="252046" y="906952"/>
                  </a:lnTo>
                  <a:lnTo>
                    <a:pt x="294146" y="927274"/>
                  </a:lnTo>
                  <a:lnTo>
                    <a:pt x="338395" y="943503"/>
                  </a:lnTo>
                  <a:lnTo>
                    <a:pt x="384550" y="955395"/>
                  </a:lnTo>
                  <a:lnTo>
                    <a:pt x="432369" y="962708"/>
                  </a:lnTo>
                  <a:lnTo>
                    <a:pt x="481611" y="965200"/>
                  </a:lnTo>
                  <a:lnTo>
                    <a:pt x="530854" y="962708"/>
                  </a:lnTo>
                  <a:lnTo>
                    <a:pt x="578673" y="955395"/>
                  </a:lnTo>
                  <a:lnTo>
                    <a:pt x="624828" y="943503"/>
                  </a:lnTo>
                  <a:lnTo>
                    <a:pt x="669077" y="927274"/>
                  </a:lnTo>
                  <a:lnTo>
                    <a:pt x="711177" y="906952"/>
                  </a:lnTo>
                  <a:lnTo>
                    <a:pt x="750886" y="882779"/>
                  </a:lnTo>
                  <a:lnTo>
                    <a:pt x="787962" y="854997"/>
                  </a:lnTo>
                  <a:lnTo>
                    <a:pt x="822163" y="823849"/>
                  </a:lnTo>
                  <a:lnTo>
                    <a:pt x="853247" y="789578"/>
                  </a:lnTo>
                  <a:lnTo>
                    <a:pt x="880972" y="752426"/>
                  </a:lnTo>
                  <a:lnTo>
                    <a:pt x="905096" y="712635"/>
                  </a:lnTo>
                  <a:lnTo>
                    <a:pt x="925376" y="670449"/>
                  </a:lnTo>
                  <a:lnTo>
                    <a:pt x="941571" y="626110"/>
                  </a:lnTo>
                  <a:lnTo>
                    <a:pt x="953439" y="579860"/>
                  </a:lnTo>
                  <a:lnTo>
                    <a:pt x="960737" y="531943"/>
                  </a:lnTo>
                  <a:lnTo>
                    <a:pt x="963223" y="482600"/>
                  </a:lnTo>
                  <a:lnTo>
                    <a:pt x="960737" y="433256"/>
                  </a:lnTo>
                  <a:lnTo>
                    <a:pt x="953439" y="385338"/>
                  </a:lnTo>
                  <a:lnTo>
                    <a:pt x="941571" y="339089"/>
                  </a:lnTo>
                  <a:lnTo>
                    <a:pt x="925376" y="294749"/>
                  </a:lnTo>
                  <a:lnTo>
                    <a:pt x="905096" y="252563"/>
                  </a:lnTo>
                  <a:lnTo>
                    <a:pt x="880972" y="212773"/>
                  </a:lnTo>
                  <a:lnTo>
                    <a:pt x="853247" y="175621"/>
                  </a:lnTo>
                  <a:lnTo>
                    <a:pt x="822163" y="141349"/>
                  </a:lnTo>
                  <a:lnTo>
                    <a:pt x="787962" y="110202"/>
                  </a:lnTo>
                  <a:lnTo>
                    <a:pt x="750886" y="82420"/>
                  </a:lnTo>
                  <a:lnTo>
                    <a:pt x="711177" y="58247"/>
                  </a:lnTo>
                  <a:lnTo>
                    <a:pt x="669077" y="37924"/>
                  </a:lnTo>
                  <a:lnTo>
                    <a:pt x="624828" y="21696"/>
                  </a:lnTo>
                  <a:lnTo>
                    <a:pt x="578673" y="9804"/>
                  </a:lnTo>
                  <a:lnTo>
                    <a:pt x="530854" y="2491"/>
                  </a:lnTo>
                  <a:lnTo>
                    <a:pt x="481611"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7" name="object 57"/>
            <p:cNvSpPr/>
            <p:nvPr/>
          </p:nvSpPr>
          <p:spPr>
            <a:xfrm>
              <a:off x="10091646" y="6993262"/>
              <a:ext cx="963294" cy="965200"/>
            </a:xfrm>
            <a:custGeom>
              <a:avLst/>
              <a:gdLst/>
              <a:ahLst/>
              <a:cxnLst/>
              <a:rect l="l" t="t" r="r" b="b"/>
              <a:pathLst>
                <a:path w="963295" h="965200">
                  <a:moveTo>
                    <a:pt x="481612" y="965200"/>
                  </a:moveTo>
                  <a:lnTo>
                    <a:pt x="530854" y="962708"/>
                  </a:lnTo>
                  <a:lnTo>
                    <a:pt x="578673" y="955395"/>
                  </a:lnTo>
                  <a:lnTo>
                    <a:pt x="624828" y="943503"/>
                  </a:lnTo>
                  <a:lnTo>
                    <a:pt x="669077" y="927274"/>
                  </a:lnTo>
                  <a:lnTo>
                    <a:pt x="711176" y="906952"/>
                  </a:lnTo>
                  <a:lnTo>
                    <a:pt x="750885" y="882779"/>
                  </a:lnTo>
                  <a:lnTo>
                    <a:pt x="787962" y="854997"/>
                  </a:lnTo>
                  <a:lnTo>
                    <a:pt x="822163" y="823849"/>
                  </a:lnTo>
                  <a:lnTo>
                    <a:pt x="853247" y="789578"/>
                  </a:lnTo>
                  <a:lnTo>
                    <a:pt x="880972" y="752426"/>
                  </a:lnTo>
                  <a:lnTo>
                    <a:pt x="905096" y="712635"/>
                  </a:lnTo>
                  <a:lnTo>
                    <a:pt x="925376" y="670449"/>
                  </a:lnTo>
                  <a:lnTo>
                    <a:pt x="941571" y="626110"/>
                  </a:lnTo>
                  <a:lnTo>
                    <a:pt x="953439" y="579860"/>
                  </a:lnTo>
                  <a:lnTo>
                    <a:pt x="960737" y="531943"/>
                  </a:lnTo>
                  <a:lnTo>
                    <a:pt x="963224" y="482600"/>
                  </a:lnTo>
                  <a:lnTo>
                    <a:pt x="960737" y="433256"/>
                  </a:lnTo>
                  <a:lnTo>
                    <a:pt x="953439" y="385339"/>
                  </a:lnTo>
                  <a:lnTo>
                    <a:pt x="941571" y="339089"/>
                  </a:lnTo>
                  <a:lnTo>
                    <a:pt x="925376" y="294750"/>
                  </a:lnTo>
                  <a:lnTo>
                    <a:pt x="905096" y="252564"/>
                  </a:lnTo>
                  <a:lnTo>
                    <a:pt x="880972" y="212773"/>
                  </a:lnTo>
                  <a:lnTo>
                    <a:pt x="853247" y="175621"/>
                  </a:lnTo>
                  <a:lnTo>
                    <a:pt x="822163" y="141350"/>
                  </a:lnTo>
                  <a:lnTo>
                    <a:pt x="787962" y="110202"/>
                  </a:lnTo>
                  <a:lnTo>
                    <a:pt x="750885" y="82420"/>
                  </a:lnTo>
                  <a:lnTo>
                    <a:pt x="711176" y="58247"/>
                  </a:lnTo>
                  <a:lnTo>
                    <a:pt x="669077" y="37925"/>
                  </a:lnTo>
                  <a:lnTo>
                    <a:pt x="624828" y="21696"/>
                  </a:lnTo>
                  <a:lnTo>
                    <a:pt x="578673" y="9804"/>
                  </a:lnTo>
                  <a:lnTo>
                    <a:pt x="530854" y="2491"/>
                  </a:lnTo>
                  <a:lnTo>
                    <a:pt x="481612" y="0"/>
                  </a:lnTo>
                  <a:lnTo>
                    <a:pt x="432370" y="2491"/>
                  </a:lnTo>
                  <a:lnTo>
                    <a:pt x="384550" y="9804"/>
                  </a:lnTo>
                  <a:lnTo>
                    <a:pt x="338395" y="21696"/>
                  </a:lnTo>
                  <a:lnTo>
                    <a:pt x="294146" y="37925"/>
                  </a:lnTo>
                  <a:lnTo>
                    <a:pt x="252047" y="58247"/>
                  </a:lnTo>
                  <a:lnTo>
                    <a:pt x="212338" y="82420"/>
                  </a:lnTo>
                  <a:lnTo>
                    <a:pt x="175262" y="110202"/>
                  </a:lnTo>
                  <a:lnTo>
                    <a:pt x="141060" y="141350"/>
                  </a:lnTo>
                  <a:lnTo>
                    <a:pt x="109976" y="175621"/>
                  </a:lnTo>
                  <a:lnTo>
                    <a:pt x="82251" y="212773"/>
                  </a:lnTo>
                  <a:lnTo>
                    <a:pt x="58127" y="252564"/>
                  </a:lnTo>
                  <a:lnTo>
                    <a:pt x="37847" y="294750"/>
                  </a:lnTo>
                  <a:lnTo>
                    <a:pt x="21652" y="339089"/>
                  </a:lnTo>
                  <a:lnTo>
                    <a:pt x="9784" y="385339"/>
                  </a:lnTo>
                  <a:lnTo>
                    <a:pt x="2486" y="433256"/>
                  </a:lnTo>
                  <a:lnTo>
                    <a:pt x="0" y="482600"/>
                  </a:lnTo>
                  <a:lnTo>
                    <a:pt x="2486" y="531943"/>
                  </a:lnTo>
                  <a:lnTo>
                    <a:pt x="9784" y="579860"/>
                  </a:lnTo>
                  <a:lnTo>
                    <a:pt x="21652" y="626110"/>
                  </a:lnTo>
                  <a:lnTo>
                    <a:pt x="37847" y="670449"/>
                  </a:lnTo>
                  <a:lnTo>
                    <a:pt x="58127" y="712635"/>
                  </a:lnTo>
                  <a:lnTo>
                    <a:pt x="82251" y="752426"/>
                  </a:lnTo>
                  <a:lnTo>
                    <a:pt x="109976" y="789578"/>
                  </a:lnTo>
                  <a:lnTo>
                    <a:pt x="141060" y="823849"/>
                  </a:lnTo>
                  <a:lnTo>
                    <a:pt x="175262" y="854997"/>
                  </a:lnTo>
                  <a:lnTo>
                    <a:pt x="212338" y="882779"/>
                  </a:lnTo>
                  <a:lnTo>
                    <a:pt x="252047" y="906952"/>
                  </a:lnTo>
                  <a:lnTo>
                    <a:pt x="294146" y="927274"/>
                  </a:lnTo>
                  <a:lnTo>
                    <a:pt x="338395" y="943503"/>
                  </a:lnTo>
                  <a:lnTo>
                    <a:pt x="384550" y="955395"/>
                  </a:lnTo>
                  <a:lnTo>
                    <a:pt x="432370" y="962708"/>
                  </a:lnTo>
                  <a:lnTo>
                    <a:pt x="481612" y="965200"/>
                  </a:lnTo>
                  <a:close/>
                </a:path>
              </a:pathLst>
            </a:custGeom>
            <a:ln w="127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58" name="object 58"/>
          <p:cNvGrpSpPr/>
          <p:nvPr/>
        </p:nvGrpSpPr>
        <p:grpSpPr>
          <a:xfrm>
            <a:off x="4709411" y="3621566"/>
            <a:ext cx="234633" cy="234950"/>
            <a:chOff x="9418822" y="7243131"/>
            <a:chExt cx="469265" cy="469900"/>
          </a:xfrm>
        </p:grpSpPr>
        <p:sp>
          <p:nvSpPr>
            <p:cNvPr id="59" name="object 59"/>
            <p:cNvSpPr/>
            <p:nvPr/>
          </p:nvSpPr>
          <p:spPr>
            <a:xfrm>
              <a:off x="9425172" y="7249481"/>
              <a:ext cx="456565" cy="457200"/>
            </a:xfrm>
            <a:custGeom>
              <a:avLst/>
              <a:gdLst/>
              <a:ahLst/>
              <a:cxnLst/>
              <a:rect l="l" t="t" r="r" b="b"/>
              <a:pathLst>
                <a:path w="456565" h="457200">
                  <a:moveTo>
                    <a:pt x="228131" y="0"/>
                  </a:moveTo>
                  <a:lnTo>
                    <a:pt x="182154" y="4644"/>
                  </a:lnTo>
                  <a:lnTo>
                    <a:pt x="139332" y="17964"/>
                  </a:lnTo>
                  <a:lnTo>
                    <a:pt x="100580" y="39041"/>
                  </a:lnTo>
                  <a:lnTo>
                    <a:pt x="66817" y="66955"/>
                  </a:lnTo>
                  <a:lnTo>
                    <a:pt x="38961" y="100787"/>
                  </a:lnTo>
                  <a:lnTo>
                    <a:pt x="17927" y="139618"/>
                  </a:lnTo>
                  <a:lnTo>
                    <a:pt x="4634" y="182529"/>
                  </a:lnTo>
                  <a:lnTo>
                    <a:pt x="0" y="228600"/>
                  </a:lnTo>
                  <a:lnTo>
                    <a:pt x="4634" y="274670"/>
                  </a:lnTo>
                  <a:lnTo>
                    <a:pt x="17927" y="317581"/>
                  </a:lnTo>
                  <a:lnTo>
                    <a:pt x="38961" y="356412"/>
                  </a:lnTo>
                  <a:lnTo>
                    <a:pt x="66817" y="390244"/>
                  </a:lnTo>
                  <a:lnTo>
                    <a:pt x="100580" y="418158"/>
                  </a:lnTo>
                  <a:lnTo>
                    <a:pt x="139332" y="439235"/>
                  </a:lnTo>
                  <a:lnTo>
                    <a:pt x="182154" y="452555"/>
                  </a:lnTo>
                  <a:lnTo>
                    <a:pt x="228131" y="457200"/>
                  </a:lnTo>
                  <a:lnTo>
                    <a:pt x="274108" y="452555"/>
                  </a:lnTo>
                  <a:lnTo>
                    <a:pt x="316930" y="439235"/>
                  </a:lnTo>
                  <a:lnTo>
                    <a:pt x="355682" y="418158"/>
                  </a:lnTo>
                  <a:lnTo>
                    <a:pt x="389445" y="390244"/>
                  </a:lnTo>
                  <a:lnTo>
                    <a:pt x="417302" y="356412"/>
                  </a:lnTo>
                  <a:lnTo>
                    <a:pt x="438336" y="317581"/>
                  </a:lnTo>
                  <a:lnTo>
                    <a:pt x="451629" y="274670"/>
                  </a:lnTo>
                  <a:lnTo>
                    <a:pt x="456264" y="228600"/>
                  </a:lnTo>
                  <a:lnTo>
                    <a:pt x="451629" y="182529"/>
                  </a:lnTo>
                  <a:lnTo>
                    <a:pt x="438336" y="139618"/>
                  </a:lnTo>
                  <a:lnTo>
                    <a:pt x="417302" y="100787"/>
                  </a:lnTo>
                  <a:lnTo>
                    <a:pt x="389445" y="66955"/>
                  </a:lnTo>
                  <a:lnTo>
                    <a:pt x="355682" y="39041"/>
                  </a:lnTo>
                  <a:lnTo>
                    <a:pt x="316930" y="17964"/>
                  </a:lnTo>
                  <a:lnTo>
                    <a:pt x="274108" y="4644"/>
                  </a:lnTo>
                  <a:lnTo>
                    <a:pt x="228131"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0" name="object 60"/>
            <p:cNvSpPr/>
            <p:nvPr/>
          </p:nvSpPr>
          <p:spPr>
            <a:xfrm>
              <a:off x="9425172" y="7249481"/>
              <a:ext cx="456565" cy="457200"/>
            </a:xfrm>
            <a:custGeom>
              <a:avLst/>
              <a:gdLst/>
              <a:ahLst/>
              <a:cxnLst/>
              <a:rect l="l" t="t" r="r" b="b"/>
              <a:pathLst>
                <a:path w="456565" h="457200">
                  <a:moveTo>
                    <a:pt x="228132" y="457200"/>
                  </a:moveTo>
                  <a:lnTo>
                    <a:pt x="274108" y="452555"/>
                  </a:lnTo>
                  <a:lnTo>
                    <a:pt x="316931" y="439235"/>
                  </a:lnTo>
                  <a:lnTo>
                    <a:pt x="355682" y="418158"/>
                  </a:lnTo>
                  <a:lnTo>
                    <a:pt x="389445" y="390244"/>
                  </a:lnTo>
                  <a:lnTo>
                    <a:pt x="417302" y="356412"/>
                  </a:lnTo>
                  <a:lnTo>
                    <a:pt x="438336" y="317581"/>
                  </a:lnTo>
                  <a:lnTo>
                    <a:pt x="451629" y="274670"/>
                  </a:lnTo>
                  <a:lnTo>
                    <a:pt x="456264" y="228600"/>
                  </a:lnTo>
                  <a:lnTo>
                    <a:pt x="451629" y="182529"/>
                  </a:lnTo>
                  <a:lnTo>
                    <a:pt x="438336" y="139618"/>
                  </a:lnTo>
                  <a:lnTo>
                    <a:pt x="417302" y="100787"/>
                  </a:lnTo>
                  <a:lnTo>
                    <a:pt x="389445" y="66955"/>
                  </a:lnTo>
                  <a:lnTo>
                    <a:pt x="355682" y="39041"/>
                  </a:lnTo>
                  <a:lnTo>
                    <a:pt x="316931" y="17964"/>
                  </a:lnTo>
                  <a:lnTo>
                    <a:pt x="274108" y="4644"/>
                  </a:lnTo>
                  <a:lnTo>
                    <a:pt x="228132" y="0"/>
                  </a:lnTo>
                  <a:lnTo>
                    <a:pt x="182155" y="4644"/>
                  </a:lnTo>
                  <a:lnTo>
                    <a:pt x="139332" y="17964"/>
                  </a:lnTo>
                  <a:lnTo>
                    <a:pt x="100581" y="39041"/>
                  </a:lnTo>
                  <a:lnTo>
                    <a:pt x="66818" y="66955"/>
                  </a:lnTo>
                  <a:lnTo>
                    <a:pt x="38961" y="100787"/>
                  </a:lnTo>
                  <a:lnTo>
                    <a:pt x="17927" y="139618"/>
                  </a:lnTo>
                  <a:lnTo>
                    <a:pt x="4634" y="182529"/>
                  </a:lnTo>
                  <a:lnTo>
                    <a:pt x="0" y="228600"/>
                  </a:lnTo>
                  <a:lnTo>
                    <a:pt x="4634" y="274670"/>
                  </a:lnTo>
                  <a:lnTo>
                    <a:pt x="17927" y="317581"/>
                  </a:lnTo>
                  <a:lnTo>
                    <a:pt x="38961" y="356412"/>
                  </a:lnTo>
                  <a:lnTo>
                    <a:pt x="66818" y="390244"/>
                  </a:lnTo>
                  <a:lnTo>
                    <a:pt x="100581" y="418158"/>
                  </a:lnTo>
                  <a:lnTo>
                    <a:pt x="139332" y="439235"/>
                  </a:lnTo>
                  <a:lnTo>
                    <a:pt x="182155" y="452555"/>
                  </a:lnTo>
                  <a:lnTo>
                    <a:pt x="228132" y="457200"/>
                  </a:lnTo>
                  <a:close/>
                </a:path>
              </a:pathLst>
            </a:custGeom>
            <a:ln w="12699">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61" name="object 61"/>
          <p:cNvSpPr/>
          <p:nvPr/>
        </p:nvSpPr>
        <p:spPr>
          <a:xfrm>
            <a:off x="2216150" y="3524250"/>
            <a:ext cx="1283653" cy="184150"/>
          </a:xfrm>
          <a:custGeom>
            <a:avLst/>
            <a:gdLst/>
            <a:ahLst/>
            <a:cxnLst/>
            <a:rect l="l" t="t" r="r" b="b"/>
            <a:pathLst>
              <a:path w="2567304" h="368300">
                <a:moveTo>
                  <a:pt x="2223890" y="0"/>
                </a:moveTo>
                <a:lnTo>
                  <a:pt x="2220480" y="0"/>
                </a:lnTo>
                <a:lnTo>
                  <a:pt x="2218584" y="80"/>
                </a:lnTo>
                <a:lnTo>
                  <a:pt x="2198509" y="152400"/>
                </a:lnTo>
                <a:lnTo>
                  <a:pt x="31750" y="152400"/>
                </a:lnTo>
                <a:lnTo>
                  <a:pt x="19391" y="154895"/>
                </a:lnTo>
                <a:lnTo>
                  <a:pt x="9299" y="161699"/>
                </a:lnTo>
                <a:lnTo>
                  <a:pt x="2495" y="171791"/>
                </a:lnTo>
                <a:lnTo>
                  <a:pt x="0" y="184150"/>
                </a:lnTo>
                <a:lnTo>
                  <a:pt x="2495" y="196508"/>
                </a:lnTo>
                <a:lnTo>
                  <a:pt x="9299" y="206600"/>
                </a:lnTo>
                <a:lnTo>
                  <a:pt x="19391" y="213404"/>
                </a:lnTo>
                <a:lnTo>
                  <a:pt x="31750" y="215900"/>
                </a:lnTo>
                <a:lnTo>
                  <a:pt x="2198509" y="215900"/>
                </a:lnTo>
                <a:lnTo>
                  <a:pt x="2198510" y="349736"/>
                </a:lnTo>
                <a:lnTo>
                  <a:pt x="2221884" y="368256"/>
                </a:lnTo>
                <a:lnTo>
                  <a:pt x="2230305" y="365975"/>
                </a:lnTo>
                <a:lnTo>
                  <a:pt x="2558914" y="201672"/>
                </a:lnTo>
                <a:lnTo>
                  <a:pt x="2562360" y="198224"/>
                </a:lnTo>
                <a:lnTo>
                  <a:pt x="2564486" y="193972"/>
                </a:lnTo>
                <a:lnTo>
                  <a:pt x="2566767" y="185551"/>
                </a:lnTo>
                <a:lnTo>
                  <a:pt x="2565679" y="177200"/>
                </a:lnTo>
                <a:lnTo>
                  <a:pt x="2561538" y="169866"/>
                </a:lnTo>
                <a:lnTo>
                  <a:pt x="2554662" y="164498"/>
                </a:lnTo>
                <a:lnTo>
                  <a:pt x="2227254" y="793"/>
                </a:lnTo>
                <a:lnTo>
                  <a:pt x="222389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62" name="object 62"/>
          <p:cNvGrpSpPr/>
          <p:nvPr/>
        </p:nvGrpSpPr>
        <p:grpSpPr>
          <a:xfrm>
            <a:off x="1647825" y="4695825"/>
            <a:ext cx="1117600" cy="1073150"/>
            <a:chOff x="3295650" y="9391650"/>
            <a:chExt cx="2235200" cy="2146300"/>
          </a:xfrm>
        </p:grpSpPr>
        <p:sp>
          <p:nvSpPr>
            <p:cNvPr id="63" name="object 63"/>
            <p:cNvSpPr/>
            <p:nvPr/>
          </p:nvSpPr>
          <p:spPr>
            <a:xfrm>
              <a:off x="3746500" y="9398000"/>
              <a:ext cx="1308100" cy="1320800"/>
            </a:xfrm>
            <a:custGeom>
              <a:avLst/>
              <a:gdLst/>
              <a:ahLst/>
              <a:cxnLst/>
              <a:rect l="l" t="t" r="r" b="b"/>
              <a:pathLst>
                <a:path w="1308100" h="1320800">
                  <a:moveTo>
                    <a:pt x="654050" y="0"/>
                  </a:moveTo>
                  <a:lnTo>
                    <a:pt x="605237" y="1811"/>
                  </a:lnTo>
                  <a:lnTo>
                    <a:pt x="557399" y="7160"/>
                  </a:lnTo>
                  <a:lnTo>
                    <a:pt x="510661" y="15919"/>
                  </a:lnTo>
                  <a:lnTo>
                    <a:pt x="465151" y="27960"/>
                  </a:lnTo>
                  <a:lnTo>
                    <a:pt x="420995" y="43156"/>
                  </a:lnTo>
                  <a:lnTo>
                    <a:pt x="378318" y="61379"/>
                  </a:lnTo>
                  <a:lnTo>
                    <a:pt x="337249" y="82501"/>
                  </a:lnTo>
                  <a:lnTo>
                    <a:pt x="297912" y="106394"/>
                  </a:lnTo>
                  <a:lnTo>
                    <a:pt x="260435" y="132931"/>
                  </a:lnTo>
                  <a:lnTo>
                    <a:pt x="224944" y="161985"/>
                  </a:lnTo>
                  <a:lnTo>
                    <a:pt x="191566" y="193426"/>
                  </a:lnTo>
                  <a:lnTo>
                    <a:pt x="160427" y="227129"/>
                  </a:lnTo>
                  <a:lnTo>
                    <a:pt x="131653" y="262964"/>
                  </a:lnTo>
                  <a:lnTo>
                    <a:pt x="105371" y="300805"/>
                  </a:lnTo>
                  <a:lnTo>
                    <a:pt x="81707" y="340523"/>
                  </a:lnTo>
                  <a:lnTo>
                    <a:pt x="60788" y="381992"/>
                  </a:lnTo>
                  <a:lnTo>
                    <a:pt x="42741" y="425082"/>
                  </a:lnTo>
                  <a:lnTo>
                    <a:pt x="27691" y="469667"/>
                  </a:lnTo>
                  <a:lnTo>
                    <a:pt x="15766" y="515619"/>
                  </a:lnTo>
                  <a:lnTo>
                    <a:pt x="7091" y="562810"/>
                  </a:lnTo>
                  <a:lnTo>
                    <a:pt x="1793" y="611113"/>
                  </a:lnTo>
                  <a:lnTo>
                    <a:pt x="0" y="660400"/>
                  </a:lnTo>
                  <a:lnTo>
                    <a:pt x="1793" y="709686"/>
                  </a:lnTo>
                  <a:lnTo>
                    <a:pt x="7091" y="757989"/>
                  </a:lnTo>
                  <a:lnTo>
                    <a:pt x="15766" y="805180"/>
                  </a:lnTo>
                  <a:lnTo>
                    <a:pt x="27691" y="851132"/>
                  </a:lnTo>
                  <a:lnTo>
                    <a:pt x="42741" y="895717"/>
                  </a:lnTo>
                  <a:lnTo>
                    <a:pt x="60788" y="938807"/>
                  </a:lnTo>
                  <a:lnTo>
                    <a:pt x="81707" y="980276"/>
                  </a:lnTo>
                  <a:lnTo>
                    <a:pt x="105371" y="1019994"/>
                  </a:lnTo>
                  <a:lnTo>
                    <a:pt x="131653" y="1057835"/>
                  </a:lnTo>
                  <a:lnTo>
                    <a:pt x="160427" y="1093670"/>
                  </a:lnTo>
                  <a:lnTo>
                    <a:pt x="191566" y="1127373"/>
                  </a:lnTo>
                  <a:lnTo>
                    <a:pt x="224944" y="1158814"/>
                  </a:lnTo>
                  <a:lnTo>
                    <a:pt x="260435" y="1187868"/>
                  </a:lnTo>
                  <a:lnTo>
                    <a:pt x="297912" y="1214405"/>
                  </a:lnTo>
                  <a:lnTo>
                    <a:pt x="337249" y="1238298"/>
                  </a:lnTo>
                  <a:lnTo>
                    <a:pt x="378318" y="1259420"/>
                  </a:lnTo>
                  <a:lnTo>
                    <a:pt x="420995" y="1277643"/>
                  </a:lnTo>
                  <a:lnTo>
                    <a:pt x="465151" y="1292839"/>
                  </a:lnTo>
                  <a:lnTo>
                    <a:pt x="510661" y="1304880"/>
                  </a:lnTo>
                  <a:lnTo>
                    <a:pt x="557399" y="1313639"/>
                  </a:lnTo>
                  <a:lnTo>
                    <a:pt x="605237" y="1318988"/>
                  </a:lnTo>
                  <a:lnTo>
                    <a:pt x="654050" y="1320800"/>
                  </a:lnTo>
                  <a:lnTo>
                    <a:pt x="702862" y="1318988"/>
                  </a:lnTo>
                  <a:lnTo>
                    <a:pt x="750700" y="1313639"/>
                  </a:lnTo>
                  <a:lnTo>
                    <a:pt x="797438" y="1304880"/>
                  </a:lnTo>
                  <a:lnTo>
                    <a:pt x="842948" y="1292839"/>
                  </a:lnTo>
                  <a:lnTo>
                    <a:pt x="887104" y="1277643"/>
                  </a:lnTo>
                  <a:lnTo>
                    <a:pt x="929781" y="1259420"/>
                  </a:lnTo>
                  <a:lnTo>
                    <a:pt x="970850" y="1238298"/>
                  </a:lnTo>
                  <a:lnTo>
                    <a:pt x="1010187" y="1214405"/>
                  </a:lnTo>
                  <a:lnTo>
                    <a:pt x="1047664" y="1187868"/>
                  </a:lnTo>
                  <a:lnTo>
                    <a:pt x="1083155" y="1158814"/>
                  </a:lnTo>
                  <a:lnTo>
                    <a:pt x="1116533" y="1127373"/>
                  </a:lnTo>
                  <a:lnTo>
                    <a:pt x="1147672" y="1093670"/>
                  </a:lnTo>
                  <a:lnTo>
                    <a:pt x="1176446" y="1057835"/>
                  </a:lnTo>
                  <a:lnTo>
                    <a:pt x="1202728" y="1019994"/>
                  </a:lnTo>
                  <a:lnTo>
                    <a:pt x="1226392" y="980276"/>
                  </a:lnTo>
                  <a:lnTo>
                    <a:pt x="1247311" y="938807"/>
                  </a:lnTo>
                  <a:lnTo>
                    <a:pt x="1265358" y="895717"/>
                  </a:lnTo>
                  <a:lnTo>
                    <a:pt x="1280408" y="851132"/>
                  </a:lnTo>
                  <a:lnTo>
                    <a:pt x="1292333" y="805180"/>
                  </a:lnTo>
                  <a:lnTo>
                    <a:pt x="1301008" y="757989"/>
                  </a:lnTo>
                  <a:lnTo>
                    <a:pt x="1306306" y="709686"/>
                  </a:lnTo>
                  <a:lnTo>
                    <a:pt x="1308100" y="660400"/>
                  </a:lnTo>
                  <a:lnTo>
                    <a:pt x="1306306" y="611113"/>
                  </a:lnTo>
                  <a:lnTo>
                    <a:pt x="1301008" y="562810"/>
                  </a:lnTo>
                  <a:lnTo>
                    <a:pt x="1292333" y="515619"/>
                  </a:lnTo>
                  <a:lnTo>
                    <a:pt x="1280408" y="469667"/>
                  </a:lnTo>
                  <a:lnTo>
                    <a:pt x="1265358" y="425082"/>
                  </a:lnTo>
                  <a:lnTo>
                    <a:pt x="1247311" y="381992"/>
                  </a:lnTo>
                  <a:lnTo>
                    <a:pt x="1226392" y="340523"/>
                  </a:lnTo>
                  <a:lnTo>
                    <a:pt x="1202728" y="300805"/>
                  </a:lnTo>
                  <a:lnTo>
                    <a:pt x="1176446" y="262964"/>
                  </a:lnTo>
                  <a:lnTo>
                    <a:pt x="1147672" y="227129"/>
                  </a:lnTo>
                  <a:lnTo>
                    <a:pt x="1116533" y="193426"/>
                  </a:lnTo>
                  <a:lnTo>
                    <a:pt x="1083155" y="161985"/>
                  </a:lnTo>
                  <a:lnTo>
                    <a:pt x="1047664" y="132931"/>
                  </a:lnTo>
                  <a:lnTo>
                    <a:pt x="1010187" y="106394"/>
                  </a:lnTo>
                  <a:lnTo>
                    <a:pt x="970850" y="82501"/>
                  </a:lnTo>
                  <a:lnTo>
                    <a:pt x="929781" y="61379"/>
                  </a:lnTo>
                  <a:lnTo>
                    <a:pt x="887104" y="43156"/>
                  </a:lnTo>
                  <a:lnTo>
                    <a:pt x="842948" y="27960"/>
                  </a:lnTo>
                  <a:lnTo>
                    <a:pt x="797438" y="15919"/>
                  </a:lnTo>
                  <a:lnTo>
                    <a:pt x="750700" y="7160"/>
                  </a:lnTo>
                  <a:lnTo>
                    <a:pt x="702862" y="1811"/>
                  </a:lnTo>
                  <a:lnTo>
                    <a:pt x="654050"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4" name="object 64"/>
            <p:cNvSpPr/>
            <p:nvPr/>
          </p:nvSpPr>
          <p:spPr>
            <a:xfrm>
              <a:off x="3746500" y="9398000"/>
              <a:ext cx="1308100" cy="1320800"/>
            </a:xfrm>
            <a:custGeom>
              <a:avLst/>
              <a:gdLst/>
              <a:ahLst/>
              <a:cxnLst/>
              <a:rect l="l" t="t" r="r" b="b"/>
              <a:pathLst>
                <a:path w="1308100" h="1320800">
                  <a:moveTo>
                    <a:pt x="654050" y="1320800"/>
                  </a:moveTo>
                  <a:lnTo>
                    <a:pt x="702862" y="1318988"/>
                  </a:lnTo>
                  <a:lnTo>
                    <a:pt x="750700" y="1313639"/>
                  </a:lnTo>
                  <a:lnTo>
                    <a:pt x="797438" y="1304880"/>
                  </a:lnTo>
                  <a:lnTo>
                    <a:pt x="842948" y="1292839"/>
                  </a:lnTo>
                  <a:lnTo>
                    <a:pt x="887104" y="1277643"/>
                  </a:lnTo>
                  <a:lnTo>
                    <a:pt x="929780" y="1259420"/>
                  </a:lnTo>
                  <a:lnTo>
                    <a:pt x="970850" y="1238298"/>
                  </a:lnTo>
                  <a:lnTo>
                    <a:pt x="1010187" y="1214405"/>
                  </a:lnTo>
                  <a:lnTo>
                    <a:pt x="1047663" y="1187868"/>
                  </a:lnTo>
                  <a:lnTo>
                    <a:pt x="1083154" y="1158815"/>
                  </a:lnTo>
                  <a:lnTo>
                    <a:pt x="1116533" y="1127373"/>
                  </a:lnTo>
                  <a:lnTo>
                    <a:pt x="1147672" y="1093670"/>
                  </a:lnTo>
                  <a:lnTo>
                    <a:pt x="1176446" y="1057835"/>
                  </a:lnTo>
                  <a:lnTo>
                    <a:pt x="1202728" y="1019994"/>
                  </a:lnTo>
                  <a:lnTo>
                    <a:pt x="1226392" y="980276"/>
                  </a:lnTo>
                  <a:lnTo>
                    <a:pt x="1247310" y="938807"/>
                  </a:lnTo>
                  <a:lnTo>
                    <a:pt x="1265358" y="895717"/>
                  </a:lnTo>
                  <a:lnTo>
                    <a:pt x="1280408" y="851132"/>
                  </a:lnTo>
                  <a:lnTo>
                    <a:pt x="1292333" y="805180"/>
                  </a:lnTo>
                  <a:lnTo>
                    <a:pt x="1301008" y="757989"/>
                  </a:lnTo>
                  <a:lnTo>
                    <a:pt x="1306306" y="709686"/>
                  </a:lnTo>
                  <a:lnTo>
                    <a:pt x="1308100" y="660400"/>
                  </a:lnTo>
                  <a:lnTo>
                    <a:pt x="1306306" y="611113"/>
                  </a:lnTo>
                  <a:lnTo>
                    <a:pt x="1301008" y="562810"/>
                  </a:lnTo>
                  <a:lnTo>
                    <a:pt x="1292333" y="515619"/>
                  </a:lnTo>
                  <a:lnTo>
                    <a:pt x="1280408" y="469667"/>
                  </a:lnTo>
                  <a:lnTo>
                    <a:pt x="1265358" y="425082"/>
                  </a:lnTo>
                  <a:lnTo>
                    <a:pt x="1247310" y="381992"/>
                  </a:lnTo>
                  <a:lnTo>
                    <a:pt x="1226392" y="340523"/>
                  </a:lnTo>
                  <a:lnTo>
                    <a:pt x="1202728" y="300805"/>
                  </a:lnTo>
                  <a:lnTo>
                    <a:pt x="1176446" y="262964"/>
                  </a:lnTo>
                  <a:lnTo>
                    <a:pt x="1147672" y="227129"/>
                  </a:lnTo>
                  <a:lnTo>
                    <a:pt x="1116533" y="193426"/>
                  </a:lnTo>
                  <a:lnTo>
                    <a:pt x="1083154" y="161984"/>
                  </a:lnTo>
                  <a:lnTo>
                    <a:pt x="1047663" y="132931"/>
                  </a:lnTo>
                  <a:lnTo>
                    <a:pt x="1010187" y="106394"/>
                  </a:lnTo>
                  <a:lnTo>
                    <a:pt x="970850" y="82501"/>
                  </a:lnTo>
                  <a:lnTo>
                    <a:pt x="929780" y="61379"/>
                  </a:lnTo>
                  <a:lnTo>
                    <a:pt x="887104" y="43156"/>
                  </a:lnTo>
                  <a:lnTo>
                    <a:pt x="842948" y="27960"/>
                  </a:lnTo>
                  <a:lnTo>
                    <a:pt x="797438" y="15919"/>
                  </a:lnTo>
                  <a:lnTo>
                    <a:pt x="750700" y="7160"/>
                  </a:lnTo>
                  <a:lnTo>
                    <a:pt x="702862" y="1811"/>
                  </a:lnTo>
                  <a:lnTo>
                    <a:pt x="654050" y="0"/>
                  </a:lnTo>
                  <a:lnTo>
                    <a:pt x="605237" y="1811"/>
                  </a:lnTo>
                  <a:lnTo>
                    <a:pt x="557399" y="7160"/>
                  </a:lnTo>
                  <a:lnTo>
                    <a:pt x="510661" y="15919"/>
                  </a:lnTo>
                  <a:lnTo>
                    <a:pt x="465151" y="27960"/>
                  </a:lnTo>
                  <a:lnTo>
                    <a:pt x="420995" y="43156"/>
                  </a:lnTo>
                  <a:lnTo>
                    <a:pt x="378319" y="61379"/>
                  </a:lnTo>
                  <a:lnTo>
                    <a:pt x="337249" y="82501"/>
                  </a:lnTo>
                  <a:lnTo>
                    <a:pt x="297912" y="106394"/>
                  </a:lnTo>
                  <a:lnTo>
                    <a:pt x="260436" y="132931"/>
                  </a:lnTo>
                  <a:lnTo>
                    <a:pt x="224945" y="161984"/>
                  </a:lnTo>
                  <a:lnTo>
                    <a:pt x="191566" y="193426"/>
                  </a:lnTo>
                  <a:lnTo>
                    <a:pt x="160427" y="227129"/>
                  </a:lnTo>
                  <a:lnTo>
                    <a:pt x="131653" y="262964"/>
                  </a:lnTo>
                  <a:lnTo>
                    <a:pt x="105371" y="300805"/>
                  </a:lnTo>
                  <a:lnTo>
                    <a:pt x="81707" y="340523"/>
                  </a:lnTo>
                  <a:lnTo>
                    <a:pt x="60789" y="381992"/>
                  </a:lnTo>
                  <a:lnTo>
                    <a:pt x="42741" y="425082"/>
                  </a:lnTo>
                  <a:lnTo>
                    <a:pt x="27691" y="469667"/>
                  </a:lnTo>
                  <a:lnTo>
                    <a:pt x="15766" y="515619"/>
                  </a:lnTo>
                  <a:lnTo>
                    <a:pt x="7091" y="562810"/>
                  </a:lnTo>
                  <a:lnTo>
                    <a:pt x="1793" y="611113"/>
                  </a:lnTo>
                  <a:lnTo>
                    <a:pt x="0" y="660400"/>
                  </a:lnTo>
                  <a:lnTo>
                    <a:pt x="1793" y="709686"/>
                  </a:lnTo>
                  <a:lnTo>
                    <a:pt x="7091" y="757989"/>
                  </a:lnTo>
                  <a:lnTo>
                    <a:pt x="15766" y="805180"/>
                  </a:lnTo>
                  <a:lnTo>
                    <a:pt x="27691" y="851132"/>
                  </a:lnTo>
                  <a:lnTo>
                    <a:pt x="42741" y="895717"/>
                  </a:lnTo>
                  <a:lnTo>
                    <a:pt x="60789" y="938807"/>
                  </a:lnTo>
                  <a:lnTo>
                    <a:pt x="81707" y="980276"/>
                  </a:lnTo>
                  <a:lnTo>
                    <a:pt x="105371" y="1019994"/>
                  </a:lnTo>
                  <a:lnTo>
                    <a:pt x="131653" y="1057835"/>
                  </a:lnTo>
                  <a:lnTo>
                    <a:pt x="160427" y="1093670"/>
                  </a:lnTo>
                  <a:lnTo>
                    <a:pt x="191566" y="1127373"/>
                  </a:lnTo>
                  <a:lnTo>
                    <a:pt x="224945" y="1158815"/>
                  </a:lnTo>
                  <a:lnTo>
                    <a:pt x="260436" y="1187868"/>
                  </a:lnTo>
                  <a:lnTo>
                    <a:pt x="297912" y="1214405"/>
                  </a:lnTo>
                  <a:lnTo>
                    <a:pt x="337249" y="1238298"/>
                  </a:lnTo>
                  <a:lnTo>
                    <a:pt x="378319" y="1259420"/>
                  </a:lnTo>
                  <a:lnTo>
                    <a:pt x="420995" y="1277643"/>
                  </a:lnTo>
                  <a:lnTo>
                    <a:pt x="465151" y="1292839"/>
                  </a:lnTo>
                  <a:lnTo>
                    <a:pt x="510661" y="1304880"/>
                  </a:lnTo>
                  <a:lnTo>
                    <a:pt x="557399" y="1313639"/>
                  </a:lnTo>
                  <a:lnTo>
                    <a:pt x="605237" y="1318988"/>
                  </a:lnTo>
                  <a:lnTo>
                    <a:pt x="654050" y="1320800"/>
                  </a:lnTo>
                  <a:close/>
                </a:path>
              </a:pathLst>
            </a:custGeom>
            <a:ln w="127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5" name="object 65"/>
            <p:cNvSpPr/>
            <p:nvPr/>
          </p:nvSpPr>
          <p:spPr>
            <a:xfrm>
              <a:off x="4216400" y="10210800"/>
              <a:ext cx="1308100" cy="1320800"/>
            </a:xfrm>
            <a:custGeom>
              <a:avLst/>
              <a:gdLst/>
              <a:ahLst/>
              <a:cxnLst/>
              <a:rect l="l" t="t" r="r" b="b"/>
              <a:pathLst>
                <a:path w="1308100" h="1320800">
                  <a:moveTo>
                    <a:pt x="654050" y="0"/>
                  </a:moveTo>
                  <a:lnTo>
                    <a:pt x="605237" y="1811"/>
                  </a:lnTo>
                  <a:lnTo>
                    <a:pt x="557399" y="7160"/>
                  </a:lnTo>
                  <a:lnTo>
                    <a:pt x="510661" y="15919"/>
                  </a:lnTo>
                  <a:lnTo>
                    <a:pt x="465151" y="27960"/>
                  </a:lnTo>
                  <a:lnTo>
                    <a:pt x="420995" y="43156"/>
                  </a:lnTo>
                  <a:lnTo>
                    <a:pt x="378318" y="61379"/>
                  </a:lnTo>
                  <a:lnTo>
                    <a:pt x="337249" y="82501"/>
                  </a:lnTo>
                  <a:lnTo>
                    <a:pt x="297912" y="106394"/>
                  </a:lnTo>
                  <a:lnTo>
                    <a:pt x="260435" y="132931"/>
                  </a:lnTo>
                  <a:lnTo>
                    <a:pt x="224944" y="161985"/>
                  </a:lnTo>
                  <a:lnTo>
                    <a:pt x="191566" y="193426"/>
                  </a:lnTo>
                  <a:lnTo>
                    <a:pt x="160427" y="227129"/>
                  </a:lnTo>
                  <a:lnTo>
                    <a:pt x="131653" y="262964"/>
                  </a:lnTo>
                  <a:lnTo>
                    <a:pt x="105371" y="300805"/>
                  </a:lnTo>
                  <a:lnTo>
                    <a:pt x="81707" y="340523"/>
                  </a:lnTo>
                  <a:lnTo>
                    <a:pt x="60788" y="381992"/>
                  </a:lnTo>
                  <a:lnTo>
                    <a:pt x="42741" y="425082"/>
                  </a:lnTo>
                  <a:lnTo>
                    <a:pt x="27691" y="469667"/>
                  </a:lnTo>
                  <a:lnTo>
                    <a:pt x="15766" y="515619"/>
                  </a:lnTo>
                  <a:lnTo>
                    <a:pt x="7091" y="562810"/>
                  </a:lnTo>
                  <a:lnTo>
                    <a:pt x="1793" y="611113"/>
                  </a:lnTo>
                  <a:lnTo>
                    <a:pt x="0" y="660400"/>
                  </a:lnTo>
                  <a:lnTo>
                    <a:pt x="1793" y="709686"/>
                  </a:lnTo>
                  <a:lnTo>
                    <a:pt x="7091" y="757989"/>
                  </a:lnTo>
                  <a:lnTo>
                    <a:pt x="15766" y="805180"/>
                  </a:lnTo>
                  <a:lnTo>
                    <a:pt x="27691" y="851132"/>
                  </a:lnTo>
                  <a:lnTo>
                    <a:pt x="42741" y="895717"/>
                  </a:lnTo>
                  <a:lnTo>
                    <a:pt x="60788" y="938807"/>
                  </a:lnTo>
                  <a:lnTo>
                    <a:pt x="81707" y="980276"/>
                  </a:lnTo>
                  <a:lnTo>
                    <a:pt x="105371" y="1019994"/>
                  </a:lnTo>
                  <a:lnTo>
                    <a:pt x="131653" y="1057835"/>
                  </a:lnTo>
                  <a:lnTo>
                    <a:pt x="160427" y="1093670"/>
                  </a:lnTo>
                  <a:lnTo>
                    <a:pt x="191566" y="1127373"/>
                  </a:lnTo>
                  <a:lnTo>
                    <a:pt x="224944" y="1158814"/>
                  </a:lnTo>
                  <a:lnTo>
                    <a:pt x="260435" y="1187868"/>
                  </a:lnTo>
                  <a:lnTo>
                    <a:pt x="297912" y="1214405"/>
                  </a:lnTo>
                  <a:lnTo>
                    <a:pt x="337249" y="1238298"/>
                  </a:lnTo>
                  <a:lnTo>
                    <a:pt x="378318" y="1259420"/>
                  </a:lnTo>
                  <a:lnTo>
                    <a:pt x="420995" y="1277643"/>
                  </a:lnTo>
                  <a:lnTo>
                    <a:pt x="465151" y="1292839"/>
                  </a:lnTo>
                  <a:lnTo>
                    <a:pt x="510661" y="1304880"/>
                  </a:lnTo>
                  <a:lnTo>
                    <a:pt x="557399" y="1313639"/>
                  </a:lnTo>
                  <a:lnTo>
                    <a:pt x="605237" y="1318988"/>
                  </a:lnTo>
                  <a:lnTo>
                    <a:pt x="654050" y="1320800"/>
                  </a:lnTo>
                  <a:lnTo>
                    <a:pt x="702862" y="1318988"/>
                  </a:lnTo>
                  <a:lnTo>
                    <a:pt x="750700" y="1313639"/>
                  </a:lnTo>
                  <a:lnTo>
                    <a:pt x="797438" y="1304880"/>
                  </a:lnTo>
                  <a:lnTo>
                    <a:pt x="842948" y="1292839"/>
                  </a:lnTo>
                  <a:lnTo>
                    <a:pt x="887104" y="1277643"/>
                  </a:lnTo>
                  <a:lnTo>
                    <a:pt x="929781" y="1259420"/>
                  </a:lnTo>
                  <a:lnTo>
                    <a:pt x="970850" y="1238298"/>
                  </a:lnTo>
                  <a:lnTo>
                    <a:pt x="1010187" y="1214405"/>
                  </a:lnTo>
                  <a:lnTo>
                    <a:pt x="1047664" y="1187868"/>
                  </a:lnTo>
                  <a:lnTo>
                    <a:pt x="1083155" y="1158814"/>
                  </a:lnTo>
                  <a:lnTo>
                    <a:pt x="1116533" y="1127373"/>
                  </a:lnTo>
                  <a:lnTo>
                    <a:pt x="1147672" y="1093670"/>
                  </a:lnTo>
                  <a:lnTo>
                    <a:pt x="1176446" y="1057835"/>
                  </a:lnTo>
                  <a:lnTo>
                    <a:pt x="1202728" y="1019994"/>
                  </a:lnTo>
                  <a:lnTo>
                    <a:pt x="1226392" y="980276"/>
                  </a:lnTo>
                  <a:lnTo>
                    <a:pt x="1247311" y="938807"/>
                  </a:lnTo>
                  <a:lnTo>
                    <a:pt x="1265358" y="895717"/>
                  </a:lnTo>
                  <a:lnTo>
                    <a:pt x="1280408" y="851132"/>
                  </a:lnTo>
                  <a:lnTo>
                    <a:pt x="1292333" y="805180"/>
                  </a:lnTo>
                  <a:lnTo>
                    <a:pt x="1301008" y="757989"/>
                  </a:lnTo>
                  <a:lnTo>
                    <a:pt x="1306306" y="709686"/>
                  </a:lnTo>
                  <a:lnTo>
                    <a:pt x="1308100" y="660400"/>
                  </a:lnTo>
                  <a:lnTo>
                    <a:pt x="1306306" y="611113"/>
                  </a:lnTo>
                  <a:lnTo>
                    <a:pt x="1301008" y="562810"/>
                  </a:lnTo>
                  <a:lnTo>
                    <a:pt x="1292333" y="515619"/>
                  </a:lnTo>
                  <a:lnTo>
                    <a:pt x="1280408" y="469667"/>
                  </a:lnTo>
                  <a:lnTo>
                    <a:pt x="1265358" y="425082"/>
                  </a:lnTo>
                  <a:lnTo>
                    <a:pt x="1247311" y="381992"/>
                  </a:lnTo>
                  <a:lnTo>
                    <a:pt x="1226392" y="340523"/>
                  </a:lnTo>
                  <a:lnTo>
                    <a:pt x="1202728" y="300805"/>
                  </a:lnTo>
                  <a:lnTo>
                    <a:pt x="1176446" y="262964"/>
                  </a:lnTo>
                  <a:lnTo>
                    <a:pt x="1147672" y="227129"/>
                  </a:lnTo>
                  <a:lnTo>
                    <a:pt x="1116533" y="193426"/>
                  </a:lnTo>
                  <a:lnTo>
                    <a:pt x="1083155" y="161985"/>
                  </a:lnTo>
                  <a:lnTo>
                    <a:pt x="1047664" y="132931"/>
                  </a:lnTo>
                  <a:lnTo>
                    <a:pt x="1010187" y="106394"/>
                  </a:lnTo>
                  <a:lnTo>
                    <a:pt x="970850" y="82501"/>
                  </a:lnTo>
                  <a:lnTo>
                    <a:pt x="929781" y="61379"/>
                  </a:lnTo>
                  <a:lnTo>
                    <a:pt x="887104" y="43156"/>
                  </a:lnTo>
                  <a:lnTo>
                    <a:pt x="842948" y="27960"/>
                  </a:lnTo>
                  <a:lnTo>
                    <a:pt x="797438" y="15919"/>
                  </a:lnTo>
                  <a:lnTo>
                    <a:pt x="750700" y="7160"/>
                  </a:lnTo>
                  <a:lnTo>
                    <a:pt x="702862" y="1811"/>
                  </a:lnTo>
                  <a:lnTo>
                    <a:pt x="65405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6" name="object 66"/>
            <p:cNvSpPr/>
            <p:nvPr/>
          </p:nvSpPr>
          <p:spPr>
            <a:xfrm>
              <a:off x="4216400" y="10210800"/>
              <a:ext cx="1308100" cy="1320800"/>
            </a:xfrm>
            <a:custGeom>
              <a:avLst/>
              <a:gdLst/>
              <a:ahLst/>
              <a:cxnLst/>
              <a:rect l="l" t="t" r="r" b="b"/>
              <a:pathLst>
                <a:path w="1308100" h="1320800">
                  <a:moveTo>
                    <a:pt x="654050" y="1320800"/>
                  </a:moveTo>
                  <a:lnTo>
                    <a:pt x="702862" y="1318988"/>
                  </a:lnTo>
                  <a:lnTo>
                    <a:pt x="750700" y="1313639"/>
                  </a:lnTo>
                  <a:lnTo>
                    <a:pt x="797438" y="1304880"/>
                  </a:lnTo>
                  <a:lnTo>
                    <a:pt x="842948" y="1292839"/>
                  </a:lnTo>
                  <a:lnTo>
                    <a:pt x="887104" y="1277643"/>
                  </a:lnTo>
                  <a:lnTo>
                    <a:pt x="929780" y="1259420"/>
                  </a:lnTo>
                  <a:lnTo>
                    <a:pt x="970850" y="1238298"/>
                  </a:lnTo>
                  <a:lnTo>
                    <a:pt x="1010187" y="1214405"/>
                  </a:lnTo>
                  <a:lnTo>
                    <a:pt x="1047663" y="1187868"/>
                  </a:lnTo>
                  <a:lnTo>
                    <a:pt x="1083154" y="1158815"/>
                  </a:lnTo>
                  <a:lnTo>
                    <a:pt x="1116533" y="1127373"/>
                  </a:lnTo>
                  <a:lnTo>
                    <a:pt x="1147672" y="1093670"/>
                  </a:lnTo>
                  <a:lnTo>
                    <a:pt x="1176446" y="1057835"/>
                  </a:lnTo>
                  <a:lnTo>
                    <a:pt x="1202728" y="1019994"/>
                  </a:lnTo>
                  <a:lnTo>
                    <a:pt x="1226392" y="980276"/>
                  </a:lnTo>
                  <a:lnTo>
                    <a:pt x="1247310" y="938807"/>
                  </a:lnTo>
                  <a:lnTo>
                    <a:pt x="1265358" y="895717"/>
                  </a:lnTo>
                  <a:lnTo>
                    <a:pt x="1280408" y="851132"/>
                  </a:lnTo>
                  <a:lnTo>
                    <a:pt x="1292333" y="805180"/>
                  </a:lnTo>
                  <a:lnTo>
                    <a:pt x="1301008" y="757989"/>
                  </a:lnTo>
                  <a:lnTo>
                    <a:pt x="1306306" y="709686"/>
                  </a:lnTo>
                  <a:lnTo>
                    <a:pt x="1308100" y="660400"/>
                  </a:lnTo>
                  <a:lnTo>
                    <a:pt x="1306306" y="611113"/>
                  </a:lnTo>
                  <a:lnTo>
                    <a:pt x="1301008" y="562810"/>
                  </a:lnTo>
                  <a:lnTo>
                    <a:pt x="1292333" y="515619"/>
                  </a:lnTo>
                  <a:lnTo>
                    <a:pt x="1280408" y="469667"/>
                  </a:lnTo>
                  <a:lnTo>
                    <a:pt x="1265358" y="425082"/>
                  </a:lnTo>
                  <a:lnTo>
                    <a:pt x="1247310" y="381992"/>
                  </a:lnTo>
                  <a:lnTo>
                    <a:pt x="1226392" y="340523"/>
                  </a:lnTo>
                  <a:lnTo>
                    <a:pt x="1202728" y="300805"/>
                  </a:lnTo>
                  <a:lnTo>
                    <a:pt x="1176446" y="262964"/>
                  </a:lnTo>
                  <a:lnTo>
                    <a:pt x="1147672" y="227129"/>
                  </a:lnTo>
                  <a:lnTo>
                    <a:pt x="1116533" y="193426"/>
                  </a:lnTo>
                  <a:lnTo>
                    <a:pt x="1083154" y="161984"/>
                  </a:lnTo>
                  <a:lnTo>
                    <a:pt x="1047663" y="132931"/>
                  </a:lnTo>
                  <a:lnTo>
                    <a:pt x="1010187" y="106394"/>
                  </a:lnTo>
                  <a:lnTo>
                    <a:pt x="970850" y="82501"/>
                  </a:lnTo>
                  <a:lnTo>
                    <a:pt x="929780" y="61379"/>
                  </a:lnTo>
                  <a:lnTo>
                    <a:pt x="887104" y="43156"/>
                  </a:lnTo>
                  <a:lnTo>
                    <a:pt x="842948" y="27960"/>
                  </a:lnTo>
                  <a:lnTo>
                    <a:pt x="797438" y="15919"/>
                  </a:lnTo>
                  <a:lnTo>
                    <a:pt x="750700" y="7160"/>
                  </a:lnTo>
                  <a:lnTo>
                    <a:pt x="702862" y="1811"/>
                  </a:lnTo>
                  <a:lnTo>
                    <a:pt x="654050" y="0"/>
                  </a:lnTo>
                  <a:lnTo>
                    <a:pt x="605237" y="1811"/>
                  </a:lnTo>
                  <a:lnTo>
                    <a:pt x="557399" y="7160"/>
                  </a:lnTo>
                  <a:lnTo>
                    <a:pt x="510661" y="15919"/>
                  </a:lnTo>
                  <a:lnTo>
                    <a:pt x="465151" y="27960"/>
                  </a:lnTo>
                  <a:lnTo>
                    <a:pt x="420995" y="43156"/>
                  </a:lnTo>
                  <a:lnTo>
                    <a:pt x="378319" y="61379"/>
                  </a:lnTo>
                  <a:lnTo>
                    <a:pt x="337249" y="82501"/>
                  </a:lnTo>
                  <a:lnTo>
                    <a:pt x="297912" y="106394"/>
                  </a:lnTo>
                  <a:lnTo>
                    <a:pt x="260436" y="132931"/>
                  </a:lnTo>
                  <a:lnTo>
                    <a:pt x="224945" y="161984"/>
                  </a:lnTo>
                  <a:lnTo>
                    <a:pt x="191566" y="193426"/>
                  </a:lnTo>
                  <a:lnTo>
                    <a:pt x="160427" y="227129"/>
                  </a:lnTo>
                  <a:lnTo>
                    <a:pt x="131653" y="262964"/>
                  </a:lnTo>
                  <a:lnTo>
                    <a:pt x="105371" y="300805"/>
                  </a:lnTo>
                  <a:lnTo>
                    <a:pt x="81707" y="340523"/>
                  </a:lnTo>
                  <a:lnTo>
                    <a:pt x="60789" y="381992"/>
                  </a:lnTo>
                  <a:lnTo>
                    <a:pt x="42741" y="425082"/>
                  </a:lnTo>
                  <a:lnTo>
                    <a:pt x="27691" y="469667"/>
                  </a:lnTo>
                  <a:lnTo>
                    <a:pt x="15766" y="515619"/>
                  </a:lnTo>
                  <a:lnTo>
                    <a:pt x="7091" y="562810"/>
                  </a:lnTo>
                  <a:lnTo>
                    <a:pt x="1793" y="611113"/>
                  </a:lnTo>
                  <a:lnTo>
                    <a:pt x="0" y="660400"/>
                  </a:lnTo>
                  <a:lnTo>
                    <a:pt x="1793" y="709686"/>
                  </a:lnTo>
                  <a:lnTo>
                    <a:pt x="7091" y="757989"/>
                  </a:lnTo>
                  <a:lnTo>
                    <a:pt x="15766" y="805180"/>
                  </a:lnTo>
                  <a:lnTo>
                    <a:pt x="27691" y="851132"/>
                  </a:lnTo>
                  <a:lnTo>
                    <a:pt x="42741" y="895717"/>
                  </a:lnTo>
                  <a:lnTo>
                    <a:pt x="60789" y="938807"/>
                  </a:lnTo>
                  <a:lnTo>
                    <a:pt x="81707" y="980276"/>
                  </a:lnTo>
                  <a:lnTo>
                    <a:pt x="105371" y="1019994"/>
                  </a:lnTo>
                  <a:lnTo>
                    <a:pt x="131653" y="1057835"/>
                  </a:lnTo>
                  <a:lnTo>
                    <a:pt x="160427" y="1093670"/>
                  </a:lnTo>
                  <a:lnTo>
                    <a:pt x="191566" y="1127373"/>
                  </a:lnTo>
                  <a:lnTo>
                    <a:pt x="224945" y="1158815"/>
                  </a:lnTo>
                  <a:lnTo>
                    <a:pt x="260436" y="1187868"/>
                  </a:lnTo>
                  <a:lnTo>
                    <a:pt x="297912" y="1214405"/>
                  </a:lnTo>
                  <a:lnTo>
                    <a:pt x="337249" y="1238298"/>
                  </a:lnTo>
                  <a:lnTo>
                    <a:pt x="378319" y="1259420"/>
                  </a:lnTo>
                  <a:lnTo>
                    <a:pt x="420995" y="1277643"/>
                  </a:lnTo>
                  <a:lnTo>
                    <a:pt x="465151" y="1292839"/>
                  </a:lnTo>
                  <a:lnTo>
                    <a:pt x="510661" y="1304880"/>
                  </a:lnTo>
                  <a:lnTo>
                    <a:pt x="557399" y="1313639"/>
                  </a:lnTo>
                  <a:lnTo>
                    <a:pt x="605237" y="1318988"/>
                  </a:lnTo>
                  <a:lnTo>
                    <a:pt x="654050" y="1320800"/>
                  </a:lnTo>
                  <a:close/>
                </a:path>
              </a:pathLst>
            </a:custGeom>
            <a:ln w="127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7" name="object 67"/>
            <p:cNvSpPr/>
            <p:nvPr/>
          </p:nvSpPr>
          <p:spPr>
            <a:xfrm>
              <a:off x="3302000" y="10210800"/>
              <a:ext cx="1308100" cy="1320800"/>
            </a:xfrm>
            <a:custGeom>
              <a:avLst/>
              <a:gdLst/>
              <a:ahLst/>
              <a:cxnLst/>
              <a:rect l="l" t="t" r="r" b="b"/>
              <a:pathLst>
                <a:path w="1308100" h="1320800">
                  <a:moveTo>
                    <a:pt x="654050" y="0"/>
                  </a:moveTo>
                  <a:lnTo>
                    <a:pt x="605237" y="1811"/>
                  </a:lnTo>
                  <a:lnTo>
                    <a:pt x="557399" y="7160"/>
                  </a:lnTo>
                  <a:lnTo>
                    <a:pt x="510661" y="15919"/>
                  </a:lnTo>
                  <a:lnTo>
                    <a:pt x="465151" y="27960"/>
                  </a:lnTo>
                  <a:lnTo>
                    <a:pt x="420995" y="43156"/>
                  </a:lnTo>
                  <a:lnTo>
                    <a:pt x="378318" y="61379"/>
                  </a:lnTo>
                  <a:lnTo>
                    <a:pt x="337249" y="82501"/>
                  </a:lnTo>
                  <a:lnTo>
                    <a:pt x="297912" y="106394"/>
                  </a:lnTo>
                  <a:lnTo>
                    <a:pt x="260435" y="132931"/>
                  </a:lnTo>
                  <a:lnTo>
                    <a:pt x="224944" y="161985"/>
                  </a:lnTo>
                  <a:lnTo>
                    <a:pt x="191566" y="193426"/>
                  </a:lnTo>
                  <a:lnTo>
                    <a:pt x="160427" y="227129"/>
                  </a:lnTo>
                  <a:lnTo>
                    <a:pt x="131653" y="262964"/>
                  </a:lnTo>
                  <a:lnTo>
                    <a:pt x="105371" y="300805"/>
                  </a:lnTo>
                  <a:lnTo>
                    <a:pt x="81707" y="340523"/>
                  </a:lnTo>
                  <a:lnTo>
                    <a:pt x="60788" y="381992"/>
                  </a:lnTo>
                  <a:lnTo>
                    <a:pt x="42741" y="425082"/>
                  </a:lnTo>
                  <a:lnTo>
                    <a:pt x="27691" y="469667"/>
                  </a:lnTo>
                  <a:lnTo>
                    <a:pt x="15766" y="515619"/>
                  </a:lnTo>
                  <a:lnTo>
                    <a:pt x="7091" y="562810"/>
                  </a:lnTo>
                  <a:lnTo>
                    <a:pt x="1793" y="611113"/>
                  </a:lnTo>
                  <a:lnTo>
                    <a:pt x="0" y="660400"/>
                  </a:lnTo>
                  <a:lnTo>
                    <a:pt x="1793" y="709686"/>
                  </a:lnTo>
                  <a:lnTo>
                    <a:pt x="7091" y="757989"/>
                  </a:lnTo>
                  <a:lnTo>
                    <a:pt x="15766" y="805180"/>
                  </a:lnTo>
                  <a:lnTo>
                    <a:pt x="27691" y="851132"/>
                  </a:lnTo>
                  <a:lnTo>
                    <a:pt x="42741" y="895717"/>
                  </a:lnTo>
                  <a:lnTo>
                    <a:pt x="60788" y="938807"/>
                  </a:lnTo>
                  <a:lnTo>
                    <a:pt x="81707" y="980276"/>
                  </a:lnTo>
                  <a:lnTo>
                    <a:pt x="105371" y="1019994"/>
                  </a:lnTo>
                  <a:lnTo>
                    <a:pt x="131653" y="1057835"/>
                  </a:lnTo>
                  <a:lnTo>
                    <a:pt x="160427" y="1093670"/>
                  </a:lnTo>
                  <a:lnTo>
                    <a:pt x="191566" y="1127373"/>
                  </a:lnTo>
                  <a:lnTo>
                    <a:pt x="224944" y="1158814"/>
                  </a:lnTo>
                  <a:lnTo>
                    <a:pt x="260435" y="1187868"/>
                  </a:lnTo>
                  <a:lnTo>
                    <a:pt x="297912" y="1214405"/>
                  </a:lnTo>
                  <a:lnTo>
                    <a:pt x="337249" y="1238298"/>
                  </a:lnTo>
                  <a:lnTo>
                    <a:pt x="378318" y="1259420"/>
                  </a:lnTo>
                  <a:lnTo>
                    <a:pt x="420995" y="1277643"/>
                  </a:lnTo>
                  <a:lnTo>
                    <a:pt x="465151" y="1292839"/>
                  </a:lnTo>
                  <a:lnTo>
                    <a:pt x="510661" y="1304880"/>
                  </a:lnTo>
                  <a:lnTo>
                    <a:pt x="557399" y="1313639"/>
                  </a:lnTo>
                  <a:lnTo>
                    <a:pt x="605237" y="1318988"/>
                  </a:lnTo>
                  <a:lnTo>
                    <a:pt x="654050" y="1320800"/>
                  </a:lnTo>
                  <a:lnTo>
                    <a:pt x="702862" y="1318988"/>
                  </a:lnTo>
                  <a:lnTo>
                    <a:pt x="750700" y="1313639"/>
                  </a:lnTo>
                  <a:lnTo>
                    <a:pt x="797438" y="1304880"/>
                  </a:lnTo>
                  <a:lnTo>
                    <a:pt x="842948" y="1292839"/>
                  </a:lnTo>
                  <a:lnTo>
                    <a:pt x="887104" y="1277643"/>
                  </a:lnTo>
                  <a:lnTo>
                    <a:pt x="929781" y="1259420"/>
                  </a:lnTo>
                  <a:lnTo>
                    <a:pt x="970850" y="1238298"/>
                  </a:lnTo>
                  <a:lnTo>
                    <a:pt x="1010187" y="1214405"/>
                  </a:lnTo>
                  <a:lnTo>
                    <a:pt x="1047664" y="1187868"/>
                  </a:lnTo>
                  <a:lnTo>
                    <a:pt x="1083155" y="1158814"/>
                  </a:lnTo>
                  <a:lnTo>
                    <a:pt x="1116533" y="1127373"/>
                  </a:lnTo>
                  <a:lnTo>
                    <a:pt x="1147672" y="1093670"/>
                  </a:lnTo>
                  <a:lnTo>
                    <a:pt x="1176446" y="1057835"/>
                  </a:lnTo>
                  <a:lnTo>
                    <a:pt x="1202728" y="1019994"/>
                  </a:lnTo>
                  <a:lnTo>
                    <a:pt x="1226392" y="980276"/>
                  </a:lnTo>
                  <a:lnTo>
                    <a:pt x="1247311" y="938807"/>
                  </a:lnTo>
                  <a:lnTo>
                    <a:pt x="1265358" y="895717"/>
                  </a:lnTo>
                  <a:lnTo>
                    <a:pt x="1280408" y="851132"/>
                  </a:lnTo>
                  <a:lnTo>
                    <a:pt x="1292333" y="805180"/>
                  </a:lnTo>
                  <a:lnTo>
                    <a:pt x="1301008" y="757989"/>
                  </a:lnTo>
                  <a:lnTo>
                    <a:pt x="1306306" y="709686"/>
                  </a:lnTo>
                  <a:lnTo>
                    <a:pt x="1308100" y="660400"/>
                  </a:lnTo>
                  <a:lnTo>
                    <a:pt x="1306306" y="611113"/>
                  </a:lnTo>
                  <a:lnTo>
                    <a:pt x="1301008" y="562810"/>
                  </a:lnTo>
                  <a:lnTo>
                    <a:pt x="1292333" y="515619"/>
                  </a:lnTo>
                  <a:lnTo>
                    <a:pt x="1280408" y="469667"/>
                  </a:lnTo>
                  <a:lnTo>
                    <a:pt x="1265358" y="425082"/>
                  </a:lnTo>
                  <a:lnTo>
                    <a:pt x="1247311" y="381992"/>
                  </a:lnTo>
                  <a:lnTo>
                    <a:pt x="1226392" y="340523"/>
                  </a:lnTo>
                  <a:lnTo>
                    <a:pt x="1202728" y="300805"/>
                  </a:lnTo>
                  <a:lnTo>
                    <a:pt x="1176446" y="262964"/>
                  </a:lnTo>
                  <a:lnTo>
                    <a:pt x="1147672" y="227129"/>
                  </a:lnTo>
                  <a:lnTo>
                    <a:pt x="1116533" y="193426"/>
                  </a:lnTo>
                  <a:lnTo>
                    <a:pt x="1083155" y="161985"/>
                  </a:lnTo>
                  <a:lnTo>
                    <a:pt x="1047664" y="132931"/>
                  </a:lnTo>
                  <a:lnTo>
                    <a:pt x="1010187" y="106394"/>
                  </a:lnTo>
                  <a:lnTo>
                    <a:pt x="970850" y="82501"/>
                  </a:lnTo>
                  <a:lnTo>
                    <a:pt x="929781" y="61379"/>
                  </a:lnTo>
                  <a:lnTo>
                    <a:pt x="887104" y="43156"/>
                  </a:lnTo>
                  <a:lnTo>
                    <a:pt x="842948" y="27960"/>
                  </a:lnTo>
                  <a:lnTo>
                    <a:pt x="797438" y="15919"/>
                  </a:lnTo>
                  <a:lnTo>
                    <a:pt x="750700" y="7160"/>
                  </a:lnTo>
                  <a:lnTo>
                    <a:pt x="702862" y="1811"/>
                  </a:lnTo>
                  <a:lnTo>
                    <a:pt x="654050"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8" name="object 68"/>
            <p:cNvSpPr/>
            <p:nvPr/>
          </p:nvSpPr>
          <p:spPr>
            <a:xfrm>
              <a:off x="3302000" y="10210800"/>
              <a:ext cx="1308100" cy="1320800"/>
            </a:xfrm>
            <a:custGeom>
              <a:avLst/>
              <a:gdLst/>
              <a:ahLst/>
              <a:cxnLst/>
              <a:rect l="l" t="t" r="r" b="b"/>
              <a:pathLst>
                <a:path w="1308100" h="1320800">
                  <a:moveTo>
                    <a:pt x="654050" y="1320800"/>
                  </a:moveTo>
                  <a:lnTo>
                    <a:pt x="702862" y="1318988"/>
                  </a:lnTo>
                  <a:lnTo>
                    <a:pt x="750700" y="1313639"/>
                  </a:lnTo>
                  <a:lnTo>
                    <a:pt x="797438" y="1304880"/>
                  </a:lnTo>
                  <a:lnTo>
                    <a:pt x="842948" y="1292839"/>
                  </a:lnTo>
                  <a:lnTo>
                    <a:pt x="887104" y="1277643"/>
                  </a:lnTo>
                  <a:lnTo>
                    <a:pt x="929780" y="1259420"/>
                  </a:lnTo>
                  <a:lnTo>
                    <a:pt x="970850" y="1238298"/>
                  </a:lnTo>
                  <a:lnTo>
                    <a:pt x="1010187" y="1214405"/>
                  </a:lnTo>
                  <a:lnTo>
                    <a:pt x="1047663" y="1187868"/>
                  </a:lnTo>
                  <a:lnTo>
                    <a:pt x="1083154" y="1158815"/>
                  </a:lnTo>
                  <a:lnTo>
                    <a:pt x="1116533" y="1127373"/>
                  </a:lnTo>
                  <a:lnTo>
                    <a:pt x="1147672" y="1093670"/>
                  </a:lnTo>
                  <a:lnTo>
                    <a:pt x="1176446" y="1057835"/>
                  </a:lnTo>
                  <a:lnTo>
                    <a:pt x="1202728" y="1019994"/>
                  </a:lnTo>
                  <a:lnTo>
                    <a:pt x="1226392" y="980276"/>
                  </a:lnTo>
                  <a:lnTo>
                    <a:pt x="1247310" y="938807"/>
                  </a:lnTo>
                  <a:lnTo>
                    <a:pt x="1265358" y="895717"/>
                  </a:lnTo>
                  <a:lnTo>
                    <a:pt x="1280408" y="851132"/>
                  </a:lnTo>
                  <a:lnTo>
                    <a:pt x="1292333" y="805180"/>
                  </a:lnTo>
                  <a:lnTo>
                    <a:pt x="1301008" y="757989"/>
                  </a:lnTo>
                  <a:lnTo>
                    <a:pt x="1306306" y="709686"/>
                  </a:lnTo>
                  <a:lnTo>
                    <a:pt x="1308100" y="660400"/>
                  </a:lnTo>
                  <a:lnTo>
                    <a:pt x="1306306" y="611113"/>
                  </a:lnTo>
                  <a:lnTo>
                    <a:pt x="1301008" y="562810"/>
                  </a:lnTo>
                  <a:lnTo>
                    <a:pt x="1292333" y="515619"/>
                  </a:lnTo>
                  <a:lnTo>
                    <a:pt x="1280408" y="469667"/>
                  </a:lnTo>
                  <a:lnTo>
                    <a:pt x="1265358" y="425082"/>
                  </a:lnTo>
                  <a:lnTo>
                    <a:pt x="1247310" y="381992"/>
                  </a:lnTo>
                  <a:lnTo>
                    <a:pt x="1226392" y="340523"/>
                  </a:lnTo>
                  <a:lnTo>
                    <a:pt x="1202728" y="300805"/>
                  </a:lnTo>
                  <a:lnTo>
                    <a:pt x="1176446" y="262964"/>
                  </a:lnTo>
                  <a:lnTo>
                    <a:pt x="1147672" y="227129"/>
                  </a:lnTo>
                  <a:lnTo>
                    <a:pt x="1116533" y="193426"/>
                  </a:lnTo>
                  <a:lnTo>
                    <a:pt x="1083154" y="161984"/>
                  </a:lnTo>
                  <a:lnTo>
                    <a:pt x="1047663" y="132931"/>
                  </a:lnTo>
                  <a:lnTo>
                    <a:pt x="1010187" y="106394"/>
                  </a:lnTo>
                  <a:lnTo>
                    <a:pt x="970850" y="82501"/>
                  </a:lnTo>
                  <a:lnTo>
                    <a:pt x="929780" y="61379"/>
                  </a:lnTo>
                  <a:lnTo>
                    <a:pt x="887104" y="43156"/>
                  </a:lnTo>
                  <a:lnTo>
                    <a:pt x="842948" y="27960"/>
                  </a:lnTo>
                  <a:lnTo>
                    <a:pt x="797438" y="15919"/>
                  </a:lnTo>
                  <a:lnTo>
                    <a:pt x="750700" y="7160"/>
                  </a:lnTo>
                  <a:lnTo>
                    <a:pt x="702862" y="1811"/>
                  </a:lnTo>
                  <a:lnTo>
                    <a:pt x="654050" y="0"/>
                  </a:lnTo>
                  <a:lnTo>
                    <a:pt x="605237" y="1811"/>
                  </a:lnTo>
                  <a:lnTo>
                    <a:pt x="557399" y="7160"/>
                  </a:lnTo>
                  <a:lnTo>
                    <a:pt x="510661" y="15919"/>
                  </a:lnTo>
                  <a:lnTo>
                    <a:pt x="465151" y="27960"/>
                  </a:lnTo>
                  <a:lnTo>
                    <a:pt x="420995" y="43156"/>
                  </a:lnTo>
                  <a:lnTo>
                    <a:pt x="378319" y="61379"/>
                  </a:lnTo>
                  <a:lnTo>
                    <a:pt x="337249" y="82501"/>
                  </a:lnTo>
                  <a:lnTo>
                    <a:pt x="297912" y="106394"/>
                  </a:lnTo>
                  <a:lnTo>
                    <a:pt x="260436" y="132931"/>
                  </a:lnTo>
                  <a:lnTo>
                    <a:pt x="224945" y="161984"/>
                  </a:lnTo>
                  <a:lnTo>
                    <a:pt x="191566" y="193426"/>
                  </a:lnTo>
                  <a:lnTo>
                    <a:pt x="160427" y="227129"/>
                  </a:lnTo>
                  <a:lnTo>
                    <a:pt x="131653" y="262964"/>
                  </a:lnTo>
                  <a:lnTo>
                    <a:pt x="105371" y="300805"/>
                  </a:lnTo>
                  <a:lnTo>
                    <a:pt x="81707" y="340523"/>
                  </a:lnTo>
                  <a:lnTo>
                    <a:pt x="60789" y="381992"/>
                  </a:lnTo>
                  <a:lnTo>
                    <a:pt x="42741" y="425082"/>
                  </a:lnTo>
                  <a:lnTo>
                    <a:pt x="27691" y="469667"/>
                  </a:lnTo>
                  <a:lnTo>
                    <a:pt x="15766" y="515619"/>
                  </a:lnTo>
                  <a:lnTo>
                    <a:pt x="7091" y="562810"/>
                  </a:lnTo>
                  <a:lnTo>
                    <a:pt x="1793" y="611113"/>
                  </a:lnTo>
                  <a:lnTo>
                    <a:pt x="0" y="660400"/>
                  </a:lnTo>
                  <a:lnTo>
                    <a:pt x="1793" y="709686"/>
                  </a:lnTo>
                  <a:lnTo>
                    <a:pt x="7091" y="757989"/>
                  </a:lnTo>
                  <a:lnTo>
                    <a:pt x="15766" y="805180"/>
                  </a:lnTo>
                  <a:lnTo>
                    <a:pt x="27691" y="851132"/>
                  </a:lnTo>
                  <a:lnTo>
                    <a:pt x="42741" y="895717"/>
                  </a:lnTo>
                  <a:lnTo>
                    <a:pt x="60789" y="938807"/>
                  </a:lnTo>
                  <a:lnTo>
                    <a:pt x="81707" y="980276"/>
                  </a:lnTo>
                  <a:lnTo>
                    <a:pt x="105371" y="1019994"/>
                  </a:lnTo>
                  <a:lnTo>
                    <a:pt x="131653" y="1057835"/>
                  </a:lnTo>
                  <a:lnTo>
                    <a:pt x="160427" y="1093670"/>
                  </a:lnTo>
                  <a:lnTo>
                    <a:pt x="191566" y="1127373"/>
                  </a:lnTo>
                  <a:lnTo>
                    <a:pt x="224945" y="1158815"/>
                  </a:lnTo>
                  <a:lnTo>
                    <a:pt x="260436" y="1187868"/>
                  </a:lnTo>
                  <a:lnTo>
                    <a:pt x="297912" y="1214405"/>
                  </a:lnTo>
                  <a:lnTo>
                    <a:pt x="337249" y="1238298"/>
                  </a:lnTo>
                  <a:lnTo>
                    <a:pt x="378319" y="1259420"/>
                  </a:lnTo>
                  <a:lnTo>
                    <a:pt x="420995" y="1277643"/>
                  </a:lnTo>
                  <a:lnTo>
                    <a:pt x="465151" y="1292839"/>
                  </a:lnTo>
                  <a:lnTo>
                    <a:pt x="510661" y="1304880"/>
                  </a:lnTo>
                  <a:lnTo>
                    <a:pt x="557399" y="1313639"/>
                  </a:lnTo>
                  <a:lnTo>
                    <a:pt x="605237" y="1318988"/>
                  </a:lnTo>
                  <a:lnTo>
                    <a:pt x="654050" y="1320800"/>
                  </a:lnTo>
                  <a:close/>
                </a:path>
              </a:pathLst>
            </a:custGeom>
            <a:ln w="127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9" name="object 69"/>
            <p:cNvSpPr/>
            <p:nvPr/>
          </p:nvSpPr>
          <p:spPr>
            <a:xfrm>
              <a:off x="3543300" y="9690100"/>
              <a:ext cx="863600" cy="1371600"/>
            </a:xfrm>
            <a:custGeom>
              <a:avLst/>
              <a:gdLst/>
              <a:ahLst/>
              <a:cxnLst/>
              <a:rect l="l" t="t" r="r" b="b"/>
              <a:pathLst>
                <a:path w="863600" h="1371600">
                  <a:moveTo>
                    <a:pt x="863600" y="0"/>
                  </a:moveTo>
                  <a:lnTo>
                    <a:pt x="0" y="137160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0" name="object 70"/>
            <p:cNvSpPr/>
            <p:nvPr/>
          </p:nvSpPr>
          <p:spPr>
            <a:xfrm>
              <a:off x="4419600" y="9690100"/>
              <a:ext cx="863600" cy="1371600"/>
            </a:xfrm>
            <a:custGeom>
              <a:avLst/>
              <a:gdLst/>
              <a:ahLst/>
              <a:cxnLst/>
              <a:rect l="l" t="t" r="r" b="b"/>
              <a:pathLst>
                <a:path w="863600" h="1371600">
                  <a:moveTo>
                    <a:pt x="0" y="0"/>
                  </a:moveTo>
                  <a:lnTo>
                    <a:pt x="863600" y="1371600"/>
                  </a:lnTo>
                </a:path>
              </a:pathLst>
            </a:custGeom>
            <a:ln w="38100" cap="rnd">
              <a:solidFill>
                <a:srgbClr val="E9F9FB"/>
              </a:solidFill>
            </a:ln>
          </p:spPr>
          <p:txBody>
            <a:bodyPr wrap="square" lIns="0" tIns="0" rIns="0" bIns="0" rtlCol="0"/>
            <a:lstStyle/>
            <a:p>
              <a:endParaRPr sz="900" dirty="0">
                <a:latin typeface="江城圆体 400W" panose="020B0800000000000000" pitchFamily="34" charset="-128"/>
                <a:ea typeface="江城圆体 400W" panose="020B0800000000000000" pitchFamily="34" charset="-128"/>
              </a:endParaRPr>
            </a:p>
          </p:txBody>
        </p:sp>
        <p:sp>
          <p:nvSpPr>
            <p:cNvPr id="71" name="object 71"/>
            <p:cNvSpPr/>
            <p:nvPr/>
          </p:nvSpPr>
          <p:spPr>
            <a:xfrm>
              <a:off x="3556000" y="11064875"/>
              <a:ext cx="1727200" cy="6350"/>
            </a:xfrm>
            <a:custGeom>
              <a:avLst/>
              <a:gdLst/>
              <a:ahLst/>
              <a:cxnLst/>
              <a:rect l="l" t="t" r="r" b="b"/>
              <a:pathLst>
                <a:path w="1727200" h="6350">
                  <a:moveTo>
                    <a:pt x="0" y="6350"/>
                  </a:moveTo>
                  <a:lnTo>
                    <a:pt x="1727200" y="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72" name="object 72"/>
          <p:cNvGrpSpPr/>
          <p:nvPr/>
        </p:nvGrpSpPr>
        <p:grpSpPr>
          <a:xfrm>
            <a:off x="2813050" y="6638925"/>
            <a:ext cx="2064068" cy="730250"/>
            <a:chOff x="5626100" y="13277850"/>
            <a:chExt cx="4128135" cy="1460500"/>
          </a:xfrm>
        </p:grpSpPr>
        <p:sp>
          <p:nvSpPr>
            <p:cNvPr id="73" name="object 73"/>
            <p:cNvSpPr/>
            <p:nvPr/>
          </p:nvSpPr>
          <p:spPr>
            <a:xfrm>
              <a:off x="8532676" y="13284200"/>
              <a:ext cx="892175" cy="893444"/>
            </a:xfrm>
            <a:custGeom>
              <a:avLst/>
              <a:gdLst/>
              <a:ahLst/>
              <a:cxnLst/>
              <a:rect l="l" t="t" r="r" b="b"/>
              <a:pathLst>
                <a:path w="892175" h="893444">
                  <a:moveTo>
                    <a:pt x="445804" y="0"/>
                  </a:moveTo>
                  <a:lnTo>
                    <a:pt x="397228" y="2621"/>
                  </a:lnTo>
                  <a:lnTo>
                    <a:pt x="350168" y="10303"/>
                  </a:lnTo>
                  <a:lnTo>
                    <a:pt x="304895" y="22774"/>
                  </a:lnTo>
                  <a:lnTo>
                    <a:pt x="261681" y="39760"/>
                  </a:lnTo>
                  <a:lnTo>
                    <a:pt x="220798" y="60990"/>
                  </a:lnTo>
                  <a:lnTo>
                    <a:pt x="182517"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7"/>
                  </a:lnTo>
                  <a:lnTo>
                    <a:pt x="182517" y="807246"/>
                  </a:lnTo>
                  <a:lnTo>
                    <a:pt x="220798" y="832447"/>
                  </a:lnTo>
                  <a:lnTo>
                    <a:pt x="261681" y="853677"/>
                  </a:lnTo>
                  <a:lnTo>
                    <a:pt x="304895" y="870663"/>
                  </a:lnTo>
                  <a:lnTo>
                    <a:pt x="350168" y="883133"/>
                  </a:lnTo>
                  <a:lnTo>
                    <a:pt x="397228" y="890816"/>
                  </a:lnTo>
                  <a:lnTo>
                    <a:pt x="445804" y="893437"/>
                  </a:lnTo>
                  <a:lnTo>
                    <a:pt x="494379" y="890816"/>
                  </a:lnTo>
                  <a:lnTo>
                    <a:pt x="541439" y="883133"/>
                  </a:lnTo>
                  <a:lnTo>
                    <a:pt x="586712" y="870663"/>
                  </a:lnTo>
                  <a:lnTo>
                    <a:pt x="629927" y="853677"/>
                  </a:lnTo>
                  <a:lnTo>
                    <a:pt x="670810" y="832447"/>
                  </a:lnTo>
                  <a:lnTo>
                    <a:pt x="709090" y="807246"/>
                  </a:lnTo>
                  <a:lnTo>
                    <a:pt x="744495" y="778347"/>
                  </a:lnTo>
                  <a:lnTo>
                    <a:pt x="776754" y="746023"/>
                  </a:lnTo>
                  <a:lnTo>
                    <a:pt x="805594" y="710545"/>
                  </a:lnTo>
                  <a:lnTo>
                    <a:pt x="830743" y="672186"/>
                  </a:lnTo>
                  <a:lnTo>
                    <a:pt x="851929" y="631219"/>
                  </a:lnTo>
                  <a:lnTo>
                    <a:pt x="868881" y="587916"/>
                  </a:lnTo>
                  <a:lnTo>
                    <a:pt x="881326" y="542550"/>
                  </a:lnTo>
                  <a:lnTo>
                    <a:pt x="888992" y="495393"/>
                  </a:lnTo>
                  <a:lnTo>
                    <a:pt x="891608" y="446718"/>
                  </a:lnTo>
                  <a:lnTo>
                    <a:pt x="888992" y="398043"/>
                  </a:lnTo>
                  <a:lnTo>
                    <a:pt x="881326" y="350887"/>
                  </a:lnTo>
                  <a:lnTo>
                    <a:pt x="868881" y="305521"/>
                  </a:lnTo>
                  <a:lnTo>
                    <a:pt x="851929" y="262218"/>
                  </a:lnTo>
                  <a:lnTo>
                    <a:pt x="830743" y="221251"/>
                  </a:lnTo>
                  <a:lnTo>
                    <a:pt x="805594" y="182892"/>
                  </a:lnTo>
                  <a:lnTo>
                    <a:pt x="776754" y="147414"/>
                  </a:lnTo>
                  <a:lnTo>
                    <a:pt x="744495" y="115089"/>
                  </a:lnTo>
                  <a:lnTo>
                    <a:pt x="709090" y="86190"/>
                  </a:lnTo>
                  <a:lnTo>
                    <a:pt x="670810" y="60990"/>
                  </a:lnTo>
                  <a:lnTo>
                    <a:pt x="629927" y="39760"/>
                  </a:lnTo>
                  <a:lnTo>
                    <a:pt x="586712" y="22774"/>
                  </a:lnTo>
                  <a:lnTo>
                    <a:pt x="541439" y="10303"/>
                  </a:lnTo>
                  <a:lnTo>
                    <a:pt x="494379" y="2621"/>
                  </a:lnTo>
                  <a:lnTo>
                    <a:pt x="445804"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4" name="object 74"/>
            <p:cNvSpPr/>
            <p:nvPr/>
          </p:nvSpPr>
          <p:spPr>
            <a:xfrm>
              <a:off x="8532676" y="13284200"/>
              <a:ext cx="892175" cy="893444"/>
            </a:xfrm>
            <a:custGeom>
              <a:avLst/>
              <a:gdLst/>
              <a:ahLst/>
              <a:cxnLst/>
              <a:rect l="l" t="t" r="r" b="b"/>
              <a:pathLst>
                <a:path w="892175" h="893444">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5" name="object 75"/>
            <p:cNvSpPr/>
            <p:nvPr/>
          </p:nvSpPr>
          <p:spPr>
            <a:xfrm>
              <a:off x="8855759" y="13838562"/>
              <a:ext cx="892175" cy="893444"/>
            </a:xfrm>
            <a:custGeom>
              <a:avLst/>
              <a:gdLst/>
              <a:ahLst/>
              <a:cxnLst/>
              <a:rect l="l" t="t" r="r" b="b"/>
              <a:pathLst>
                <a:path w="892175" h="893444">
                  <a:moveTo>
                    <a:pt x="445804" y="0"/>
                  </a:moveTo>
                  <a:lnTo>
                    <a:pt x="397228" y="2621"/>
                  </a:lnTo>
                  <a:lnTo>
                    <a:pt x="350168" y="10303"/>
                  </a:lnTo>
                  <a:lnTo>
                    <a:pt x="304895" y="22773"/>
                  </a:lnTo>
                  <a:lnTo>
                    <a:pt x="261681" y="39760"/>
                  </a:lnTo>
                  <a:lnTo>
                    <a:pt x="220798" y="60990"/>
                  </a:lnTo>
                  <a:lnTo>
                    <a:pt x="182517" y="86190"/>
                  </a:lnTo>
                  <a:lnTo>
                    <a:pt x="147112" y="115089"/>
                  </a:lnTo>
                  <a:lnTo>
                    <a:pt x="114854" y="147414"/>
                  </a:lnTo>
                  <a:lnTo>
                    <a:pt x="86014" y="182892"/>
                  </a:lnTo>
                  <a:lnTo>
                    <a:pt x="60865" y="221250"/>
                  </a:lnTo>
                  <a:lnTo>
                    <a:pt x="39679" y="262217"/>
                  </a:lnTo>
                  <a:lnTo>
                    <a:pt x="22727" y="305520"/>
                  </a:lnTo>
                  <a:lnTo>
                    <a:pt x="10282" y="350886"/>
                  </a:lnTo>
                  <a:lnTo>
                    <a:pt x="2615" y="398043"/>
                  </a:lnTo>
                  <a:lnTo>
                    <a:pt x="0" y="446718"/>
                  </a:lnTo>
                  <a:lnTo>
                    <a:pt x="2615" y="495393"/>
                  </a:lnTo>
                  <a:lnTo>
                    <a:pt x="10282" y="542550"/>
                  </a:lnTo>
                  <a:lnTo>
                    <a:pt x="22727" y="587916"/>
                  </a:lnTo>
                  <a:lnTo>
                    <a:pt x="39679" y="631218"/>
                  </a:lnTo>
                  <a:lnTo>
                    <a:pt x="60865" y="672185"/>
                  </a:lnTo>
                  <a:lnTo>
                    <a:pt x="86014" y="710544"/>
                  </a:lnTo>
                  <a:lnTo>
                    <a:pt x="114854" y="746022"/>
                  </a:lnTo>
                  <a:lnTo>
                    <a:pt x="147112" y="778347"/>
                  </a:lnTo>
                  <a:lnTo>
                    <a:pt x="182517" y="807246"/>
                  </a:lnTo>
                  <a:lnTo>
                    <a:pt x="220798" y="832447"/>
                  </a:lnTo>
                  <a:lnTo>
                    <a:pt x="261681" y="853676"/>
                  </a:lnTo>
                  <a:lnTo>
                    <a:pt x="304895" y="870663"/>
                  </a:lnTo>
                  <a:lnTo>
                    <a:pt x="350168" y="883133"/>
                  </a:lnTo>
                  <a:lnTo>
                    <a:pt x="397228" y="890816"/>
                  </a:lnTo>
                  <a:lnTo>
                    <a:pt x="445804" y="893437"/>
                  </a:lnTo>
                  <a:lnTo>
                    <a:pt x="494379" y="890816"/>
                  </a:lnTo>
                  <a:lnTo>
                    <a:pt x="541439" y="883133"/>
                  </a:lnTo>
                  <a:lnTo>
                    <a:pt x="586712" y="870663"/>
                  </a:lnTo>
                  <a:lnTo>
                    <a:pt x="629927" y="853676"/>
                  </a:lnTo>
                  <a:lnTo>
                    <a:pt x="670810" y="832447"/>
                  </a:lnTo>
                  <a:lnTo>
                    <a:pt x="709090" y="807246"/>
                  </a:lnTo>
                  <a:lnTo>
                    <a:pt x="744495" y="778347"/>
                  </a:lnTo>
                  <a:lnTo>
                    <a:pt x="776754" y="746022"/>
                  </a:lnTo>
                  <a:lnTo>
                    <a:pt x="805594" y="710544"/>
                  </a:lnTo>
                  <a:lnTo>
                    <a:pt x="830743" y="672185"/>
                  </a:lnTo>
                  <a:lnTo>
                    <a:pt x="851929" y="631218"/>
                  </a:lnTo>
                  <a:lnTo>
                    <a:pt x="868881" y="587916"/>
                  </a:lnTo>
                  <a:lnTo>
                    <a:pt x="881326" y="542550"/>
                  </a:lnTo>
                  <a:lnTo>
                    <a:pt x="888992" y="495393"/>
                  </a:lnTo>
                  <a:lnTo>
                    <a:pt x="891608" y="446718"/>
                  </a:lnTo>
                  <a:lnTo>
                    <a:pt x="888992" y="398043"/>
                  </a:lnTo>
                  <a:lnTo>
                    <a:pt x="881326" y="350886"/>
                  </a:lnTo>
                  <a:lnTo>
                    <a:pt x="868881" y="305520"/>
                  </a:lnTo>
                  <a:lnTo>
                    <a:pt x="851929" y="262217"/>
                  </a:lnTo>
                  <a:lnTo>
                    <a:pt x="830743" y="221250"/>
                  </a:lnTo>
                  <a:lnTo>
                    <a:pt x="805594" y="182892"/>
                  </a:lnTo>
                  <a:lnTo>
                    <a:pt x="776754" y="147414"/>
                  </a:lnTo>
                  <a:lnTo>
                    <a:pt x="744495" y="115089"/>
                  </a:lnTo>
                  <a:lnTo>
                    <a:pt x="709090" y="86190"/>
                  </a:lnTo>
                  <a:lnTo>
                    <a:pt x="670810" y="60990"/>
                  </a:lnTo>
                  <a:lnTo>
                    <a:pt x="629927" y="39760"/>
                  </a:lnTo>
                  <a:lnTo>
                    <a:pt x="586712" y="22773"/>
                  </a:lnTo>
                  <a:lnTo>
                    <a:pt x="541439" y="10303"/>
                  </a:lnTo>
                  <a:lnTo>
                    <a:pt x="494379" y="2621"/>
                  </a:lnTo>
                  <a:lnTo>
                    <a:pt x="44580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6" name="object 76"/>
            <p:cNvSpPr/>
            <p:nvPr/>
          </p:nvSpPr>
          <p:spPr>
            <a:xfrm>
              <a:off x="8855759" y="13838562"/>
              <a:ext cx="892175" cy="893444"/>
            </a:xfrm>
            <a:custGeom>
              <a:avLst/>
              <a:gdLst/>
              <a:ahLst/>
              <a:cxnLst/>
              <a:rect l="l" t="t" r="r" b="b"/>
              <a:pathLst>
                <a:path w="892175" h="893444">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7" name="object 77"/>
            <p:cNvSpPr/>
            <p:nvPr/>
          </p:nvSpPr>
          <p:spPr>
            <a:xfrm>
              <a:off x="8229600" y="13838562"/>
              <a:ext cx="892175" cy="893444"/>
            </a:xfrm>
            <a:custGeom>
              <a:avLst/>
              <a:gdLst/>
              <a:ahLst/>
              <a:cxnLst/>
              <a:rect l="l" t="t" r="r" b="b"/>
              <a:pathLst>
                <a:path w="892175" h="893444">
                  <a:moveTo>
                    <a:pt x="445804" y="0"/>
                  </a:moveTo>
                  <a:lnTo>
                    <a:pt x="397228" y="2621"/>
                  </a:lnTo>
                  <a:lnTo>
                    <a:pt x="350168" y="10303"/>
                  </a:lnTo>
                  <a:lnTo>
                    <a:pt x="304895" y="22773"/>
                  </a:lnTo>
                  <a:lnTo>
                    <a:pt x="261681" y="39760"/>
                  </a:lnTo>
                  <a:lnTo>
                    <a:pt x="220798" y="60990"/>
                  </a:lnTo>
                  <a:lnTo>
                    <a:pt x="182517" y="86190"/>
                  </a:lnTo>
                  <a:lnTo>
                    <a:pt x="147112" y="115089"/>
                  </a:lnTo>
                  <a:lnTo>
                    <a:pt x="114854" y="147414"/>
                  </a:lnTo>
                  <a:lnTo>
                    <a:pt x="86014" y="182892"/>
                  </a:lnTo>
                  <a:lnTo>
                    <a:pt x="60865" y="221250"/>
                  </a:lnTo>
                  <a:lnTo>
                    <a:pt x="39679" y="262217"/>
                  </a:lnTo>
                  <a:lnTo>
                    <a:pt x="22727" y="305520"/>
                  </a:lnTo>
                  <a:lnTo>
                    <a:pt x="10282" y="350886"/>
                  </a:lnTo>
                  <a:lnTo>
                    <a:pt x="2615" y="398043"/>
                  </a:lnTo>
                  <a:lnTo>
                    <a:pt x="0" y="446718"/>
                  </a:lnTo>
                  <a:lnTo>
                    <a:pt x="2615" y="495393"/>
                  </a:lnTo>
                  <a:lnTo>
                    <a:pt x="10282" y="542550"/>
                  </a:lnTo>
                  <a:lnTo>
                    <a:pt x="22727" y="587916"/>
                  </a:lnTo>
                  <a:lnTo>
                    <a:pt x="39679" y="631218"/>
                  </a:lnTo>
                  <a:lnTo>
                    <a:pt x="60865" y="672185"/>
                  </a:lnTo>
                  <a:lnTo>
                    <a:pt x="86014" y="710544"/>
                  </a:lnTo>
                  <a:lnTo>
                    <a:pt x="114854" y="746022"/>
                  </a:lnTo>
                  <a:lnTo>
                    <a:pt x="147112" y="778347"/>
                  </a:lnTo>
                  <a:lnTo>
                    <a:pt x="182517" y="807246"/>
                  </a:lnTo>
                  <a:lnTo>
                    <a:pt x="220798" y="832447"/>
                  </a:lnTo>
                  <a:lnTo>
                    <a:pt x="261681" y="853676"/>
                  </a:lnTo>
                  <a:lnTo>
                    <a:pt x="304895" y="870663"/>
                  </a:lnTo>
                  <a:lnTo>
                    <a:pt x="350168" y="883133"/>
                  </a:lnTo>
                  <a:lnTo>
                    <a:pt x="397228" y="890816"/>
                  </a:lnTo>
                  <a:lnTo>
                    <a:pt x="445804" y="893437"/>
                  </a:lnTo>
                  <a:lnTo>
                    <a:pt x="494379" y="890816"/>
                  </a:lnTo>
                  <a:lnTo>
                    <a:pt x="541439" y="883133"/>
                  </a:lnTo>
                  <a:lnTo>
                    <a:pt x="586712" y="870663"/>
                  </a:lnTo>
                  <a:lnTo>
                    <a:pt x="629927" y="853676"/>
                  </a:lnTo>
                  <a:lnTo>
                    <a:pt x="670810" y="832447"/>
                  </a:lnTo>
                  <a:lnTo>
                    <a:pt x="709090" y="807246"/>
                  </a:lnTo>
                  <a:lnTo>
                    <a:pt x="744495" y="778347"/>
                  </a:lnTo>
                  <a:lnTo>
                    <a:pt x="776754" y="746022"/>
                  </a:lnTo>
                  <a:lnTo>
                    <a:pt x="805594" y="710544"/>
                  </a:lnTo>
                  <a:lnTo>
                    <a:pt x="830743" y="672185"/>
                  </a:lnTo>
                  <a:lnTo>
                    <a:pt x="851929" y="631218"/>
                  </a:lnTo>
                  <a:lnTo>
                    <a:pt x="868881" y="587916"/>
                  </a:lnTo>
                  <a:lnTo>
                    <a:pt x="881326" y="542550"/>
                  </a:lnTo>
                  <a:lnTo>
                    <a:pt x="888992" y="495393"/>
                  </a:lnTo>
                  <a:lnTo>
                    <a:pt x="891608" y="446718"/>
                  </a:lnTo>
                  <a:lnTo>
                    <a:pt x="888992" y="398043"/>
                  </a:lnTo>
                  <a:lnTo>
                    <a:pt x="881326" y="350886"/>
                  </a:lnTo>
                  <a:lnTo>
                    <a:pt x="868881" y="305520"/>
                  </a:lnTo>
                  <a:lnTo>
                    <a:pt x="851929" y="262217"/>
                  </a:lnTo>
                  <a:lnTo>
                    <a:pt x="830743" y="221250"/>
                  </a:lnTo>
                  <a:lnTo>
                    <a:pt x="805594" y="182892"/>
                  </a:lnTo>
                  <a:lnTo>
                    <a:pt x="776754" y="147414"/>
                  </a:lnTo>
                  <a:lnTo>
                    <a:pt x="744495" y="115089"/>
                  </a:lnTo>
                  <a:lnTo>
                    <a:pt x="709090" y="86190"/>
                  </a:lnTo>
                  <a:lnTo>
                    <a:pt x="670810" y="60990"/>
                  </a:lnTo>
                  <a:lnTo>
                    <a:pt x="629927" y="39760"/>
                  </a:lnTo>
                  <a:lnTo>
                    <a:pt x="586712" y="22773"/>
                  </a:lnTo>
                  <a:lnTo>
                    <a:pt x="541439" y="10303"/>
                  </a:lnTo>
                  <a:lnTo>
                    <a:pt x="494379" y="2621"/>
                  </a:lnTo>
                  <a:lnTo>
                    <a:pt x="445804"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8" name="object 78"/>
            <p:cNvSpPr/>
            <p:nvPr/>
          </p:nvSpPr>
          <p:spPr>
            <a:xfrm>
              <a:off x="8229600" y="13838562"/>
              <a:ext cx="892175" cy="893444"/>
            </a:xfrm>
            <a:custGeom>
              <a:avLst/>
              <a:gdLst/>
              <a:ahLst/>
              <a:cxnLst/>
              <a:rect l="l" t="t" r="r" b="b"/>
              <a:pathLst>
                <a:path w="892175" h="893444">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9" name="object 79"/>
            <p:cNvSpPr/>
            <p:nvPr/>
          </p:nvSpPr>
          <p:spPr>
            <a:xfrm>
              <a:off x="5626100" y="13779500"/>
              <a:ext cx="2567305" cy="368300"/>
            </a:xfrm>
            <a:custGeom>
              <a:avLst/>
              <a:gdLst/>
              <a:ahLst/>
              <a:cxnLst/>
              <a:rect l="l" t="t" r="r" b="b"/>
              <a:pathLst>
                <a:path w="2567304" h="368300">
                  <a:moveTo>
                    <a:pt x="2223890" y="0"/>
                  </a:moveTo>
                  <a:lnTo>
                    <a:pt x="2220480" y="0"/>
                  </a:lnTo>
                  <a:lnTo>
                    <a:pt x="2218584" y="80"/>
                  </a:lnTo>
                  <a:lnTo>
                    <a:pt x="2198509" y="152400"/>
                  </a:lnTo>
                  <a:lnTo>
                    <a:pt x="31750" y="152400"/>
                  </a:lnTo>
                  <a:lnTo>
                    <a:pt x="19391" y="154895"/>
                  </a:lnTo>
                  <a:lnTo>
                    <a:pt x="9299" y="161699"/>
                  </a:lnTo>
                  <a:lnTo>
                    <a:pt x="2495" y="171791"/>
                  </a:lnTo>
                  <a:lnTo>
                    <a:pt x="0" y="184150"/>
                  </a:lnTo>
                  <a:lnTo>
                    <a:pt x="2495" y="196508"/>
                  </a:lnTo>
                  <a:lnTo>
                    <a:pt x="9299" y="206600"/>
                  </a:lnTo>
                  <a:lnTo>
                    <a:pt x="19391" y="213404"/>
                  </a:lnTo>
                  <a:lnTo>
                    <a:pt x="31750" y="215900"/>
                  </a:lnTo>
                  <a:lnTo>
                    <a:pt x="2198509" y="215900"/>
                  </a:lnTo>
                  <a:lnTo>
                    <a:pt x="2198510" y="349736"/>
                  </a:lnTo>
                  <a:lnTo>
                    <a:pt x="2221884" y="368256"/>
                  </a:lnTo>
                  <a:lnTo>
                    <a:pt x="2230305" y="365975"/>
                  </a:lnTo>
                  <a:lnTo>
                    <a:pt x="2558914" y="201672"/>
                  </a:lnTo>
                  <a:lnTo>
                    <a:pt x="2562360" y="198224"/>
                  </a:lnTo>
                  <a:lnTo>
                    <a:pt x="2564486" y="193972"/>
                  </a:lnTo>
                  <a:lnTo>
                    <a:pt x="2566767" y="185551"/>
                  </a:lnTo>
                  <a:lnTo>
                    <a:pt x="2565679" y="177200"/>
                  </a:lnTo>
                  <a:lnTo>
                    <a:pt x="2561538" y="169866"/>
                  </a:lnTo>
                  <a:lnTo>
                    <a:pt x="2554662" y="164498"/>
                  </a:lnTo>
                  <a:lnTo>
                    <a:pt x="2227254" y="793"/>
                  </a:lnTo>
                  <a:lnTo>
                    <a:pt x="222389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0" name="object 80"/>
            <p:cNvSpPr/>
            <p:nvPr/>
          </p:nvSpPr>
          <p:spPr>
            <a:xfrm>
              <a:off x="8394700" y="13487400"/>
              <a:ext cx="584200" cy="927100"/>
            </a:xfrm>
            <a:custGeom>
              <a:avLst/>
              <a:gdLst/>
              <a:ahLst/>
              <a:cxnLst/>
              <a:rect l="l" t="t" r="r" b="b"/>
              <a:pathLst>
                <a:path w="584200" h="927100">
                  <a:moveTo>
                    <a:pt x="584200" y="0"/>
                  </a:moveTo>
                  <a:lnTo>
                    <a:pt x="0" y="92710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1" name="object 81"/>
            <p:cNvSpPr/>
            <p:nvPr/>
          </p:nvSpPr>
          <p:spPr>
            <a:xfrm>
              <a:off x="8991600" y="13487400"/>
              <a:ext cx="584200" cy="927100"/>
            </a:xfrm>
            <a:custGeom>
              <a:avLst/>
              <a:gdLst/>
              <a:ahLst/>
              <a:cxnLst/>
              <a:rect l="l" t="t" r="r" b="b"/>
              <a:pathLst>
                <a:path w="584200" h="927100">
                  <a:moveTo>
                    <a:pt x="0" y="0"/>
                  </a:moveTo>
                  <a:lnTo>
                    <a:pt x="584200" y="92710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2" name="object 82"/>
            <p:cNvSpPr/>
            <p:nvPr/>
          </p:nvSpPr>
          <p:spPr>
            <a:xfrm>
              <a:off x="8407400" y="14417675"/>
              <a:ext cx="1168400" cy="6350"/>
            </a:xfrm>
            <a:custGeom>
              <a:avLst/>
              <a:gdLst/>
              <a:ahLst/>
              <a:cxnLst/>
              <a:rect l="l" t="t" r="r" b="b"/>
              <a:pathLst>
                <a:path w="1168400" h="6350">
                  <a:moveTo>
                    <a:pt x="0" y="6350"/>
                  </a:moveTo>
                  <a:lnTo>
                    <a:pt x="1168400" y="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83" name="object 83"/>
          <p:cNvGrpSpPr/>
          <p:nvPr/>
        </p:nvGrpSpPr>
        <p:grpSpPr>
          <a:xfrm>
            <a:off x="3057525" y="5038725"/>
            <a:ext cx="765493" cy="730250"/>
            <a:chOff x="6115050" y="10077450"/>
            <a:chExt cx="1530985" cy="1460500"/>
          </a:xfrm>
        </p:grpSpPr>
        <p:sp>
          <p:nvSpPr>
            <p:cNvPr id="84" name="object 84"/>
            <p:cNvSpPr/>
            <p:nvPr/>
          </p:nvSpPr>
          <p:spPr>
            <a:xfrm>
              <a:off x="6424476" y="10083800"/>
              <a:ext cx="892175" cy="893444"/>
            </a:xfrm>
            <a:custGeom>
              <a:avLst/>
              <a:gdLst/>
              <a:ahLst/>
              <a:cxnLst/>
              <a:rect l="l" t="t" r="r" b="b"/>
              <a:pathLst>
                <a:path w="892175" h="893445">
                  <a:moveTo>
                    <a:pt x="445804" y="0"/>
                  </a:moveTo>
                  <a:lnTo>
                    <a:pt x="397228" y="2621"/>
                  </a:lnTo>
                  <a:lnTo>
                    <a:pt x="350168" y="10303"/>
                  </a:lnTo>
                  <a:lnTo>
                    <a:pt x="304895" y="22774"/>
                  </a:lnTo>
                  <a:lnTo>
                    <a:pt x="261681" y="39760"/>
                  </a:lnTo>
                  <a:lnTo>
                    <a:pt x="220798" y="60990"/>
                  </a:lnTo>
                  <a:lnTo>
                    <a:pt x="182517"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7"/>
                  </a:lnTo>
                  <a:lnTo>
                    <a:pt x="182517" y="807246"/>
                  </a:lnTo>
                  <a:lnTo>
                    <a:pt x="220798" y="832447"/>
                  </a:lnTo>
                  <a:lnTo>
                    <a:pt x="261681" y="853677"/>
                  </a:lnTo>
                  <a:lnTo>
                    <a:pt x="304895" y="870663"/>
                  </a:lnTo>
                  <a:lnTo>
                    <a:pt x="350168" y="883133"/>
                  </a:lnTo>
                  <a:lnTo>
                    <a:pt x="397228" y="890816"/>
                  </a:lnTo>
                  <a:lnTo>
                    <a:pt x="445804" y="893437"/>
                  </a:lnTo>
                  <a:lnTo>
                    <a:pt x="494379" y="890816"/>
                  </a:lnTo>
                  <a:lnTo>
                    <a:pt x="541439" y="883133"/>
                  </a:lnTo>
                  <a:lnTo>
                    <a:pt x="586712" y="870663"/>
                  </a:lnTo>
                  <a:lnTo>
                    <a:pt x="629927" y="853677"/>
                  </a:lnTo>
                  <a:lnTo>
                    <a:pt x="670810" y="832447"/>
                  </a:lnTo>
                  <a:lnTo>
                    <a:pt x="709090" y="807246"/>
                  </a:lnTo>
                  <a:lnTo>
                    <a:pt x="744495" y="778347"/>
                  </a:lnTo>
                  <a:lnTo>
                    <a:pt x="776754" y="746023"/>
                  </a:lnTo>
                  <a:lnTo>
                    <a:pt x="805594" y="710545"/>
                  </a:lnTo>
                  <a:lnTo>
                    <a:pt x="830743" y="672186"/>
                  </a:lnTo>
                  <a:lnTo>
                    <a:pt x="851929" y="631219"/>
                  </a:lnTo>
                  <a:lnTo>
                    <a:pt x="868881" y="587916"/>
                  </a:lnTo>
                  <a:lnTo>
                    <a:pt x="881326" y="542550"/>
                  </a:lnTo>
                  <a:lnTo>
                    <a:pt x="888992" y="495393"/>
                  </a:lnTo>
                  <a:lnTo>
                    <a:pt x="891608" y="446718"/>
                  </a:lnTo>
                  <a:lnTo>
                    <a:pt x="888992" y="398043"/>
                  </a:lnTo>
                  <a:lnTo>
                    <a:pt x="881326" y="350887"/>
                  </a:lnTo>
                  <a:lnTo>
                    <a:pt x="868881" y="305521"/>
                  </a:lnTo>
                  <a:lnTo>
                    <a:pt x="851929" y="262218"/>
                  </a:lnTo>
                  <a:lnTo>
                    <a:pt x="830743" y="221251"/>
                  </a:lnTo>
                  <a:lnTo>
                    <a:pt x="805594" y="182892"/>
                  </a:lnTo>
                  <a:lnTo>
                    <a:pt x="776754" y="147414"/>
                  </a:lnTo>
                  <a:lnTo>
                    <a:pt x="744495" y="115089"/>
                  </a:lnTo>
                  <a:lnTo>
                    <a:pt x="709090" y="86190"/>
                  </a:lnTo>
                  <a:lnTo>
                    <a:pt x="670810" y="60990"/>
                  </a:lnTo>
                  <a:lnTo>
                    <a:pt x="629927" y="39760"/>
                  </a:lnTo>
                  <a:lnTo>
                    <a:pt x="586712" y="22774"/>
                  </a:lnTo>
                  <a:lnTo>
                    <a:pt x="541439" y="10303"/>
                  </a:lnTo>
                  <a:lnTo>
                    <a:pt x="494379" y="2621"/>
                  </a:lnTo>
                  <a:lnTo>
                    <a:pt x="445804"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5" name="object 85"/>
            <p:cNvSpPr/>
            <p:nvPr/>
          </p:nvSpPr>
          <p:spPr>
            <a:xfrm>
              <a:off x="6424476" y="10083800"/>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6" name="object 86"/>
            <p:cNvSpPr/>
            <p:nvPr/>
          </p:nvSpPr>
          <p:spPr>
            <a:xfrm>
              <a:off x="6747559" y="10638162"/>
              <a:ext cx="892175" cy="893444"/>
            </a:xfrm>
            <a:custGeom>
              <a:avLst/>
              <a:gdLst/>
              <a:ahLst/>
              <a:cxnLst/>
              <a:rect l="l" t="t" r="r" b="b"/>
              <a:pathLst>
                <a:path w="892175" h="893445">
                  <a:moveTo>
                    <a:pt x="445804" y="0"/>
                  </a:moveTo>
                  <a:lnTo>
                    <a:pt x="397228" y="2621"/>
                  </a:lnTo>
                  <a:lnTo>
                    <a:pt x="350168" y="10303"/>
                  </a:lnTo>
                  <a:lnTo>
                    <a:pt x="304895" y="22773"/>
                  </a:lnTo>
                  <a:lnTo>
                    <a:pt x="261681" y="39760"/>
                  </a:lnTo>
                  <a:lnTo>
                    <a:pt x="220798" y="60990"/>
                  </a:lnTo>
                  <a:lnTo>
                    <a:pt x="182517" y="86190"/>
                  </a:lnTo>
                  <a:lnTo>
                    <a:pt x="147112" y="115089"/>
                  </a:lnTo>
                  <a:lnTo>
                    <a:pt x="114854" y="147414"/>
                  </a:lnTo>
                  <a:lnTo>
                    <a:pt x="86014" y="182892"/>
                  </a:lnTo>
                  <a:lnTo>
                    <a:pt x="60865" y="221250"/>
                  </a:lnTo>
                  <a:lnTo>
                    <a:pt x="39679" y="262217"/>
                  </a:lnTo>
                  <a:lnTo>
                    <a:pt x="22727" y="305520"/>
                  </a:lnTo>
                  <a:lnTo>
                    <a:pt x="10282" y="350886"/>
                  </a:lnTo>
                  <a:lnTo>
                    <a:pt x="2615" y="398043"/>
                  </a:lnTo>
                  <a:lnTo>
                    <a:pt x="0" y="446718"/>
                  </a:lnTo>
                  <a:lnTo>
                    <a:pt x="2615" y="495393"/>
                  </a:lnTo>
                  <a:lnTo>
                    <a:pt x="10282" y="542550"/>
                  </a:lnTo>
                  <a:lnTo>
                    <a:pt x="22727" y="587916"/>
                  </a:lnTo>
                  <a:lnTo>
                    <a:pt x="39679" y="631218"/>
                  </a:lnTo>
                  <a:lnTo>
                    <a:pt x="60865" y="672185"/>
                  </a:lnTo>
                  <a:lnTo>
                    <a:pt x="86014" y="710544"/>
                  </a:lnTo>
                  <a:lnTo>
                    <a:pt x="114854" y="746022"/>
                  </a:lnTo>
                  <a:lnTo>
                    <a:pt x="147112" y="778347"/>
                  </a:lnTo>
                  <a:lnTo>
                    <a:pt x="182517" y="807246"/>
                  </a:lnTo>
                  <a:lnTo>
                    <a:pt x="220798" y="832447"/>
                  </a:lnTo>
                  <a:lnTo>
                    <a:pt x="261681" y="853676"/>
                  </a:lnTo>
                  <a:lnTo>
                    <a:pt x="304895" y="870663"/>
                  </a:lnTo>
                  <a:lnTo>
                    <a:pt x="350168" y="883133"/>
                  </a:lnTo>
                  <a:lnTo>
                    <a:pt x="397228" y="890816"/>
                  </a:lnTo>
                  <a:lnTo>
                    <a:pt x="445804" y="893437"/>
                  </a:lnTo>
                  <a:lnTo>
                    <a:pt x="494379" y="890816"/>
                  </a:lnTo>
                  <a:lnTo>
                    <a:pt x="541439" y="883133"/>
                  </a:lnTo>
                  <a:lnTo>
                    <a:pt x="586712" y="870663"/>
                  </a:lnTo>
                  <a:lnTo>
                    <a:pt x="629927" y="853676"/>
                  </a:lnTo>
                  <a:lnTo>
                    <a:pt x="670810" y="832447"/>
                  </a:lnTo>
                  <a:lnTo>
                    <a:pt x="709090" y="807246"/>
                  </a:lnTo>
                  <a:lnTo>
                    <a:pt x="744495" y="778347"/>
                  </a:lnTo>
                  <a:lnTo>
                    <a:pt x="776754" y="746022"/>
                  </a:lnTo>
                  <a:lnTo>
                    <a:pt x="805594" y="710544"/>
                  </a:lnTo>
                  <a:lnTo>
                    <a:pt x="830743" y="672185"/>
                  </a:lnTo>
                  <a:lnTo>
                    <a:pt x="851929" y="631218"/>
                  </a:lnTo>
                  <a:lnTo>
                    <a:pt x="868881" y="587916"/>
                  </a:lnTo>
                  <a:lnTo>
                    <a:pt x="881326" y="542550"/>
                  </a:lnTo>
                  <a:lnTo>
                    <a:pt x="888992" y="495393"/>
                  </a:lnTo>
                  <a:lnTo>
                    <a:pt x="891608" y="446718"/>
                  </a:lnTo>
                  <a:lnTo>
                    <a:pt x="888992" y="398043"/>
                  </a:lnTo>
                  <a:lnTo>
                    <a:pt x="881326" y="350886"/>
                  </a:lnTo>
                  <a:lnTo>
                    <a:pt x="868881" y="305520"/>
                  </a:lnTo>
                  <a:lnTo>
                    <a:pt x="851929" y="262217"/>
                  </a:lnTo>
                  <a:lnTo>
                    <a:pt x="830743" y="221250"/>
                  </a:lnTo>
                  <a:lnTo>
                    <a:pt x="805594" y="182892"/>
                  </a:lnTo>
                  <a:lnTo>
                    <a:pt x="776754" y="147414"/>
                  </a:lnTo>
                  <a:lnTo>
                    <a:pt x="744495" y="115089"/>
                  </a:lnTo>
                  <a:lnTo>
                    <a:pt x="709090" y="86190"/>
                  </a:lnTo>
                  <a:lnTo>
                    <a:pt x="670810" y="60990"/>
                  </a:lnTo>
                  <a:lnTo>
                    <a:pt x="629927" y="39760"/>
                  </a:lnTo>
                  <a:lnTo>
                    <a:pt x="586712" y="22773"/>
                  </a:lnTo>
                  <a:lnTo>
                    <a:pt x="541439" y="10303"/>
                  </a:lnTo>
                  <a:lnTo>
                    <a:pt x="494379" y="2621"/>
                  </a:lnTo>
                  <a:lnTo>
                    <a:pt x="44580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7" name="object 87"/>
            <p:cNvSpPr/>
            <p:nvPr/>
          </p:nvSpPr>
          <p:spPr>
            <a:xfrm>
              <a:off x="6747559" y="10638162"/>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8" name="object 88"/>
            <p:cNvSpPr/>
            <p:nvPr/>
          </p:nvSpPr>
          <p:spPr>
            <a:xfrm>
              <a:off x="6121400" y="10638162"/>
              <a:ext cx="892175" cy="893444"/>
            </a:xfrm>
            <a:custGeom>
              <a:avLst/>
              <a:gdLst/>
              <a:ahLst/>
              <a:cxnLst/>
              <a:rect l="l" t="t" r="r" b="b"/>
              <a:pathLst>
                <a:path w="892175" h="893445">
                  <a:moveTo>
                    <a:pt x="445804" y="0"/>
                  </a:moveTo>
                  <a:lnTo>
                    <a:pt x="397228" y="2621"/>
                  </a:lnTo>
                  <a:lnTo>
                    <a:pt x="350168" y="10303"/>
                  </a:lnTo>
                  <a:lnTo>
                    <a:pt x="304895" y="22773"/>
                  </a:lnTo>
                  <a:lnTo>
                    <a:pt x="261681" y="39760"/>
                  </a:lnTo>
                  <a:lnTo>
                    <a:pt x="220798" y="60990"/>
                  </a:lnTo>
                  <a:lnTo>
                    <a:pt x="182517" y="86190"/>
                  </a:lnTo>
                  <a:lnTo>
                    <a:pt x="147112" y="115089"/>
                  </a:lnTo>
                  <a:lnTo>
                    <a:pt x="114854" y="147414"/>
                  </a:lnTo>
                  <a:lnTo>
                    <a:pt x="86014" y="182892"/>
                  </a:lnTo>
                  <a:lnTo>
                    <a:pt x="60865" y="221250"/>
                  </a:lnTo>
                  <a:lnTo>
                    <a:pt x="39679" y="262217"/>
                  </a:lnTo>
                  <a:lnTo>
                    <a:pt x="22727" y="305520"/>
                  </a:lnTo>
                  <a:lnTo>
                    <a:pt x="10282" y="350886"/>
                  </a:lnTo>
                  <a:lnTo>
                    <a:pt x="2615" y="398043"/>
                  </a:lnTo>
                  <a:lnTo>
                    <a:pt x="0" y="446718"/>
                  </a:lnTo>
                  <a:lnTo>
                    <a:pt x="2615" y="495393"/>
                  </a:lnTo>
                  <a:lnTo>
                    <a:pt x="10282" y="542550"/>
                  </a:lnTo>
                  <a:lnTo>
                    <a:pt x="22727" y="587916"/>
                  </a:lnTo>
                  <a:lnTo>
                    <a:pt x="39679" y="631218"/>
                  </a:lnTo>
                  <a:lnTo>
                    <a:pt x="60865" y="672185"/>
                  </a:lnTo>
                  <a:lnTo>
                    <a:pt x="86014" y="710544"/>
                  </a:lnTo>
                  <a:lnTo>
                    <a:pt x="114854" y="746022"/>
                  </a:lnTo>
                  <a:lnTo>
                    <a:pt x="147112" y="778347"/>
                  </a:lnTo>
                  <a:lnTo>
                    <a:pt x="182517" y="807246"/>
                  </a:lnTo>
                  <a:lnTo>
                    <a:pt x="220798" y="832447"/>
                  </a:lnTo>
                  <a:lnTo>
                    <a:pt x="261681" y="853676"/>
                  </a:lnTo>
                  <a:lnTo>
                    <a:pt x="304895" y="870663"/>
                  </a:lnTo>
                  <a:lnTo>
                    <a:pt x="350168" y="883133"/>
                  </a:lnTo>
                  <a:lnTo>
                    <a:pt x="397228" y="890816"/>
                  </a:lnTo>
                  <a:lnTo>
                    <a:pt x="445804" y="893437"/>
                  </a:lnTo>
                  <a:lnTo>
                    <a:pt x="494379" y="890816"/>
                  </a:lnTo>
                  <a:lnTo>
                    <a:pt x="541439" y="883133"/>
                  </a:lnTo>
                  <a:lnTo>
                    <a:pt x="586712" y="870663"/>
                  </a:lnTo>
                  <a:lnTo>
                    <a:pt x="629927" y="853676"/>
                  </a:lnTo>
                  <a:lnTo>
                    <a:pt x="670810" y="832447"/>
                  </a:lnTo>
                  <a:lnTo>
                    <a:pt x="709090" y="807246"/>
                  </a:lnTo>
                  <a:lnTo>
                    <a:pt x="744495" y="778347"/>
                  </a:lnTo>
                  <a:lnTo>
                    <a:pt x="776754" y="746022"/>
                  </a:lnTo>
                  <a:lnTo>
                    <a:pt x="805594" y="710544"/>
                  </a:lnTo>
                  <a:lnTo>
                    <a:pt x="830743" y="672185"/>
                  </a:lnTo>
                  <a:lnTo>
                    <a:pt x="851929" y="631218"/>
                  </a:lnTo>
                  <a:lnTo>
                    <a:pt x="868881" y="587916"/>
                  </a:lnTo>
                  <a:lnTo>
                    <a:pt x="881326" y="542550"/>
                  </a:lnTo>
                  <a:lnTo>
                    <a:pt x="888992" y="495393"/>
                  </a:lnTo>
                  <a:lnTo>
                    <a:pt x="891608" y="446718"/>
                  </a:lnTo>
                  <a:lnTo>
                    <a:pt x="888992" y="398043"/>
                  </a:lnTo>
                  <a:lnTo>
                    <a:pt x="881326" y="350886"/>
                  </a:lnTo>
                  <a:lnTo>
                    <a:pt x="868881" y="305520"/>
                  </a:lnTo>
                  <a:lnTo>
                    <a:pt x="851929" y="262217"/>
                  </a:lnTo>
                  <a:lnTo>
                    <a:pt x="830743" y="221250"/>
                  </a:lnTo>
                  <a:lnTo>
                    <a:pt x="805594" y="182892"/>
                  </a:lnTo>
                  <a:lnTo>
                    <a:pt x="776754" y="147414"/>
                  </a:lnTo>
                  <a:lnTo>
                    <a:pt x="744495" y="115089"/>
                  </a:lnTo>
                  <a:lnTo>
                    <a:pt x="709090" y="86190"/>
                  </a:lnTo>
                  <a:lnTo>
                    <a:pt x="670810" y="60990"/>
                  </a:lnTo>
                  <a:lnTo>
                    <a:pt x="629927" y="39760"/>
                  </a:lnTo>
                  <a:lnTo>
                    <a:pt x="586712" y="22773"/>
                  </a:lnTo>
                  <a:lnTo>
                    <a:pt x="541439" y="10303"/>
                  </a:lnTo>
                  <a:lnTo>
                    <a:pt x="494379" y="2621"/>
                  </a:lnTo>
                  <a:lnTo>
                    <a:pt x="445804"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9" name="object 89"/>
            <p:cNvSpPr/>
            <p:nvPr/>
          </p:nvSpPr>
          <p:spPr>
            <a:xfrm>
              <a:off x="6121400" y="10638162"/>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0" name="object 90"/>
            <p:cNvSpPr/>
            <p:nvPr/>
          </p:nvSpPr>
          <p:spPr>
            <a:xfrm>
              <a:off x="6286500" y="10287000"/>
              <a:ext cx="584200" cy="927100"/>
            </a:xfrm>
            <a:custGeom>
              <a:avLst/>
              <a:gdLst/>
              <a:ahLst/>
              <a:cxnLst/>
              <a:rect l="l" t="t" r="r" b="b"/>
              <a:pathLst>
                <a:path w="584200" h="927100">
                  <a:moveTo>
                    <a:pt x="584200" y="0"/>
                  </a:moveTo>
                  <a:lnTo>
                    <a:pt x="0" y="92710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1" name="object 91"/>
            <p:cNvSpPr/>
            <p:nvPr/>
          </p:nvSpPr>
          <p:spPr>
            <a:xfrm>
              <a:off x="6883400" y="10287000"/>
              <a:ext cx="584200" cy="927100"/>
            </a:xfrm>
            <a:custGeom>
              <a:avLst/>
              <a:gdLst/>
              <a:ahLst/>
              <a:cxnLst/>
              <a:rect l="l" t="t" r="r" b="b"/>
              <a:pathLst>
                <a:path w="584200" h="927100">
                  <a:moveTo>
                    <a:pt x="0" y="0"/>
                  </a:moveTo>
                  <a:lnTo>
                    <a:pt x="584200" y="92710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2" name="object 92"/>
            <p:cNvSpPr/>
            <p:nvPr/>
          </p:nvSpPr>
          <p:spPr>
            <a:xfrm>
              <a:off x="6299200" y="11217275"/>
              <a:ext cx="1168400" cy="6350"/>
            </a:xfrm>
            <a:custGeom>
              <a:avLst/>
              <a:gdLst/>
              <a:ahLst/>
              <a:cxnLst/>
              <a:rect l="l" t="t" r="r" b="b"/>
              <a:pathLst>
                <a:path w="1168400" h="6350">
                  <a:moveTo>
                    <a:pt x="0" y="6350"/>
                  </a:moveTo>
                  <a:lnTo>
                    <a:pt x="1168400" y="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93" name="object 93"/>
          <p:cNvGrpSpPr/>
          <p:nvPr/>
        </p:nvGrpSpPr>
        <p:grpSpPr>
          <a:xfrm>
            <a:off x="4111625" y="5038725"/>
            <a:ext cx="765493" cy="730250"/>
            <a:chOff x="8223250" y="10077450"/>
            <a:chExt cx="1530985" cy="1460500"/>
          </a:xfrm>
        </p:grpSpPr>
        <p:sp>
          <p:nvSpPr>
            <p:cNvPr id="94" name="object 94"/>
            <p:cNvSpPr/>
            <p:nvPr/>
          </p:nvSpPr>
          <p:spPr>
            <a:xfrm>
              <a:off x="8532676" y="10083800"/>
              <a:ext cx="596265" cy="596900"/>
            </a:xfrm>
            <a:custGeom>
              <a:avLst/>
              <a:gdLst/>
              <a:ahLst/>
              <a:cxnLst/>
              <a:rect l="l" t="t" r="r" b="b"/>
              <a:pathLst>
                <a:path w="596265" h="596900">
                  <a:moveTo>
                    <a:pt x="297839" y="0"/>
                  </a:moveTo>
                  <a:lnTo>
                    <a:pt x="249527" y="3906"/>
                  </a:lnTo>
                  <a:lnTo>
                    <a:pt x="203698" y="15215"/>
                  </a:lnTo>
                  <a:lnTo>
                    <a:pt x="160964" y="33312"/>
                  </a:lnTo>
                  <a:lnTo>
                    <a:pt x="121938" y="57583"/>
                  </a:lnTo>
                  <a:lnTo>
                    <a:pt x="87234" y="87413"/>
                  </a:lnTo>
                  <a:lnTo>
                    <a:pt x="57465" y="122189"/>
                  </a:lnTo>
                  <a:lnTo>
                    <a:pt x="33244" y="161294"/>
                  </a:lnTo>
                  <a:lnTo>
                    <a:pt x="15183" y="204116"/>
                  </a:lnTo>
                  <a:lnTo>
                    <a:pt x="3898" y="250039"/>
                  </a:lnTo>
                  <a:lnTo>
                    <a:pt x="0" y="298450"/>
                  </a:lnTo>
                  <a:lnTo>
                    <a:pt x="3898" y="346860"/>
                  </a:lnTo>
                  <a:lnTo>
                    <a:pt x="15183" y="392783"/>
                  </a:lnTo>
                  <a:lnTo>
                    <a:pt x="33244" y="435605"/>
                  </a:lnTo>
                  <a:lnTo>
                    <a:pt x="57465" y="474710"/>
                  </a:lnTo>
                  <a:lnTo>
                    <a:pt x="87234" y="509486"/>
                  </a:lnTo>
                  <a:lnTo>
                    <a:pt x="121938" y="539316"/>
                  </a:lnTo>
                  <a:lnTo>
                    <a:pt x="160964" y="563587"/>
                  </a:lnTo>
                  <a:lnTo>
                    <a:pt x="203698" y="581684"/>
                  </a:lnTo>
                  <a:lnTo>
                    <a:pt x="249527" y="592993"/>
                  </a:lnTo>
                  <a:lnTo>
                    <a:pt x="297839" y="596900"/>
                  </a:lnTo>
                  <a:lnTo>
                    <a:pt x="346150" y="592993"/>
                  </a:lnTo>
                  <a:lnTo>
                    <a:pt x="391979" y="581684"/>
                  </a:lnTo>
                  <a:lnTo>
                    <a:pt x="434713" y="563587"/>
                  </a:lnTo>
                  <a:lnTo>
                    <a:pt x="473738" y="539316"/>
                  </a:lnTo>
                  <a:lnTo>
                    <a:pt x="508443" y="509486"/>
                  </a:lnTo>
                  <a:lnTo>
                    <a:pt x="538212" y="474710"/>
                  </a:lnTo>
                  <a:lnTo>
                    <a:pt x="562433" y="435605"/>
                  </a:lnTo>
                  <a:lnTo>
                    <a:pt x="580494" y="392783"/>
                  </a:lnTo>
                  <a:lnTo>
                    <a:pt x="591780" y="346860"/>
                  </a:lnTo>
                  <a:lnTo>
                    <a:pt x="595678" y="298450"/>
                  </a:lnTo>
                  <a:lnTo>
                    <a:pt x="591780" y="250039"/>
                  </a:lnTo>
                  <a:lnTo>
                    <a:pt x="580494" y="204116"/>
                  </a:lnTo>
                  <a:lnTo>
                    <a:pt x="562433" y="161294"/>
                  </a:lnTo>
                  <a:lnTo>
                    <a:pt x="538212" y="122189"/>
                  </a:lnTo>
                  <a:lnTo>
                    <a:pt x="508443" y="87413"/>
                  </a:lnTo>
                  <a:lnTo>
                    <a:pt x="473738" y="57583"/>
                  </a:lnTo>
                  <a:lnTo>
                    <a:pt x="434713" y="33312"/>
                  </a:lnTo>
                  <a:lnTo>
                    <a:pt x="391979" y="15215"/>
                  </a:lnTo>
                  <a:lnTo>
                    <a:pt x="346150" y="3906"/>
                  </a:lnTo>
                  <a:lnTo>
                    <a:pt x="297839"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5" name="object 95"/>
            <p:cNvSpPr/>
            <p:nvPr/>
          </p:nvSpPr>
          <p:spPr>
            <a:xfrm>
              <a:off x="8532676" y="10083800"/>
              <a:ext cx="596265" cy="596900"/>
            </a:xfrm>
            <a:custGeom>
              <a:avLst/>
              <a:gdLst/>
              <a:ahLst/>
              <a:cxnLst/>
              <a:rect l="l" t="t" r="r" b="b"/>
              <a:pathLst>
                <a:path w="596265" h="596900">
                  <a:moveTo>
                    <a:pt x="297839" y="596900"/>
                  </a:moveTo>
                  <a:lnTo>
                    <a:pt x="346150" y="592993"/>
                  </a:lnTo>
                  <a:lnTo>
                    <a:pt x="391979" y="581684"/>
                  </a:lnTo>
                  <a:lnTo>
                    <a:pt x="434713" y="563587"/>
                  </a:lnTo>
                  <a:lnTo>
                    <a:pt x="473738" y="539316"/>
                  </a:lnTo>
                  <a:lnTo>
                    <a:pt x="508442" y="509486"/>
                  </a:lnTo>
                  <a:lnTo>
                    <a:pt x="538212" y="474710"/>
                  </a:lnTo>
                  <a:lnTo>
                    <a:pt x="562433" y="435604"/>
                  </a:lnTo>
                  <a:lnTo>
                    <a:pt x="580493" y="392783"/>
                  </a:lnTo>
                  <a:lnTo>
                    <a:pt x="591779" y="346860"/>
                  </a:lnTo>
                  <a:lnTo>
                    <a:pt x="595678" y="298450"/>
                  </a:lnTo>
                  <a:lnTo>
                    <a:pt x="591779" y="250039"/>
                  </a:lnTo>
                  <a:lnTo>
                    <a:pt x="580493" y="204116"/>
                  </a:lnTo>
                  <a:lnTo>
                    <a:pt x="562433" y="161295"/>
                  </a:lnTo>
                  <a:lnTo>
                    <a:pt x="538212" y="122189"/>
                  </a:lnTo>
                  <a:lnTo>
                    <a:pt x="508442" y="87413"/>
                  </a:lnTo>
                  <a:lnTo>
                    <a:pt x="473738" y="57583"/>
                  </a:lnTo>
                  <a:lnTo>
                    <a:pt x="434713" y="33312"/>
                  </a:lnTo>
                  <a:lnTo>
                    <a:pt x="391979" y="15215"/>
                  </a:lnTo>
                  <a:lnTo>
                    <a:pt x="346150" y="3906"/>
                  </a:lnTo>
                  <a:lnTo>
                    <a:pt x="297839" y="0"/>
                  </a:lnTo>
                  <a:lnTo>
                    <a:pt x="249527" y="3906"/>
                  </a:lnTo>
                  <a:lnTo>
                    <a:pt x="203698" y="15215"/>
                  </a:lnTo>
                  <a:lnTo>
                    <a:pt x="160964" y="33312"/>
                  </a:lnTo>
                  <a:lnTo>
                    <a:pt x="121939" y="57583"/>
                  </a:lnTo>
                  <a:lnTo>
                    <a:pt x="87235" y="87413"/>
                  </a:lnTo>
                  <a:lnTo>
                    <a:pt x="57465" y="122189"/>
                  </a:lnTo>
                  <a:lnTo>
                    <a:pt x="33244" y="161295"/>
                  </a:lnTo>
                  <a:lnTo>
                    <a:pt x="15184" y="204116"/>
                  </a:lnTo>
                  <a:lnTo>
                    <a:pt x="3898" y="250039"/>
                  </a:lnTo>
                  <a:lnTo>
                    <a:pt x="0" y="298450"/>
                  </a:lnTo>
                  <a:lnTo>
                    <a:pt x="3898" y="346860"/>
                  </a:lnTo>
                  <a:lnTo>
                    <a:pt x="15184" y="392783"/>
                  </a:lnTo>
                  <a:lnTo>
                    <a:pt x="33244" y="435604"/>
                  </a:lnTo>
                  <a:lnTo>
                    <a:pt x="57465" y="474710"/>
                  </a:lnTo>
                  <a:lnTo>
                    <a:pt x="87235" y="509486"/>
                  </a:lnTo>
                  <a:lnTo>
                    <a:pt x="121939" y="539316"/>
                  </a:lnTo>
                  <a:lnTo>
                    <a:pt x="160964" y="563587"/>
                  </a:lnTo>
                  <a:lnTo>
                    <a:pt x="203698" y="581684"/>
                  </a:lnTo>
                  <a:lnTo>
                    <a:pt x="249527" y="592993"/>
                  </a:lnTo>
                  <a:lnTo>
                    <a:pt x="297839" y="596900"/>
                  </a:lnTo>
                  <a:close/>
                </a:path>
              </a:pathLst>
            </a:custGeom>
            <a:ln w="127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6" name="object 96"/>
            <p:cNvSpPr/>
            <p:nvPr/>
          </p:nvSpPr>
          <p:spPr>
            <a:xfrm>
              <a:off x="8855759" y="10638162"/>
              <a:ext cx="892175" cy="893444"/>
            </a:xfrm>
            <a:custGeom>
              <a:avLst/>
              <a:gdLst/>
              <a:ahLst/>
              <a:cxnLst/>
              <a:rect l="l" t="t" r="r" b="b"/>
              <a:pathLst>
                <a:path w="892175" h="893445">
                  <a:moveTo>
                    <a:pt x="445804" y="0"/>
                  </a:moveTo>
                  <a:lnTo>
                    <a:pt x="397228" y="2621"/>
                  </a:lnTo>
                  <a:lnTo>
                    <a:pt x="350168" y="10303"/>
                  </a:lnTo>
                  <a:lnTo>
                    <a:pt x="304895" y="22773"/>
                  </a:lnTo>
                  <a:lnTo>
                    <a:pt x="261681" y="39760"/>
                  </a:lnTo>
                  <a:lnTo>
                    <a:pt x="220798" y="60990"/>
                  </a:lnTo>
                  <a:lnTo>
                    <a:pt x="182517" y="86190"/>
                  </a:lnTo>
                  <a:lnTo>
                    <a:pt x="147112" y="115089"/>
                  </a:lnTo>
                  <a:lnTo>
                    <a:pt x="114854" y="147414"/>
                  </a:lnTo>
                  <a:lnTo>
                    <a:pt x="86014" y="182892"/>
                  </a:lnTo>
                  <a:lnTo>
                    <a:pt x="60865" y="221250"/>
                  </a:lnTo>
                  <a:lnTo>
                    <a:pt x="39679" y="262217"/>
                  </a:lnTo>
                  <a:lnTo>
                    <a:pt x="22727" y="305520"/>
                  </a:lnTo>
                  <a:lnTo>
                    <a:pt x="10282" y="350886"/>
                  </a:lnTo>
                  <a:lnTo>
                    <a:pt x="2615" y="398043"/>
                  </a:lnTo>
                  <a:lnTo>
                    <a:pt x="0" y="446718"/>
                  </a:lnTo>
                  <a:lnTo>
                    <a:pt x="2615" y="495393"/>
                  </a:lnTo>
                  <a:lnTo>
                    <a:pt x="10282" y="542550"/>
                  </a:lnTo>
                  <a:lnTo>
                    <a:pt x="22727" y="587916"/>
                  </a:lnTo>
                  <a:lnTo>
                    <a:pt x="39679" y="631218"/>
                  </a:lnTo>
                  <a:lnTo>
                    <a:pt x="60865" y="672185"/>
                  </a:lnTo>
                  <a:lnTo>
                    <a:pt x="86014" y="710544"/>
                  </a:lnTo>
                  <a:lnTo>
                    <a:pt x="114854" y="746022"/>
                  </a:lnTo>
                  <a:lnTo>
                    <a:pt x="147112" y="778347"/>
                  </a:lnTo>
                  <a:lnTo>
                    <a:pt x="182517" y="807246"/>
                  </a:lnTo>
                  <a:lnTo>
                    <a:pt x="220798" y="832447"/>
                  </a:lnTo>
                  <a:lnTo>
                    <a:pt x="261681" y="853676"/>
                  </a:lnTo>
                  <a:lnTo>
                    <a:pt x="304895" y="870663"/>
                  </a:lnTo>
                  <a:lnTo>
                    <a:pt x="350168" y="883133"/>
                  </a:lnTo>
                  <a:lnTo>
                    <a:pt x="397228" y="890816"/>
                  </a:lnTo>
                  <a:lnTo>
                    <a:pt x="445804" y="893437"/>
                  </a:lnTo>
                  <a:lnTo>
                    <a:pt x="494379" y="890816"/>
                  </a:lnTo>
                  <a:lnTo>
                    <a:pt x="541439" y="883133"/>
                  </a:lnTo>
                  <a:lnTo>
                    <a:pt x="586712" y="870663"/>
                  </a:lnTo>
                  <a:lnTo>
                    <a:pt x="629927" y="853676"/>
                  </a:lnTo>
                  <a:lnTo>
                    <a:pt x="670810" y="832447"/>
                  </a:lnTo>
                  <a:lnTo>
                    <a:pt x="709090" y="807246"/>
                  </a:lnTo>
                  <a:lnTo>
                    <a:pt x="744495" y="778347"/>
                  </a:lnTo>
                  <a:lnTo>
                    <a:pt x="776754" y="746022"/>
                  </a:lnTo>
                  <a:lnTo>
                    <a:pt x="805594" y="710544"/>
                  </a:lnTo>
                  <a:lnTo>
                    <a:pt x="830743" y="672185"/>
                  </a:lnTo>
                  <a:lnTo>
                    <a:pt x="851929" y="631218"/>
                  </a:lnTo>
                  <a:lnTo>
                    <a:pt x="868881" y="587916"/>
                  </a:lnTo>
                  <a:lnTo>
                    <a:pt x="881326" y="542550"/>
                  </a:lnTo>
                  <a:lnTo>
                    <a:pt x="888992" y="495393"/>
                  </a:lnTo>
                  <a:lnTo>
                    <a:pt x="891608" y="446718"/>
                  </a:lnTo>
                  <a:lnTo>
                    <a:pt x="888992" y="398043"/>
                  </a:lnTo>
                  <a:lnTo>
                    <a:pt x="881326" y="350886"/>
                  </a:lnTo>
                  <a:lnTo>
                    <a:pt x="868881" y="305520"/>
                  </a:lnTo>
                  <a:lnTo>
                    <a:pt x="851929" y="262217"/>
                  </a:lnTo>
                  <a:lnTo>
                    <a:pt x="830743" y="221250"/>
                  </a:lnTo>
                  <a:lnTo>
                    <a:pt x="805594" y="182892"/>
                  </a:lnTo>
                  <a:lnTo>
                    <a:pt x="776754" y="147414"/>
                  </a:lnTo>
                  <a:lnTo>
                    <a:pt x="744495" y="115089"/>
                  </a:lnTo>
                  <a:lnTo>
                    <a:pt x="709090" y="86190"/>
                  </a:lnTo>
                  <a:lnTo>
                    <a:pt x="670810" y="60990"/>
                  </a:lnTo>
                  <a:lnTo>
                    <a:pt x="629927" y="39760"/>
                  </a:lnTo>
                  <a:lnTo>
                    <a:pt x="586712" y="22773"/>
                  </a:lnTo>
                  <a:lnTo>
                    <a:pt x="541439" y="10303"/>
                  </a:lnTo>
                  <a:lnTo>
                    <a:pt x="494379" y="2621"/>
                  </a:lnTo>
                  <a:lnTo>
                    <a:pt x="44580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7" name="object 97"/>
            <p:cNvSpPr/>
            <p:nvPr/>
          </p:nvSpPr>
          <p:spPr>
            <a:xfrm>
              <a:off x="8855759" y="10638162"/>
              <a:ext cx="892175" cy="893444"/>
            </a:xfrm>
            <a:custGeom>
              <a:avLst/>
              <a:gdLst/>
              <a:ahLst/>
              <a:cxnLst/>
              <a:rect l="l" t="t" r="r" b="b"/>
              <a:pathLst>
                <a:path w="892175" h="893445">
                  <a:moveTo>
                    <a:pt x="445804" y="893437"/>
                  </a:moveTo>
                  <a:lnTo>
                    <a:pt x="494379" y="890816"/>
                  </a:lnTo>
                  <a:lnTo>
                    <a:pt x="541439" y="883134"/>
                  </a:lnTo>
                  <a:lnTo>
                    <a:pt x="586713" y="870663"/>
                  </a:lnTo>
                  <a:lnTo>
                    <a:pt x="629927" y="853677"/>
                  </a:lnTo>
                  <a:lnTo>
                    <a:pt x="670810" y="832447"/>
                  </a:lnTo>
                  <a:lnTo>
                    <a:pt x="709090" y="807247"/>
                  </a:lnTo>
                  <a:lnTo>
                    <a:pt x="744496" y="778348"/>
                  </a:lnTo>
                  <a:lnTo>
                    <a:pt x="776754" y="746023"/>
                  </a:lnTo>
                  <a:lnTo>
                    <a:pt x="805594" y="710545"/>
                  </a:lnTo>
                  <a:lnTo>
                    <a:pt x="830743" y="672186"/>
                  </a:lnTo>
                  <a:lnTo>
                    <a:pt x="851929" y="631219"/>
                  </a:lnTo>
                  <a:lnTo>
                    <a:pt x="868881" y="587916"/>
                  </a:lnTo>
                  <a:lnTo>
                    <a:pt x="881326" y="542550"/>
                  </a:lnTo>
                  <a:lnTo>
                    <a:pt x="888993" y="495393"/>
                  </a:lnTo>
                  <a:lnTo>
                    <a:pt x="891608" y="446718"/>
                  </a:lnTo>
                  <a:lnTo>
                    <a:pt x="888993" y="398043"/>
                  </a:lnTo>
                  <a:lnTo>
                    <a:pt x="881326" y="350887"/>
                  </a:lnTo>
                  <a:lnTo>
                    <a:pt x="868881" y="305521"/>
                  </a:lnTo>
                  <a:lnTo>
                    <a:pt x="851929" y="262218"/>
                  </a:lnTo>
                  <a:lnTo>
                    <a:pt x="830743" y="221251"/>
                  </a:lnTo>
                  <a:lnTo>
                    <a:pt x="805594" y="182892"/>
                  </a:lnTo>
                  <a:lnTo>
                    <a:pt x="776754" y="147414"/>
                  </a:lnTo>
                  <a:lnTo>
                    <a:pt x="744496" y="115089"/>
                  </a:lnTo>
                  <a:lnTo>
                    <a:pt x="709090" y="86190"/>
                  </a:lnTo>
                  <a:lnTo>
                    <a:pt x="670810" y="60990"/>
                  </a:lnTo>
                  <a:lnTo>
                    <a:pt x="629927" y="39760"/>
                  </a:lnTo>
                  <a:lnTo>
                    <a:pt x="586713" y="22774"/>
                  </a:lnTo>
                  <a:lnTo>
                    <a:pt x="541439" y="10303"/>
                  </a:lnTo>
                  <a:lnTo>
                    <a:pt x="494379" y="2621"/>
                  </a:lnTo>
                  <a:lnTo>
                    <a:pt x="445804" y="0"/>
                  </a:lnTo>
                  <a:lnTo>
                    <a:pt x="397229" y="2621"/>
                  </a:lnTo>
                  <a:lnTo>
                    <a:pt x="350168" y="10303"/>
                  </a:lnTo>
                  <a:lnTo>
                    <a:pt x="304895" y="22774"/>
                  </a:lnTo>
                  <a:lnTo>
                    <a:pt x="261681" y="39760"/>
                  </a:lnTo>
                  <a:lnTo>
                    <a:pt x="220798" y="60990"/>
                  </a:lnTo>
                  <a:lnTo>
                    <a:pt x="182518" y="86190"/>
                  </a:lnTo>
                  <a:lnTo>
                    <a:pt x="147112" y="115089"/>
                  </a:lnTo>
                  <a:lnTo>
                    <a:pt x="114854" y="147414"/>
                  </a:lnTo>
                  <a:lnTo>
                    <a:pt x="86014" y="182892"/>
                  </a:lnTo>
                  <a:lnTo>
                    <a:pt x="60865" y="221251"/>
                  </a:lnTo>
                  <a:lnTo>
                    <a:pt x="39679" y="262218"/>
                  </a:lnTo>
                  <a:lnTo>
                    <a:pt x="22727" y="305521"/>
                  </a:lnTo>
                  <a:lnTo>
                    <a:pt x="10282" y="350887"/>
                  </a:lnTo>
                  <a:lnTo>
                    <a:pt x="2615" y="398043"/>
                  </a:lnTo>
                  <a:lnTo>
                    <a:pt x="0" y="446718"/>
                  </a:lnTo>
                  <a:lnTo>
                    <a:pt x="2615" y="495393"/>
                  </a:lnTo>
                  <a:lnTo>
                    <a:pt x="10282" y="542550"/>
                  </a:lnTo>
                  <a:lnTo>
                    <a:pt x="22727" y="587916"/>
                  </a:lnTo>
                  <a:lnTo>
                    <a:pt x="39679" y="631219"/>
                  </a:lnTo>
                  <a:lnTo>
                    <a:pt x="60865" y="672186"/>
                  </a:lnTo>
                  <a:lnTo>
                    <a:pt x="86014" y="710545"/>
                  </a:lnTo>
                  <a:lnTo>
                    <a:pt x="114854" y="746023"/>
                  </a:lnTo>
                  <a:lnTo>
                    <a:pt x="147112" y="778348"/>
                  </a:lnTo>
                  <a:lnTo>
                    <a:pt x="182518" y="807247"/>
                  </a:lnTo>
                  <a:lnTo>
                    <a:pt x="220798" y="832447"/>
                  </a:lnTo>
                  <a:lnTo>
                    <a:pt x="261681" y="853677"/>
                  </a:lnTo>
                  <a:lnTo>
                    <a:pt x="304895" y="870663"/>
                  </a:lnTo>
                  <a:lnTo>
                    <a:pt x="350168" y="883134"/>
                  </a:lnTo>
                  <a:lnTo>
                    <a:pt x="397229" y="890816"/>
                  </a:lnTo>
                  <a:lnTo>
                    <a:pt x="445804" y="893437"/>
                  </a:lnTo>
                  <a:close/>
                </a:path>
              </a:pathLst>
            </a:custGeom>
            <a:ln w="12699">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8" name="object 98"/>
            <p:cNvSpPr/>
            <p:nvPr/>
          </p:nvSpPr>
          <p:spPr>
            <a:xfrm>
              <a:off x="8229600" y="11087100"/>
              <a:ext cx="443865" cy="444500"/>
            </a:xfrm>
            <a:custGeom>
              <a:avLst/>
              <a:gdLst/>
              <a:ahLst/>
              <a:cxnLst/>
              <a:rect l="l" t="t" r="r" b="b"/>
              <a:pathLst>
                <a:path w="443865" h="444500">
                  <a:moveTo>
                    <a:pt x="221795" y="0"/>
                  </a:moveTo>
                  <a:lnTo>
                    <a:pt x="177095" y="4515"/>
                  </a:lnTo>
                  <a:lnTo>
                    <a:pt x="135462" y="17465"/>
                  </a:lnTo>
                  <a:lnTo>
                    <a:pt x="97787" y="37956"/>
                  </a:lnTo>
                  <a:lnTo>
                    <a:pt x="64962" y="65095"/>
                  </a:lnTo>
                  <a:lnTo>
                    <a:pt x="37879" y="97987"/>
                  </a:lnTo>
                  <a:lnTo>
                    <a:pt x="17429" y="135740"/>
                  </a:lnTo>
                  <a:lnTo>
                    <a:pt x="4506" y="177458"/>
                  </a:lnTo>
                  <a:lnTo>
                    <a:pt x="0" y="222250"/>
                  </a:lnTo>
                  <a:lnTo>
                    <a:pt x="4506" y="267041"/>
                  </a:lnTo>
                  <a:lnTo>
                    <a:pt x="17429" y="308759"/>
                  </a:lnTo>
                  <a:lnTo>
                    <a:pt x="37879" y="346512"/>
                  </a:lnTo>
                  <a:lnTo>
                    <a:pt x="64962" y="379404"/>
                  </a:lnTo>
                  <a:lnTo>
                    <a:pt x="97787" y="406543"/>
                  </a:lnTo>
                  <a:lnTo>
                    <a:pt x="135462" y="427034"/>
                  </a:lnTo>
                  <a:lnTo>
                    <a:pt x="177095" y="439984"/>
                  </a:lnTo>
                  <a:lnTo>
                    <a:pt x="221795" y="444500"/>
                  </a:lnTo>
                  <a:lnTo>
                    <a:pt x="266494" y="439984"/>
                  </a:lnTo>
                  <a:lnTo>
                    <a:pt x="308127" y="427034"/>
                  </a:lnTo>
                  <a:lnTo>
                    <a:pt x="345802" y="406543"/>
                  </a:lnTo>
                  <a:lnTo>
                    <a:pt x="378627" y="379404"/>
                  </a:lnTo>
                  <a:lnTo>
                    <a:pt x="405710" y="346512"/>
                  </a:lnTo>
                  <a:lnTo>
                    <a:pt x="426159" y="308759"/>
                  </a:lnTo>
                  <a:lnTo>
                    <a:pt x="439083" y="267041"/>
                  </a:lnTo>
                  <a:lnTo>
                    <a:pt x="443589" y="222250"/>
                  </a:lnTo>
                  <a:lnTo>
                    <a:pt x="439083" y="177458"/>
                  </a:lnTo>
                  <a:lnTo>
                    <a:pt x="426159" y="135740"/>
                  </a:lnTo>
                  <a:lnTo>
                    <a:pt x="405710" y="97987"/>
                  </a:lnTo>
                  <a:lnTo>
                    <a:pt x="378627" y="65095"/>
                  </a:lnTo>
                  <a:lnTo>
                    <a:pt x="345802" y="37956"/>
                  </a:lnTo>
                  <a:lnTo>
                    <a:pt x="308127" y="17465"/>
                  </a:lnTo>
                  <a:lnTo>
                    <a:pt x="266494" y="4515"/>
                  </a:lnTo>
                  <a:lnTo>
                    <a:pt x="221795"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9" name="object 99"/>
            <p:cNvSpPr/>
            <p:nvPr/>
          </p:nvSpPr>
          <p:spPr>
            <a:xfrm>
              <a:off x="8229600" y="11087100"/>
              <a:ext cx="443865" cy="444500"/>
            </a:xfrm>
            <a:custGeom>
              <a:avLst/>
              <a:gdLst/>
              <a:ahLst/>
              <a:cxnLst/>
              <a:rect l="l" t="t" r="r" b="b"/>
              <a:pathLst>
                <a:path w="443865" h="444500">
                  <a:moveTo>
                    <a:pt x="221794" y="444500"/>
                  </a:moveTo>
                  <a:lnTo>
                    <a:pt x="266494" y="439984"/>
                  </a:lnTo>
                  <a:lnTo>
                    <a:pt x="308127" y="427034"/>
                  </a:lnTo>
                  <a:lnTo>
                    <a:pt x="345802" y="406543"/>
                  </a:lnTo>
                  <a:lnTo>
                    <a:pt x="378627" y="379404"/>
                  </a:lnTo>
                  <a:lnTo>
                    <a:pt x="405710" y="346512"/>
                  </a:lnTo>
                  <a:lnTo>
                    <a:pt x="426160" y="308759"/>
                  </a:lnTo>
                  <a:lnTo>
                    <a:pt x="439083" y="267041"/>
                  </a:lnTo>
                  <a:lnTo>
                    <a:pt x="443590" y="222250"/>
                  </a:lnTo>
                  <a:lnTo>
                    <a:pt x="439083" y="177458"/>
                  </a:lnTo>
                  <a:lnTo>
                    <a:pt x="426160" y="135740"/>
                  </a:lnTo>
                  <a:lnTo>
                    <a:pt x="405710" y="97987"/>
                  </a:lnTo>
                  <a:lnTo>
                    <a:pt x="378627" y="65095"/>
                  </a:lnTo>
                  <a:lnTo>
                    <a:pt x="345802" y="37956"/>
                  </a:lnTo>
                  <a:lnTo>
                    <a:pt x="308127" y="17465"/>
                  </a:lnTo>
                  <a:lnTo>
                    <a:pt x="266494" y="4515"/>
                  </a:lnTo>
                  <a:lnTo>
                    <a:pt x="221794" y="0"/>
                  </a:lnTo>
                  <a:lnTo>
                    <a:pt x="177095" y="4515"/>
                  </a:lnTo>
                  <a:lnTo>
                    <a:pt x="135462" y="17465"/>
                  </a:lnTo>
                  <a:lnTo>
                    <a:pt x="97787" y="37956"/>
                  </a:lnTo>
                  <a:lnTo>
                    <a:pt x="64962" y="65095"/>
                  </a:lnTo>
                  <a:lnTo>
                    <a:pt x="37879" y="97987"/>
                  </a:lnTo>
                  <a:lnTo>
                    <a:pt x="17429" y="135740"/>
                  </a:lnTo>
                  <a:lnTo>
                    <a:pt x="4506" y="177458"/>
                  </a:lnTo>
                  <a:lnTo>
                    <a:pt x="0" y="222250"/>
                  </a:lnTo>
                  <a:lnTo>
                    <a:pt x="4506" y="267041"/>
                  </a:lnTo>
                  <a:lnTo>
                    <a:pt x="17429" y="308759"/>
                  </a:lnTo>
                  <a:lnTo>
                    <a:pt x="37879" y="346512"/>
                  </a:lnTo>
                  <a:lnTo>
                    <a:pt x="64962" y="379404"/>
                  </a:lnTo>
                  <a:lnTo>
                    <a:pt x="97787" y="406543"/>
                  </a:lnTo>
                  <a:lnTo>
                    <a:pt x="135462" y="427034"/>
                  </a:lnTo>
                  <a:lnTo>
                    <a:pt x="177095" y="439984"/>
                  </a:lnTo>
                  <a:lnTo>
                    <a:pt x="221794" y="444500"/>
                  </a:lnTo>
                  <a:close/>
                </a:path>
              </a:pathLst>
            </a:custGeom>
            <a:ln w="127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0" name="object 100"/>
            <p:cNvSpPr/>
            <p:nvPr/>
          </p:nvSpPr>
          <p:spPr>
            <a:xfrm>
              <a:off x="8445500" y="10401300"/>
              <a:ext cx="381000" cy="965200"/>
            </a:xfrm>
            <a:custGeom>
              <a:avLst/>
              <a:gdLst/>
              <a:ahLst/>
              <a:cxnLst/>
              <a:rect l="l" t="t" r="r" b="b"/>
              <a:pathLst>
                <a:path w="381000" h="965200">
                  <a:moveTo>
                    <a:pt x="381000" y="0"/>
                  </a:moveTo>
                  <a:lnTo>
                    <a:pt x="0" y="96520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1" name="object 101"/>
            <p:cNvSpPr/>
            <p:nvPr/>
          </p:nvSpPr>
          <p:spPr>
            <a:xfrm>
              <a:off x="8826500" y="10401300"/>
              <a:ext cx="520700" cy="673100"/>
            </a:xfrm>
            <a:custGeom>
              <a:avLst/>
              <a:gdLst/>
              <a:ahLst/>
              <a:cxnLst/>
              <a:rect l="l" t="t" r="r" b="b"/>
              <a:pathLst>
                <a:path w="520700" h="673100">
                  <a:moveTo>
                    <a:pt x="0" y="0"/>
                  </a:moveTo>
                  <a:lnTo>
                    <a:pt x="520700" y="673100"/>
                  </a:lnTo>
                </a:path>
              </a:pathLst>
            </a:custGeom>
            <a:ln w="38100" cap="rnd">
              <a:solidFill>
                <a:srgbClr val="E9F9FB"/>
              </a:solidFill>
            </a:ln>
          </p:spPr>
          <p:txBody>
            <a:bodyPr wrap="square" lIns="0" tIns="0" rIns="0" bIns="0" rtlCol="0"/>
            <a:lstStyle/>
            <a:p>
              <a:endParaRPr sz="900" dirty="0">
                <a:latin typeface="江城圆体 400W" panose="020B0800000000000000" pitchFamily="34" charset="-128"/>
                <a:ea typeface="江城圆体 400W" panose="020B0800000000000000" pitchFamily="34" charset="-128"/>
              </a:endParaRPr>
            </a:p>
          </p:txBody>
        </p:sp>
        <p:sp>
          <p:nvSpPr>
            <p:cNvPr id="102" name="object 102"/>
            <p:cNvSpPr/>
            <p:nvPr/>
          </p:nvSpPr>
          <p:spPr>
            <a:xfrm>
              <a:off x="8445500" y="11074400"/>
              <a:ext cx="901700" cy="292100"/>
            </a:xfrm>
            <a:custGeom>
              <a:avLst/>
              <a:gdLst/>
              <a:ahLst/>
              <a:cxnLst/>
              <a:rect l="l" t="t" r="r" b="b"/>
              <a:pathLst>
                <a:path w="901700" h="292100">
                  <a:moveTo>
                    <a:pt x="0" y="292100"/>
                  </a:moveTo>
                  <a:lnTo>
                    <a:pt x="901700" y="0"/>
                  </a:lnTo>
                </a:path>
              </a:pathLst>
            </a:custGeom>
            <a:ln w="38100" cap="rnd">
              <a:solidFill>
                <a:srgbClr val="E9F9F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pic>
        <p:nvPicPr>
          <p:cNvPr id="103" name="object 103"/>
          <p:cNvPicPr/>
          <p:nvPr/>
        </p:nvPicPr>
        <p:blipFill>
          <a:blip r:embed="rId3" cstate="print"/>
          <a:stretch>
            <a:fillRect/>
          </a:stretch>
        </p:blipFill>
        <p:spPr>
          <a:xfrm>
            <a:off x="3189837" y="8851900"/>
            <a:ext cx="486698" cy="2921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a:latin typeface="江城圆体 300W" panose="020B0800000000000000" pitchFamily="34" charset="-128"/>
              <a:ea typeface="江城圆体 300W" panose="020B0800000000000000" pitchFamily="34" charset="-128"/>
              <a:cs typeface="PMingLiU" panose="02020500000000000000" charset="-120"/>
            </a:endParaRPr>
          </a:p>
        </p:txBody>
      </p:sp>
      <p:pic>
        <p:nvPicPr>
          <p:cNvPr id="3" name="object 3"/>
          <p:cNvPicPr/>
          <p:nvPr/>
        </p:nvPicPr>
        <p:blipFill>
          <a:blip r:embed="rId2" cstate="print"/>
          <a:stretch>
            <a:fillRect/>
          </a:stretch>
        </p:blipFill>
        <p:spPr>
          <a:xfrm>
            <a:off x="1689100" y="1454150"/>
            <a:ext cx="3487103" cy="2400300"/>
          </a:xfrm>
          <a:prstGeom prst="rect">
            <a:avLst/>
          </a:prstGeom>
        </p:spPr>
      </p:pic>
      <p:sp>
        <p:nvSpPr>
          <p:cNvPr id="4" name="object 4"/>
          <p:cNvSpPr txBox="1"/>
          <p:nvPr/>
        </p:nvSpPr>
        <p:spPr>
          <a:xfrm>
            <a:off x="1727200" y="3867150"/>
            <a:ext cx="4061778" cy="4190365"/>
          </a:xfrm>
          <a:prstGeom prst="rect">
            <a:avLst/>
          </a:prstGeom>
        </p:spPr>
        <p:txBody>
          <a:bodyPr vert="horz" wrap="square" lIns="0" tIns="6350" rIns="0" bIns="0" rtlCol="0">
            <a:spAutoFit/>
          </a:bodyPr>
          <a:lstStyle/>
          <a:p>
            <a:pPr marL="290830">
              <a:spcBef>
                <a:spcPts val="50"/>
              </a:spcBef>
            </a:pPr>
            <a:r>
              <a:rPr sz="7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艾瑞克</a:t>
            </a:r>
            <a:r>
              <a:rPr sz="7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7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弗洛姆（</a:t>
            </a:r>
            <a:r>
              <a:rPr sz="7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Erich Fromm</a:t>
            </a:r>
            <a:r>
              <a:rPr sz="7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）美国人本主义哲学家、精神分析心理学家</a:t>
            </a:r>
            <a:endParaRPr sz="700" dirty="0">
              <a:latin typeface="江城圆体 400W" panose="020B0800000000000000" pitchFamily="34" charset="-128"/>
              <a:ea typeface="江城圆体 400W" panose="020B0800000000000000" pitchFamily="34" charset="-128"/>
              <a:cs typeface="PMingLiU" panose="02020500000000000000" charset="-120"/>
            </a:endParaRPr>
          </a:p>
          <a:p>
            <a:pPr>
              <a:lnSpc>
                <a:spcPct val="100000"/>
              </a:lnSpc>
            </a:pPr>
            <a:endParaRPr sz="140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5"/>
              </a:spcBef>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艾瑞克·弗洛姆（Erich Fromm）在《爱的艺术》中对爱的诠释①：</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320"/>
              </a:spcBef>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爱是人类生存问题的解答：-爱是人类生命中一种积极主动的力量</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420"/>
              </a:spcBef>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-透过「生产性的爱」解决「人类生存的两难困境」（独立自主vs.安全感）</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420"/>
              </a:spcBef>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-爱的首要意义是给予，而非接受。</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39000"/>
              </a:lnSpc>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给予是能力的最高表现。在给予中，我体验到我的力量、我的“富裕“、我的“活力”。“给”比“得”带来更多的愉快，这不是因为“给”是一种牺牲，而是因为通过“给”表现了我的生命力。</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15"/>
              </a:spcBef>
            </a:pPr>
            <a:endParaRPr sz="107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Erich Fromm对爱的诠释②：</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677545">
              <a:lnSpc>
                <a:spcPct val="139000"/>
              </a:lnSpc>
            </a:pPr>
            <a:r>
              <a:rPr sz="900" dirty="0" err="1">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成熟的爱是保存自己的完整性，是在保存自己的个性条件下的结合</a:t>
            </a:r>
            <a:r>
              <a:rPr lang="zh-CN" altLang="en-US"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a:t>
            </a:r>
            <a:r>
              <a:rPr sz="900" dirty="0" err="1">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成熟的爱</a:t>
            </a: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—「因为我爱你，所以我需要你」</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420"/>
              </a:spcBef>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不成熟的爱—「因为我需要你，所以我爱你」</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35"/>
              </a:spcBef>
            </a:pPr>
            <a:endParaRPr sz="13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Eric Fromm对于爱的诠释③：</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420"/>
              </a:spcBef>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爱的因素包括：</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a:p>
            <a:pPr marL="230505" indent="-224155">
              <a:spcBef>
                <a:spcPts val="420"/>
              </a:spcBef>
              <a:buChar char="—"/>
              <a:tabLst>
                <a:tab pos="230505" algn="l"/>
              </a:tabLst>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关怀与照顾：积极的关心。</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1689735" indent="224155">
              <a:lnSpc>
                <a:spcPct val="139000"/>
              </a:lnSpc>
              <a:buChar char="—"/>
              <a:tabLst>
                <a:tab pos="230505" algn="l"/>
              </a:tabLst>
            </a:pPr>
            <a:r>
              <a:rPr sz="900" dirty="0" err="1">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责任：有能力并且准备好响应对方的需求</a:t>
            </a:r>
            <a:r>
              <a:rPr lang="zh-CN" altLang="en-US"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a:t>
            </a:r>
            <a:r>
              <a:rPr sz="900" dirty="0" err="1">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一</a:t>
            </a:r>
            <a:r>
              <a:rPr lang="zh-CN" altLang="en-US"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    </a:t>
            </a:r>
            <a:r>
              <a:rPr sz="900" dirty="0" err="1">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尊重：让他依自己的本然去生长和发展</a:t>
            </a: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1577340">
              <a:lnSpc>
                <a:spcPct val="139000"/>
              </a:lnSpc>
            </a:pPr>
            <a:r>
              <a:rPr sz="900" dirty="0" err="1">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按他所是与他合一，对他没有侵占和剥夺的欲望</a:t>
            </a:r>
            <a:r>
              <a:rPr lang="zh-CN" altLang="en-US"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a:t>
            </a:r>
            <a:r>
              <a:rPr sz="900" dirty="0" err="1">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只有以心理的自由为基础，尊重才能建立</a:t>
            </a: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a:p>
            <a:pPr marL="230505" indent="-224155">
              <a:spcBef>
                <a:spcPts val="420"/>
              </a:spcBef>
              <a:buChar char="—"/>
              <a:tabLst>
                <a:tab pos="230505" algn="l"/>
              </a:tabLst>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了解：超乎对自己的关怀，以他人的处境来了解他人。</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5" name="object 5"/>
          <p:cNvSpPr/>
          <p:nvPr/>
        </p:nvSpPr>
        <p:spPr>
          <a:xfrm>
            <a:off x="1492250" y="1028700"/>
            <a:ext cx="253048" cy="252730"/>
          </a:xfrm>
          <a:custGeom>
            <a:avLst/>
            <a:gdLst/>
            <a:ahLst/>
            <a:cxnLst/>
            <a:rect l="l" t="t" r="r" b="b"/>
            <a:pathLst>
              <a:path w="506095" h="505460">
                <a:moveTo>
                  <a:pt x="252529" y="0"/>
                </a:moveTo>
                <a:lnTo>
                  <a:pt x="207137" y="4068"/>
                </a:lnTo>
                <a:lnTo>
                  <a:pt x="164413" y="15798"/>
                </a:lnTo>
                <a:lnTo>
                  <a:pt x="125073" y="34476"/>
                </a:lnTo>
                <a:lnTo>
                  <a:pt x="89828" y="59389"/>
                </a:lnTo>
                <a:lnTo>
                  <a:pt x="59391" y="89825"/>
                </a:lnTo>
                <a:lnTo>
                  <a:pt x="34477" y="125069"/>
                </a:lnTo>
                <a:lnTo>
                  <a:pt x="15798" y="164410"/>
                </a:lnTo>
                <a:lnTo>
                  <a:pt x="4068" y="207133"/>
                </a:lnTo>
                <a:lnTo>
                  <a:pt x="0" y="252526"/>
                </a:lnTo>
                <a:lnTo>
                  <a:pt x="4068" y="297920"/>
                </a:lnTo>
                <a:lnTo>
                  <a:pt x="15798" y="340643"/>
                </a:lnTo>
                <a:lnTo>
                  <a:pt x="34477" y="379984"/>
                </a:lnTo>
                <a:lnTo>
                  <a:pt x="59391" y="415228"/>
                </a:lnTo>
                <a:lnTo>
                  <a:pt x="89828" y="445664"/>
                </a:lnTo>
                <a:lnTo>
                  <a:pt x="125073" y="470577"/>
                </a:lnTo>
                <a:lnTo>
                  <a:pt x="164413" y="489255"/>
                </a:lnTo>
                <a:lnTo>
                  <a:pt x="207137" y="500985"/>
                </a:lnTo>
                <a:lnTo>
                  <a:pt x="252529" y="505053"/>
                </a:lnTo>
                <a:lnTo>
                  <a:pt x="287809" y="502610"/>
                </a:lnTo>
                <a:lnTo>
                  <a:pt x="321592" y="495498"/>
                </a:lnTo>
                <a:lnTo>
                  <a:pt x="353550" y="484045"/>
                </a:lnTo>
                <a:lnTo>
                  <a:pt x="383353" y="468579"/>
                </a:lnTo>
                <a:lnTo>
                  <a:pt x="502900" y="468579"/>
                </a:lnTo>
                <a:lnTo>
                  <a:pt x="493532" y="437051"/>
                </a:lnTo>
                <a:lnTo>
                  <a:pt x="480073" y="394304"/>
                </a:lnTo>
                <a:lnTo>
                  <a:pt x="478115" y="366153"/>
                </a:lnTo>
                <a:lnTo>
                  <a:pt x="489596" y="339734"/>
                </a:lnTo>
                <a:lnTo>
                  <a:pt x="498050" y="311854"/>
                </a:lnTo>
                <a:lnTo>
                  <a:pt x="503272" y="282718"/>
                </a:lnTo>
                <a:lnTo>
                  <a:pt x="505058" y="252526"/>
                </a:lnTo>
                <a:lnTo>
                  <a:pt x="500990" y="207133"/>
                </a:lnTo>
                <a:lnTo>
                  <a:pt x="489259" y="164410"/>
                </a:lnTo>
                <a:lnTo>
                  <a:pt x="470580" y="125069"/>
                </a:lnTo>
                <a:lnTo>
                  <a:pt x="445666" y="89825"/>
                </a:lnTo>
                <a:lnTo>
                  <a:pt x="415230" y="59389"/>
                </a:lnTo>
                <a:lnTo>
                  <a:pt x="379985" y="34476"/>
                </a:lnTo>
                <a:lnTo>
                  <a:pt x="340644" y="15798"/>
                </a:lnTo>
                <a:lnTo>
                  <a:pt x="297921" y="4068"/>
                </a:lnTo>
                <a:lnTo>
                  <a:pt x="252529" y="0"/>
                </a:lnTo>
                <a:close/>
              </a:path>
              <a:path w="506095" h="505460">
                <a:moveTo>
                  <a:pt x="502900" y="468579"/>
                </a:moveTo>
                <a:lnTo>
                  <a:pt x="383353" y="468579"/>
                </a:lnTo>
                <a:lnTo>
                  <a:pt x="408707" y="471511"/>
                </a:lnTo>
                <a:lnTo>
                  <a:pt x="445823" y="488716"/>
                </a:lnTo>
                <a:lnTo>
                  <a:pt x="482130" y="504971"/>
                </a:lnTo>
                <a:lnTo>
                  <a:pt x="505058" y="505053"/>
                </a:lnTo>
                <a:lnTo>
                  <a:pt x="506018" y="479074"/>
                </a:lnTo>
                <a:lnTo>
                  <a:pt x="502900" y="468579"/>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 name="object 6"/>
          <p:cNvSpPr txBox="1"/>
          <p:nvPr/>
        </p:nvSpPr>
        <p:spPr>
          <a:xfrm>
            <a:off x="1531932" y="1075944"/>
            <a:ext cx="252418"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04</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7" name="object 7"/>
          <p:cNvSpPr/>
          <p:nvPr/>
        </p:nvSpPr>
        <p:spPr>
          <a:xfrm>
            <a:off x="1784350" y="1054100"/>
            <a:ext cx="3498850" cy="222250"/>
          </a:xfrm>
          <a:custGeom>
            <a:avLst/>
            <a:gdLst/>
            <a:ahLst/>
            <a:cxnLst/>
            <a:rect l="l" t="t" r="r" b="b"/>
            <a:pathLst>
              <a:path w="6997700" h="444500">
                <a:moveTo>
                  <a:pt x="67754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6775450" y="444500"/>
                </a:lnTo>
                <a:lnTo>
                  <a:pt x="6820241" y="439984"/>
                </a:lnTo>
                <a:lnTo>
                  <a:pt x="6861959" y="427034"/>
                </a:lnTo>
                <a:lnTo>
                  <a:pt x="6899712" y="406543"/>
                </a:lnTo>
                <a:lnTo>
                  <a:pt x="6932604" y="379404"/>
                </a:lnTo>
                <a:lnTo>
                  <a:pt x="6959743" y="346512"/>
                </a:lnTo>
                <a:lnTo>
                  <a:pt x="6980234" y="308759"/>
                </a:lnTo>
                <a:lnTo>
                  <a:pt x="6993184" y="267041"/>
                </a:lnTo>
                <a:lnTo>
                  <a:pt x="6997700" y="222250"/>
                </a:lnTo>
                <a:lnTo>
                  <a:pt x="6993184" y="177458"/>
                </a:lnTo>
                <a:lnTo>
                  <a:pt x="6980234" y="135740"/>
                </a:lnTo>
                <a:lnTo>
                  <a:pt x="6959743" y="97987"/>
                </a:lnTo>
                <a:lnTo>
                  <a:pt x="6932604" y="65095"/>
                </a:lnTo>
                <a:lnTo>
                  <a:pt x="6899712" y="37956"/>
                </a:lnTo>
                <a:lnTo>
                  <a:pt x="6861959" y="17465"/>
                </a:lnTo>
                <a:lnTo>
                  <a:pt x="6820241" y="4515"/>
                </a:lnTo>
                <a:lnTo>
                  <a:pt x="67754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 name="object 8"/>
          <p:cNvSpPr txBox="1"/>
          <p:nvPr/>
        </p:nvSpPr>
        <p:spPr>
          <a:xfrm>
            <a:off x="2496034" y="1089306"/>
            <a:ext cx="2456966" cy="167640"/>
          </a:xfrm>
          <a:prstGeom prst="rect">
            <a:avLst/>
          </a:prstGeom>
        </p:spPr>
        <p:txBody>
          <a:bodyPr vert="horz" wrap="square" lIns="0" tIns="6350" rIns="0" bIns="0" rtlCol="0">
            <a:spAutoFit/>
          </a:bodyPr>
          <a:lstStyle/>
          <a:p>
            <a:pPr marL="6350">
              <a:spcBef>
                <a:spcPts val="50"/>
              </a:spcBef>
            </a:pPr>
            <a:r>
              <a:rPr sz="1575" b="1" spc="71" baseline="-3000" dirty="0">
                <a:solidFill>
                  <a:srgbClr val="FFFFFF"/>
                </a:solidFill>
                <a:latin typeface="江城圆体 600W" panose="020B0800000000000000" pitchFamily="34" charset="-128"/>
                <a:ea typeface="江城圆体 600W" panose="020B0800000000000000" pitchFamily="34" charset="-128"/>
                <a:cs typeface="Microsoft JhengHei"/>
              </a:rPr>
              <a:t>爱的诠释 </a:t>
            </a:r>
            <a:r>
              <a:rPr sz="1050" b="1" spc="35" dirty="0">
                <a:solidFill>
                  <a:srgbClr val="FFFFFF"/>
                </a:solidFill>
                <a:latin typeface="江城圆体 600W" panose="020B0800000000000000" pitchFamily="34" charset="-128"/>
                <a:ea typeface="江城圆体 600W" panose="020B0800000000000000" pitchFamily="34" charset="-128"/>
                <a:cs typeface="Microsoft JhengHei"/>
              </a:rPr>
              <a:t>The</a:t>
            </a:r>
            <a:r>
              <a:rPr sz="1050" b="1" spc="-13" dirty="0">
                <a:solidFill>
                  <a:srgbClr val="FFFFFF"/>
                </a:solidFill>
                <a:latin typeface="江城圆体 600W" panose="020B0800000000000000" pitchFamily="34" charset="-128"/>
                <a:ea typeface="江城圆体 600W" panose="020B0800000000000000" pitchFamily="34" charset="-128"/>
                <a:cs typeface="Microsoft JhengHei"/>
              </a:rPr>
              <a:t> </a:t>
            </a:r>
            <a:r>
              <a:rPr sz="1050" b="1" spc="38" dirty="0">
                <a:solidFill>
                  <a:srgbClr val="FFFFFF"/>
                </a:solidFill>
                <a:latin typeface="江城圆体 600W" panose="020B0800000000000000" pitchFamily="34" charset="-128"/>
                <a:ea typeface="江城圆体 600W" panose="020B0800000000000000" pitchFamily="34" charset="-128"/>
                <a:cs typeface="Microsoft JhengHei"/>
              </a:rPr>
              <a:t>Interpretation</a:t>
            </a:r>
            <a:r>
              <a:rPr sz="1050" b="1" spc="-10" dirty="0">
                <a:solidFill>
                  <a:srgbClr val="FFFFFF"/>
                </a:solidFill>
                <a:latin typeface="江城圆体 600W" panose="020B0800000000000000" pitchFamily="34" charset="-128"/>
                <a:ea typeface="江城圆体 600W" panose="020B0800000000000000" pitchFamily="34" charset="-128"/>
                <a:cs typeface="Microsoft JhengHei"/>
              </a:rPr>
              <a:t> </a:t>
            </a:r>
            <a:r>
              <a:rPr sz="1050" b="1" dirty="0">
                <a:solidFill>
                  <a:srgbClr val="FFFFFF"/>
                </a:solidFill>
                <a:latin typeface="江城圆体 600W" panose="020B0800000000000000" pitchFamily="34" charset="-128"/>
                <a:ea typeface="江城圆体 600W" panose="020B0800000000000000" pitchFamily="34" charset="-128"/>
                <a:cs typeface="Microsoft JhengHei"/>
              </a:rPr>
              <a:t>of</a:t>
            </a:r>
            <a:r>
              <a:rPr sz="1050" b="1" spc="-13" dirty="0">
                <a:solidFill>
                  <a:srgbClr val="FFFFFF"/>
                </a:solidFill>
                <a:latin typeface="江城圆体 600W" panose="020B0800000000000000" pitchFamily="34" charset="-128"/>
                <a:ea typeface="江城圆体 600W" panose="020B0800000000000000" pitchFamily="34" charset="-128"/>
                <a:cs typeface="Microsoft JhengHei"/>
              </a:rPr>
              <a:t> </a:t>
            </a:r>
            <a:r>
              <a:rPr sz="1050" b="1" spc="23" dirty="0">
                <a:solidFill>
                  <a:srgbClr val="FFFFFF"/>
                </a:solidFill>
                <a:latin typeface="江城圆体 600W" panose="020B0800000000000000" pitchFamily="34" charset="-128"/>
                <a:ea typeface="江城圆体 600W" panose="020B0800000000000000" pitchFamily="34" charset="-128"/>
                <a:cs typeface="Microsoft JhengHei"/>
              </a:rPr>
              <a:t>Love</a:t>
            </a:r>
            <a:endParaRPr sz="1050" b="1" dirty="0">
              <a:latin typeface="江城圆体 600W" panose="020B0800000000000000" pitchFamily="34" charset="-128"/>
              <a:ea typeface="江城圆体 600W" panose="020B0800000000000000" pitchFamily="34" charset="-128"/>
              <a:cs typeface="Microsoft JhengHei"/>
            </a:endParaRPr>
          </a:p>
        </p:txBody>
      </p:sp>
      <p:pic>
        <p:nvPicPr>
          <p:cNvPr id="9" name="object 9"/>
          <p:cNvPicPr/>
          <p:nvPr/>
        </p:nvPicPr>
        <p:blipFill>
          <a:blip r:embed="rId3" cstate="print"/>
          <a:stretch>
            <a:fillRect/>
          </a:stretch>
        </p:blipFill>
        <p:spPr>
          <a:xfrm>
            <a:off x="3189837" y="8851900"/>
            <a:ext cx="486698" cy="2921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3257550" y="8934450"/>
            <a:ext cx="338572" cy="209550"/>
          </a:xfrm>
          <a:prstGeom prst="rect">
            <a:avLst/>
          </a:prstGeom>
        </p:spPr>
      </p:pic>
      <p:sp>
        <p:nvSpPr>
          <p:cNvPr id="4" name="object 4"/>
          <p:cNvSpPr txBox="1"/>
          <p:nvPr/>
        </p:nvSpPr>
        <p:spPr>
          <a:xfrm>
            <a:off x="2240887" y="787400"/>
            <a:ext cx="2724814"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a:t>
            </a:r>
            <a:r>
              <a:rPr sz="900" spc="30" dirty="0">
                <a:solidFill>
                  <a:srgbClr val="212121"/>
                </a:solidFill>
                <a:latin typeface="江城圆体 400W" panose="020B0800000000000000" pitchFamily="34" charset="-128"/>
                <a:ea typeface="江城圆体 400W" panose="020B0800000000000000" pitchFamily="34" charset="-128"/>
                <a:cs typeface="Microsoft JhengHei"/>
              </a:rPr>
              <a:t> 英国管理大师查尔斯</a:t>
            </a:r>
            <a:r>
              <a:rPr sz="900" dirty="0">
                <a:solidFill>
                  <a:srgbClr val="212121"/>
                </a:solidFill>
                <a:latin typeface="江城圆体 400W" panose="020B0800000000000000" pitchFamily="34" charset="-128"/>
                <a:ea typeface="江城圆体 400W" panose="020B0800000000000000" pitchFamily="34" charset="-128"/>
                <a:cs typeface="Microsoft JhengHei"/>
              </a:rPr>
              <a:t>·</a:t>
            </a:r>
            <a:r>
              <a:rPr sz="900" spc="33" dirty="0">
                <a:solidFill>
                  <a:srgbClr val="212121"/>
                </a:solidFill>
                <a:latin typeface="江城圆体 400W" panose="020B0800000000000000" pitchFamily="34" charset="-128"/>
                <a:ea typeface="江城圆体 400W" panose="020B0800000000000000" pitchFamily="34" charset="-128"/>
                <a:cs typeface="Microsoft JhengHei"/>
              </a:rPr>
              <a:t>汉迪</a:t>
            </a:r>
            <a:r>
              <a:rPr sz="900" dirty="0">
                <a:solidFill>
                  <a:srgbClr val="212121"/>
                </a:solidFill>
                <a:latin typeface="江城圆体 400W" panose="020B0800000000000000" pitchFamily="34" charset="-128"/>
                <a:ea typeface="江城圆体 400W" panose="020B0800000000000000" pitchFamily="34" charset="-128"/>
                <a:cs typeface="Microsoft JhengHei"/>
              </a:rPr>
              <a:t>(Charles</a:t>
            </a:r>
            <a:r>
              <a:rPr sz="900" spc="30" dirty="0">
                <a:solidFill>
                  <a:srgbClr val="212121"/>
                </a:solidFill>
                <a:latin typeface="江城圆体 400W" panose="020B0800000000000000" pitchFamily="34" charset="-128"/>
                <a:ea typeface="江城圆体 400W" panose="020B0800000000000000" pitchFamily="34" charset="-128"/>
                <a:cs typeface="Microsoft JhengHei"/>
              </a:rPr>
              <a:t> </a:t>
            </a:r>
            <a:r>
              <a:rPr sz="900" spc="-5" dirty="0">
                <a:solidFill>
                  <a:srgbClr val="212121"/>
                </a:solidFill>
                <a:latin typeface="江城圆体 400W" panose="020B0800000000000000" pitchFamily="34" charset="-128"/>
                <a:ea typeface="江城圆体 400W" panose="020B0800000000000000" pitchFamily="34" charset="-128"/>
                <a:cs typeface="Microsoft JhengHei"/>
              </a:rPr>
              <a:t>Handy)</a:t>
            </a:r>
            <a:endParaRPr sz="900" dirty="0">
              <a:latin typeface="江城圆体 400W" panose="020B0800000000000000" pitchFamily="34" charset="-128"/>
              <a:ea typeface="江城圆体 400W" panose="020B0800000000000000" pitchFamily="34" charset="-128"/>
              <a:cs typeface="Microsoft JhengHei"/>
            </a:endParaRPr>
          </a:p>
        </p:txBody>
      </p:sp>
      <p:sp>
        <p:nvSpPr>
          <p:cNvPr id="5" name="object 5"/>
          <p:cNvSpPr txBox="1"/>
          <p:nvPr/>
        </p:nvSpPr>
        <p:spPr>
          <a:xfrm>
            <a:off x="1297366" y="1346200"/>
            <a:ext cx="5547123" cy="283210"/>
          </a:xfrm>
          <a:prstGeom prst="rect">
            <a:avLst/>
          </a:prstGeom>
        </p:spPr>
        <p:txBody>
          <a:bodyPr vert="horz" wrap="square" lIns="0" tIns="6350" rIns="0" bIns="0" rtlCol="0">
            <a:spAutoFit/>
          </a:bodyPr>
          <a:lstStyle/>
          <a:p>
            <a:pPr marL="6350">
              <a:spcBef>
                <a:spcPts val="50"/>
              </a:spcBef>
            </a:pPr>
            <a:r>
              <a:rPr b="1" dirty="0">
                <a:solidFill>
                  <a:srgbClr val="11A766"/>
                </a:solidFill>
                <a:latin typeface="江城圆体 700W" panose="020B0800000000000000" pitchFamily="34" charset="-128"/>
                <a:ea typeface="江城圆体 700W" panose="020B0800000000000000" pitchFamily="34" charset="-128"/>
                <a:cs typeface="PMingLiU" panose="02020500000000000000" charset="-120"/>
              </a:rPr>
              <a:t>21 Letters On Life And It's Challenges</a:t>
            </a:r>
            <a:endParaRPr b="1" dirty="0">
              <a:latin typeface="江城圆体 700W" panose="020B0800000000000000" pitchFamily="34" charset="-128"/>
              <a:ea typeface="江城圆体 700W" panose="020B0800000000000000" pitchFamily="34" charset="-128"/>
              <a:cs typeface="PMingLiU" panose="02020500000000000000" charset="-120"/>
            </a:endParaRPr>
          </a:p>
        </p:txBody>
      </p:sp>
      <p:sp>
        <p:nvSpPr>
          <p:cNvPr id="11" name="object 11"/>
          <p:cNvSpPr txBox="1">
            <a:spLocks noGrp="1"/>
          </p:cNvSpPr>
          <p:nvPr>
            <p:ph type="title"/>
          </p:nvPr>
        </p:nvSpPr>
        <p:spPr>
          <a:xfrm>
            <a:off x="964803" y="963761"/>
            <a:ext cx="5547123" cy="560070"/>
          </a:xfrm>
          <a:prstGeom prst="rect">
            <a:avLst/>
          </a:prstGeom>
        </p:spPr>
        <p:txBody>
          <a:bodyPr vert="horz" wrap="square" lIns="0" tIns="6350" rIns="0" bIns="0" rtlCol="0" anchor="ctr">
            <a:spAutoFit/>
          </a:bodyPr>
          <a:lstStyle/>
          <a:p>
            <a:pPr marL="6350">
              <a:lnSpc>
                <a:spcPct val="100000"/>
              </a:lnSpc>
              <a:spcBef>
                <a:spcPts val="50"/>
              </a:spcBef>
            </a:pPr>
            <a:r>
              <a:rPr sz="3600" b="1" dirty="0">
                <a:latin typeface="江城圆体 700W" panose="020B0800000000000000" pitchFamily="34" charset="-128"/>
                <a:ea typeface="江城圆体 700W" panose="020B0800000000000000" pitchFamily="34" charset="-128"/>
              </a:rPr>
              <a:t>21封关于人生和挑战的信</a:t>
            </a:r>
          </a:p>
        </p:txBody>
      </p:sp>
      <p:sp>
        <p:nvSpPr>
          <p:cNvPr id="12" name="object 12"/>
          <p:cNvSpPr txBox="1"/>
          <p:nvPr/>
        </p:nvSpPr>
        <p:spPr>
          <a:xfrm>
            <a:off x="2044793" y="8801100"/>
            <a:ext cx="3060607" cy="144780"/>
          </a:xfrm>
          <a:prstGeom prst="rect">
            <a:avLst/>
          </a:prstGeom>
        </p:spPr>
        <p:txBody>
          <a:bodyPr vert="horz" wrap="square" lIns="0" tIns="6350" rIns="0" bIns="0" rtlCol="0">
            <a:spAutoFit/>
          </a:bodyPr>
          <a:lstStyle/>
          <a:p>
            <a:pPr marL="6350">
              <a:spcBef>
                <a:spcPts val="50"/>
              </a:spcBef>
            </a:pPr>
            <a:r>
              <a:rPr sz="900" spc="43" dirty="0" err="1">
                <a:solidFill>
                  <a:srgbClr val="212121"/>
                </a:solidFill>
                <a:latin typeface="江城圆体 300W" panose="020B0800000000000000" pitchFamily="34" charset="-128"/>
                <a:ea typeface="江城圆体 300W" panose="020B0800000000000000" pitchFamily="34" charset="-128"/>
                <a:cs typeface="Microsoft JhengHei"/>
              </a:rPr>
              <a:t>在企业和人生中，有计划等于有成果</a:t>
            </a:r>
            <a:r>
              <a:rPr sz="900" spc="43" dirty="0">
                <a:solidFill>
                  <a:srgbClr val="212121"/>
                </a:solidFill>
                <a:latin typeface="江城圆体 300W" panose="020B0800000000000000" pitchFamily="34" charset="-128"/>
                <a:ea typeface="江城圆体 300W" panose="020B0800000000000000" pitchFamily="34" charset="-128"/>
                <a:cs typeface="Microsoft JhengHei"/>
              </a:rPr>
              <a:t>。</a:t>
            </a:r>
            <a:r>
              <a:rPr lang="en-US" altLang="zh-CN" sz="900" dirty="0">
                <a:solidFill>
                  <a:srgbClr val="212121"/>
                </a:solidFill>
                <a:latin typeface="江城圆体 300W" panose="020B0800000000000000" pitchFamily="34" charset="-128"/>
                <a:ea typeface="江城圆体 300W" panose="020B0800000000000000" pitchFamily="34" charset="-128"/>
                <a:cs typeface="Microsoft JhengHei"/>
              </a:rPr>
              <a:t>——</a:t>
            </a:r>
            <a:r>
              <a:rPr sz="900" spc="43" dirty="0" err="1">
                <a:solidFill>
                  <a:srgbClr val="212121"/>
                </a:solidFill>
                <a:latin typeface="江城圆体 300W" panose="020B0800000000000000" pitchFamily="34" charset="-128"/>
                <a:ea typeface="江城圆体 300W" panose="020B0800000000000000" pitchFamily="34" charset="-128"/>
                <a:cs typeface="Microsoft JhengHei"/>
              </a:rPr>
              <a:t>查尔斯</a:t>
            </a:r>
            <a:r>
              <a:rPr sz="900" dirty="0" err="1">
                <a:solidFill>
                  <a:srgbClr val="212121"/>
                </a:solidFill>
                <a:latin typeface="江城圆体 300W" panose="020B0800000000000000" pitchFamily="34" charset="-128"/>
                <a:ea typeface="江城圆体 300W" panose="020B0800000000000000" pitchFamily="34" charset="-128"/>
                <a:cs typeface="Microsoft JhengHei"/>
              </a:rPr>
              <a:t>·</a:t>
            </a:r>
            <a:r>
              <a:rPr sz="900" spc="30" dirty="0" err="1">
                <a:solidFill>
                  <a:srgbClr val="212121"/>
                </a:solidFill>
                <a:latin typeface="江城圆体 300W" panose="020B0800000000000000" pitchFamily="34" charset="-128"/>
                <a:ea typeface="江城圆体 300W" panose="020B0800000000000000" pitchFamily="34" charset="-128"/>
                <a:cs typeface="Microsoft JhengHei"/>
              </a:rPr>
              <a:t>汉迪</a:t>
            </a:r>
            <a:endParaRPr sz="900" dirty="0">
              <a:latin typeface="江城圆体 300W" panose="020B0800000000000000" pitchFamily="34" charset="-128"/>
              <a:ea typeface="江城圆体 300W" panose="020B0800000000000000" pitchFamily="34" charset="-128"/>
              <a:cs typeface="Microsoft JhengHei"/>
            </a:endParaRPr>
          </a:p>
        </p:txBody>
      </p:sp>
      <p:sp>
        <p:nvSpPr>
          <p:cNvPr id="13" name="object 13"/>
          <p:cNvSpPr/>
          <p:nvPr/>
        </p:nvSpPr>
        <p:spPr>
          <a:xfrm>
            <a:off x="1204717" y="1714500"/>
            <a:ext cx="215265" cy="214948"/>
          </a:xfrm>
          <a:custGeom>
            <a:avLst/>
            <a:gdLst/>
            <a:ahLst/>
            <a:cxnLst/>
            <a:rect l="l" t="t" r="r" b="b"/>
            <a:pathLst>
              <a:path w="430530" h="429895">
                <a:moveTo>
                  <a:pt x="214650" y="0"/>
                </a:moveTo>
                <a:lnTo>
                  <a:pt x="165432" y="5669"/>
                </a:lnTo>
                <a:lnTo>
                  <a:pt x="120252" y="21817"/>
                </a:lnTo>
                <a:lnTo>
                  <a:pt x="80397" y="47156"/>
                </a:lnTo>
                <a:lnTo>
                  <a:pt x="47156" y="80397"/>
                </a:lnTo>
                <a:lnTo>
                  <a:pt x="21817" y="120253"/>
                </a:lnTo>
                <a:lnTo>
                  <a:pt x="5669" y="165435"/>
                </a:lnTo>
                <a:lnTo>
                  <a:pt x="0" y="214655"/>
                </a:lnTo>
                <a:lnTo>
                  <a:pt x="5669" y="263870"/>
                </a:lnTo>
                <a:lnTo>
                  <a:pt x="21817" y="309048"/>
                </a:lnTo>
                <a:lnTo>
                  <a:pt x="47156" y="348902"/>
                </a:lnTo>
                <a:lnTo>
                  <a:pt x="80397" y="382142"/>
                </a:lnTo>
                <a:lnTo>
                  <a:pt x="120252" y="407481"/>
                </a:lnTo>
                <a:lnTo>
                  <a:pt x="165432" y="423629"/>
                </a:lnTo>
                <a:lnTo>
                  <a:pt x="214650" y="429298"/>
                </a:lnTo>
                <a:lnTo>
                  <a:pt x="244637" y="427220"/>
                </a:lnTo>
                <a:lnTo>
                  <a:pt x="273353" y="421173"/>
                </a:lnTo>
                <a:lnTo>
                  <a:pt x="300517" y="411435"/>
                </a:lnTo>
                <a:lnTo>
                  <a:pt x="325850" y="398284"/>
                </a:lnTo>
                <a:lnTo>
                  <a:pt x="427461" y="398284"/>
                </a:lnTo>
                <a:lnTo>
                  <a:pt x="419502" y="371495"/>
                </a:lnTo>
                <a:lnTo>
                  <a:pt x="408063" y="335159"/>
                </a:lnTo>
                <a:lnTo>
                  <a:pt x="406398" y="311226"/>
                </a:lnTo>
                <a:lnTo>
                  <a:pt x="416157" y="288773"/>
                </a:lnTo>
                <a:lnTo>
                  <a:pt x="423342" y="265079"/>
                </a:lnTo>
                <a:lnTo>
                  <a:pt x="427781" y="240315"/>
                </a:lnTo>
                <a:lnTo>
                  <a:pt x="429299" y="214655"/>
                </a:lnTo>
                <a:lnTo>
                  <a:pt x="423630" y="165435"/>
                </a:lnTo>
                <a:lnTo>
                  <a:pt x="407482" y="120253"/>
                </a:lnTo>
                <a:lnTo>
                  <a:pt x="382143" y="80397"/>
                </a:lnTo>
                <a:lnTo>
                  <a:pt x="348902" y="47156"/>
                </a:lnTo>
                <a:lnTo>
                  <a:pt x="309047" y="21817"/>
                </a:lnTo>
                <a:lnTo>
                  <a:pt x="263867" y="5669"/>
                </a:lnTo>
                <a:lnTo>
                  <a:pt x="214650" y="0"/>
                </a:lnTo>
                <a:close/>
              </a:path>
              <a:path w="430530" h="429895">
                <a:moveTo>
                  <a:pt x="427461" y="398284"/>
                </a:moveTo>
                <a:lnTo>
                  <a:pt x="325850" y="398284"/>
                </a:lnTo>
                <a:lnTo>
                  <a:pt x="347400" y="400783"/>
                </a:lnTo>
                <a:lnTo>
                  <a:pt x="378949" y="415410"/>
                </a:lnTo>
                <a:lnTo>
                  <a:pt x="409810" y="429227"/>
                </a:lnTo>
                <a:lnTo>
                  <a:pt x="429299" y="429298"/>
                </a:lnTo>
                <a:lnTo>
                  <a:pt x="430115" y="407214"/>
                </a:lnTo>
                <a:lnTo>
                  <a:pt x="427461" y="398284"/>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4" name="object 14"/>
          <p:cNvSpPr/>
          <p:nvPr/>
        </p:nvSpPr>
        <p:spPr>
          <a:xfrm>
            <a:off x="1204717" y="3086100"/>
            <a:ext cx="215265" cy="214948"/>
          </a:xfrm>
          <a:custGeom>
            <a:avLst/>
            <a:gdLst/>
            <a:ahLst/>
            <a:cxnLst/>
            <a:rect l="l" t="t" r="r" b="b"/>
            <a:pathLst>
              <a:path w="430530" h="429895">
                <a:moveTo>
                  <a:pt x="214650" y="0"/>
                </a:moveTo>
                <a:lnTo>
                  <a:pt x="165432" y="5669"/>
                </a:lnTo>
                <a:lnTo>
                  <a:pt x="120252" y="21817"/>
                </a:lnTo>
                <a:lnTo>
                  <a:pt x="80397" y="47156"/>
                </a:lnTo>
                <a:lnTo>
                  <a:pt x="47156" y="80397"/>
                </a:lnTo>
                <a:lnTo>
                  <a:pt x="21817" y="120252"/>
                </a:lnTo>
                <a:lnTo>
                  <a:pt x="5669" y="165432"/>
                </a:lnTo>
                <a:lnTo>
                  <a:pt x="0" y="214650"/>
                </a:lnTo>
                <a:lnTo>
                  <a:pt x="5669" y="263867"/>
                </a:lnTo>
                <a:lnTo>
                  <a:pt x="21817" y="309047"/>
                </a:lnTo>
                <a:lnTo>
                  <a:pt x="47156" y="348902"/>
                </a:lnTo>
                <a:lnTo>
                  <a:pt x="80397" y="382143"/>
                </a:lnTo>
                <a:lnTo>
                  <a:pt x="120252" y="407482"/>
                </a:lnTo>
                <a:lnTo>
                  <a:pt x="165432" y="423630"/>
                </a:lnTo>
                <a:lnTo>
                  <a:pt x="214650" y="429299"/>
                </a:lnTo>
                <a:lnTo>
                  <a:pt x="244637" y="427221"/>
                </a:lnTo>
                <a:lnTo>
                  <a:pt x="273353" y="421173"/>
                </a:lnTo>
                <a:lnTo>
                  <a:pt x="300517" y="411435"/>
                </a:lnTo>
                <a:lnTo>
                  <a:pt x="325850" y="398287"/>
                </a:lnTo>
                <a:lnTo>
                  <a:pt x="427461" y="398287"/>
                </a:lnTo>
                <a:lnTo>
                  <a:pt x="419502" y="371497"/>
                </a:lnTo>
                <a:lnTo>
                  <a:pt x="408063" y="335159"/>
                </a:lnTo>
                <a:lnTo>
                  <a:pt x="406398" y="311226"/>
                </a:lnTo>
                <a:lnTo>
                  <a:pt x="416157" y="288774"/>
                </a:lnTo>
                <a:lnTo>
                  <a:pt x="423342" y="265078"/>
                </a:lnTo>
                <a:lnTo>
                  <a:pt x="427781" y="240312"/>
                </a:lnTo>
                <a:lnTo>
                  <a:pt x="429299" y="214650"/>
                </a:lnTo>
                <a:lnTo>
                  <a:pt x="423630" y="165432"/>
                </a:lnTo>
                <a:lnTo>
                  <a:pt x="407482" y="120252"/>
                </a:lnTo>
                <a:lnTo>
                  <a:pt x="382143" y="80397"/>
                </a:lnTo>
                <a:lnTo>
                  <a:pt x="348902" y="47156"/>
                </a:lnTo>
                <a:lnTo>
                  <a:pt x="309047" y="21817"/>
                </a:lnTo>
                <a:lnTo>
                  <a:pt x="263867" y="5669"/>
                </a:lnTo>
                <a:lnTo>
                  <a:pt x="214650" y="0"/>
                </a:lnTo>
                <a:close/>
              </a:path>
              <a:path w="430530" h="429895">
                <a:moveTo>
                  <a:pt x="427461" y="398287"/>
                </a:moveTo>
                <a:lnTo>
                  <a:pt x="325850" y="398287"/>
                </a:lnTo>
                <a:lnTo>
                  <a:pt x="347400" y="400782"/>
                </a:lnTo>
                <a:lnTo>
                  <a:pt x="378949" y="415409"/>
                </a:lnTo>
                <a:lnTo>
                  <a:pt x="409810" y="429227"/>
                </a:lnTo>
                <a:lnTo>
                  <a:pt x="429299" y="429299"/>
                </a:lnTo>
                <a:lnTo>
                  <a:pt x="430115" y="407217"/>
                </a:lnTo>
                <a:lnTo>
                  <a:pt x="427461" y="398287"/>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5" name="object 15"/>
          <p:cNvSpPr/>
          <p:nvPr/>
        </p:nvSpPr>
        <p:spPr>
          <a:xfrm>
            <a:off x="1176079" y="5829300"/>
            <a:ext cx="215265" cy="214948"/>
          </a:xfrm>
          <a:custGeom>
            <a:avLst/>
            <a:gdLst/>
            <a:ahLst/>
            <a:cxnLst/>
            <a:rect l="l" t="t" r="r" b="b"/>
            <a:pathLst>
              <a:path w="430530" h="429895">
                <a:moveTo>
                  <a:pt x="214650" y="0"/>
                </a:moveTo>
                <a:lnTo>
                  <a:pt x="165432" y="5669"/>
                </a:lnTo>
                <a:lnTo>
                  <a:pt x="120252" y="21817"/>
                </a:lnTo>
                <a:lnTo>
                  <a:pt x="80397" y="47156"/>
                </a:lnTo>
                <a:lnTo>
                  <a:pt x="47156" y="80397"/>
                </a:lnTo>
                <a:lnTo>
                  <a:pt x="21817" y="120252"/>
                </a:lnTo>
                <a:lnTo>
                  <a:pt x="5669" y="165432"/>
                </a:lnTo>
                <a:lnTo>
                  <a:pt x="0" y="214650"/>
                </a:lnTo>
                <a:lnTo>
                  <a:pt x="5669" y="263867"/>
                </a:lnTo>
                <a:lnTo>
                  <a:pt x="21817" y="309047"/>
                </a:lnTo>
                <a:lnTo>
                  <a:pt x="47156" y="348902"/>
                </a:lnTo>
                <a:lnTo>
                  <a:pt x="80397" y="382143"/>
                </a:lnTo>
                <a:lnTo>
                  <a:pt x="120252" y="407482"/>
                </a:lnTo>
                <a:lnTo>
                  <a:pt x="165432" y="423630"/>
                </a:lnTo>
                <a:lnTo>
                  <a:pt x="214650" y="429299"/>
                </a:lnTo>
                <a:lnTo>
                  <a:pt x="244637" y="427221"/>
                </a:lnTo>
                <a:lnTo>
                  <a:pt x="273353" y="421173"/>
                </a:lnTo>
                <a:lnTo>
                  <a:pt x="300517" y="411435"/>
                </a:lnTo>
                <a:lnTo>
                  <a:pt x="325850" y="398287"/>
                </a:lnTo>
                <a:lnTo>
                  <a:pt x="427461" y="398287"/>
                </a:lnTo>
                <a:lnTo>
                  <a:pt x="419502" y="371497"/>
                </a:lnTo>
                <a:lnTo>
                  <a:pt x="408063" y="335159"/>
                </a:lnTo>
                <a:lnTo>
                  <a:pt x="406398" y="311226"/>
                </a:lnTo>
                <a:lnTo>
                  <a:pt x="416157" y="288774"/>
                </a:lnTo>
                <a:lnTo>
                  <a:pt x="423342" y="265078"/>
                </a:lnTo>
                <a:lnTo>
                  <a:pt x="427781" y="240312"/>
                </a:lnTo>
                <a:lnTo>
                  <a:pt x="429299" y="214650"/>
                </a:lnTo>
                <a:lnTo>
                  <a:pt x="423630" y="165432"/>
                </a:lnTo>
                <a:lnTo>
                  <a:pt x="407482" y="120252"/>
                </a:lnTo>
                <a:lnTo>
                  <a:pt x="382143" y="80397"/>
                </a:lnTo>
                <a:lnTo>
                  <a:pt x="348902" y="47156"/>
                </a:lnTo>
                <a:lnTo>
                  <a:pt x="309047" y="21817"/>
                </a:lnTo>
                <a:lnTo>
                  <a:pt x="263867" y="5669"/>
                </a:lnTo>
                <a:lnTo>
                  <a:pt x="214650" y="0"/>
                </a:lnTo>
                <a:close/>
              </a:path>
              <a:path w="430530" h="429895">
                <a:moveTo>
                  <a:pt x="427461" y="398287"/>
                </a:moveTo>
                <a:lnTo>
                  <a:pt x="325850" y="398287"/>
                </a:lnTo>
                <a:lnTo>
                  <a:pt x="347400" y="400782"/>
                </a:lnTo>
                <a:lnTo>
                  <a:pt x="378949" y="415409"/>
                </a:lnTo>
                <a:lnTo>
                  <a:pt x="409810" y="429227"/>
                </a:lnTo>
                <a:lnTo>
                  <a:pt x="429299" y="429299"/>
                </a:lnTo>
                <a:lnTo>
                  <a:pt x="430115" y="407217"/>
                </a:lnTo>
                <a:lnTo>
                  <a:pt x="427461" y="398287"/>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6" name="object 16"/>
          <p:cNvSpPr/>
          <p:nvPr/>
        </p:nvSpPr>
        <p:spPr>
          <a:xfrm>
            <a:off x="1176079" y="7200900"/>
            <a:ext cx="215265" cy="214948"/>
          </a:xfrm>
          <a:custGeom>
            <a:avLst/>
            <a:gdLst/>
            <a:ahLst/>
            <a:cxnLst/>
            <a:rect l="l" t="t" r="r" b="b"/>
            <a:pathLst>
              <a:path w="430530" h="429894">
                <a:moveTo>
                  <a:pt x="214650" y="0"/>
                </a:moveTo>
                <a:lnTo>
                  <a:pt x="165432" y="5669"/>
                </a:lnTo>
                <a:lnTo>
                  <a:pt x="120252" y="21817"/>
                </a:lnTo>
                <a:lnTo>
                  <a:pt x="80397" y="47156"/>
                </a:lnTo>
                <a:lnTo>
                  <a:pt x="47156" y="80397"/>
                </a:lnTo>
                <a:lnTo>
                  <a:pt x="21817" y="120252"/>
                </a:lnTo>
                <a:lnTo>
                  <a:pt x="5669" y="165432"/>
                </a:lnTo>
                <a:lnTo>
                  <a:pt x="0" y="214650"/>
                </a:lnTo>
                <a:lnTo>
                  <a:pt x="5669" y="263867"/>
                </a:lnTo>
                <a:lnTo>
                  <a:pt x="21817" y="309047"/>
                </a:lnTo>
                <a:lnTo>
                  <a:pt x="47156" y="348902"/>
                </a:lnTo>
                <a:lnTo>
                  <a:pt x="80397" y="382143"/>
                </a:lnTo>
                <a:lnTo>
                  <a:pt x="120252" y="407482"/>
                </a:lnTo>
                <a:lnTo>
                  <a:pt x="165432" y="423630"/>
                </a:lnTo>
                <a:lnTo>
                  <a:pt x="214650" y="429299"/>
                </a:lnTo>
                <a:lnTo>
                  <a:pt x="244637" y="427221"/>
                </a:lnTo>
                <a:lnTo>
                  <a:pt x="273353" y="421173"/>
                </a:lnTo>
                <a:lnTo>
                  <a:pt x="300517" y="411435"/>
                </a:lnTo>
                <a:lnTo>
                  <a:pt x="325850" y="398287"/>
                </a:lnTo>
                <a:lnTo>
                  <a:pt x="427461" y="398287"/>
                </a:lnTo>
                <a:lnTo>
                  <a:pt x="419502" y="371497"/>
                </a:lnTo>
                <a:lnTo>
                  <a:pt x="408063" y="335159"/>
                </a:lnTo>
                <a:lnTo>
                  <a:pt x="406398" y="311226"/>
                </a:lnTo>
                <a:lnTo>
                  <a:pt x="416157" y="288774"/>
                </a:lnTo>
                <a:lnTo>
                  <a:pt x="423342" y="265078"/>
                </a:lnTo>
                <a:lnTo>
                  <a:pt x="427781" y="240312"/>
                </a:lnTo>
                <a:lnTo>
                  <a:pt x="429299" y="214650"/>
                </a:lnTo>
                <a:lnTo>
                  <a:pt x="423630" y="165432"/>
                </a:lnTo>
                <a:lnTo>
                  <a:pt x="407482" y="120252"/>
                </a:lnTo>
                <a:lnTo>
                  <a:pt x="382143" y="80397"/>
                </a:lnTo>
                <a:lnTo>
                  <a:pt x="348902" y="47156"/>
                </a:lnTo>
                <a:lnTo>
                  <a:pt x="309047" y="21817"/>
                </a:lnTo>
                <a:lnTo>
                  <a:pt x="263867" y="5669"/>
                </a:lnTo>
                <a:lnTo>
                  <a:pt x="214650" y="0"/>
                </a:lnTo>
                <a:close/>
              </a:path>
              <a:path w="430530" h="429894">
                <a:moveTo>
                  <a:pt x="427461" y="398287"/>
                </a:moveTo>
                <a:lnTo>
                  <a:pt x="325850" y="398287"/>
                </a:lnTo>
                <a:lnTo>
                  <a:pt x="347400" y="400782"/>
                </a:lnTo>
                <a:lnTo>
                  <a:pt x="378949" y="415409"/>
                </a:lnTo>
                <a:lnTo>
                  <a:pt x="409810" y="429227"/>
                </a:lnTo>
                <a:lnTo>
                  <a:pt x="429299" y="429299"/>
                </a:lnTo>
                <a:lnTo>
                  <a:pt x="430115" y="407217"/>
                </a:lnTo>
                <a:lnTo>
                  <a:pt x="427461" y="398287"/>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7" name="object 17"/>
          <p:cNvSpPr/>
          <p:nvPr/>
        </p:nvSpPr>
        <p:spPr>
          <a:xfrm>
            <a:off x="1220166" y="4448651"/>
            <a:ext cx="215265" cy="214948"/>
          </a:xfrm>
          <a:custGeom>
            <a:avLst/>
            <a:gdLst/>
            <a:ahLst/>
            <a:cxnLst/>
            <a:rect l="l" t="t" r="r" b="b"/>
            <a:pathLst>
              <a:path w="430530" h="429895">
                <a:moveTo>
                  <a:pt x="214650" y="0"/>
                </a:moveTo>
                <a:lnTo>
                  <a:pt x="165432" y="5669"/>
                </a:lnTo>
                <a:lnTo>
                  <a:pt x="120252" y="21817"/>
                </a:lnTo>
                <a:lnTo>
                  <a:pt x="80397" y="47156"/>
                </a:lnTo>
                <a:lnTo>
                  <a:pt x="47156" y="80397"/>
                </a:lnTo>
                <a:lnTo>
                  <a:pt x="21817" y="120252"/>
                </a:lnTo>
                <a:lnTo>
                  <a:pt x="5669" y="165432"/>
                </a:lnTo>
                <a:lnTo>
                  <a:pt x="0" y="214650"/>
                </a:lnTo>
                <a:lnTo>
                  <a:pt x="5669" y="263867"/>
                </a:lnTo>
                <a:lnTo>
                  <a:pt x="21817" y="309047"/>
                </a:lnTo>
                <a:lnTo>
                  <a:pt x="47156" y="348902"/>
                </a:lnTo>
                <a:lnTo>
                  <a:pt x="80397" y="382143"/>
                </a:lnTo>
                <a:lnTo>
                  <a:pt x="120252" y="407482"/>
                </a:lnTo>
                <a:lnTo>
                  <a:pt x="165432" y="423630"/>
                </a:lnTo>
                <a:lnTo>
                  <a:pt x="214650" y="429299"/>
                </a:lnTo>
                <a:lnTo>
                  <a:pt x="244637" y="427221"/>
                </a:lnTo>
                <a:lnTo>
                  <a:pt x="273353" y="421173"/>
                </a:lnTo>
                <a:lnTo>
                  <a:pt x="300517" y="411435"/>
                </a:lnTo>
                <a:lnTo>
                  <a:pt x="325850" y="398287"/>
                </a:lnTo>
                <a:lnTo>
                  <a:pt x="427461" y="398287"/>
                </a:lnTo>
                <a:lnTo>
                  <a:pt x="419502" y="371497"/>
                </a:lnTo>
                <a:lnTo>
                  <a:pt x="408063" y="335159"/>
                </a:lnTo>
                <a:lnTo>
                  <a:pt x="406398" y="311226"/>
                </a:lnTo>
                <a:lnTo>
                  <a:pt x="416157" y="288774"/>
                </a:lnTo>
                <a:lnTo>
                  <a:pt x="423342" y="265078"/>
                </a:lnTo>
                <a:lnTo>
                  <a:pt x="427781" y="240312"/>
                </a:lnTo>
                <a:lnTo>
                  <a:pt x="429299" y="214650"/>
                </a:lnTo>
                <a:lnTo>
                  <a:pt x="423630" y="165432"/>
                </a:lnTo>
                <a:lnTo>
                  <a:pt x="407482" y="120252"/>
                </a:lnTo>
                <a:lnTo>
                  <a:pt x="382143" y="80397"/>
                </a:lnTo>
                <a:lnTo>
                  <a:pt x="348902" y="47156"/>
                </a:lnTo>
                <a:lnTo>
                  <a:pt x="309047" y="21817"/>
                </a:lnTo>
                <a:lnTo>
                  <a:pt x="263867" y="5669"/>
                </a:lnTo>
                <a:lnTo>
                  <a:pt x="214650" y="0"/>
                </a:lnTo>
                <a:close/>
              </a:path>
              <a:path w="430530" h="429895">
                <a:moveTo>
                  <a:pt x="427461" y="398287"/>
                </a:moveTo>
                <a:lnTo>
                  <a:pt x="325850" y="398287"/>
                </a:lnTo>
                <a:lnTo>
                  <a:pt x="347400" y="400782"/>
                </a:lnTo>
                <a:lnTo>
                  <a:pt x="378949" y="415409"/>
                </a:lnTo>
                <a:lnTo>
                  <a:pt x="409810" y="429227"/>
                </a:lnTo>
                <a:lnTo>
                  <a:pt x="429299" y="429299"/>
                </a:lnTo>
                <a:lnTo>
                  <a:pt x="430115" y="407217"/>
                </a:lnTo>
                <a:lnTo>
                  <a:pt x="427461" y="398287"/>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8" name="object 18"/>
          <p:cNvSpPr/>
          <p:nvPr/>
        </p:nvSpPr>
        <p:spPr>
          <a:xfrm>
            <a:off x="2689117" y="1714500"/>
            <a:ext cx="215265" cy="214948"/>
          </a:xfrm>
          <a:custGeom>
            <a:avLst/>
            <a:gdLst/>
            <a:ahLst/>
            <a:cxnLst/>
            <a:rect l="l" t="t" r="r" b="b"/>
            <a:pathLst>
              <a:path w="430529" h="429895">
                <a:moveTo>
                  <a:pt x="214650" y="0"/>
                </a:moveTo>
                <a:lnTo>
                  <a:pt x="165432" y="5669"/>
                </a:lnTo>
                <a:lnTo>
                  <a:pt x="120252" y="21817"/>
                </a:lnTo>
                <a:lnTo>
                  <a:pt x="80397" y="47156"/>
                </a:lnTo>
                <a:lnTo>
                  <a:pt x="47156" y="80397"/>
                </a:lnTo>
                <a:lnTo>
                  <a:pt x="21817" y="120253"/>
                </a:lnTo>
                <a:lnTo>
                  <a:pt x="5669" y="165435"/>
                </a:lnTo>
                <a:lnTo>
                  <a:pt x="0" y="214655"/>
                </a:lnTo>
                <a:lnTo>
                  <a:pt x="5669" y="263870"/>
                </a:lnTo>
                <a:lnTo>
                  <a:pt x="21817" y="309048"/>
                </a:lnTo>
                <a:lnTo>
                  <a:pt x="47156" y="348902"/>
                </a:lnTo>
                <a:lnTo>
                  <a:pt x="80397" y="382142"/>
                </a:lnTo>
                <a:lnTo>
                  <a:pt x="120252" y="407481"/>
                </a:lnTo>
                <a:lnTo>
                  <a:pt x="165432" y="423629"/>
                </a:lnTo>
                <a:lnTo>
                  <a:pt x="214650" y="429298"/>
                </a:lnTo>
                <a:lnTo>
                  <a:pt x="244637" y="427220"/>
                </a:lnTo>
                <a:lnTo>
                  <a:pt x="273353" y="421173"/>
                </a:lnTo>
                <a:lnTo>
                  <a:pt x="300517" y="411435"/>
                </a:lnTo>
                <a:lnTo>
                  <a:pt x="325850" y="398284"/>
                </a:lnTo>
                <a:lnTo>
                  <a:pt x="427461" y="398284"/>
                </a:lnTo>
                <a:lnTo>
                  <a:pt x="419502" y="371495"/>
                </a:lnTo>
                <a:lnTo>
                  <a:pt x="408063" y="335159"/>
                </a:lnTo>
                <a:lnTo>
                  <a:pt x="406398" y="311226"/>
                </a:lnTo>
                <a:lnTo>
                  <a:pt x="416157" y="288773"/>
                </a:lnTo>
                <a:lnTo>
                  <a:pt x="423342" y="265079"/>
                </a:lnTo>
                <a:lnTo>
                  <a:pt x="427781" y="240315"/>
                </a:lnTo>
                <a:lnTo>
                  <a:pt x="429299" y="214655"/>
                </a:lnTo>
                <a:lnTo>
                  <a:pt x="423630" y="165435"/>
                </a:lnTo>
                <a:lnTo>
                  <a:pt x="407482" y="120253"/>
                </a:lnTo>
                <a:lnTo>
                  <a:pt x="382143" y="80397"/>
                </a:lnTo>
                <a:lnTo>
                  <a:pt x="348902" y="47156"/>
                </a:lnTo>
                <a:lnTo>
                  <a:pt x="309047" y="21817"/>
                </a:lnTo>
                <a:lnTo>
                  <a:pt x="263867" y="5669"/>
                </a:lnTo>
                <a:lnTo>
                  <a:pt x="214650" y="0"/>
                </a:lnTo>
                <a:close/>
              </a:path>
              <a:path w="430529" h="429895">
                <a:moveTo>
                  <a:pt x="427461" y="398284"/>
                </a:moveTo>
                <a:lnTo>
                  <a:pt x="325850" y="398284"/>
                </a:lnTo>
                <a:lnTo>
                  <a:pt x="347400" y="400783"/>
                </a:lnTo>
                <a:lnTo>
                  <a:pt x="378949" y="415410"/>
                </a:lnTo>
                <a:lnTo>
                  <a:pt x="409810" y="429227"/>
                </a:lnTo>
                <a:lnTo>
                  <a:pt x="429299" y="429298"/>
                </a:lnTo>
                <a:lnTo>
                  <a:pt x="430115" y="407214"/>
                </a:lnTo>
                <a:lnTo>
                  <a:pt x="427461" y="398284"/>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9" name="object 19"/>
          <p:cNvSpPr/>
          <p:nvPr/>
        </p:nvSpPr>
        <p:spPr>
          <a:xfrm>
            <a:off x="2689117" y="3086100"/>
            <a:ext cx="215265" cy="214948"/>
          </a:xfrm>
          <a:custGeom>
            <a:avLst/>
            <a:gdLst/>
            <a:ahLst/>
            <a:cxnLst/>
            <a:rect l="l" t="t" r="r" b="b"/>
            <a:pathLst>
              <a:path w="430529" h="429895">
                <a:moveTo>
                  <a:pt x="214650" y="0"/>
                </a:moveTo>
                <a:lnTo>
                  <a:pt x="165432" y="5669"/>
                </a:lnTo>
                <a:lnTo>
                  <a:pt x="120252" y="21817"/>
                </a:lnTo>
                <a:lnTo>
                  <a:pt x="80397" y="47156"/>
                </a:lnTo>
                <a:lnTo>
                  <a:pt x="47156" y="80397"/>
                </a:lnTo>
                <a:lnTo>
                  <a:pt x="21817" y="120252"/>
                </a:lnTo>
                <a:lnTo>
                  <a:pt x="5669" y="165432"/>
                </a:lnTo>
                <a:lnTo>
                  <a:pt x="0" y="214650"/>
                </a:lnTo>
                <a:lnTo>
                  <a:pt x="5669" y="263867"/>
                </a:lnTo>
                <a:lnTo>
                  <a:pt x="21817" y="309047"/>
                </a:lnTo>
                <a:lnTo>
                  <a:pt x="47156" y="348902"/>
                </a:lnTo>
                <a:lnTo>
                  <a:pt x="80397" y="382143"/>
                </a:lnTo>
                <a:lnTo>
                  <a:pt x="120252" y="407482"/>
                </a:lnTo>
                <a:lnTo>
                  <a:pt x="165432" y="423630"/>
                </a:lnTo>
                <a:lnTo>
                  <a:pt x="214650" y="429299"/>
                </a:lnTo>
                <a:lnTo>
                  <a:pt x="244637" y="427221"/>
                </a:lnTo>
                <a:lnTo>
                  <a:pt x="273353" y="421173"/>
                </a:lnTo>
                <a:lnTo>
                  <a:pt x="300517" y="411435"/>
                </a:lnTo>
                <a:lnTo>
                  <a:pt x="325850" y="398287"/>
                </a:lnTo>
                <a:lnTo>
                  <a:pt x="427461" y="398287"/>
                </a:lnTo>
                <a:lnTo>
                  <a:pt x="419502" y="371497"/>
                </a:lnTo>
                <a:lnTo>
                  <a:pt x="408063" y="335159"/>
                </a:lnTo>
                <a:lnTo>
                  <a:pt x="406398" y="311226"/>
                </a:lnTo>
                <a:lnTo>
                  <a:pt x="416157" y="288774"/>
                </a:lnTo>
                <a:lnTo>
                  <a:pt x="423342" y="265078"/>
                </a:lnTo>
                <a:lnTo>
                  <a:pt x="427781" y="240312"/>
                </a:lnTo>
                <a:lnTo>
                  <a:pt x="429299" y="214650"/>
                </a:lnTo>
                <a:lnTo>
                  <a:pt x="423630" y="165432"/>
                </a:lnTo>
                <a:lnTo>
                  <a:pt x="407482" y="120252"/>
                </a:lnTo>
                <a:lnTo>
                  <a:pt x="382143" y="80397"/>
                </a:lnTo>
                <a:lnTo>
                  <a:pt x="348902" y="47156"/>
                </a:lnTo>
                <a:lnTo>
                  <a:pt x="309047" y="21817"/>
                </a:lnTo>
                <a:lnTo>
                  <a:pt x="263867" y="5669"/>
                </a:lnTo>
                <a:lnTo>
                  <a:pt x="214650" y="0"/>
                </a:lnTo>
                <a:close/>
              </a:path>
              <a:path w="430529" h="429895">
                <a:moveTo>
                  <a:pt x="427461" y="398287"/>
                </a:moveTo>
                <a:lnTo>
                  <a:pt x="325850" y="398287"/>
                </a:lnTo>
                <a:lnTo>
                  <a:pt x="347400" y="400782"/>
                </a:lnTo>
                <a:lnTo>
                  <a:pt x="378949" y="415409"/>
                </a:lnTo>
                <a:lnTo>
                  <a:pt x="409810" y="429227"/>
                </a:lnTo>
                <a:lnTo>
                  <a:pt x="429299" y="429299"/>
                </a:lnTo>
                <a:lnTo>
                  <a:pt x="430115" y="407217"/>
                </a:lnTo>
                <a:lnTo>
                  <a:pt x="427461" y="398287"/>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20" name="object 20"/>
          <p:cNvSpPr/>
          <p:nvPr/>
        </p:nvSpPr>
        <p:spPr>
          <a:xfrm>
            <a:off x="2689117" y="5829300"/>
            <a:ext cx="215265" cy="214948"/>
          </a:xfrm>
          <a:custGeom>
            <a:avLst/>
            <a:gdLst/>
            <a:ahLst/>
            <a:cxnLst/>
            <a:rect l="l" t="t" r="r" b="b"/>
            <a:pathLst>
              <a:path w="430529" h="429895">
                <a:moveTo>
                  <a:pt x="214650" y="0"/>
                </a:moveTo>
                <a:lnTo>
                  <a:pt x="165432" y="5669"/>
                </a:lnTo>
                <a:lnTo>
                  <a:pt x="120252" y="21817"/>
                </a:lnTo>
                <a:lnTo>
                  <a:pt x="80397" y="47156"/>
                </a:lnTo>
                <a:lnTo>
                  <a:pt x="47156" y="80397"/>
                </a:lnTo>
                <a:lnTo>
                  <a:pt x="21817" y="120252"/>
                </a:lnTo>
                <a:lnTo>
                  <a:pt x="5669" y="165432"/>
                </a:lnTo>
                <a:lnTo>
                  <a:pt x="0" y="214650"/>
                </a:lnTo>
                <a:lnTo>
                  <a:pt x="5669" y="263867"/>
                </a:lnTo>
                <a:lnTo>
                  <a:pt x="21817" y="309047"/>
                </a:lnTo>
                <a:lnTo>
                  <a:pt x="47156" y="348902"/>
                </a:lnTo>
                <a:lnTo>
                  <a:pt x="80397" y="382143"/>
                </a:lnTo>
                <a:lnTo>
                  <a:pt x="120252" y="407482"/>
                </a:lnTo>
                <a:lnTo>
                  <a:pt x="165432" y="423630"/>
                </a:lnTo>
                <a:lnTo>
                  <a:pt x="214650" y="429299"/>
                </a:lnTo>
                <a:lnTo>
                  <a:pt x="244637" y="427221"/>
                </a:lnTo>
                <a:lnTo>
                  <a:pt x="273353" y="421173"/>
                </a:lnTo>
                <a:lnTo>
                  <a:pt x="300517" y="411435"/>
                </a:lnTo>
                <a:lnTo>
                  <a:pt x="325850" y="398287"/>
                </a:lnTo>
                <a:lnTo>
                  <a:pt x="427461" y="398287"/>
                </a:lnTo>
                <a:lnTo>
                  <a:pt x="419502" y="371497"/>
                </a:lnTo>
                <a:lnTo>
                  <a:pt x="408063" y="335159"/>
                </a:lnTo>
                <a:lnTo>
                  <a:pt x="406398" y="311226"/>
                </a:lnTo>
                <a:lnTo>
                  <a:pt x="416157" y="288774"/>
                </a:lnTo>
                <a:lnTo>
                  <a:pt x="423342" y="265078"/>
                </a:lnTo>
                <a:lnTo>
                  <a:pt x="427781" y="240312"/>
                </a:lnTo>
                <a:lnTo>
                  <a:pt x="429299" y="214650"/>
                </a:lnTo>
                <a:lnTo>
                  <a:pt x="423630" y="165432"/>
                </a:lnTo>
                <a:lnTo>
                  <a:pt x="407482" y="120252"/>
                </a:lnTo>
                <a:lnTo>
                  <a:pt x="382143" y="80397"/>
                </a:lnTo>
                <a:lnTo>
                  <a:pt x="348902" y="47156"/>
                </a:lnTo>
                <a:lnTo>
                  <a:pt x="309047" y="21817"/>
                </a:lnTo>
                <a:lnTo>
                  <a:pt x="263867" y="5669"/>
                </a:lnTo>
                <a:lnTo>
                  <a:pt x="214650" y="0"/>
                </a:lnTo>
                <a:close/>
              </a:path>
              <a:path w="430529" h="429895">
                <a:moveTo>
                  <a:pt x="427461" y="398287"/>
                </a:moveTo>
                <a:lnTo>
                  <a:pt x="325850" y="398287"/>
                </a:lnTo>
                <a:lnTo>
                  <a:pt x="347400" y="400782"/>
                </a:lnTo>
                <a:lnTo>
                  <a:pt x="378949" y="415409"/>
                </a:lnTo>
                <a:lnTo>
                  <a:pt x="409810" y="429227"/>
                </a:lnTo>
                <a:lnTo>
                  <a:pt x="429299" y="429299"/>
                </a:lnTo>
                <a:lnTo>
                  <a:pt x="430115" y="407217"/>
                </a:lnTo>
                <a:lnTo>
                  <a:pt x="427461" y="398287"/>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21" name="object 21"/>
          <p:cNvSpPr/>
          <p:nvPr/>
        </p:nvSpPr>
        <p:spPr>
          <a:xfrm>
            <a:off x="2689117" y="7200900"/>
            <a:ext cx="215265" cy="214948"/>
          </a:xfrm>
          <a:custGeom>
            <a:avLst/>
            <a:gdLst/>
            <a:ahLst/>
            <a:cxnLst/>
            <a:rect l="l" t="t" r="r" b="b"/>
            <a:pathLst>
              <a:path w="430529" h="429894">
                <a:moveTo>
                  <a:pt x="214650" y="0"/>
                </a:moveTo>
                <a:lnTo>
                  <a:pt x="165432" y="5669"/>
                </a:lnTo>
                <a:lnTo>
                  <a:pt x="120252" y="21817"/>
                </a:lnTo>
                <a:lnTo>
                  <a:pt x="80397" y="47156"/>
                </a:lnTo>
                <a:lnTo>
                  <a:pt x="47156" y="80397"/>
                </a:lnTo>
                <a:lnTo>
                  <a:pt x="21817" y="120252"/>
                </a:lnTo>
                <a:lnTo>
                  <a:pt x="5669" y="165432"/>
                </a:lnTo>
                <a:lnTo>
                  <a:pt x="0" y="214650"/>
                </a:lnTo>
                <a:lnTo>
                  <a:pt x="5669" y="263867"/>
                </a:lnTo>
                <a:lnTo>
                  <a:pt x="21817" y="309047"/>
                </a:lnTo>
                <a:lnTo>
                  <a:pt x="47156" y="348902"/>
                </a:lnTo>
                <a:lnTo>
                  <a:pt x="80397" y="382143"/>
                </a:lnTo>
                <a:lnTo>
                  <a:pt x="120252" y="407482"/>
                </a:lnTo>
                <a:lnTo>
                  <a:pt x="165432" y="423630"/>
                </a:lnTo>
                <a:lnTo>
                  <a:pt x="214650" y="429299"/>
                </a:lnTo>
                <a:lnTo>
                  <a:pt x="244637" y="427221"/>
                </a:lnTo>
                <a:lnTo>
                  <a:pt x="273353" y="421173"/>
                </a:lnTo>
                <a:lnTo>
                  <a:pt x="300517" y="411435"/>
                </a:lnTo>
                <a:lnTo>
                  <a:pt x="325850" y="398287"/>
                </a:lnTo>
                <a:lnTo>
                  <a:pt x="427461" y="398287"/>
                </a:lnTo>
                <a:lnTo>
                  <a:pt x="419502" y="371497"/>
                </a:lnTo>
                <a:lnTo>
                  <a:pt x="408063" y="335159"/>
                </a:lnTo>
                <a:lnTo>
                  <a:pt x="406398" y="311226"/>
                </a:lnTo>
                <a:lnTo>
                  <a:pt x="416157" y="288774"/>
                </a:lnTo>
                <a:lnTo>
                  <a:pt x="423342" y="265078"/>
                </a:lnTo>
                <a:lnTo>
                  <a:pt x="427781" y="240312"/>
                </a:lnTo>
                <a:lnTo>
                  <a:pt x="429299" y="214650"/>
                </a:lnTo>
                <a:lnTo>
                  <a:pt x="423630" y="165432"/>
                </a:lnTo>
                <a:lnTo>
                  <a:pt x="407482" y="120252"/>
                </a:lnTo>
                <a:lnTo>
                  <a:pt x="382143" y="80397"/>
                </a:lnTo>
                <a:lnTo>
                  <a:pt x="348902" y="47156"/>
                </a:lnTo>
                <a:lnTo>
                  <a:pt x="309047" y="21817"/>
                </a:lnTo>
                <a:lnTo>
                  <a:pt x="263867" y="5669"/>
                </a:lnTo>
                <a:lnTo>
                  <a:pt x="214650" y="0"/>
                </a:lnTo>
                <a:close/>
              </a:path>
              <a:path w="430529" h="429894">
                <a:moveTo>
                  <a:pt x="427461" y="398287"/>
                </a:moveTo>
                <a:lnTo>
                  <a:pt x="325850" y="398287"/>
                </a:lnTo>
                <a:lnTo>
                  <a:pt x="347400" y="400782"/>
                </a:lnTo>
                <a:lnTo>
                  <a:pt x="378949" y="415409"/>
                </a:lnTo>
                <a:lnTo>
                  <a:pt x="409810" y="429227"/>
                </a:lnTo>
                <a:lnTo>
                  <a:pt x="429299" y="429299"/>
                </a:lnTo>
                <a:lnTo>
                  <a:pt x="430115" y="407217"/>
                </a:lnTo>
                <a:lnTo>
                  <a:pt x="427461" y="398287"/>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22" name="object 22"/>
          <p:cNvSpPr/>
          <p:nvPr/>
        </p:nvSpPr>
        <p:spPr>
          <a:xfrm>
            <a:off x="4144632" y="1714500"/>
            <a:ext cx="215265" cy="214948"/>
          </a:xfrm>
          <a:custGeom>
            <a:avLst/>
            <a:gdLst/>
            <a:ahLst/>
            <a:cxnLst/>
            <a:rect l="l" t="t" r="r" b="b"/>
            <a:pathLst>
              <a:path w="430529" h="429895">
                <a:moveTo>
                  <a:pt x="214650" y="0"/>
                </a:moveTo>
                <a:lnTo>
                  <a:pt x="165432" y="5669"/>
                </a:lnTo>
                <a:lnTo>
                  <a:pt x="120252" y="21817"/>
                </a:lnTo>
                <a:lnTo>
                  <a:pt x="80397" y="47156"/>
                </a:lnTo>
                <a:lnTo>
                  <a:pt x="47156" y="80397"/>
                </a:lnTo>
                <a:lnTo>
                  <a:pt x="21817" y="120253"/>
                </a:lnTo>
                <a:lnTo>
                  <a:pt x="5669" y="165435"/>
                </a:lnTo>
                <a:lnTo>
                  <a:pt x="0" y="214655"/>
                </a:lnTo>
                <a:lnTo>
                  <a:pt x="5669" y="263870"/>
                </a:lnTo>
                <a:lnTo>
                  <a:pt x="21817" y="309048"/>
                </a:lnTo>
                <a:lnTo>
                  <a:pt x="47156" y="348902"/>
                </a:lnTo>
                <a:lnTo>
                  <a:pt x="80397" y="382142"/>
                </a:lnTo>
                <a:lnTo>
                  <a:pt x="120252" y="407481"/>
                </a:lnTo>
                <a:lnTo>
                  <a:pt x="165432" y="423629"/>
                </a:lnTo>
                <a:lnTo>
                  <a:pt x="214650" y="429298"/>
                </a:lnTo>
                <a:lnTo>
                  <a:pt x="244637" y="427220"/>
                </a:lnTo>
                <a:lnTo>
                  <a:pt x="273353" y="421173"/>
                </a:lnTo>
                <a:lnTo>
                  <a:pt x="300517" y="411435"/>
                </a:lnTo>
                <a:lnTo>
                  <a:pt x="325850" y="398284"/>
                </a:lnTo>
                <a:lnTo>
                  <a:pt x="427461" y="398284"/>
                </a:lnTo>
                <a:lnTo>
                  <a:pt x="419502" y="371495"/>
                </a:lnTo>
                <a:lnTo>
                  <a:pt x="408063" y="335159"/>
                </a:lnTo>
                <a:lnTo>
                  <a:pt x="406398" y="311226"/>
                </a:lnTo>
                <a:lnTo>
                  <a:pt x="416157" y="288773"/>
                </a:lnTo>
                <a:lnTo>
                  <a:pt x="423342" y="265079"/>
                </a:lnTo>
                <a:lnTo>
                  <a:pt x="427781" y="240315"/>
                </a:lnTo>
                <a:lnTo>
                  <a:pt x="429299" y="214655"/>
                </a:lnTo>
                <a:lnTo>
                  <a:pt x="423630" y="165435"/>
                </a:lnTo>
                <a:lnTo>
                  <a:pt x="407482" y="120253"/>
                </a:lnTo>
                <a:lnTo>
                  <a:pt x="382143" y="80397"/>
                </a:lnTo>
                <a:lnTo>
                  <a:pt x="348902" y="47156"/>
                </a:lnTo>
                <a:lnTo>
                  <a:pt x="309047" y="21817"/>
                </a:lnTo>
                <a:lnTo>
                  <a:pt x="263867" y="5669"/>
                </a:lnTo>
                <a:lnTo>
                  <a:pt x="214650" y="0"/>
                </a:lnTo>
                <a:close/>
              </a:path>
              <a:path w="430529" h="429895">
                <a:moveTo>
                  <a:pt x="427461" y="398284"/>
                </a:moveTo>
                <a:lnTo>
                  <a:pt x="325850" y="398284"/>
                </a:lnTo>
                <a:lnTo>
                  <a:pt x="347400" y="400783"/>
                </a:lnTo>
                <a:lnTo>
                  <a:pt x="378949" y="415410"/>
                </a:lnTo>
                <a:lnTo>
                  <a:pt x="409810" y="429227"/>
                </a:lnTo>
                <a:lnTo>
                  <a:pt x="429299" y="429298"/>
                </a:lnTo>
                <a:lnTo>
                  <a:pt x="430115" y="407214"/>
                </a:lnTo>
                <a:lnTo>
                  <a:pt x="427461" y="398284"/>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23" name="object 23"/>
          <p:cNvSpPr/>
          <p:nvPr/>
        </p:nvSpPr>
        <p:spPr>
          <a:xfrm>
            <a:off x="4144632" y="3086100"/>
            <a:ext cx="215265" cy="214948"/>
          </a:xfrm>
          <a:custGeom>
            <a:avLst/>
            <a:gdLst/>
            <a:ahLst/>
            <a:cxnLst/>
            <a:rect l="l" t="t" r="r" b="b"/>
            <a:pathLst>
              <a:path w="430529" h="429895">
                <a:moveTo>
                  <a:pt x="214650" y="0"/>
                </a:moveTo>
                <a:lnTo>
                  <a:pt x="165432" y="5669"/>
                </a:lnTo>
                <a:lnTo>
                  <a:pt x="120252" y="21817"/>
                </a:lnTo>
                <a:lnTo>
                  <a:pt x="80397" y="47156"/>
                </a:lnTo>
                <a:lnTo>
                  <a:pt x="47156" y="80397"/>
                </a:lnTo>
                <a:lnTo>
                  <a:pt x="21817" y="120252"/>
                </a:lnTo>
                <a:lnTo>
                  <a:pt x="5669" y="165432"/>
                </a:lnTo>
                <a:lnTo>
                  <a:pt x="0" y="214650"/>
                </a:lnTo>
                <a:lnTo>
                  <a:pt x="5669" y="263867"/>
                </a:lnTo>
                <a:lnTo>
                  <a:pt x="21817" y="309047"/>
                </a:lnTo>
                <a:lnTo>
                  <a:pt x="47156" y="348902"/>
                </a:lnTo>
                <a:lnTo>
                  <a:pt x="80397" y="382143"/>
                </a:lnTo>
                <a:lnTo>
                  <a:pt x="120252" y="407482"/>
                </a:lnTo>
                <a:lnTo>
                  <a:pt x="165432" y="423630"/>
                </a:lnTo>
                <a:lnTo>
                  <a:pt x="214650" y="429299"/>
                </a:lnTo>
                <a:lnTo>
                  <a:pt x="244637" y="427221"/>
                </a:lnTo>
                <a:lnTo>
                  <a:pt x="273353" y="421173"/>
                </a:lnTo>
                <a:lnTo>
                  <a:pt x="300517" y="411435"/>
                </a:lnTo>
                <a:lnTo>
                  <a:pt x="325850" y="398287"/>
                </a:lnTo>
                <a:lnTo>
                  <a:pt x="427461" y="398287"/>
                </a:lnTo>
                <a:lnTo>
                  <a:pt x="419502" y="371497"/>
                </a:lnTo>
                <a:lnTo>
                  <a:pt x="408063" y="335159"/>
                </a:lnTo>
                <a:lnTo>
                  <a:pt x="406398" y="311226"/>
                </a:lnTo>
                <a:lnTo>
                  <a:pt x="416157" y="288774"/>
                </a:lnTo>
                <a:lnTo>
                  <a:pt x="423342" y="265078"/>
                </a:lnTo>
                <a:lnTo>
                  <a:pt x="427781" y="240312"/>
                </a:lnTo>
                <a:lnTo>
                  <a:pt x="429299" y="214650"/>
                </a:lnTo>
                <a:lnTo>
                  <a:pt x="423630" y="165432"/>
                </a:lnTo>
                <a:lnTo>
                  <a:pt x="407482" y="120252"/>
                </a:lnTo>
                <a:lnTo>
                  <a:pt x="382143" y="80397"/>
                </a:lnTo>
                <a:lnTo>
                  <a:pt x="348902" y="47156"/>
                </a:lnTo>
                <a:lnTo>
                  <a:pt x="309047" y="21817"/>
                </a:lnTo>
                <a:lnTo>
                  <a:pt x="263867" y="5669"/>
                </a:lnTo>
                <a:lnTo>
                  <a:pt x="214650" y="0"/>
                </a:lnTo>
                <a:close/>
              </a:path>
              <a:path w="430529" h="429895">
                <a:moveTo>
                  <a:pt x="427461" y="398287"/>
                </a:moveTo>
                <a:lnTo>
                  <a:pt x="325850" y="398287"/>
                </a:lnTo>
                <a:lnTo>
                  <a:pt x="347400" y="400782"/>
                </a:lnTo>
                <a:lnTo>
                  <a:pt x="378949" y="415409"/>
                </a:lnTo>
                <a:lnTo>
                  <a:pt x="409810" y="429227"/>
                </a:lnTo>
                <a:lnTo>
                  <a:pt x="429299" y="429299"/>
                </a:lnTo>
                <a:lnTo>
                  <a:pt x="430115" y="407217"/>
                </a:lnTo>
                <a:lnTo>
                  <a:pt x="427461" y="398287"/>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24" name="object 24"/>
          <p:cNvSpPr/>
          <p:nvPr/>
        </p:nvSpPr>
        <p:spPr>
          <a:xfrm>
            <a:off x="4144632" y="5829300"/>
            <a:ext cx="215265" cy="214948"/>
          </a:xfrm>
          <a:custGeom>
            <a:avLst/>
            <a:gdLst/>
            <a:ahLst/>
            <a:cxnLst/>
            <a:rect l="l" t="t" r="r" b="b"/>
            <a:pathLst>
              <a:path w="430529" h="429895">
                <a:moveTo>
                  <a:pt x="214650" y="0"/>
                </a:moveTo>
                <a:lnTo>
                  <a:pt x="165432" y="5669"/>
                </a:lnTo>
                <a:lnTo>
                  <a:pt x="120252" y="21817"/>
                </a:lnTo>
                <a:lnTo>
                  <a:pt x="80397" y="47156"/>
                </a:lnTo>
                <a:lnTo>
                  <a:pt x="47156" y="80397"/>
                </a:lnTo>
                <a:lnTo>
                  <a:pt x="21817" y="120252"/>
                </a:lnTo>
                <a:lnTo>
                  <a:pt x="5669" y="165432"/>
                </a:lnTo>
                <a:lnTo>
                  <a:pt x="0" y="214650"/>
                </a:lnTo>
                <a:lnTo>
                  <a:pt x="5669" y="263867"/>
                </a:lnTo>
                <a:lnTo>
                  <a:pt x="21817" y="309047"/>
                </a:lnTo>
                <a:lnTo>
                  <a:pt x="47156" y="348902"/>
                </a:lnTo>
                <a:lnTo>
                  <a:pt x="80397" y="382143"/>
                </a:lnTo>
                <a:lnTo>
                  <a:pt x="120252" y="407482"/>
                </a:lnTo>
                <a:lnTo>
                  <a:pt x="165432" y="423630"/>
                </a:lnTo>
                <a:lnTo>
                  <a:pt x="214650" y="429299"/>
                </a:lnTo>
                <a:lnTo>
                  <a:pt x="244637" y="427221"/>
                </a:lnTo>
                <a:lnTo>
                  <a:pt x="273353" y="421173"/>
                </a:lnTo>
                <a:lnTo>
                  <a:pt x="300517" y="411435"/>
                </a:lnTo>
                <a:lnTo>
                  <a:pt x="325850" y="398287"/>
                </a:lnTo>
                <a:lnTo>
                  <a:pt x="427461" y="398287"/>
                </a:lnTo>
                <a:lnTo>
                  <a:pt x="419502" y="371497"/>
                </a:lnTo>
                <a:lnTo>
                  <a:pt x="408063" y="335159"/>
                </a:lnTo>
                <a:lnTo>
                  <a:pt x="406398" y="311226"/>
                </a:lnTo>
                <a:lnTo>
                  <a:pt x="416157" y="288774"/>
                </a:lnTo>
                <a:lnTo>
                  <a:pt x="423342" y="265078"/>
                </a:lnTo>
                <a:lnTo>
                  <a:pt x="427781" y="240312"/>
                </a:lnTo>
                <a:lnTo>
                  <a:pt x="429299" y="214650"/>
                </a:lnTo>
                <a:lnTo>
                  <a:pt x="423630" y="165432"/>
                </a:lnTo>
                <a:lnTo>
                  <a:pt x="407482" y="120252"/>
                </a:lnTo>
                <a:lnTo>
                  <a:pt x="382143" y="80397"/>
                </a:lnTo>
                <a:lnTo>
                  <a:pt x="348902" y="47156"/>
                </a:lnTo>
                <a:lnTo>
                  <a:pt x="309047" y="21817"/>
                </a:lnTo>
                <a:lnTo>
                  <a:pt x="263867" y="5669"/>
                </a:lnTo>
                <a:lnTo>
                  <a:pt x="214650" y="0"/>
                </a:lnTo>
                <a:close/>
              </a:path>
              <a:path w="430529" h="429895">
                <a:moveTo>
                  <a:pt x="427461" y="398287"/>
                </a:moveTo>
                <a:lnTo>
                  <a:pt x="325850" y="398287"/>
                </a:lnTo>
                <a:lnTo>
                  <a:pt x="347400" y="400782"/>
                </a:lnTo>
                <a:lnTo>
                  <a:pt x="378949" y="415409"/>
                </a:lnTo>
                <a:lnTo>
                  <a:pt x="409810" y="429227"/>
                </a:lnTo>
                <a:lnTo>
                  <a:pt x="429299" y="429299"/>
                </a:lnTo>
                <a:lnTo>
                  <a:pt x="430115" y="407217"/>
                </a:lnTo>
                <a:lnTo>
                  <a:pt x="427461" y="398287"/>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25" name="object 25"/>
          <p:cNvSpPr/>
          <p:nvPr/>
        </p:nvSpPr>
        <p:spPr>
          <a:xfrm>
            <a:off x="4144632" y="7200900"/>
            <a:ext cx="215265" cy="214948"/>
          </a:xfrm>
          <a:custGeom>
            <a:avLst/>
            <a:gdLst/>
            <a:ahLst/>
            <a:cxnLst/>
            <a:rect l="l" t="t" r="r" b="b"/>
            <a:pathLst>
              <a:path w="430529" h="429894">
                <a:moveTo>
                  <a:pt x="214650" y="0"/>
                </a:moveTo>
                <a:lnTo>
                  <a:pt x="165432" y="5669"/>
                </a:lnTo>
                <a:lnTo>
                  <a:pt x="120252" y="21817"/>
                </a:lnTo>
                <a:lnTo>
                  <a:pt x="80397" y="47156"/>
                </a:lnTo>
                <a:lnTo>
                  <a:pt x="47156" y="80397"/>
                </a:lnTo>
                <a:lnTo>
                  <a:pt x="21817" y="120252"/>
                </a:lnTo>
                <a:lnTo>
                  <a:pt x="5669" y="165432"/>
                </a:lnTo>
                <a:lnTo>
                  <a:pt x="0" y="214650"/>
                </a:lnTo>
                <a:lnTo>
                  <a:pt x="5669" y="263867"/>
                </a:lnTo>
                <a:lnTo>
                  <a:pt x="21817" y="309047"/>
                </a:lnTo>
                <a:lnTo>
                  <a:pt x="47156" y="348902"/>
                </a:lnTo>
                <a:lnTo>
                  <a:pt x="80397" y="382143"/>
                </a:lnTo>
                <a:lnTo>
                  <a:pt x="120252" y="407482"/>
                </a:lnTo>
                <a:lnTo>
                  <a:pt x="165432" y="423630"/>
                </a:lnTo>
                <a:lnTo>
                  <a:pt x="214650" y="429299"/>
                </a:lnTo>
                <a:lnTo>
                  <a:pt x="244637" y="427221"/>
                </a:lnTo>
                <a:lnTo>
                  <a:pt x="273353" y="421173"/>
                </a:lnTo>
                <a:lnTo>
                  <a:pt x="300517" y="411435"/>
                </a:lnTo>
                <a:lnTo>
                  <a:pt x="325850" y="398287"/>
                </a:lnTo>
                <a:lnTo>
                  <a:pt x="427461" y="398287"/>
                </a:lnTo>
                <a:lnTo>
                  <a:pt x="419502" y="371497"/>
                </a:lnTo>
                <a:lnTo>
                  <a:pt x="408063" y="335159"/>
                </a:lnTo>
                <a:lnTo>
                  <a:pt x="406398" y="311226"/>
                </a:lnTo>
                <a:lnTo>
                  <a:pt x="416157" y="288774"/>
                </a:lnTo>
                <a:lnTo>
                  <a:pt x="423342" y="265078"/>
                </a:lnTo>
                <a:lnTo>
                  <a:pt x="427781" y="240312"/>
                </a:lnTo>
                <a:lnTo>
                  <a:pt x="429299" y="214650"/>
                </a:lnTo>
                <a:lnTo>
                  <a:pt x="423630" y="165432"/>
                </a:lnTo>
                <a:lnTo>
                  <a:pt x="407482" y="120252"/>
                </a:lnTo>
                <a:lnTo>
                  <a:pt x="382143" y="80397"/>
                </a:lnTo>
                <a:lnTo>
                  <a:pt x="348902" y="47156"/>
                </a:lnTo>
                <a:lnTo>
                  <a:pt x="309047" y="21817"/>
                </a:lnTo>
                <a:lnTo>
                  <a:pt x="263867" y="5669"/>
                </a:lnTo>
                <a:lnTo>
                  <a:pt x="214650" y="0"/>
                </a:lnTo>
                <a:close/>
              </a:path>
              <a:path w="430529" h="429894">
                <a:moveTo>
                  <a:pt x="427461" y="398287"/>
                </a:moveTo>
                <a:lnTo>
                  <a:pt x="325850" y="398287"/>
                </a:lnTo>
                <a:lnTo>
                  <a:pt x="347400" y="400782"/>
                </a:lnTo>
                <a:lnTo>
                  <a:pt x="378949" y="415409"/>
                </a:lnTo>
                <a:lnTo>
                  <a:pt x="409810" y="429227"/>
                </a:lnTo>
                <a:lnTo>
                  <a:pt x="429299" y="429299"/>
                </a:lnTo>
                <a:lnTo>
                  <a:pt x="430115" y="407217"/>
                </a:lnTo>
                <a:lnTo>
                  <a:pt x="427461" y="398287"/>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26" name="object 26"/>
          <p:cNvSpPr/>
          <p:nvPr/>
        </p:nvSpPr>
        <p:spPr>
          <a:xfrm>
            <a:off x="2689117" y="4457700"/>
            <a:ext cx="215265" cy="214948"/>
          </a:xfrm>
          <a:custGeom>
            <a:avLst/>
            <a:gdLst/>
            <a:ahLst/>
            <a:cxnLst/>
            <a:rect l="l" t="t" r="r" b="b"/>
            <a:pathLst>
              <a:path w="430529" h="429895">
                <a:moveTo>
                  <a:pt x="214650" y="0"/>
                </a:moveTo>
                <a:lnTo>
                  <a:pt x="165432" y="5669"/>
                </a:lnTo>
                <a:lnTo>
                  <a:pt x="120252" y="21817"/>
                </a:lnTo>
                <a:lnTo>
                  <a:pt x="80397" y="47156"/>
                </a:lnTo>
                <a:lnTo>
                  <a:pt x="47156" y="80397"/>
                </a:lnTo>
                <a:lnTo>
                  <a:pt x="21817" y="120252"/>
                </a:lnTo>
                <a:lnTo>
                  <a:pt x="5669" y="165432"/>
                </a:lnTo>
                <a:lnTo>
                  <a:pt x="0" y="214650"/>
                </a:lnTo>
                <a:lnTo>
                  <a:pt x="5669" y="263867"/>
                </a:lnTo>
                <a:lnTo>
                  <a:pt x="21817" y="309047"/>
                </a:lnTo>
                <a:lnTo>
                  <a:pt x="47156" y="348902"/>
                </a:lnTo>
                <a:lnTo>
                  <a:pt x="80397" y="382143"/>
                </a:lnTo>
                <a:lnTo>
                  <a:pt x="120252" y="407482"/>
                </a:lnTo>
                <a:lnTo>
                  <a:pt x="165432" y="423630"/>
                </a:lnTo>
                <a:lnTo>
                  <a:pt x="214650" y="429299"/>
                </a:lnTo>
                <a:lnTo>
                  <a:pt x="244637" y="427221"/>
                </a:lnTo>
                <a:lnTo>
                  <a:pt x="273353" y="421173"/>
                </a:lnTo>
                <a:lnTo>
                  <a:pt x="300517" y="411435"/>
                </a:lnTo>
                <a:lnTo>
                  <a:pt x="325850" y="398287"/>
                </a:lnTo>
                <a:lnTo>
                  <a:pt x="427461" y="398287"/>
                </a:lnTo>
                <a:lnTo>
                  <a:pt x="419502" y="371497"/>
                </a:lnTo>
                <a:lnTo>
                  <a:pt x="408063" y="335159"/>
                </a:lnTo>
                <a:lnTo>
                  <a:pt x="406398" y="311226"/>
                </a:lnTo>
                <a:lnTo>
                  <a:pt x="416157" y="288774"/>
                </a:lnTo>
                <a:lnTo>
                  <a:pt x="423342" y="265078"/>
                </a:lnTo>
                <a:lnTo>
                  <a:pt x="427781" y="240312"/>
                </a:lnTo>
                <a:lnTo>
                  <a:pt x="429299" y="214650"/>
                </a:lnTo>
                <a:lnTo>
                  <a:pt x="423630" y="165432"/>
                </a:lnTo>
                <a:lnTo>
                  <a:pt x="407482" y="120252"/>
                </a:lnTo>
                <a:lnTo>
                  <a:pt x="382143" y="80397"/>
                </a:lnTo>
                <a:lnTo>
                  <a:pt x="348902" y="47156"/>
                </a:lnTo>
                <a:lnTo>
                  <a:pt x="309047" y="21817"/>
                </a:lnTo>
                <a:lnTo>
                  <a:pt x="263867" y="5669"/>
                </a:lnTo>
                <a:lnTo>
                  <a:pt x="214650" y="0"/>
                </a:lnTo>
                <a:close/>
              </a:path>
              <a:path w="430529" h="429895">
                <a:moveTo>
                  <a:pt x="427461" y="398287"/>
                </a:moveTo>
                <a:lnTo>
                  <a:pt x="325850" y="398287"/>
                </a:lnTo>
                <a:lnTo>
                  <a:pt x="347400" y="400782"/>
                </a:lnTo>
                <a:lnTo>
                  <a:pt x="378949" y="415409"/>
                </a:lnTo>
                <a:lnTo>
                  <a:pt x="409810" y="429227"/>
                </a:lnTo>
                <a:lnTo>
                  <a:pt x="429299" y="429299"/>
                </a:lnTo>
                <a:lnTo>
                  <a:pt x="430115" y="407217"/>
                </a:lnTo>
                <a:lnTo>
                  <a:pt x="427461" y="398287"/>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27" name="object 27"/>
          <p:cNvSpPr/>
          <p:nvPr/>
        </p:nvSpPr>
        <p:spPr>
          <a:xfrm>
            <a:off x="5506454" y="1714500"/>
            <a:ext cx="215265" cy="214948"/>
          </a:xfrm>
          <a:custGeom>
            <a:avLst/>
            <a:gdLst/>
            <a:ahLst/>
            <a:cxnLst/>
            <a:rect l="l" t="t" r="r" b="b"/>
            <a:pathLst>
              <a:path w="430529" h="429895">
                <a:moveTo>
                  <a:pt x="214650" y="0"/>
                </a:moveTo>
                <a:lnTo>
                  <a:pt x="165432" y="5669"/>
                </a:lnTo>
                <a:lnTo>
                  <a:pt x="120252" y="21817"/>
                </a:lnTo>
                <a:lnTo>
                  <a:pt x="80397" y="47156"/>
                </a:lnTo>
                <a:lnTo>
                  <a:pt x="47156" y="80397"/>
                </a:lnTo>
                <a:lnTo>
                  <a:pt x="21817" y="120253"/>
                </a:lnTo>
                <a:lnTo>
                  <a:pt x="5669" y="165435"/>
                </a:lnTo>
                <a:lnTo>
                  <a:pt x="0" y="214655"/>
                </a:lnTo>
                <a:lnTo>
                  <a:pt x="5669" y="263870"/>
                </a:lnTo>
                <a:lnTo>
                  <a:pt x="21817" y="309048"/>
                </a:lnTo>
                <a:lnTo>
                  <a:pt x="47156" y="348902"/>
                </a:lnTo>
                <a:lnTo>
                  <a:pt x="80397" y="382142"/>
                </a:lnTo>
                <a:lnTo>
                  <a:pt x="120252" y="407481"/>
                </a:lnTo>
                <a:lnTo>
                  <a:pt x="165432" y="423629"/>
                </a:lnTo>
                <a:lnTo>
                  <a:pt x="214650" y="429298"/>
                </a:lnTo>
                <a:lnTo>
                  <a:pt x="244637" y="427220"/>
                </a:lnTo>
                <a:lnTo>
                  <a:pt x="273353" y="421173"/>
                </a:lnTo>
                <a:lnTo>
                  <a:pt x="300517" y="411435"/>
                </a:lnTo>
                <a:lnTo>
                  <a:pt x="325850" y="398284"/>
                </a:lnTo>
                <a:lnTo>
                  <a:pt x="427461" y="398284"/>
                </a:lnTo>
                <a:lnTo>
                  <a:pt x="419502" y="371495"/>
                </a:lnTo>
                <a:lnTo>
                  <a:pt x="408063" y="335159"/>
                </a:lnTo>
                <a:lnTo>
                  <a:pt x="406398" y="311226"/>
                </a:lnTo>
                <a:lnTo>
                  <a:pt x="416157" y="288773"/>
                </a:lnTo>
                <a:lnTo>
                  <a:pt x="423342" y="265079"/>
                </a:lnTo>
                <a:lnTo>
                  <a:pt x="427781" y="240315"/>
                </a:lnTo>
                <a:lnTo>
                  <a:pt x="429299" y="214655"/>
                </a:lnTo>
                <a:lnTo>
                  <a:pt x="423630" y="165435"/>
                </a:lnTo>
                <a:lnTo>
                  <a:pt x="407482" y="120253"/>
                </a:lnTo>
                <a:lnTo>
                  <a:pt x="382143" y="80397"/>
                </a:lnTo>
                <a:lnTo>
                  <a:pt x="348902" y="47156"/>
                </a:lnTo>
                <a:lnTo>
                  <a:pt x="309047" y="21817"/>
                </a:lnTo>
                <a:lnTo>
                  <a:pt x="263867" y="5669"/>
                </a:lnTo>
                <a:lnTo>
                  <a:pt x="214650" y="0"/>
                </a:lnTo>
                <a:close/>
              </a:path>
              <a:path w="430529" h="429895">
                <a:moveTo>
                  <a:pt x="427461" y="398284"/>
                </a:moveTo>
                <a:lnTo>
                  <a:pt x="325850" y="398284"/>
                </a:lnTo>
                <a:lnTo>
                  <a:pt x="347400" y="400783"/>
                </a:lnTo>
                <a:lnTo>
                  <a:pt x="378949" y="415410"/>
                </a:lnTo>
                <a:lnTo>
                  <a:pt x="409810" y="429227"/>
                </a:lnTo>
                <a:lnTo>
                  <a:pt x="429299" y="429298"/>
                </a:lnTo>
                <a:lnTo>
                  <a:pt x="430115" y="407214"/>
                </a:lnTo>
                <a:lnTo>
                  <a:pt x="427461" y="398284"/>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28" name="object 28"/>
          <p:cNvSpPr/>
          <p:nvPr/>
        </p:nvSpPr>
        <p:spPr>
          <a:xfrm>
            <a:off x="5506454" y="3086100"/>
            <a:ext cx="215265" cy="214948"/>
          </a:xfrm>
          <a:custGeom>
            <a:avLst/>
            <a:gdLst/>
            <a:ahLst/>
            <a:cxnLst/>
            <a:rect l="l" t="t" r="r" b="b"/>
            <a:pathLst>
              <a:path w="430529" h="429895">
                <a:moveTo>
                  <a:pt x="214650" y="0"/>
                </a:moveTo>
                <a:lnTo>
                  <a:pt x="165432" y="5669"/>
                </a:lnTo>
                <a:lnTo>
                  <a:pt x="120252" y="21817"/>
                </a:lnTo>
                <a:lnTo>
                  <a:pt x="80397" y="47156"/>
                </a:lnTo>
                <a:lnTo>
                  <a:pt x="47156" y="80397"/>
                </a:lnTo>
                <a:lnTo>
                  <a:pt x="21817" y="120252"/>
                </a:lnTo>
                <a:lnTo>
                  <a:pt x="5669" y="165432"/>
                </a:lnTo>
                <a:lnTo>
                  <a:pt x="0" y="214650"/>
                </a:lnTo>
                <a:lnTo>
                  <a:pt x="5669" y="263867"/>
                </a:lnTo>
                <a:lnTo>
                  <a:pt x="21817" y="309047"/>
                </a:lnTo>
                <a:lnTo>
                  <a:pt x="47156" y="348902"/>
                </a:lnTo>
                <a:lnTo>
                  <a:pt x="80397" y="382143"/>
                </a:lnTo>
                <a:lnTo>
                  <a:pt x="120252" y="407482"/>
                </a:lnTo>
                <a:lnTo>
                  <a:pt x="165432" y="423630"/>
                </a:lnTo>
                <a:lnTo>
                  <a:pt x="214650" y="429299"/>
                </a:lnTo>
                <a:lnTo>
                  <a:pt x="244637" y="427221"/>
                </a:lnTo>
                <a:lnTo>
                  <a:pt x="273353" y="421173"/>
                </a:lnTo>
                <a:lnTo>
                  <a:pt x="300517" y="411435"/>
                </a:lnTo>
                <a:lnTo>
                  <a:pt x="325850" y="398287"/>
                </a:lnTo>
                <a:lnTo>
                  <a:pt x="427461" y="398287"/>
                </a:lnTo>
                <a:lnTo>
                  <a:pt x="419502" y="371497"/>
                </a:lnTo>
                <a:lnTo>
                  <a:pt x="408063" y="335159"/>
                </a:lnTo>
                <a:lnTo>
                  <a:pt x="406398" y="311226"/>
                </a:lnTo>
                <a:lnTo>
                  <a:pt x="416157" y="288774"/>
                </a:lnTo>
                <a:lnTo>
                  <a:pt x="423342" y="265078"/>
                </a:lnTo>
                <a:lnTo>
                  <a:pt x="427781" y="240312"/>
                </a:lnTo>
                <a:lnTo>
                  <a:pt x="429299" y="214650"/>
                </a:lnTo>
                <a:lnTo>
                  <a:pt x="423630" y="165432"/>
                </a:lnTo>
                <a:lnTo>
                  <a:pt x="407482" y="120252"/>
                </a:lnTo>
                <a:lnTo>
                  <a:pt x="382143" y="80397"/>
                </a:lnTo>
                <a:lnTo>
                  <a:pt x="348902" y="47156"/>
                </a:lnTo>
                <a:lnTo>
                  <a:pt x="309047" y="21817"/>
                </a:lnTo>
                <a:lnTo>
                  <a:pt x="263867" y="5669"/>
                </a:lnTo>
                <a:lnTo>
                  <a:pt x="214650" y="0"/>
                </a:lnTo>
                <a:close/>
              </a:path>
              <a:path w="430529" h="429895">
                <a:moveTo>
                  <a:pt x="427461" y="398287"/>
                </a:moveTo>
                <a:lnTo>
                  <a:pt x="325850" y="398287"/>
                </a:lnTo>
                <a:lnTo>
                  <a:pt x="347400" y="400782"/>
                </a:lnTo>
                <a:lnTo>
                  <a:pt x="378949" y="415409"/>
                </a:lnTo>
                <a:lnTo>
                  <a:pt x="409810" y="429227"/>
                </a:lnTo>
                <a:lnTo>
                  <a:pt x="429299" y="429299"/>
                </a:lnTo>
                <a:lnTo>
                  <a:pt x="430115" y="407217"/>
                </a:lnTo>
                <a:lnTo>
                  <a:pt x="427461" y="398287"/>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29" name="object 29"/>
          <p:cNvSpPr/>
          <p:nvPr/>
        </p:nvSpPr>
        <p:spPr>
          <a:xfrm>
            <a:off x="5506454" y="5836259"/>
            <a:ext cx="215265" cy="214948"/>
          </a:xfrm>
          <a:custGeom>
            <a:avLst/>
            <a:gdLst/>
            <a:ahLst/>
            <a:cxnLst/>
            <a:rect l="l" t="t" r="r" b="b"/>
            <a:pathLst>
              <a:path w="430529" h="429895">
                <a:moveTo>
                  <a:pt x="214650" y="0"/>
                </a:moveTo>
                <a:lnTo>
                  <a:pt x="165432" y="5669"/>
                </a:lnTo>
                <a:lnTo>
                  <a:pt x="120252" y="21817"/>
                </a:lnTo>
                <a:lnTo>
                  <a:pt x="80397" y="47156"/>
                </a:lnTo>
                <a:lnTo>
                  <a:pt x="47156" y="80397"/>
                </a:lnTo>
                <a:lnTo>
                  <a:pt x="21817" y="120252"/>
                </a:lnTo>
                <a:lnTo>
                  <a:pt x="5669" y="165432"/>
                </a:lnTo>
                <a:lnTo>
                  <a:pt x="0" y="214650"/>
                </a:lnTo>
                <a:lnTo>
                  <a:pt x="5669" y="263867"/>
                </a:lnTo>
                <a:lnTo>
                  <a:pt x="21817" y="309047"/>
                </a:lnTo>
                <a:lnTo>
                  <a:pt x="47156" y="348902"/>
                </a:lnTo>
                <a:lnTo>
                  <a:pt x="80397" y="382143"/>
                </a:lnTo>
                <a:lnTo>
                  <a:pt x="120252" y="407482"/>
                </a:lnTo>
                <a:lnTo>
                  <a:pt x="165432" y="423630"/>
                </a:lnTo>
                <a:lnTo>
                  <a:pt x="214650" y="429299"/>
                </a:lnTo>
                <a:lnTo>
                  <a:pt x="244637" y="427221"/>
                </a:lnTo>
                <a:lnTo>
                  <a:pt x="273353" y="421173"/>
                </a:lnTo>
                <a:lnTo>
                  <a:pt x="300517" y="411435"/>
                </a:lnTo>
                <a:lnTo>
                  <a:pt x="325850" y="398287"/>
                </a:lnTo>
                <a:lnTo>
                  <a:pt x="427461" y="398287"/>
                </a:lnTo>
                <a:lnTo>
                  <a:pt x="419502" y="371497"/>
                </a:lnTo>
                <a:lnTo>
                  <a:pt x="408063" y="335159"/>
                </a:lnTo>
                <a:lnTo>
                  <a:pt x="406398" y="311226"/>
                </a:lnTo>
                <a:lnTo>
                  <a:pt x="416157" y="288774"/>
                </a:lnTo>
                <a:lnTo>
                  <a:pt x="423342" y="265078"/>
                </a:lnTo>
                <a:lnTo>
                  <a:pt x="427781" y="240312"/>
                </a:lnTo>
                <a:lnTo>
                  <a:pt x="429299" y="214650"/>
                </a:lnTo>
                <a:lnTo>
                  <a:pt x="423630" y="165432"/>
                </a:lnTo>
                <a:lnTo>
                  <a:pt x="407482" y="120252"/>
                </a:lnTo>
                <a:lnTo>
                  <a:pt x="382143" y="80397"/>
                </a:lnTo>
                <a:lnTo>
                  <a:pt x="348902" y="47156"/>
                </a:lnTo>
                <a:lnTo>
                  <a:pt x="309047" y="21817"/>
                </a:lnTo>
                <a:lnTo>
                  <a:pt x="263867" y="5669"/>
                </a:lnTo>
                <a:lnTo>
                  <a:pt x="214650" y="0"/>
                </a:lnTo>
                <a:close/>
              </a:path>
              <a:path w="430529" h="429895">
                <a:moveTo>
                  <a:pt x="427461" y="398287"/>
                </a:moveTo>
                <a:lnTo>
                  <a:pt x="325850" y="398287"/>
                </a:lnTo>
                <a:lnTo>
                  <a:pt x="347400" y="400782"/>
                </a:lnTo>
                <a:lnTo>
                  <a:pt x="378949" y="415409"/>
                </a:lnTo>
                <a:lnTo>
                  <a:pt x="409810" y="429227"/>
                </a:lnTo>
                <a:lnTo>
                  <a:pt x="429299" y="429299"/>
                </a:lnTo>
                <a:lnTo>
                  <a:pt x="430115" y="407217"/>
                </a:lnTo>
                <a:lnTo>
                  <a:pt x="427461" y="398287"/>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30" name="object 30"/>
          <p:cNvSpPr/>
          <p:nvPr/>
        </p:nvSpPr>
        <p:spPr>
          <a:xfrm>
            <a:off x="5506454" y="7200900"/>
            <a:ext cx="215265" cy="214948"/>
          </a:xfrm>
          <a:custGeom>
            <a:avLst/>
            <a:gdLst/>
            <a:ahLst/>
            <a:cxnLst/>
            <a:rect l="l" t="t" r="r" b="b"/>
            <a:pathLst>
              <a:path w="430529" h="429894">
                <a:moveTo>
                  <a:pt x="214650" y="0"/>
                </a:moveTo>
                <a:lnTo>
                  <a:pt x="165432" y="5669"/>
                </a:lnTo>
                <a:lnTo>
                  <a:pt x="120252" y="21817"/>
                </a:lnTo>
                <a:lnTo>
                  <a:pt x="80397" y="47156"/>
                </a:lnTo>
                <a:lnTo>
                  <a:pt x="47156" y="80397"/>
                </a:lnTo>
                <a:lnTo>
                  <a:pt x="21817" y="120252"/>
                </a:lnTo>
                <a:lnTo>
                  <a:pt x="5669" y="165432"/>
                </a:lnTo>
                <a:lnTo>
                  <a:pt x="0" y="214650"/>
                </a:lnTo>
                <a:lnTo>
                  <a:pt x="5669" y="263867"/>
                </a:lnTo>
                <a:lnTo>
                  <a:pt x="21817" y="309047"/>
                </a:lnTo>
                <a:lnTo>
                  <a:pt x="47156" y="348902"/>
                </a:lnTo>
                <a:lnTo>
                  <a:pt x="80397" y="382143"/>
                </a:lnTo>
                <a:lnTo>
                  <a:pt x="120252" y="407482"/>
                </a:lnTo>
                <a:lnTo>
                  <a:pt x="165432" y="423630"/>
                </a:lnTo>
                <a:lnTo>
                  <a:pt x="214650" y="429299"/>
                </a:lnTo>
                <a:lnTo>
                  <a:pt x="244637" y="427221"/>
                </a:lnTo>
                <a:lnTo>
                  <a:pt x="273353" y="421173"/>
                </a:lnTo>
                <a:lnTo>
                  <a:pt x="300517" y="411435"/>
                </a:lnTo>
                <a:lnTo>
                  <a:pt x="325850" y="398287"/>
                </a:lnTo>
                <a:lnTo>
                  <a:pt x="427461" y="398287"/>
                </a:lnTo>
                <a:lnTo>
                  <a:pt x="419502" y="371497"/>
                </a:lnTo>
                <a:lnTo>
                  <a:pt x="408063" y="335159"/>
                </a:lnTo>
                <a:lnTo>
                  <a:pt x="406398" y="311226"/>
                </a:lnTo>
                <a:lnTo>
                  <a:pt x="416157" y="288774"/>
                </a:lnTo>
                <a:lnTo>
                  <a:pt x="423342" y="265078"/>
                </a:lnTo>
                <a:lnTo>
                  <a:pt x="427781" y="240312"/>
                </a:lnTo>
                <a:lnTo>
                  <a:pt x="429299" y="214650"/>
                </a:lnTo>
                <a:lnTo>
                  <a:pt x="423630" y="165432"/>
                </a:lnTo>
                <a:lnTo>
                  <a:pt x="407482" y="120252"/>
                </a:lnTo>
                <a:lnTo>
                  <a:pt x="382143" y="80397"/>
                </a:lnTo>
                <a:lnTo>
                  <a:pt x="348902" y="47156"/>
                </a:lnTo>
                <a:lnTo>
                  <a:pt x="309047" y="21817"/>
                </a:lnTo>
                <a:lnTo>
                  <a:pt x="263867" y="5669"/>
                </a:lnTo>
                <a:lnTo>
                  <a:pt x="214650" y="0"/>
                </a:lnTo>
                <a:close/>
              </a:path>
              <a:path w="430529" h="429894">
                <a:moveTo>
                  <a:pt x="427461" y="398287"/>
                </a:moveTo>
                <a:lnTo>
                  <a:pt x="325850" y="398287"/>
                </a:lnTo>
                <a:lnTo>
                  <a:pt x="347400" y="400782"/>
                </a:lnTo>
                <a:lnTo>
                  <a:pt x="378949" y="415409"/>
                </a:lnTo>
                <a:lnTo>
                  <a:pt x="409810" y="429227"/>
                </a:lnTo>
                <a:lnTo>
                  <a:pt x="429299" y="429299"/>
                </a:lnTo>
                <a:lnTo>
                  <a:pt x="430115" y="407217"/>
                </a:lnTo>
                <a:lnTo>
                  <a:pt x="427461" y="398287"/>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31" name="object 31"/>
          <p:cNvSpPr/>
          <p:nvPr/>
        </p:nvSpPr>
        <p:spPr>
          <a:xfrm>
            <a:off x="4144632" y="4457700"/>
            <a:ext cx="215265" cy="214948"/>
          </a:xfrm>
          <a:custGeom>
            <a:avLst/>
            <a:gdLst/>
            <a:ahLst/>
            <a:cxnLst/>
            <a:rect l="l" t="t" r="r" b="b"/>
            <a:pathLst>
              <a:path w="430529" h="429895">
                <a:moveTo>
                  <a:pt x="214650" y="0"/>
                </a:moveTo>
                <a:lnTo>
                  <a:pt x="165432" y="5669"/>
                </a:lnTo>
                <a:lnTo>
                  <a:pt x="120252" y="21817"/>
                </a:lnTo>
                <a:lnTo>
                  <a:pt x="80397" y="47156"/>
                </a:lnTo>
                <a:lnTo>
                  <a:pt x="47156" y="80397"/>
                </a:lnTo>
                <a:lnTo>
                  <a:pt x="21817" y="120252"/>
                </a:lnTo>
                <a:lnTo>
                  <a:pt x="5669" y="165432"/>
                </a:lnTo>
                <a:lnTo>
                  <a:pt x="0" y="214650"/>
                </a:lnTo>
                <a:lnTo>
                  <a:pt x="5669" y="263867"/>
                </a:lnTo>
                <a:lnTo>
                  <a:pt x="21817" y="309047"/>
                </a:lnTo>
                <a:lnTo>
                  <a:pt x="47156" y="348902"/>
                </a:lnTo>
                <a:lnTo>
                  <a:pt x="80397" y="382143"/>
                </a:lnTo>
                <a:lnTo>
                  <a:pt x="120252" y="407482"/>
                </a:lnTo>
                <a:lnTo>
                  <a:pt x="165432" y="423630"/>
                </a:lnTo>
                <a:lnTo>
                  <a:pt x="214650" y="429299"/>
                </a:lnTo>
                <a:lnTo>
                  <a:pt x="244637" y="427221"/>
                </a:lnTo>
                <a:lnTo>
                  <a:pt x="273353" y="421173"/>
                </a:lnTo>
                <a:lnTo>
                  <a:pt x="300517" y="411435"/>
                </a:lnTo>
                <a:lnTo>
                  <a:pt x="325850" y="398287"/>
                </a:lnTo>
                <a:lnTo>
                  <a:pt x="427461" y="398287"/>
                </a:lnTo>
                <a:lnTo>
                  <a:pt x="419502" y="371497"/>
                </a:lnTo>
                <a:lnTo>
                  <a:pt x="408063" y="335159"/>
                </a:lnTo>
                <a:lnTo>
                  <a:pt x="406398" y="311226"/>
                </a:lnTo>
                <a:lnTo>
                  <a:pt x="416157" y="288774"/>
                </a:lnTo>
                <a:lnTo>
                  <a:pt x="423342" y="265078"/>
                </a:lnTo>
                <a:lnTo>
                  <a:pt x="427781" y="240312"/>
                </a:lnTo>
                <a:lnTo>
                  <a:pt x="429299" y="214650"/>
                </a:lnTo>
                <a:lnTo>
                  <a:pt x="423630" y="165432"/>
                </a:lnTo>
                <a:lnTo>
                  <a:pt x="407482" y="120252"/>
                </a:lnTo>
                <a:lnTo>
                  <a:pt x="382143" y="80397"/>
                </a:lnTo>
                <a:lnTo>
                  <a:pt x="348902" y="47156"/>
                </a:lnTo>
                <a:lnTo>
                  <a:pt x="309047" y="21817"/>
                </a:lnTo>
                <a:lnTo>
                  <a:pt x="263867" y="5669"/>
                </a:lnTo>
                <a:lnTo>
                  <a:pt x="214650" y="0"/>
                </a:lnTo>
                <a:close/>
              </a:path>
              <a:path w="430529" h="429895">
                <a:moveTo>
                  <a:pt x="427461" y="398287"/>
                </a:moveTo>
                <a:lnTo>
                  <a:pt x="325850" y="398287"/>
                </a:lnTo>
                <a:lnTo>
                  <a:pt x="347400" y="400782"/>
                </a:lnTo>
                <a:lnTo>
                  <a:pt x="378949" y="415409"/>
                </a:lnTo>
                <a:lnTo>
                  <a:pt x="409810" y="429227"/>
                </a:lnTo>
                <a:lnTo>
                  <a:pt x="429299" y="429299"/>
                </a:lnTo>
                <a:lnTo>
                  <a:pt x="430115" y="407217"/>
                </a:lnTo>
                <a:lnTo>
                  <a:pt x="427461" y="398287"/>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32" name="object 32"/>
          <p:cNvSpPr/>
          <p:nvPr/>
        </p:nvSpPr>
        <p:spPr>
          <a:xfrm>
            <a:off x="5506454" y="4457700"/>
            <a:ext cx="215265" cy="214948"/>
          </a:xfrm>
          <a:custGeom>
            <a:avLst/>
            <a:gdLst/>
            <a:ahLst/>
            <a:cxnLst/>
            <a:rect l="l" t="t" r="r" b="b"/>
            <a:pathLst>
              <a:path w="430529" h="429895">
                <a:moveTo>
                  <a:pt x="214650" y="0"/>
                </a:moveTo>
                <a:lnTo>
                  <a:pt x="165432" y="5669"/>
                </a:lnTo>
                <a:lnTo>
                  <a:pt x="120252" y="21817"/>
                </a:lnTo>
                <a:lnTo>
                  <a:pt x="80397" y="47156"/>
                </a:lnTo>
                <a:lnTo>
                  <a:pt x="47156" y="80397"/>
                </a:lnTo>
                <a:lnTo>
                  <a:pt x="21817" y="120252"/>
                </a:lnTo>
                <a:lnTo>
                  <a:pt x="5669" y="165432"/>
                </a:lnTo>
                <a:lnTo>
                  <a:pt x="0" y="214650"/>
                </a:lnTo>
                <a:lnTo>
                  <a:pt x="5669" y="263867"/>
                </a:lnTo>
                <a:lnTo>
                  <a:pt x="21817" y="309047"/>
                </a:lnTo>
                <a:lnTo>
                  <a:pt x="47156" y="348902"/>
                </a:lnTo>
                <a:lnTo>
                  <a:pt x="80397" y="382143"/>
                </a:lnTo>
                <a:lnTo>
                  <a:pt x="120252" y="407482"/>
                </a:lnTo>
                <a:lnTo>
                  <a:pt x="165432" y="423630"/>
                </a:lnTo>
                <a:lnTo>
                  <a:pt x="214650" y="429299"/>
                </a:lnTo>
                <a:lnTo>
                  <a:pt x="244637" y="427221"/>
                </a:lnTo>
                <a:lnTo>
                  <a:pt x="273353" y="421173"/>
                </a:lnTo>
                <a:lnTo>
                  <a:pt x="300517" y="411435"/>
                </a:lnTo>
                <a:lnTo>
                  <a:pt x="325850" y="398287"/>
                </a:lnTo>
                <a:lnTo>
                  <a:pt x="427461" y="398287"/>
                </a:lnTo>
                <a:lnTo>
                  <a:pt x="419502" y="371497"/>
                </a:lnTo>
                <a:lnTo>
                  <a:pt x="408063" y="335159"/>
                </a:lnTo>
                <a:lnTo>
                  <a:pt x="406398" y="311226"/>
                </a:lnTo>
                <a:lnTo>
                  <a:pt x="416157" y="288774"/>
                </a:lnTo>
                <a:lnTo>
                  <a:pt x="423342" y="265078"/>
                </a:lnTo>
                <a:lnTo>
                  <a:pt x="427781" y="240312"/>
                </a:lnTo>
                <a:lnTo>
                  <a:pt x="429299" y="214650"/>
                </a:lnTo>
                <a:lnTo>
                  <a:pt x="423630" y="165432"/>
                </a:lnTo>
                <a:lnTo>
                  <a:pt x="407482" y="120252"/>
                </a:lnTo>
                <a:lnTo>
                  <a:pt x="382143" y="80397"/>
                </a:lnTo>
                <a:lnTo>
                  <a:pt x="348902" y="47156"/>
                </a:lnTo>
                <a:lnTo>
                  <a:pt x="309047" y="21817"/>
                </a:lnTo>
                <a:lnTo>
                  <a:pt x="263867" y="5669"/>
                </a:lnTo>
                <a:lnTo>
                  <a:pt x="214650" y="0"/>
                </a:lnTo>
                <a:close/>
              </a:path>
              <a:path w="430529" h="429895">
                <a:moveTo>
                  <a:pt x="427461" y="398287"/>
                </a:moveTo>
                <a:lnTo>
                  <a:pt x="325850" y="398287"/>
                </a:lnTo>
                <a:lnTo>
                  <a:pt x="347400" y="400782"/>
                </a:lnTo>
                <a:lnTo>
                  <a:pt x="378949" y="415409"/>
                </a:lnTo>
                <a:lnTo>
                  <a:pt x="409810" y="429227"/>
                </a:lnTo>
                <a:lnTo>
                  <a:pt x="429299" y="429299"/>
                </a:lnTo>
                <a:lnTo>
                  <a:pt x="430115" y="407217"/>
                </a:lnTo>
                <a:lnTo>
                  <a:pt x="427461" y="398287"/>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33" name="object 33"/>
          <p:cNvSpPr txBox="1"/>
          <p:nvPr/>
        </p:nvSpPr>
        <p:spPr>
          <a:xfrm>
            <a:off x="1245470" y="1758529"/>
            <a:ext cx="227965"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01</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34" name="object 34"/>
          <p:cNvSpPr txBox="1"/>
          <p:nvPr/>
        </p:nvSpPr>
        <p:spPr>
          <a:xfrm>
            <a:off x="1239853" y="3125645"/>
            <a:ext cx="195766"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05</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35" name="object 35"/>
          <p:cNvSpPr txBox="1"/>
          <p:nvPr/>
        </p:nvSpPr>
        <p:spPr>
          <a:xfrm>
            <a:off x="1198699" y="5864384"/>
            <a:ext cx="234315"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13</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36" name="object 36"/>
          <p:cNvSpPr txBox="1"/>
          <p:nvPr/>
        </p:nvSpPr>
        <p:spPr>
          <a:xfrm>
            <a:off x="1201479" y="7238931"/>
            <a:ext cx="227965"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18</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37" name="object 37"/>
          <p:cNvSpPr txBox="1"/>
          <p:nvPr/>
        </p:nvSpPr>
        <p:spPr>
          <a:xfrm>
            <a:off x="1259154" y="4495256"/>
            <a:ext cx="246566"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09</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38" name="object 38"/>
          <p:cNvSpPr txBox="1"/>
          <p:nvPr/>
        </p:nvSpPr>
        <p:spPr>
          <a:xfrm>
            <a:off x="2722293" y="3126042"/>
            <a:ext cx="215265"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06</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39" name="object 39"/>
          <p:cNvSpPr txBox="1"/>
          <p:nvPr/>
        </p:nvSpPr>
        <p:spPr>
          <a:xfrm>
            <a:off x="2716832" y="5868952"/>
            <a:ext cx="202751"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14</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40" name="object 40"/>
          <p:cNvSpPr txBox="1"/>
          <p:nvPr/>
        </p:nvSpPr>
        <p:spPr>
          <a:xfrm>
            <a:off x="2719132" y="7239077"/>
            <a:ext cx="202116"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19</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41" name="object 41"/>
          <p:cNvSpPr txBox="1"/>
          <p:nvPr/>
        </p:nvSpPr>
        <p:spPr>
          <a:xfrm>
            <a:off x="2722293" y="1754074"/>
            <a:ext cx="183066" cy="144780"/>
          </a:xfrm>
          <a:prstGeom prst="rect">
            <a:avLst/>
          </a:prstGeom>
        </p:spPr>
        <p:txBody>
          <a:bodyPr vert="horz" wrap="square" lIns="0" tIns="6350" rIns="0" bIns="0" rtlCol="0">
            <a:spAutoFit/>
          </a:bodyPr>
          <a:lstStyle/>
          <a:p>
            <a:pPr marL="6350">
              <a:spcBef>
                <a:spcPts val="50"/>
              </a:spcBef>
              <a:tabLst>
                <a:tab pos="1478915" algn="l"/>
              </a:tabLst>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02</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42" name="object 42"/>
          <p:cNvSpPr txBox="1"/>
          <p:nvPr/>
        </p:nvSpPr>
        <p:spPr>
          <a:xfrm>
            <a:off x="4174776" y="3122072"/>
            <a:ext cx="215265"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07</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43" name="object 43"/>
          <p:cNvSpPr txBox="1"/>
          <p:nvPr/>
        </p:nvSpPr>
        <p:spPr>
          <a:xfrm>
            <a:off x="4173184" y="5864384"/>
            <a:ext cx="202751"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15</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44" name="object 44"/>
          <p:cNvSpPr txBox="1"/>
          <p:nvPr/>
        </p:nvSpPr>
        <p:spPr>
          <a:xfrm>
            <a:off x="4180903" y="7243121"/>
            <a:ext cx="215265"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20</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45" name="object 45"/>
          <p:cNvSpPr txBox="1"/>
          <p:nvPr/>
        </p:nvSpPr>
        <p:spPr>
          <a:xfrm>
            <a:off x="2714690" y="4495256"/>
            <a:ext cx="183066"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10</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46" name="object 46"/>
          <p:cNvSpPr txBox="1"/>
          <p:nvPr/>
        </p:nvSpPr>
        <p:spPr>
          <a:xfrm>
            <a:off x="5541777" y="1754074"/>
            <a:ext cx="189416"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04</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47" name="object 47"/>
          <p:cNvSpPr txBox="1"/>
          <p:nvPr/>
        </p:nvSpPr>
        <p:spPr>
          <a:xfrm>
            <a:off x="5541777" y="3125645"/>
            <a:ext cx="189416"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08</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48" name="object 48"/>
          <p:cNvSpPr txBox="1"/>
          <p:nvPr/>
        </p:nvSpPr>
        <p:spPr>
          <a:xfrm>
            <a:off x="5533974" y="5871714"/>
            <a:ext cx="215265"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16</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49" name="object 49"/>
          <p:cNvSpPr txBox="1"/>
          <p:nvPr/>
        </p:nvSpPr>
        <p:spPr>
          <a:xfrm>
            <a:off x="5550086" y="7238931"/>
            <a:ext cx="215265"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21</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50" name="object 50"/>
          <p:cNvSpPr txBox="1"/>
          <p:nvPr/>
        </p:nvSpPr>
        <p:spPr>
          <a:xfrm>
            <a:off x="4180511" y="4495256"/>
            <a:ext cx="222759"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11</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51" name="object 51"/>
          <p:cNvSpPr txBox="1"/>
          <p:nvPr/>
        </p:nvSpPr>
        <p:spPr>
          <a:xfrm>
            <a:off x="5537835" y="4495256"/>
            <a:ext cx="215265"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12</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52" name="object 52"/>
          <p:cNvSpPr/>
          <p:nvPr/>
        </p:nvSpPr>
        <p:spPr>
          <a:xfrm>
            <a:off x="5029087" y="1952062"/>
            <a:ext cx="1170000" cy="222250"/>
          </a:xfrm>
          <a:custGeom>
            <a:avLst/>
            <a:gdLst/>
            <a:ahLst/>
            <a:cxnLst/>
            <a:rect l="l" t="t" r="r" b="b"/>
            <a:pathLst>
              <a:path w="1854200" h="444500">
                <a:moveTo>
                  <a:pt x="16319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631950" y="444500"/>
                </a:lnTo>
                <a:lnTo>
                  <a:pt x="1676741" y="439984"/>
                </a:lnTo>
                <a:lnTo>
                  <a:pt x="1718459" y="427034"/>
                </a:lnTo>
                <a:lnTo>
                  <a:pt x="1756212" y="406543"/>
                </a:lnTo>
                <a:lnTo>
                  <a:pt x="1789104" y="379404"/>
                </a:lnTo>
                <a:lnTo>
                  <a:pt x="1816243" y="346512"/>
                </a:lnTo>
                <a:lnTo>
                  <a:pt x="1836734" y="308759"/>
                </a:lnTo>
                <a:lnTo>
                  <a:pt x="1849684" y="267041"/>
                </a:lnTo>
                <a:lnTo>
                  <a:pt x="1854200" y="222250"/>
                </a:lnTo>
                <a:lnTo>
                  <a:pt x="1849684" y="177458"/>
                </a:lnTo>
                <a:lnTo>
                  <a:pt x="1836734" y="135740"/>
                </a:lnTo>
                <a:lnTo>
                  <a:pt x="1816243" y="97987"/>
                </a:lnTo>
                <a:lnTo>
                  <a:pt x="1789104" y="65095"/>
                </a:lnTo>
                <a:lnTo>
                  <a:pt x="1756212" y="37956"/>
                </a:lnTo>
                <a:lnTo>
                  <a:pt x="1718459" y="17465"/>
                </a:lnTo>
                <a:lnTo>
                  <a:pt x="1676741" y="4515"/>
                </a:lnTo>
                <a:lnTo>
                  <a:pt x="16319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53" name="object 53"/>
          <p:cNvSpPr/>
          <p:nvPr/>
        </p:nvSpPr>
        <p:spPr>
          <a:xfrm>
            <a:off x="723900" y="3321050"/>
            <a:ext cx="1170000" cy="222250"/>
          </a:xfrm>
          <a:custGeom>
            <a:avLst/>
            <a:gdLst/>
            <a:ahLst/>
            <a:cxnLst/>
            <a:rect l="l" t="t" r="r" b="b"/>
            <a:pathLst>
              <a:path w="2146300" h="444500">
                <a:moveTo>
                  <a:pt x="19240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924050" y="444500"/>
                </a:lnTo>
                <a:lnTo>
                  <a:pt x="1968841" y="439984"/>
                </a:lnTo>
                <a:lnTo>
                  <a:pt x="2010559" y="427034"/>
                </a:lnTo>
                <a:lnTo>
                  <a:pt x="2048312" y="406543"/>
                </a:lnTo>
                <a:lnTo>
                  <a:pt x="2081204" y="379404"/>
                </a:lnTo>
                <a:lnTo>
                  <a:pt x="2108343" y="346512"/>
                </a:lnTo>
                <a:lnTo>
                  <a:pt x="2128834" y="308759"/>
                </a:lnTo>
                <a:lnTo>
                  <a:pt x="2141784" y="267041"/>
                </a:lnTo>
                <a:lnTo>
                  <a:pt x="2146300" y="222250"/>
                </a:lnTo>
                <a:lnTo>
                  <a:pt x="2141784" y="177458"/>
                </a:lnTo>
                <a:lnTo>
                  <a:pt x="2128834" y="135740"/>
                </a:lnTo>
                <a:lnTo>
                  <a:pt x="2108343" y="97987"/>
                </a:lnTo>
                <a:lnTo>
                  <a:pt x="2081204" y="65095"/>
                </a:lnTo>
                <a:lnTo>
                  <a:pt x="2048312" y="37956"/>
                </a:lnTo>
                <a:lnTo>
                  <a:pt x="2010559" y="17465"/>
                </a:lnTo>
                <a:lnTo>
                  <a:pt x="1968841" y="4515"/>
                </a:lnTo>
                <a:lnTo>
                  <a:pt x="19240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54" name="object 54"/>
          <p:cNvSpPr/>
          <p:nvPr/>
        </p:nvSpPr>
        <p:spPr>
          <a:xfrm>
            <a:off x="692150" y="6064250"/>
            <a:ext cx="1170000" cy="222250"/>
          </a:xfrm>
          <a:custGeom>
            <a:avLst/>
            <a:gdLst/>
            <a:ahLst/>
            <a:cxnLst/>
            <a:rect l="l" t="t" r="r" b="b"/>
            <a:pathLst>
              <a:path w="2146300" h="444500">
                <a:moveTo>
                  <a:pt x="19240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924050" y="444500"/>
                </a:lnTo>
                <a:lnTo>
                  <a:pt x="1968841" y="439984"/>
                </a:lnTo>
                <a:lnTo>
                  <a:pt x="2010559" y="427034"/>
                </a:lnTo>
                <a:lnTo>
                  <a:pt x="2048312" y="406543"/>
                </a:lnTo>
                <a:lnTo>
                  <a:pt x="2081204" y="379404"/>
                </a:lnTo>
                <a:lnTo>
                  <a:pt x="2108343" y="346512"/>
                </a:lnTo>
                <a:lnTo>
                  <a:pt x="2128834" y="308759"/>
                </a:lnTo>
                <a:lnTo>
                  <a:pt x="2141784" y="267041"/>
                </a:lnTo>
                <a:lnTo>
                  <a:pt x="2146300" y="222250"/>
                </a:lnTo>
                <a:lnTo>
                  <a:pt x="2141784" y="177458"/>
                </a:lnTo>
                <a:lnTo>
                  <a:pt x="2128834" y="135740"/>
                </a:lnTo>
                <a:lnTo>
                  <a:pt x="2108343" y="97987"/>
                </a:lnTo>
                <a:lnTo>
                  <a:pt x="2081204" y="65095"/>
                </a:lnTo>
                <a:lnTo>
                  <a:pt x="2048312" y="37956"/>
                </a:lnTo>
                <a:lnTo>
                  <a:pt x="2010559" y="17465"/>
                </a:lnTo>
                <a:lnTo>
                  <a:pt x="1968841" y="4515"/>
                </a:lnTo>
                <a:lnTo>
                  <a:pt x="19240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55" name="object 55"/>
          <p:cNvSpPr/>
          <p:nvPr/>
        </p:nvSpPr>
        <p:spPr>
          <a:xfrm>
            <a:off x="660400" y="7435850"/>
            <a:ext cx="1170000" cy="323850"/>
          </a:xfrm>
          <a:custGeom>
            <a:avLst/>
            <a:gdLst/>
            <a:ahLst/>
            <a:cxnLst/>
            <a:rect l="l" t="t" r="r" b="b"/>
            <a:pathLst>
              <a:path w="2286000" h="647700">
                <a:moveTo>
                  <a:pt x="1962150" y="0"/>
                </a:moveTo>
                <a:lnTo>
                  <a:pt x="323850" y="0"/>
                </a:lnTo>
                <a:lnTo>
                  <a:pt x="275993" y="3511"/>
                </a:lnTo>
                <a:lnTo>
                  <a:pt x="230317" y="13711"/>
                </a:lnTo>
                <a:lnTo>
                  <a:pt x="187322" y="30099"/>
                </a:lnTo>
                <a:lnTo>
                  <a:pt x="147510" y="52174"/>
                </a:lnTo>
                <a:lnTo>
                  <a:pt x="111380" y="79434"/>
                </a:lnTo>
                <a:lnTo>
                  <a:pt x="79434" y="111380"/>
                </a:lnTo>
                <a:lnTo>
                  <a:pt x="52174" y="147510"/>
                </a:lnTo>
                <a:lnTo>
                  <a:pt x="30099" y="187322"/>
                </a:lnTo>
                <a:lnTo>
                  <a:pt x="13711" y="230317"/>
                </a:lnTo>
                <a:lnTo>
                  <a:pt x="3511" y="275993"/>
                </a:lnTo>
                <a:lnTo>
                  <a:pt x="0" y="323850"/>
                </a:lnTo>
                <a:lnTo>
                  <a:pt x="3511" y="371706"/>
                </a:lnTo>
                <a:lnTo>
                  <a:pt x="13711" y="417382"/>
                </a:lnTo>
                <a:lnTo>
                  <a:pt x="30099" y="460377"/>
                </a:lnTo>
                <a:lnTo>
                  <a:pt x="52174" y="500189"/>
                </a:lnTo>
                <a:lnTo>
                  <a:pt x="79434" y="536319"/>
                </a:lnTo>
                <a:lnTo>
                  <a:pt x="111380" y="568265"/>
                </a:lnTo>
                <a:lnTo>
                  <a:pt x="147510" y="595525"/>
                </a:lnTo>
                <a:lnTo>
                  <a:pt x="187322" y="617600"/>
                </a:lnTo>
                <a:lnTo>
                  <a:pt x="230317" y="633988"/>
                </a:lnTo>
                <a:lnTo>
                  <a:pt x="275993" y="644188"/>
                </a:lnTo>
                <a:lnTo>
                  <a:pt x="323850" y="647700"/>
                </a:lnTo>
                <a:lnTo>
                  <a:pt x="1962150" y="647700"/>
                </a:lnTo>
                <a:lnTo>
                  <a:pt x="2010006" y="644188"/>
                </a:lnTo>
                <a:lnTo>
                  <a:pt x="2055682" y="633988"/>
                </a:lnTo>
                <a:lnTo>
                  <a:pt x="2098677" y="617600"/>
                </a:lnTo>
                <a:lnTo>
                  <a:pt x="2138489" y="595525"/>
                </a:lnTo>
                <a:lnTo>
                  <a:pt x="2174619" y="568265"/>
                </a:lnTo>
                <a:lnTo>
                  <a:pt x="2206565" y="536319"/>
                </a:lnTo>
                <a:lnTo>
                  <a:pt x="2233825" y="500189"/>
                </a:lnTo>
                <a:lnTo>
                  <a:pt x="2255900" y="460377"/>
                </a:lnTo>
                <a:lnTo>
                  <a:pt x="2272288" y="417382"/>
                </a:lnTo>
                <a:lnTo>
                  <a:pt x="2282488" y="371706"/>
                </a:lnTo>
                <a:lnTo>
                  <a:pt x="2286000" y="323850"/>
                </a:lnTo>
                <a:lnTo>
                  <a:pt x="2282488" y="275993"/>
                </a:lnTo>
                <a:lnTo>
                  <a:pt x="2272288" y="230317"/>
                </a:lnTo>
                <a:lnTo>
                  <a:pt x="2255900" y="187322"/>
                </a:lnTo>
                <a:lnTo>
                  <a:pt x="2233825" y="147510"/>
                </a:lnTo>
                <a:lnTo>
                  <a:pt x="2206565" y="111380"/>
                </a:lnTo>
                <a:lnTo>
                  <a:pt x="2174619" y="79434"/>
                </a:lnTo>
                <a:lnTo>
                  <a:pt x="2138489" y="52174"/>
                </a:lnTo>
                <a:lnTo>
                  <a:pt x="2098677" y="30099"/>
                </a:lnTo>
                <a:lnTo>
                  <a:pt x="2055682" y="13711"/>
                </a:lnTo>
                <a:lnTo>
                  <a:pt x="2010006" y="3511"/>
                </a:lnTo>
                <a:lnTo>
                  <a:pt x="19621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56" name="object 56"/>
          <p:cNvSpPr/>
          <p:nvPr/>
        </p:nvSpPr>
        <p:spPr>
          <a:xfrm>
            <a:off x="2211750" y="3321050"/>
            <a:ext cx="1170000" cy="222250"/>
          </a:xfrm>
          <a:custGeom>
            <a:avLst/>
            <a:gdLst/>
            <a:ahLst/>
            <a:cxnLst/>
            <a:rect l="l" t="t" r="r" b="b"/>
            <a:pathLst>
              <a:path w="2146300" h="444500">
                <a:moveTo>
                  <a:pt x="19240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924050" y="444500"/>
                </a:lnTo>
                <a:lnTo>
                  <a:pt x="1968841" y="439984"/>
                </a:lnTo>
                <a:lnTo>
                  <a:pt x="2010559" y="427034"/>
                </a:lnTo>
                <a:lnTo>
                  <a:pt x="2048312" y="406543"/>
                </a:lnTo>
                <a:lnTo>
                  <a:pt x="2081204" y="379404"/>
                </a:lnTo>
                <a:lnTo>
                  <a:pt x="2108343" y="346512"/>
                </a:lnTo>
                <a:lnTo>
                  <a:pt x="2128834" y="308759"/>
                </a:lnTo>
                <a:lnTo>
                  <a:pt x="2141784" y="267041"/>
                </a:lnTo>
                <a:lnTo>
                  <a:pt x="2146300" y="222250"/>
                </a:lnTo>
                <a:lnTo>
                  <a:pt x="2141784" y="177458"/>
                </a:lnTo>
                <a:lnTo>
                  <a:pt x="2128834" y="135740"/>
                </a:lnTo>
                <a:lnTo>
                  <a:pt x="2108343" y="97987"/>
                </a:lnTo>
                <a:lnTo>
                  <a:pt x="2081204" y="65095"/>
                </a:lnTo>
                <a:lnTo>
                  <a:pt x="2048312" y="37956"/>
                </a:lnTo>
                <a:lnTo>
                  <a:pt x="2010559" y="17465"/>
                </a:lnTo>
                <a:lnTo>
                  <a:pt x="1968841" y="4515"/>
                </a:lnTo>
                <a:lnTo>
                  <a:pt x="19240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57" name="object 57"/>
          <p:cNvSpPr/>
          <p:nvPr/>
        </p:nvSpPr>
        <p:spPr>
          <a:xfrm>
            <a:off x="2211750" y="6064250"/>
            <a:ext cx="1170000" cy="222250"/>
          </a:xfrm>
          <a:custGeom>
            <a:avLst/>
            <a:gdLst/>
            <a:ahLst/>
            <a:cxnLst/>
            <a:rect l="l" t="t" r="r" b="b"/>
            <a:pathLst>
              <a:path w="2146300" h="444500">
                <a:moveTo>
                  <a:pt x="19240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924050" y="444500"/>
                </a:lnTo>
                <a:lnTo>
                  <a:pt x="1968841" y="439984"/>
                </a:lnTo>
                <a:lnTo>
                  <a:pt x="2010559" y="427034"/>
                </a:lnTo>
                <a:lnTo>
                  <a:pt x="2048312" y="406543"/>
                </a:lnTo>
                <a:lnTo>
                  <a:pt x="2081204" y="379404"/>
                </a:lnTo>
                <a:lnTo>
                  <a:pt x="2108343" y="346512"/>
                </a:lnTo>
                <a:lnTo>
                  <a:pt x="2128834" y="308759"/>
                </a:lnTo>
                <a:lnTo>
                  <a:pt x="2141784" y="267041"/>
                </a:lnTo>
                <a:lnTo>
                  <a:pt x="2146300" y="222250"/>
                </a:lnTo>
                <a:lnTo>
                  <a:pt x="2141784" y="177458"/>
                </a:lnTo>
                <a:lnTo>
                  <a:pt x="2128834" y="135740"/>
                </a:lnTo>
                <a:lnTo>
                  <a:pt x="2108343" y="97987"/>
                </a:lnTo>
                <a:lnTo>
                  <a:pt x="2081204" y="65095"/>
                </a:lnTo>
                <a:lnTo>
                  <a:pt x="2048312" y="37956"/>
                </a:lnTo>
                <a:lnTo>
                  <a:pt x="2010559" y="17465"/>
                </a:lnTo>
                <a:lnTo>
                  <a:pt x="1968841" y="4515"/>
                </a:lnTo>
                <a:lnTo>
                  <a:pt x="19240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58" name="object 58"/>
          <p:cNvSpPr/>
          <p:nvPr/>
        </p:nvSpPr>
        <p:spPr>
          <a:xfrm>
            <a:off x="2211750" y="7435850"/>
            <a:ext cx="1170000" cy="222250"/>
          </a:xfrm>
          <a:custGeom>
            <a:avLst/>
            <a:gdLst/>
            <a:ahLst/>
            <a:cxnLst/>
            <a:rect l="l" t="t" r="r" b="b"/>
            <a:pathLst>
              <a:path w="2146300" h="444500">
                <a:moveTo>
                  <a:pt x="19240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924050" y="444500"/>
                </a:lnTo>
                <a:lnTo>
                  <a:pt x="1968841" y="439984"/>
                </a:lnTo>
                <a:lnTo>
                  <a:pt x="2010559" y="427034"/>
                </a:lnTo>
                <a:lnTo>
                  <a:pt x="2048312" y="406543"/>
                </a:lnTo>
                <a:lnTo>
                  <a:pt x="2081204" y="379404"/>
                </a:lnTo>
                <a:lnTo>
                  <a:pt x="2108343" y="346512"/>
                </a:lnTo>
                <a:lnTo>
                  <a:pt x="2128834" y="308759"/>
                </a:lnTo>
                <a:lnTo>
                  <a:pt x="2141784" y="267041"/>
                </a:lnTo>
                <a:lnTo>
                  <a:pt x="2146300" y="222250"/>
                </a:lnTo>
                <a:lnTo>
                  <a:pt x="2141784" y="177458"/>
                </a:lnTo>
                <a:lnTo>
                  <a:pt x="2128834" y="135740"/>
                </a:lnTo>
                <a:lnTo>
                  <a:pt x="2108343" y="97987"/>
                </a:lnTo>
                <a:lnTo>
                  <a:pt x="2081204" y="65095"/>
                </a:lnTo>
                <a:lnTo>
                  <a:pt x="2048312" y="37956"/>
                </a:lnTo>
                <a:lnTo>
                  <a:pt x="2010559" y="17465"/>
                </a:lnTo>
                <a:lnTo>
                  <a:pt x="1968841" y="4515"/>
                </a:lnTo>
                <a:lnTo>
                  <a:pt x="19240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59" name="object 59"/>
          <p:cNvSpPr/>
          <p:nvPr/>
        </p:nvSpPr>
        <p:spPr>
          <a:xfrm>
            <a:off x="3667264" y="4699000"/>
            <a:ext cx="1170000" cy="222250"/>
          </a:xfrm>
          <a:custGeom>
            <a:avLst/>
            <a:gdLst/>
            <a:ahLst/>
            <a:cxnLst/>
            <a:rect l="l" t="t" r="r" b="b"/>
            <a:pathLst>
              <a:path w="2146300" h="444500">
                <a:moveTo>
                  <a:pt x="19240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924050" y="444500"/>
                </a:lnTo>
                <a:lnTo>
                  <a:pt x="1968841" y="439984"/>
                </a:lnTo>
                <a:lnTo>
                  <a:pt x="2010559" y="427034"/>
                </a:lnTo>
                <a:lnTo>
                  <a:pt x="2048312" y="406543"/>
                </a:lnTo>
                <a:lnTo>
                  <a:pt x="2081204" y="379404"/>
                </a:lnTo>
                <a:lnTo>
                  <a:pt x="2108343" y="346512"/>
                </a:lnTo>
                <a:lnTo>
                  <a:pt x="2128834" y="308759"/>
                </a:lnTo>
                <a:lnTo>
                  <a:pt x="2141784" y="267041"/>
                </a:lnTo>
                <a:lnTo>
                  <a:pt x="2146300" y="222250"/>
                </a:lnTo>
                <a:lnTo>
                  <a:pt x="2141784" y="177458"/>
                </a:lnTo>
                <a:lnTo>
                  <a:pt x="2128834" y="135740"/>
                </a:lnTo>
                <a:lnTo>
                  <a:pt x="2108343" y="97987"/>
                </a:lnTo>
                <a:lnTo>
                  <a:pt x="2081204" y="65095"/>
                </a:lnTo>
                <a:lnTo>
                  <a:pt x="2048312" y="37956"/>
                </a:lnTo>
                <a:lnTo>
                  <a:pt x="2010559" y="17465"/>
                </a:lnTo>
                <a:lnTo>
                  <a:pt x="1968841" y="4515"/>
                </a:lnTo>
                <a:lnTo>
                  <a:pt x="19240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60" name="object 60"/>
          <p:cNvSpPr/>
          <p:nvPr/>
        </p:nvSpPr>
        <p:spPr>
          <a:xfrm>
            <a:off x="5080208" y="4692650"/>
            <a:ext cx="1067758" cy="222250"/>
          </a:xfrm>
          <a:custGeom>
            <a:avLst/>
            <a:gdLst/>
            <a:ahLst/>
            <a:cxnLst/>
            <a:rect l="l" t="t" r="r" b="b"/>
            <a:pathLst>
              <a:path w="1765300" h="444500">
                <a:moveTo>
                  <a:pt x="15430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543050" y="444500"/>
                </a:lnTo>
                <a:lnTo>
                  <a:pt x="1587841" y="439984"/>
                </a:lnTo>
                <a:lnTo>
                  <a:pt x="1629559" y="427034"/>
                </a:lnTo>
                <a:lnTo>
                  <a:pt x="1667312" y="406543"/>
                </a:lnTo>
                <a:lnTo>
                  <a:pt x="1700204" y="379404"/>
                </a:lnTo>
                <a:lnTo>
                  <a:pt x="1727343" y="346512"/>
                </a:lnTo>
                <a:lnTo>
                  <a:pt x="1747834" y="308759"/>
                </a:lnTo>
                <a:lnTo>
                  <a:pt x="1760784" y="267041"/>
                </a:lnTo>
                <a:lnTo>
                  <a:pt x="1765300" y="222250"/>
                </a:lnTo>
                <a:lnTo>
                  <a:pt x="1760784" y="177458"/>
                </a:lnTo>
                <a:lnTo>
                  <a:pt x="1747834" y="135740"/>
                </a:lnTo>
                <a:lnTo>
                  <a:pt x="1727343" y="97987"/>
                </a:lnTo>
                <a:lnTo>
                  <a:pt x="1700204" y="65095"/>
                </a:lnTo>
                <a:lnTo>
                  <a:pt x="1667312" y="37956"/>
                </a:lnTo>
                <a:lnTo>
                  <a:pt x="1629559" y="17465"/>
                </a:lnTo>
                <a:lnTo>
                  <a:pt x="1587841" y="4515"/>
                </a:lnTo>
                <a:lnTo>
                  <a:pt x="15430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61" name="object 61"/>
          <p:cNvSpPr/>
          <p:nvPr/>
        </p:nvSpPr>
        <p:spPr>
          <a:xfrm>
            <a:off x="2211750" y="4692650"/>
            <a:ext cx="1170000" cy="222250"/>
          </a:xfrm>
          <a:custGeom>
            <a:avLst/>
            <a:gdLst/>
            <a:ahLst/>
            <a:cxnLst/>
            <a:rect l="l" t="t" r="r" b="b"/>
            <a:pathLst>
              <a:path w="2146300" h="444500">
                <a:moveTo>
                  <a:pt x="19240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924050" y="444500"/>
                </a:lnTo>
                <a:lnTo>
                  <a:pt x="1968841" y="439984"/>
                </a:lnTo>
                <a:lnTo>
                  <a:pt x="2010559" y="427034"/>
                </a:lnTo>
                <a:lnTo>
                  <a:pt x="2048312" y="406543"/>
                </a:lnTo>
                <a:lnTo>
                  <a:pt x="2081204" y="379404"/>
                </a:lnTo>
                <a:lnTo>
                  <a:pt x="2108343" y="346512"/>
                </a:lnTo>
                <a:lnTo>
                  <a:pt x="2128834" y="308759"/>
                </a:lnTo>
                <a:lnTo>
                  <a:pt x="2141784" y="267041"/>
                </a:lnTo>
                <a:lnTo>
                  <a:pt x="2146300" y="222250"/>
                </a:lnTo>
                <a:lnTo>
                  <a:pt x="2141784" y="177458"/>
                </a:lnTo>
                <a:lnTo>
                  <a:pt x="2128834" y="135740"/>
                </a:lnTo>
                <a:lnTo>
                  <a:pt x="2108343" y="97987"/>
                </a:lnTo>
                <a:lnTo>
                  <a:pt x="2081204" y="65095"/>
                </a:lnTo>
                <a:lnTo>
                  <a:pt x="2048312" y="37956"/>
                </a:lnTo>
                <a:lnTo>
                  <a:pt x="2010559" y="17465"/>
                </a:lnTo>
                <a:lnTo>
                  <a:pt x="1968841" y="4515"/>
                </a:lnTo>
                <a:lnTo>
                  <a:pt x="19240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62" name="object 62"/>
          <p:cNvSpPr/>
          <p:nvPr/>
        </p:nvSpPr>
        <p:spPr>
          <a:xfrm>
            <a:off x="717550" y="4699000"/>
            <a:ext cx="1441450" cy="222250"/>
          </a:xfrm>
          <a:custGeom>
            <a:avLst/>
            <a:gdLst/>
            <a:ahLst/>
            <a:cxnLst/>
            <a:rect l="l" t="t" r="r" b="b"/>
            <a:pathLst>
              <a:path w="2882900" h="444500">
                <a:moveTo>
                  <a:pt x="26606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2660650" y="444500"/>
                </a:lnTo>
                <a:lnTo>
                  <a:pt x="2705441" y="439984"/>
                </a:lnTo>
                <a:lnTo>
                  <a:pt x="2747159" y="427034"/>
                </a:lnTo>
                <a:lnTo>
                  <a:pt x="2784912" y="406543"/>
                </a:lnTo>
                <a:lnTo>
                  <a:pt x="2817804" y="379404"/>
                </a:lnTo>
                <a:lnTo>
                  <a:pt x="2844943" y="346512"/>
                </a:lnTo>
                <a:lnTo>
                  <a:pt x="2865434" y="308759"/>
                </a:lnTo>
                <a:lnTo>
                  <a:pt x="2878384" y="267041"/>
                </a:lnTo>
                <a:lnTo>
                  <a:pt x="2882900" y="222250"/>
                </a:lnTo>
                <a:lnTo>
                  <a:pt x="2878384" y="177458"/>
                </a:lnTo>
                <a:lnTo>
                  <a:pt x="2865434" y="135740"/>
                </a:lnTo>
                <a:lnTo>
                  <a:pt x="2844943" y="97987"/>
                </a:lnTo>
                <a:lnTo>
                  <a:pt x="2817804" y="65095"/>
                </a:lnTo>
                <a:lnTo>
                  <a:pt x="2784912" y="37956"/>
                </a:lnTo>
                <a:lnTo>
                  <a:pt x="2747159" y="17465"/>
                </a:lnTo>
                <a:lnTo>
                  <a:pt x="2705441" y="4515"/>
                </a:lnTo>
                <a:lnTo>
                  <a:pt x="26606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63" name="object 63"/>
          <p:cNvSpPr/>
          <p:nvPr/>
        </p:nvSpPr>
        <p:spPr>
          <a:xfrm>
            <a:off x="3667264" y="3321050"/>
            <a:ext cx="1170000" cy="222250"/>
          </a:xfrm>
          <a:custGeom>
            <a:avLst/>
            <a:gdLst/>
            <a:ahLst/>
            <a:cxnLst/>
            <a:rect l="l" t="t" r="r" b="b"/>
            <a:pathLst>
              <a:path w="2146300" h="444500">
                <a:moveTo>
                  <a:pt x="19240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924050" y="444500"/>
                </a:lnTo>
                <a:lnTo>
                  <a:pt x="1968841" y="439984"/>
                </a:lnTo>
                <a:lnTo>
                  <a:pt x="2010559" y="427034"/>
                </a:lnTo>
                <a:lnTo>
                  <a:pt x="2048312" y="406543"/>
                </a:lnTo>
                <a:lnTo>
                  <a:pt x="2081204" y="379404"/>
                </a:lnTo>
                <a:lnTo>
                  <a:pt x="2108343" y="346512"/>
                </a:lnTo>
                <a:lnTo>
                  <a:pt x="2128834" y="308759"/>
                </a:lnTo>
                <a:lnTo>
                  <a:pt x="2141784" y="267041"/>
                </a:lnTo>
                <a:lnTo>
                  <a:pt x="2146300" y="222250"/>
                </a:lnTo>
                <a:lnTo>
                  <a:pt x="2141784" y="177458"/>
                </a:lnTo>
                <a:lnTo>
                  <a:pt x="2128834" y="135740"/>
                </a:lnTo>
                <a:lnTo>
                  <a:pt x="2108343" y="97987"/>
                </a:lnTo>
                <a:lnTo>
                  <a:pt x="2081204" y="65095"/>
                </a:lnTo>
                <a:lnTo>
                  <a:pt x="2048312" y="37956"/>
                </a:lnTo>
                <a:lnTo>
                  <a:pt x="2010559" y="17465"/>
                </a:lnTo>
                <a:lnTo>
                  <a:pt x="1968841" y="4515"/>
                </a:lnTo>
                <a:lnTo>
                  <a:pt x="19240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66" name="object 66"/>
          <p:cNvSpPr/>
          <p:nvPr/>
        </p:nvSpPr>
        <p:spPr>
          <a:xfrm>
            <a:off x="3667264" y="6064250"/>
            <a:ext cx="1170000" cy="222250"/>
          </a:xfrm>
          <a:custGeom>
            <a:avLst/>
            <a:gdLst/>
            <a:ahLst/>
            <a:cxnLst/>
            <a:rect l="l" t="t" r="r" b="b"/>
            <a:pathLst>
              <a:path w="2146300" h="444500">
                <a:moveTo>
                  <a:pt x="19240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924050" y="444500"/>
                </a:lnTo>
                <a:lnTo>
                  <a:pt x="1968841" y="439984"/>
                </a:lnTo>
                <a:lnTo>
                  <a:pt x="2010559" y="427034"/>
                </a:lnTo>
                <a:lnTo>
                  <a:pt x="2048312" y="406543"/>
                </a:lnTo>
                <a:lnTo>
                  <a:pt x="2081204" y="379404"/>
                </a:lnTo>
                <a:lnTo>
                  <a:pt x="2108343" y="346512"/>
                </a:lnTo>
                <a:lnTo>
                  <a:pt x="2128834" y="308759"/>
                </a:lnTo>
                <a:lnTo>
                  <a:pt x="2141784" y="267041"/>
                </a:lnTo>
                <a:lnTo>
                  <a:pt x="2146300" y="222250"/>
                </a:lnTo>
                <a:lnTo>
                  <a:pt x="2141784" y="177458"/>
                </a:lnTo>
                <a:lnTo>
                  <a:pt x="2128834" y="135740"/>
                </a:lnTo>
                <a:lnTo>
                  <a:pt x="2108343" y="97987"/>
                </a:lnTo>
                <a:lnTo>
                  <a:pt x="2081204" y="65095"/>
                </a:lnTo>
                <a:lnTo>
                  <a:pt x="2048312" y="37956"/>
                </a:lnTo>
                <a:lnTo>
                  <a:pt x="2010559" y="17465"/>
                </a:lnTo>
                <a:lnTo>
                  <a:pt x="1968841" y="4515"/>
                </a:lnTo>
                <a:lnTo>
                  <a:pt x="19240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67" name="object 67"/>
          <p:cNvSpPr/>
          <p:nvPr/>
        </p:nvSpPr>
        <p:spPr>
          <a:xfrm>
            <a:off x="3667264" y="7435850"/>
            <a:ext cx="1170000" cy="222250"/>
          </a:xfrm>
          <a:custGeom>
            <a:avLst/>
            <a:gdLst/>
            <a:ahLst/>
            <a:cxnLst/>
            <a:rect l="l" t="t" r="r" b="b"/>
            <a:pathLst>
              <a:path w="2146300" h="444500">
                <a:moveTo>
                  <a:pt x="19240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924050" y="444500"/>
                </a:lnTo>
                <a:lnTo>
                  <a:pt x="1968841" y="439984"/>
                </a:lnTo>
                <a:lnTo>
                  <a:pt x="2010559" y="427034"/>
                </a:lnTo>
                <a:lnTo>
                  <a:pt x="2048312" y="406543"/>
                </a:lnTo>
                <a:lnTo>
                  <a:pt x="2081204" y="379404"/>
                </a:lnTo>
                <a:lnTo>
                  <a:pt x="2108343" y="346512"/>
                </a:lnTo>
                <a:lnTo>
                  <a:pt x="2128834" y="308759"/>
                </a:lnTo>
                <a:lnTo>
                  <a:pt x="2141784" y="267041"/>
                </a:lnTo>
                <a:lnTo>
                  <a:pt x="2146300" y="222250"/>
                </a:lnTo>
                <a:lnTo>
                  <a:pt x="2141784" y="177458"/>
                </a:lnTo>
                <a:lnTo>
                  <a:pt x="2128834" y="135740"/>
                </a:lnTo>
                <a:lnTo>
                  <a:pt x="2108343" y="97987"/>
                </a:lnTo>
                <a:lnTo>
                  <a:pt x="2081204" y="65095"/>
                </a:lnTo>
                <a:lnTo>
                  <a:pt x="2048312" y="37956"/>
                </a:lnTo>
                <a:lnTo>
                  <a:pt x="2010559" y="17465"/>
                </a:lnTo>
                <a:lnTo>
                  <a:pt x="1968841" y="4515"/>
                </a:lnTo>
                <a:lnTo>
                  <a:pt x="19240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68" name="object 68"/>
          <p:cNvSpPr/>
          <p:nvPr/>
        </p:nvSpPr>
        <p:spPr>
          <a:xfrm>
            <a:off x="5029087" y="3321050"/>
            <a:ext cx="1170000" cy="222250"/>
          </a:xfrm>
          <a:custGeom>
            <a:avLst/>
            <a:gdLst/>
            <a:ahLst/>
            <a:cxnLst/>
            <a:rect l="l" t="t" r="r" b="b"/>
            <a:pathLst>
              <a:path w="2146300" h="444500">
                <a:moveTo>
                  <a:pt x="19240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924050" y="444500"/>
                </a:lnTo>
                <a:lnTo>
                  <a:pt x="1968841" y="439984"/>
                </a:lnTo>
                <a:lnTo>
                  <a:pt x="2010559" y="427034"/>
                </a:lnTo>
                <a:lnTo>
                  <a:pt x="2048312" y="406543"/>
                </a:lnTo>
                <a:lnTo>
                  <a:pt x="2081204" y="379404"/>
                </a:lnTo>
                <a:lnTo>
                  <a:pt x="2108343" y="346512"/>
                </a:lnTo>
                <a:lnTo>
                  <a:pt x="2128834" y="308759"/>
                </a:lnTo>
                <a:lnTo>
                  <a:pt x="2141784" y="267041"/>
                </a:lnTo>
                <a:lnTo>
                  <a:pt x="2146300" y="222250"/>
                </a:lnTo>
                <a:lnTo>
                  <a:pt x="2141784" y="177458"/>
                </a:lnTo>
                <a:lnTo>
                  <a:pt x="2128834" y="135740"/>
                </a:lnTo>
                <a:lnTo>
                  <a:pt x="2108343" y="97987"/>
                </a:lnTo>
                <a:lnTo>
                  <a:pt x="2081204" y="65095"/>
                </a:lnTo>
                <a:lnTo>
                  <a:pt x="2048312" y="37956"/>
                </a:lnTo>
                <a:lnTo>
                  <a:pt x="2010559" y="17465"/>
                </a:lnTo>
                <a:lnTo>
                  <a:pt x="1968841" y="4515"/>
                </a:lnTo>
                <a:lnTo>
                  <a:pt x="19240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69" name="object 69"/>
          <p:cNvSpPr/>
          <p:nvPr/>
        </p:nvSpPr>
        <p:spPr>
          <a:xfrm>
            <a:off x="5029087" y="6064250"/>
            <a:ext cx="1170000" cy="222250"/>
          </a:xfrm>
          <a:custGeom>
            <a:avLst/>
            <a:gdLst/>
            <a:ahLst/>
            <a:cxnLst/>
            <a:rect l="l" t="t" r="r" b="b"/>
            <a:pathLst>
              <a:path w="2146300" h="444500">
                <a:moveTo>
                  <a:pt x="19240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924050" y="444500"/>
                </a:lnTo>
                <a:lnTo>
                  <a:pt x="1968841" y="439984"/>
                </a:lnTo>
                <a:lnTo>
                  <a:pt x="2010559" y="427034"/>
                </a:lnTo>
                <a:lnTo>
                  <a:pt x="2048312" y="406543"/>
                </a:lnTo>
                <a:lnTo>
                  <a:pt x="2081204" y="379404"/>
                </a:lnTo>
                <a:lnTo>
                  <a:pt x="2108343" y="346512"/>
                </a:lnTo>
                <a:lnTo>
                  <a:pt x="2128834" y="308759"/>
                </a:lnTo>
                <a:lnTo>
                  <a:pt x="2141784" y="267041"/>
                </a:lnTo>
                <a:lnTo>
                  <a:pt x="2146300" y="222250"/>
                </a:lnTo>
                <a:lnTo>
                  <a:pt x="2141784" y="177458"/>
                </a:lnTo>
                <a:lnTo>
                  <a:pt x="2128834" y="135740"/>
                </a:lnTo>
                <a:lnTo>
                  <a:pt x="2108343" y="97987"/>
                </a:lnTo>
                <a:lnTo>
                  <a:pt x="2081204" y="65095"/>
                </a:lnTo>
                <a:lnTo>
                  <a:pt x="2048312" y="37956"/>
                </a:lnTo>
                <a:lnTo>
                  <a:pt x="2010559" y="17465"/>
                </a:lnTo>
                <a:lnTo>
                  <a:pt x="1968841" y="4515"/>
                </a:lnTo>
                <a:lnTo>
                  <a:pt x="19240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70" name="object 70"/>
          <p:cNvSpPr/>
          <p:nvPr/>
        </p:nvSpPr>
        <p:spPr>
          <a:xfrm>
            <a:off x="5029087" y="7435850"/>
            <a:ext cx="1170000" cy="222250"/>
          </a:xfrm>
          <a:custGeom>
            <a:avLst/>
            <a:gdLst/>
            <a:ahLst/>
            <a:cxnLst/>
            <a:rect l="l" t="t" r="r" b="b"/>
            <a:pathLst>
              <a:path w="2146300" h="444500">
                <a:moveTo>
                  <a:pt x="19240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924050" y="444500"/>
                </a:lnTo>
                <a:lnTo>
                  <a:pt x="1968841" y="439984"/>
                </a:lnTo>
                <a:lnTo>
                  <a:pt x="2010559" y="427034"/>
                </a:lnTo>
                <a:lnTo>
                  <a:pt x="2048312" y="406543"/>
                </a:lnTo>
                <a:lnTo>
                  <a:pt x="2081204" y="379404"/>
                </a:lnTo>
                <a:lnTo>
                  <a:pt x="2108343" y="346512"/>
                </a:lnTo>
                <a:lnTo>
                  <a:pt x="2128834" y="308759"/>
                </a:lnTo>
                <a:lnTo>
                  <a:pt x="2141784" y="267041"/>
                </a:lnTo>
                <a:lnTo>
                  <a:pt x="2146300" y="222250"/>
                </a:lnTo>
                <a:lnTo>
                  <a:pt x="2141784" y="177458"/>
                </a:lnTo>
                <a:lnTo>
                  <a:pt x="2128834" y="135740"/>
                </a:lnTo>
                <a:lnTo>
                  <a:pt x="2108343" y="97987"/>
                </a:lnTo>
                <a:lnTo>
                  <a:pt x="2081204" y="65095"/>
                </a:lnTo>
                <a:lnTo>
                  <a:pt x="2048312" y="37956"/>
                </a:lnTo>
                <a:lnTo>
                  <a:pt x="2010559" y="17465"/>
                </a:lnTo>
                <a:lnTo>
                  <a:pt x="1968841" y="4515"/>
                </a:lnTo>
                <a:lnTo>
                  <a:pt x="19240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grpSp>
        <p:nvGrpSpPr>
          <p:cNvPr id="71" name="object 71"/>
          <p:cNvGrpSpPr/>
          <p:nvPr/>
        </p:nvGrpSpPr>
        <p:grpSpPr>
          <a:xfrm>
            <a:off x="717550" y="5257800"/>
            <a:ext cx="1441450" cy="222250"/>
            <a:chOff x="1435100" y="10515600"/>
            <a:chExt cx="2882900" cy="444500"/>
          </a:xfrm>
        </p:grpSpPr>
        <p:sp>
          <p:nvSpPr>
            <p:cNvPr id="72" name="object 72"/>
            <p:cNvSpPr/>
            <p:nvPr/>
          </p:nvSpPr>
          <p:spPr>
            <a:xfrm>
              <a:off x="1435100" y="10515600"/>
              <a:ext cx="2882900" cy="444500"/>
            </a:xfrm>
            <a:custGeom>
              <a:avLst/>
              <a:gdLst/>
              <a:ahLst/>
              <a:cxnLst/>
              <a:rect l="l" t="t" r="r" b="b"/>
              <a:pathLst>
                <a:path w="2882900" h="444500">
                  <a:moveTo>
                    <a:pt x="26606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2660650" y="444500"/>
                  </a:lnTo>
                  <a:lnTo>
                    <a:pt x="2705441" y="439984"/>
                  </a:lnTo>
                  <a:lnTo>
                    <a:pt x="2747159" y="427034"/>
                  </a:lnTo>
                  <a:lnTo>
                    <a:pt x="2784912" y="406543"/>
                  </a:lnTo>
                  <a:lnTo>
                    <a:pt x="2817804" y="379404"/>
                  </a:lnTo>
                  <a:lnTo>
                    <a:pt x="2844943" y="346512"/>
                  </a:lnTo>
                  <a:lnTo>
                    <a:pt x="2865434" y="308759"/>
                  </a:lnTo>
                  <a:lnTo>
                    <a:pt x="2878384" y="267041"/>
                  </a:lnTo>
                  <a:lnTo>
                    <a:pt x="2882900" y="222250"/>
                  </a:lnTo>
                  <a:lnTo>
                    <a:pt x="2878384" y="177458"/>
                  </a:lnTo>
                  <a:lnTo>
                    <a:pt x="2865434" y="135740"/>
                  </a:lnTo>
                  <a:lnTo>
                    <a:pt x="2844943" y="97987"/>
                  </a:lnTo>
                  <a:lnTo>
                    <a:pt x="2817804" y="65095"/>
                  </a:lnTo>
                  <a:lnTo>
                    <a:pt x="2784912" y="37956"/>
                  </a:lnTo>
                  <a:lnTo>
                    <a:pt x="2747159" y="17465"/>
                  </a:lnTo>
                  <a:lnTo>
                    <a:pt x="2705441" y="4515"/>
                  </a:lnTo>
                  <a:lnTo>
                    <a:pt x="26606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73" name="object 73"/>
            <p:cNvSpPr/>
            <p:nvPr/>
          </p:nvSpPr>
          <p:spPr>
            <a:xfrm>
              <a:off x="1435100" y="10515600"/>
              <a:ext cx="430530" cy="429895"/>
            </a:xfrm>
            <a:custGeom>
              <a:avLst/>
              <a:gdLst/>
              <a:ahLst/>
              <a:cxnLst/>
              <a:rect l="l" t="t" r="r" b="b"/>
              <a:pathLst>
                <a:path w="430530" h="429895">
                  <a:moveTo>
                    <a:pt x="214650" y="0"/>
                  </a:moveTo>
                  <a:lnTo>
                    <a:pt x="165432" y="5669"/>
                  </a:lnTo>
                  <a:lnTo>
                    <a:pt x="120252" y="21817"/>
                  </a:lnTo>
                  <a:lnTo>
                    <a:pt x="80397" y="47156"/>
                  </a:lnTo>
                  <a:lnTo>
                    <a:pt x="47156" y="80397"/>
                  </a:lnTo>
                  <a:lnTo>
                    <a:pt x="21817" y="120252"/>
                  </a:lnTo>
                  <a:lnTo>
                    <a:pt x="5669" y="165432"/>
                  </a:lnTo>
                  <a:lnTo>
                    <a:pt x="0" y="214650"/>
                  </a:lnTo>
                  <a:lnTo>
                    <a:pt x="5669" y="263867"/>
                  </a:lnTo>
                  <a:lnTo>
                    <a:pt x="21817" y="309047"/>
                  </a:lnTo>
                  <a:lnTo>
                    <a:pt x="47156" y="348902"/>
                  </a:lnTo>
                  <a:lnTo>
                    <a:pt x="80397" y="382143"/>
                  </a:lnTo>
                  <a:lnTo>
                    <a:pt x="120252" y="407482"/>
                  </a:lnTo>
                  <a:lnTo>
                    <a:pt x="165432" y="423630"/>
                  </a:lnTo>
                  <a:lnTo>
                    <a:pt x="214650" y="429299"/>
                  </a:lnTo>
                  <a:lnTo>
                    <a:pt x="244637" y="427221"/>
                  </a:lnTo>
                  <a:lnTo>
                    <a:pt x="273353" y="421173"/>
                  </a:lnTo>
                  <a:lnTo>
                    <a:pt x="300517" y="411435"/>
                  </a:lnTo>
                  <a:lnTo>
                    <a:pt x="325850" y="398287"/>
                  </a:lnTo>
                  <a:lnTo>
                    <a:pt x="427461" y="398287"/>
                  </a:lnTo>
                  <a:lnTo>
                    <a:pt x="419502" y="371497"/>
                  </a:lnTo>
                  <a:lnTo>
                    <a:pt x="408063" y="335159"/>
                  </a:lnTo>
                  <a:lnTo>
                    <a:pt x="406398" y="311226"/>
                  </a:lnTo>
                  <a:lnTo>
                    <a:pt x="416157" y="288774"/>
                  </a:lnTo>
                  <a:lnTo>
                    <a:pt x="423342" y="265078"/>
                  </a:lnTo>
                  <a:lnTo>
                    <a:pt x="427781" y="240312"/>
                  </a:lnTo>
                  <a:lnTo>
                    <a:pt x="429299" y="214650"/>
                  </a:lnTo>
                  <a:lnTo>
                    <a:pt x="423630" y="165432"/>
                  </a:lnTo>
                  <a:lnTo>
                    <a:pt x="407482" y="120252"/>
                  </a:lnTo>
                  <a:lnTo>
                    <a:pt x="382143" y="80397"/>
                  </a:lnTo>
                  <a:lnTo>
                    <a:pt x="348902" y="47156"/>
                  </a:lnTo>
                  <a:lnTo>
                    <a:pt x="309047" y="21817"/>
                  </a:lnTo>
                  <a:lnTo>
                    <a:pt x="263867" y="5669"/>
                  </a:lnTo>
                  <a:lnTo>
                    <a:pt x="214650" y="0"/>
                  </a:lnTo>
                  <a:close/>
                </a:path>
                <a:path w="430530" h="429895">
                  <a:moveTo>
                    <a:pt x="427461" y="398287"/>
                  </a:moveTo>
                  <a:lnTo>
                    <a:pt x="325850" y="398287"/>
                  </a:lnTo>
                  <a:lnTo>
                    <a:pt x="347400" y="400782"/>
                  </a:lnTo>
                  <a:lnTo>
                    <a:pt x="378949" y="415409"/>
                  </a:lnTo>
                  <a:lnTo>
                    <a:pt x="409810" y="429227"/>
                  </a:lnTo>
                  <a:lnTo>
                    <a:pt x="429299" y="429299"/>
                  </a:lnTo>
                  <a:lnTo>
                    <a:pt x="430115" y="407217"/>
                  </a:lnTo>
                  <a:lnTo>
                    <a:pt x="427461" y="398287"/>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grpSp>
      <p:sp>
        <p:nvSpPr>
          <p:cNvPr id="78" name="object 78"/>
          <p:cNvSpPr/>
          <p:nvPr/>
        </p:nvSpPr>
        <p:spPr>
          <a:xfrm>
            <a:off x="3667264" y="1952062"/>
            <a:ext cx="1170000" cy="222250"/>
          </a:xfrm>
          <a:custGeom>
            <a:avLst/>
            <a:gdLst/>
            <a:ahLst/>
            <a:cxnLst/>
            <a:rect l="l" t="t" r="r" b="b"/>
            <a:pathLst>
              <a:path w="2197100" h="444500">
                <a:moveTo>
                  <a:pt x="19748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974850" y="444500"/>
                </a:lnTo>
                <a:lnTo>
                  <a:pt x="2019641" y="439984"/>
                </a:lnTo>
                <a:lnTo>
                  <a:pt x="2061359" y="427034"/>
                </a:lnTo>
                <a:lnTo>
                  <a:pt x="2099112" y="406543"/>
                </a:lnTo>
                <a:lnTo>
                  <a:pt x="2132004" y="379404"/>
                </a:lnTo>
                <a:lnTo>
                  <a:pt x="2159143" y="346512"/>
                </a:lnTo>
                <a:lnTo>
                  <a:pt x="2179634" y="308759"/>
                </a:lnTo>
                <a:lnTo>
                  <a:pt x="2192584" y="267041"/>
                </a:lnTo>
                <a:lnTo>
                  <a:pt x="2197100" y="222250"/>
                </a:lnTo>
                <a:lnTo>
                  <a:pt x="2192584" y="177458"/>
                </a:lnTo>
                <a:lnTo>
                  <a:pt x="2179634" y="135740"/>
                </a:lnTo>
                <a:lnTo>
                  <a:pt x="2159143" y="97987"/>
                </a:lnTo>
                <a:lnTo>
                  <a:pt x="2132004" y="65095"/>
                </a:lnTo>
                <a:lnTo>
                  <a:pt x="2099112" y="37956"/>
                </a:lnTo>
                <a:lnTo>
                  <a:pt x="2061359" y="17465"/>
                </a:lnTo>
                <a:lnTo>
                  <a:pt x="2019641" y="4515"/>
                </a:lnTo>
                <a:lnTo>
                  <a:pt x="19748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95" name="object 95"/>
          <p:cNvSpPr/>
          <p:nvPr/>
        </p:nvSpPr>
        <p:spPr>
          <a:xfrm>
            <a:off x="727349" y="1952062"/>
            <a:ext cx="1170000" cy="222250"/>
          </a:xfrm>
          <a:custGeom>
            <a:avLst/>
            <a:gdLst/>
            <a:ahLst/>
            <a:cxnLst/>
            <a:rect l="l" t="t" r="r" b="b"/>
            <a:pathLst>
              <a:path w="1854200" h="444500">
                <a:moveTo>
                  <a:pt x="16319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631950" y="444500"/>
                </a:lnTo>
                <a:lnTo>
                  <a:pt x="1676741" y="439984"/>
                </a:lnTo>
                <a:lnTo>
                  <a:pt x="1718459" y="427034"/>
                </a:lnTo>
                <a:lnTo>
                  <a:pt x="1756212" y="406543"/>
                </a:lnTo>
                <a:lnTo>
                  <a:pt x="1789104" y="379404"/>
                </a:lnTo>
                <a:lnTo>
                  <a:pt x="1816243" y="346512"/>
                </a:lnTo>
                <a:lnTo>
                  <a:pt x="1836734" y="308759"/>
                </a:lnTo>
                <a:lnTo>
                  <a:pt x="1849684" y="267041"/>
                </a:lnTo>
                <a:lnTo>
                  <a:pt x="1854200" y="222250"/>
                </a:lnTo>
                <a:lnTo>
                  <a:pt x="1849684" y="177458"/>
                </a:lnTo>
                <a:lnTo>
                  <a:pt x="1836734" y="135740"/>
                </a:lnTo>
                <a:lnTo>
                  <a:pt x="1816243" y="97987"/>
                </a:lnTo>
                <a:lnTo>
                  <a:pt x="1789104" y="65095"/>
                </a:lnTo>
                <a:lnTo>
                  <a:pt x="1756212" y="37956"/>
                </a:lnTo>
                <a:lnTo>
                  <a:pt x="1718459" y="17465"/>
                </a:lnTo>
                <a:lnTo>
                  <a:pt x="1676741" y="4515"/>
                </a:lnTo>
                <a:lnTo>
                  <a:pt x="16319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96" name="object 96"/>
          <p:cNvSpPr/>
          <p:nvPr/>
        </p:nvSpPr>
        <p:spPr>
          <a:xfrm>
            <a:off x="2211750" y="1952062"/>
            <a:ext cx="1170000" cy="222250"/>
          </a:xfrm>
          <a:custGeom>
            <a:avLst/>
            <a:gdLst/>
            <a:ahLst/>
            <a:cxnLst/>
            <a:rect l="l" t="t" r="r" b="b"/>
            <a:pathLst>
              <a:path w="1854200" h="444500">
                <a:moveTo>
                  <a:pt x="1631950" y="0"/>
                </a:moveTo>
                <a:lnTo>
                  <a:pt x="222250" y="0"/>
                </a:lnTo>
                <a:lnTo>
                  <a:pt x="177458" y="4515"/>
                </a:lnTo>
                <a:lnTo>
                  <a:pt x="135740" y="17465"/>
                </a:lnTo>
                <a:lnTo>
                  <a:pt x="97987" y="37956"/>
                </a:lnTo>
                <a:lnTo>
                  <a:pt x="65095" y="65095"/>
                </a:lnTo>
                <a:lnTo>
                  <a:pt x="37956" y="97987"/>
                </a:lnTo>
                <a:lnTo>
                  <a:pt x="17465" y="135740"/>
                </a:lnTo>
                <a:lnTo>
                  <a:pt x="4515" y="177458"/>
                </a:lnTo>
                <a:lnTo>
                  <a:pt x="0" y="222250"/>
                </a:lnTo>
                <a:lnTo>
                  <a:pt x="4515" y="267041"/>
                </a:lnTo>
                <a:lnTo>
                  <a:pt x="17465" y="308759"/>
                </a:lnTo>
                <a:lnTo>
                  <a:pt x="37956" y="346512"/>
                </a:lnTo>
                <a:lnTo>
                  <a:pt x="65095" y="379404"/>
                </a:lnTo>
                <a:lnTo>
                  <a:pt x="97987" y="406543"/>
                </a:lnTo>
                <a:lnTo>
                  <a:pt x="135740" y="427034"/>
                </a:lnTo>
                <a:lnTo>
                  <a:pt x="177458" y="439984"/>
                </a:lnTo>
                <a:lnTo>
                  <a:pt x="222250" y="444500"/>
                </a:lnTo>
                <a:lnTo>
                  <a:pt x="1631950" y="444500"/>
                </a:lnTo>
                <a:lnTo>
                  <a:pt x="1676741" y="439984"/>
                </a:lnTo>
                <a:lnTo>
                  <a:pt x="1718459" y="427034"/>
                </a:lnTo>
                <a:lnTo>
                  <a:pt x="1756212" y="406543"/>
                </a:lnTo>
                <a:lnTo>
                  <a:pt x="1789104" y="379404"/>
                </a:lnTo>
                <a:lnTo>
                  <a:pt x="1816243" y="346512"/>
                </a:lnTo>
                <a:lnTo>
                  <a:pt x="1836734" y="308759"/>
                </a:lnTo>
                <a:lnTo>
                  <a:pt x="1849684" y="267041"/>
                </a:lnTo>
                <a:lnTo>
                  <a:pt x="1854200" y="222250"/>
                </a:lnTo>
                <a:lnTo>
                  <a:pt x="1849684" y="177458"/>
                </a:lnTo>
                <a:lnTo>
                  <a:pt x="1836734" y="135740"/>
                </a:lnTo>
                <a:lnTo>
                  <a:pt x="1816243" y="97987"/>
                </a:lnTo>
                <a:lnTo>
                  <a:pt x="1789104" y="65095"/>
                </a:lnTo>
                <a:lnTo>
                  <a:pt x="1756212" y="37956"/>
                </a:lnTo>
                <a:lnTo>
                  <a:pt x="1718459" y="17465"/>
                </a:lnTo>
                <a:lnTo>
                  <a:pt x="1676741" y="4515"/>
                </a:lnTo>
                <a:lnTo>
                  <a:pt x="16319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18" name="文本框 117"/>
          <p:cNvSpPr txBox="1"/>
          <p:nvPr/>
        </p:nvSpPr>
        <p:spPr>
          <a:xfrm>
            <a:off x="553711" y="1953310"/>
            <a:ext cx="1251357" cy="229870"/>
          </a:xfrm>
          <a:prstGeom prst="rect">
            <a:avLst/>
          </a:prstGeom>
          <a:noFill/>
        </p:spPr>
        <p:txBody>
          <a:bodyPr wrap="square">
            <a:spAutoFit/>
          </a:bodyPr>
          <a:lstStyle/>
          <a:p>
            <a:pPr marL="391160">
              <a:spcBef>
                <a:spcPts val="200"/>
              </a:spcBef>
            </a:pPr>
            <a:r>
              <a:rPr lang="zh-CN" altLang="en-US" sz="900" b="1" spc="-10" dirty="0">
                <a:solidFill>
                  <a:srgbClr val="FFFFFF"/>
                </a:solidFill>
                <a:latin typeface="江城圆体 600W" panose="020B0800000000000000" pitchFamily="34" charset="-128"/>
                <a:ea typeface="江城圆体 600W" panose="020B0800000000000000" pitchFamily="34" charset="-128"/>
                <a:cs typeface="Microsoft JhengHei"/>
              </a:rPr>
              <a:t>世界会改变</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19" name="object 41"/>
          <p:cNvSpPr txBox="1"/>
          <p:nvPr/>
        </p:nvSpPr>
        <p:spPr>
          <a:xfrm>
            <a:off x="4178126" y="1754074"/>
            <a:ext cx="183066" cy="144780"/>
          </a:xfrm>
          <a:prstGeom prst="rect">
            <a:avLst/>
          </a:prstGeom>
        </p:spPr>
        <p:txBody>
          <a:bodyPr vert="horz" wrap="square" lIns="0" tIns="6350" rIns="0" bIns="0" rtlCol="0">
            <a:spAutoFit/>
          </a:bodyPr>
          <a:lstStyle/>
          <a:p>
            <a:pPr marL="6350">
              <a:spcBef>
                <a:spcPts val="50"/>
              </a:spcBef>
              <a:tabLst>
                <a:tab pos="1478915" algn="l"/>
              </a:tabLst>
            </a:pPr>
            <a:r>
              <a:rPr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a:t>
            </a:r>
            <a:r>
              <a:rPr lang="en-US" altLang="zh-CN"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3</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20" name="文本框 119"/>
          <p:cNvSpPr txBox="1"/>
          <p:nvPr/>
        </p:nvSpPr>
        <p:spPr>
          <a:xfrm>
            <a:off x="2046202" y="1957417"/>
            <a:ext cx="1333234" cy="229870"/>
          </a:xfrm>
          <a:prstGeom prst="rect">
            <a:avLst/>
          </a:prstGeom>
          <a:noFill/>
        </p:spPr>
        <p:txBody>
          <a:bodyPr wrap="square">
            <a:spAutoFit/>
          </a:bodyPr>
          <a:lstStyle/>
          <a:p>
            <a:pPr marL="273685">
              <a:spcBef>
                <a:spcPts val="200"/>
              </a:spcBef>
            </a:pPr>
            <a:r>
              <a:rPr lang="zh-CN" altLang="en-US" sz="900" b="1" spc="-10" dirty="0">
                <a:solidFill>
                  <a:srgbClr val="FFFFFF"/>
                </a:solidFill>
                <a:latin typeface="江城圆体 600W" panose="020B0800000000000000" pitchFamily="34" charset="-128"/>
                <a:ea typeface="江城圆体 600W" panose="020B0800000000000000" pitchFamily="34" charset="-128"/>
                <a:cs typeface="Microsoft JhengHei"/>
              </a:rPr>
              <a:t>生命的重要本质</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21" name="文本框 120"/>
          <p:cNvSpPr txBox="1"/>
          <p:nvPr/>
        </p:nvSpPr>
        <p:spPr>
          <a:xfrm>
            <a:off x="3501442" y="1956656"/>
            <a:ext cx="1369286" cy="229870"/>
          </a:xfrm>
          <a:prstGeom prst="rect">
            <a:avLst/>
          </a:prstGeom>
          <a:noFill/>
        </p:spPr>
        <p:txBody>
          <a:bodyPr wrap="square">
            <a:spAutoFit/>
          </a:bodyPr>
          <a:lstStyle/>
          <a:p>
            <a:pPr marL="213360">
              <a:spcBef>
                <a:spcPts val="200"/>
              </a:spcBef>
            </a:pPr>
            <a:r>
              <a:rPr lang="zh-CN" altLang="en-US" sz="900" b="1" spc="-10" dirty="0">
                <a:solidFill>
                  <a:srgbClr val="FFFFFF"/>
                </a:solidFill>
                <a:latin typeface="江城圆体 600W" panose="020B0800000000000000" pitchFamily="34" charset="-128"/>
                <a:ea typeface="江城圆体 600W" panose="020B0800000000000000" pitchFamily="34" charset="-128"/>
                <a:cs typeface="Microsoft JhengHei"/>
              </a:rPr>
              <a:t>人生是在不断提问</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22" name="文本框 121"/>
          <p:cNvSpPr txBox="1"/>
          <p:nvPr/>
        </p:nvSpPr>
        <p:spPr>
          <a:xfrm>
            <a:off x="4870728" y="1956331"/>
            <a:ext cx="1216013" cy="229870"/>
          </a:xfrm>
          <a:prstGeom prst="rect">
            <a:avLst/>
          </a:prstGeom>
          <a:noFill/>
        </p:spPr>
        <p:txBody>
          <a:bodyPr wrap="square">
            <a:spAutoFit/>
          </a:bodyPr>
          <a:lstStyle/>
          <a:p>
            <a:pPr marL="387985">
              <a:spcBef>
                <a:spcPts val="200"/>
              </a:spcBef>
            </a:pPr>
            <a:r>
              <a:rPr lang="zh-CN" altLang="en-US" sz="900" b="1" spc="-10" dirty="0">
                <a:solidFill>
                  <a:srgbClr val="FFFFFF"/>
                </a:solidFill>
                <a:latin typeface="江城圆体 600W" panose="020B0800000000000000" pitchFamily="34" charset="-128"/>
                <a:ea typeface="江城圆体 600W" panose="020B0800000000000000" pitchFamily="34" charset="-128"/>
                <a:cs typeface="Microsoft JhengHei"/>
              </a:rPr>
              <a:t>信仰与理性</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23" name="文本框 122"/>
          <p:cNvSpPr txBox="1"/>
          <p:nvPr/>
        </p:nvSpPr>
        <p:spPr>
          <a:xfrm>
            <a:off x="537331" y="3332824"/>
            <a:ext cx="1397229" cy="229870"/>
          </a:xfrm>
          <a:prstGeom prst="rect">
            <a:avLst/>
          </a:prstGeom>
          <a:noFill/>
        </p:spPr>
        <p:txBody>
          <a:bodyPr wrap="square">
            <a:spAutoFit/>
          </a:bodyPr>
          <a:lstStyle/>
          <a:p>
            <a:pPr marL="213360">
              <a:spcBef>
                <a:spcPts val="200"/>
              </a:spcBef>
            </a:pPr>
            <a:r>
              <a:rPr lang="zh-CN" altLang="en-US" sz="900" b="1" spc="-10" dirty="0">
                <a:solidFill>
                  <a:srgbClr val="FFFFFF"/>
                </a:solidFill>
                <a:latin typeface="江城圆体 600W" panose="020B0800000000000000" pitchFamily="34" charset="-128"/>
                <a:ea typeface="江城圆体 600W" panose="020B0800000000000000" pitchFamily="34" charset="-128"/>
                <a:cs typeface="Microsoft JhengHei"/>
              </a:rPr>
              <a:t>每个人都可能犯错</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24" name="文本框 123"/>
          <p:cNvSpPr txBox="1"/>
          <p:nvPr/>
        </p:nvSpPr>
        <p:spPr>
          <a:xfrm>
            <a:off x="2048095" y="3319887"/>
            <a:ext cx="1270341" cy="229870"/>
          </a:xfrm>
          <a:prstGeom prst="rect">
            <a:avLst/>
          </a:prstGeom>
          <a:noFill/>
        </p:spPr>
        <p:txBody>
          <a:bodyPr wrap="square">
            <a:spAutoFit/>
          </a:bodyPr>
          <a:lstStyle/>
          <a:p>
            <a:pPr marL="270510">
              <a:spcBef>
                <a:spcPts val="200"/>
              </a:spcBef>
            </a:pPr>
            <a:r>
              <a:rPr lang="zh-CN" altLang="en-US" sz="900" b="1" spc="-10" dirty="0">
                <a:solidFill>
                  <a:srgbClr val="FFFFFF"/>
                </a:solidFill>
                <a:latin typeface="江城圆体 600W" panose="020B0800000000000000" pitchFamily="34" charset="-128"/>
                <a:ea typeface="江城圆体 600W" panose="020B0800000000000000" pitchFamily="34" charset="-128"/>
                <a:cs typeface="Microsoft JhengHei"/>
              </a:rPr>
              <a:t>好奇不会杀死猫</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25" name="文本框 124"/>
          <p:cNvSpPr txBox="1"/>
          <p:nvPr/>
        </p:nvSpPr>
        <p:spPr>
          <a:xfrm>
            <a:off x="3518199" y="3328350"/>
            <a:ext cx="1270341" cy="229870"/>
          </a:xfrm>
          <a:prstGeom prst="rect">
            <a:avLst/>
          </a:prstGeom>
          <a:noFill/>
        </p:spPr>
        <p:txBody>
          <a:bodyPr wrap="square">
            <a:spAutoFit/>
          </a:bodyPr>
          <a:lstStyle/>
          <a:p>
            <a:pPr marL="384810">
              <a:spcBef>
                <a:spcPts val="200"/>
              </a:spcBef>
            </a:pPr>
            <a:r>
              <a:rPr lang="zh-CN" altLang="en-US" sz="900" b="1" spc="-10" dirty="0">
                <a:solidFill>
                  <a:srgbClr val="FFFFFF"/>
                </a:solidFill>
                <a:latin typeface="江城圆体 600W" panose="020B0800000000000000" pitchFamily="34" charset="-128"/>
                <a:ea typeface="江城圆体 600W" panose="020B0800000000000000" pitchFamily="34" charset="-128"/>
                <a:cs typeface="Microsoft JhengHei"/>
              </a:rPr>
              <a:t>你有多聪明</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26" name="文本框 125"/>
          <p:cNvSpPr txBox="1"/>
          <p:nvPr/>
        </p:nvSpPr>
        <p:spPr>
          <a:xfrm>
            <a:off x="4858878" y="3331518"/>
            <a:ext cx="1400432" cy="229870"/>
          </a:xfrm>
          <a:prstGeom prst="rect">
            <a:avLst/>
          </a:prstGeom>
          <a:noFill/>
        </p:spPr>
        <p:txBody>
          <a:bodyPr wrap="square">
            <a:spAutoFit/>
          </a:bodyPr>
          <a:lstStyle/>
          <a:p>
            <a:pPr marL="213360">
              <a:spcBef>
                <a:spcPts val="200"/>
              </a:spcBef>
            </a:pPr>
            <a:r>
              <a:rPr lang="zh-CN" altLang="en-US" sz="900" b="1" spc="-10" dirty="0">
                <a:solidFill>
                  <a:srgbClr val="FFFFFF"/>
                </a:solidFill>
                <a:latin typeface="江城圆体 600W" panose="020B0800000000000000" pitchFamily="34" charset="-128"/>
                <a:ea typeface="江城圆体 600W" panose="020B0800000000000000" pitchFamily="34" charset="-128"/>
                <a:cs typeface="Microsoft JhengHei"/>
              </a:rPr>
              <a:t>人生是一场⻢拉松</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27" name="文本框 126"/>
          <p:cNvSpPr txBox="1"/>
          <p:nvPr/>
        </p:nvSpPr>
        <p:spPr>
          <a:xfrm>
            <a:off x="4970849" y="4691122"/>
            <a:ext cx="1270341" cy="229870"/>
          </a:xfrm>
          <a:prstGeom prst="rect">
            <a:avLst/>
          </a:prstGeom>
          <a:noFill/>
        </p:spPr>
        <p:txBody>
          <a:bodyPr wrap="square">
            <a:spAutoFit/>
          </a:bodyPr>
          <a:lstStyle/>
          <a:p>
            <a:pPr marL="168910">
              <a:spcBef>
                <a:spcPts val="250"/>
              </a:spcBef>
            </a:pPr>
            <a:r>
              <a:rPr lang="zh-CN" altLang="en-US" sz="900" b="1" spc="-10" dirty="0">
                <a:solidFill>
                  <a:srgbClr val="FFFFFF"/>
                </a:solidFill>
                <a:latin typeface="江城圆体 600W" panose="020B0800000000000000" pitchFamily="34" charset="-128"/>
                <a:ea typeface="江城圆体 600W" panose="020B0800000000000000" pitchFamily="34" charset="-128"/>
                <a:cs typeface="Microsoft JhengHei"/>
              </a:rPr>
              <a:t>你和社会的关系</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29" name="文本框 128"/>
          <p:cNvSpPr txBox="1"/>
          <p:nvPr/>
        </p:nvSpPr>
        <p:spPr>
          <a:xfrm>
            <a:off x="3501442" y="4705350"/>
            <a:ext cx="1270341" cy="229870"/>
          </a:xfrm>
          <a:prstGeom prst="rect">
            <a:avLst/>
          </a:prstGeom>
          <a:noFill/>
        </p:spPr>
        <p:txBody>
          <a:bodyPr wrap="square">
            <a:spAutoFit/>
          </a:bodyPr>
          <a:lstStyle/>
          <a:p>
            <a:pPr marL="245110">
              <a:spcBef>
                <a:spcPts val="250"/>
              </a:spcBef>
            </a:pPr>
            <a:r>
              <a:rPr lang="zh-CN" altLang="en-US" sz="900" b="1" spc="-10" dirty="0">
                <a:solidFill>
                  <a:srgbClr val="FFFFFF"/>
                </a:solidFill>
                <a:latin typeface="江城圆体 600W" panose="020B0800000000000000" pitchFamily="34" charset="-128"/>
                <a:ea typeface="江城圆体 600W" panose="020B0800000000000000" pitchFamily="34" charset="-128"/>
                <a:cs typeface="Microsoft JhengHei"/>
              </a:rPr>
              <a:t>你不是工作机器</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30" name="文本框 129"/>
          <p:cNvSpPr txBox="1"/>
          <p:nvPr/>
        </p:nvSpPr>
        <p:spPr>
          <a:xfrm>
            <a:off x="2082460" y="4697540"/>
            <a:ext cx="1270341" cy="229870"/>
          </a:xfrm>
          <a:prstGeom prst="rect">
            <a:avLst/>
          </a:prstGeom>
          <a:noFill/>
        </p:spPr>
        <p:txBody>
          <a:bodyPr wrap="square">
            <a:spAutoFit/>
          </a:bodyPr>
          <a:lstStyle/>
          <a:p>
            <a:pPr marL="381635">
              <a:spcBef>
                <a:spcPts val="250"/>
              </a:spcBef>
            </a:pPr>
            <a:r>
              <a:rPr lang="zh-CN" altLang="en-US" sz="900" b="1" spc="-10" dirty="0">
                <a:solidFill>
                  <a:srgbClr val="FFFFFF"/>
                </a:solidFill>
                <a:latin typeface="江城圆体 600W" panose="020B0800000000000000" pitchFamily="34" charset="-128"/>
                <a:ea typeface="江城圆体 600W" panose="020B0800000000000000" pitchFamily="34" charset="-128"/>
                <a:cs typeface="Microsoft JhengHei"/>
              </a:rPr>
              <a:t>小即是美</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31" name="文本框 130"/>
          <p:cNvSpPr txBox="1"/>
          <p:nvPr/>
        </p:nvSpPr>
        <p:spPr>
          <a:xfrm>
            <a:off x="465839" y="4705350"/>
            <a:ext cx="1772352" cy="229870"/>
          </a:xfrm>
          <a:prstGeom prst="rect">
            <a:avLst/>
          </a:prstGeom>
          <a:noFill/>
        </p:spPr>
        <p:txBody>
          <a:bodyPr wrap="square">
            <a:spAutoFit/>
          </a:bodyPr>
          <a:lstStyle/>
          <a:p>
            <a:pPr marL="191770">
              <a:spcBef>
                <a:spcPts val="250"/>
              </a:spcBef>
            </a:pPr>
            <a:r>
              <a:rPr lang="zh-CN" altLang="en-US" sz="900" b="1" spc="-8" dirty="0">
                <a:solidFill>
                  <a:srgbClr val="FFFFFF"/>
                </a:solidFill>
                <a:latin typeface="江城圆体 600W" panose="020B0800000000000000" pitchFamily="34" charset="-128"/>
                <a:ea typeface="江城圆体 600W" panose="020B0800000000000000" pitchFamily="34" charset="-128"/>
                <a:cs typeface="Microsoft JhengHei"/>
              </a:rPr>
              <a:t>你是谁，比你做什么更重要</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32" name="文本框 131"/>
          <p:cNvSpPr txBox="1"/>
          <p:nvPr/>
        </p:nvSpPr>
        <p:spPr>
          <a:xfrm>
            <a:off x="794094" y="5260696"/>
            <a:ext cx="1772352" cy="229870"/>
          </a:xfrm>
          <a:prstGeom prst="rect">
            <a:avLst/>
          </a:prstGeom>
          <a:noFill/>
        </p:spPr>
        <p:txBody>
          <a:bodyPr wrap="square">
            <a:spAutoFit/>
          </a:bodyPr>
          <a:lstStyle/>
          <a:p>
            <a:pPr marL="191770">
              <a:spcBef>
                <a:spcPts val="250"/>
              </a:spcBef>
            </a:pPr>
            <a:r>
              <a:rPr lang="zh-CN" altLang="en-US" sz="900" b="1" spc="-10" dirty="0">
                <a:solidFill>
                  <a:srgbClr val="FFFFFF"/>
                </a:solidFill>
                <a:latin typeface="江城圆体 600W" panose="020B0800000000000000" pitchFamily="34" charset="-128"/>
                <a:ea typeface="江城圆体 600W" panose="020B0800000000000000" pitchFamily="34" charset="-128"/>
                <a:cs typeface="Microsoft JhengHei"/>
              </a:rPr>
              <a:t>当两人成为一体</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33" name="文本框 132"/>
          <p:cNvSpPr txBox="1"/>
          <p:nvPr/>
        </p:nvSpPr>
        <p:spPr>
          <a:xfrm>
            <a:off x="3495376" y="6068368"/>
            <a:ext cx="1411207" cy="229870"/>
          </a:xfrm>
          <a:prstGeom prst="rect">
            <a:avLst/>
          </a:prstGeom>
          <a:noFill/>
        </p:spPr>
        <p:txBody>
          <a:bodyPr wrap="square">
            <a:spAutoFit/>
          </a:bodyPr>
          <a:lstStyle/>
          <a:p>
            <a:pPr marL="153035">
              <a:spcBef>
                <a:spcPts val="200"/>
              </a:spcBef>
            </a:pPr>
            <a:r>
              <a:rPr lang="zh-CN" altLang="en-US" sz="900" b="1" spc="-8" dirty="0">
                <a:solidFill>
                  <a:srgbClr val="FFFFFF"/>
                </a:solidFill>
                <a:latin typeface="江城圆体 600W" panose="020B0800000000000000" pitchFamily="34" charset="-128"/>
                <a:ea typeface="江城圆体 600W" panose="020B0800000000000000" pitchFamily="34" charset="-128"/>
                <a:cs typeface="Microsoft JhengHei"/>
              </a:rPr>
              <a:t>笨蛋，问题在于经济</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34" name="文本框 133"/>
          <p:cNvSpPr txBox="1"/>
          <p:nvPr/>
        </p:nvSpPr>
        <p:spPr>
          <a:xfrm>
            <a:off x="2053973" y="6062332"/>
            <a:ext cx="1170000" cy="229870"/>
          </a:xfrm>
          <a:prstGeom prst="rect">
            <a:avLst/>
          </a:prstGeom>
          <a:noFill/>
        </p:spPr>
        <p:txBody>
          <a:bodyPr wrap="square">
            <a:spAutoFit/>
          </a:bodyPr>
          <a:lstStyle/>
          <a:p>
            <a:pPr marL="441960">
              <a:spcBef>
                <a:spcPts val="200"/>
              </a:spcBef>
            </a:pPr>
            <a:r>
              <a:rPr lang="zh-CN" altLang="en-US" sz="900" b="1" spc="-10" dirty="0">
                <a:solidFill>
                  <a:srgbClr val="FFFFFF"/>
                </a:solidFill>
                <a:latin typeface="江城圆体 600W" panose="020B0800000000000000" pitchFamily="34" charset="-128"/>
                <a:ea typeface="江城圆体 600W" panose="020B0800000000000000" pitchFamily="34" charset="-128"/>
                <a:cs typeface="Microsoft JhengHei"/>
              </a:rPr>
              <a:t>知足常乐</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35" name="文本框 134"/>
          <p:cNvSpPr txBox="1"/>
          <p:nvPr/>
        </p:nvSpPr>
        <p:spPr>
          <a:xfrm>
            <a:off x="507751" y="6068368"/>
            <a:ext cx="1351239" cy="229870"/>
          </a:xfrm>
          <a:prstGeom prst="rect">
            <a:avLst/>
          </a:prstGeom>
          <a:noFill/>
        </p:spPr>
        <p:txBody>
          <a:bodyPr wrap="square">
            <a:spAutoFit/>
          </a:bodyPr>
          <a:lstStyle/>
          <a:p>
            <a:pPr marL="270510">
              <a:spcBef>
                <a:spcPts val="200"/>
              </a:spcBef>
            </a:pPr>
            <a:r>
              <a:rPr lang="zh-CN" altLang="en-US" sz="900" b="1" spc="-10" dirty="0">
                <a:solidFill>
                  <a:srgbClr val="FFFFFF"/>
                </a:solidFill>
                <a:latin typeface="江城圆体 600W" panose="020B0800000000000000" pitchFamily="34" charset="-128"/>
                <a:ea typeface="江城圆体 600W" panose="020B0800000000000000" pitchFamily="34" charset="-128"/>
                <a:cs typeface="Microsoft JhengHei"/>
              </a:rPr>
              <a:t>改变人生的曲线</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38" name="文本框 137"/>
          <p:cNvSpPr txBox="1"/>
          <p:nvPr/>
        </p:nvSpPr>
        <p:spPr>
          <a:xfrm>
            <a:off x="4849870" y="6068368"/>
            <a:ext cx="1400432" cy="229870"/>
          </a:xfrm>
          <a:prstGeom prst="rect">
            <a:avLst/>
          </a:prstGeom>
          <a:noFill/>
        </p:spPr>
        <p:txBody>
          <a:bodyPr wrap="square">
            <a:spAutoFit/>
          </a:bodyPr>
          <a:lstStyle/>
          <a:p>
            <a:pPr marL="102235">
              <a:spcBef>
                <a:spcPts val="200"/>
              </a:spcBef>
            </a:pPr>
            <a:r>
              <a:rPr lang="zh-CN" altLang="en-US" sz="900" b="1" dirty="0">
                <a:solidFill>
                  <a:srgbClr val="FFFFFF"/>
                </a:solidFill>
                <a:latin typeface="江城圆体 600W" panose="020B0800000000000000" pitchFamily="34" charset="-128"/>
                <a:ea typeface="江城圆体 600W" panose="020B0800000000000000" pitchFamily="34" charset="-128"/>
                <a:cs typeface="Microsoft JhengHei"/>
              </a:rPr>
              <a:t>「我们」总是能打败「我」</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39" name="文本框 138"/>
          <p:cNvSpPr txBox="1"/>
          <p:nvPr/>
        </p:nvSpPr>
        <p:spPr>
          <a:xfrm>
            <a:off x="4870728" y="7442200"/>
            <a:ext cx="1400432" cy="229870"/>
          </a:xfrm>
          <a:prstGeom prst="rect">
            <a:avLst/>
          </a:prstGeom>
          <a:noFill/>
        </p:spPr>
        <p:txBody>
          <a:bodyPr wrap="square">
            <a:spAutoFit/>
          </a:bodyPr>
          <a:lstStyle/>
          <a:p>
            <a:pPr marL="387985">
              <a:spcBef>
                <a:spcPts val="200"/>
              </a:spcBef>
            </a:pPr>
            <a:r>
              <a:rPr lang="zh-CN" altLang="en-US" sz="900" b="1" spc="-10" dirty="0">
                <a:solidFill>
                  <a:srgbClr val="FFFFFF"/>
                </a:solidFill>
                <a:latin typeface="江城圆体 600W" panose="020B0800000000000000" pitchFamily="34" charset="-128"/>
                <a:ea typeface="江城圆体 600W" panose="020B0800000000000000" pitchFamily="34" charset="-128"/>
                <a:cs typeface="Microsoft JhengHei"/>
              </a:rPr>
              <a:t>别留下遗憾</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40" name="文本框 139"/>
          <p:cNvSpPr txBox="1"/>
          <p:nvPr/>
        </p:nvSpPr>
        <p:spPr>
          <a:xfrm>
            <a:off x="477959" y="7433618"/>
            <a:ext cx="1624390" cy="347345"/>
          </a:xfrm>
          <a:prstGeom prst="rect">
            <a:avLst/>
          </a:prstGeom>
          <a:noFill/>
        </p:spPr>
        <p:txBody>
          <a:bodyPr wrap="square">
            <a:spAutoFit/>
          </a:bodyPr>
          <a:lstStyle/>
          <a:p>
            <a:pPr marL="156210" marR="153670">
              <a:lnSpc>
                <a:spcPts val="1000"/>
              </a:lnSpc>
              <a:spcBef>
                <a:spcPts val="250"/>
              </a:spcBef>
            </a:pPr>
            <a:r>
              <a:rPr lang="zh-CN" altLang="en-US" sz="900" b="1" spc="-8" dirty="0">
                <a:solidFill>
                  <a:srgbClr val="FFFFFF"/>
                </a:solidFill>
                <a:latin typeface="江城圆体 600W" panose="020B0800000000000000" pitchFamily="34" charset="-128"/>
                <a:ea typeface="江城圆体 600W" panose="020B0800000000000000" pitchFamily="34" charset="-128"/>
                <a:cs typeface="Microsoft JhengHei"/>
              </a:rPr>
              <a:t>无法计算的，往往比可以计算的重要多了</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41" name="文本框 140"/>
          <p:cNvSpPr txBox="1"/>
          <p:nvPr/>
        </p:nvSpPr>
        <p:spPr>
          <a:xfrm>
            <a:off x="2032289" y="7445389"/>
            <a:ext cx="1270341" cy="229870"/>
          </a:xfrm>
          <a:prstGeom prst="rect">
            <a:avLst/>
          </a:prstGeom>
          <a:noFill/>
        </p:spPr>
        <p:txBody>
          <a:bodyPr wrap="square">
            <a:spAutoFit/>
          </a:bodyPr>
          <a:lstStyle/>
          <a:p>
            <a:pPr marL="320675">
              <a:spcBef>
                <a:spcPts val="200"/>
              </a:spcBef>
            </a:pPr>
            <a:r>
              <a:rPr lang="zh-CN" altLang="en-US" sz="900" b="1" spc="-5" dirty="0">
                <a:solidFill>
                  <a:srgbClr val="FFFFFF"/>
                </a:solidFill>
                <a:latin typeface="江城圆体 600W" panose="020B0800000000000000" pitchFamily="34" charset="-128"/>
                <a:ea typeface="江城圆体 600W" panose="020B0800000000000000" pitchFamily="34" charset="-128"/>
                <a:cs typeface="Microsoft JhengHei"/>
              </a:rPr>
              <a:t>人生最后</a:t>
            </a:r>
            <a:r>
              <a:rPr lang="en-US" altLang="zh-CN" sz="900" b="1" spc="-5" dirty="0">
                <a:solidFill>
                  <a:srgbClr val="FFFFFF"/>
                </a:solidFill>
                <a:latin typeface="江城圆体 600W" panose="020B0800000000000000" pitchFamily="34" charset="-128"/>
                <a:ea typeface="江城圆体 600W" panose="020B0800000000000000" pitchFamily="34" charset="-128"/>
                <a:cs typeface="Microsoft JhengHei"/>
              </a:rPr>
              <a:t>25</a:t>
            </a:r>
            <a:r>
              <a:rPr lang="zh-CN" altLang="en-US" sz="900" b="1" spc="-25" dirty="0">
                <a:solidFill>
                  <a:srgbClr val="FFFFFF"/>
                </a:solidFill>
                <a:latin typeface="江城圆体 600W" panose="020B0800000000000000" pitchFamily="34" charset="-128"/>
                <a:ea typeface="江城圆体 600W" panose="020B0800000000000000" pitchFamily="34" charset="-128"/>
                <a:cs typeface="Microsoft JhengHei"/>
              </a:rPr>
              <a:t>年</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42" name="文本框 141"/>
          <p:cNvSpPr txBox="1"/>
          <p:nvPr/>
        </p:nvSpPr>
        <p:spPr>
          <a:xfrm>
            <a:off x="3491151" y="7435850"/>
            <a:ext cx="1270341" cy="229870"/>
          </a:xfrm>
          <a:prstGeom prst="rect">
            <a:avLst/>
          </a:prstGeom>
          <a:noFill/>
        </p:spPr>
        <p:txBody>
          <a:bodyPr wrap="square">
            <a:spAutoFit/>
          </a:bodyPr>
          <a:lstStyle/>
          <a:p>
            <a:pPr marL="273685">
              <a:spcBef>
                <a:spcPts val="200"/>
              </a:spcBef>
            </a:pPr>
            <a:r>
              <a:rPr lang="zh-CN" altLang="en-US" sz="900" b="1" spc="-10" dirty="0">
                <a:solidFill>
                  <a:srgbClr val="FFFFFF"/>
                </a:solidFill>
                <a:latin typeface="江城圆体 600W" panose="020B0800000000000000" pitchFamily="34" charset="-128"/>
                <a:ea typeface="江城圆体 600W" panose="020B0800000000000000" pitchFamily="34" charset="-128"/>
                <a:cs typeface="Microsoft JhengHei"/>
              </a:rPr>
              <a:t>你是独一无二的</a:t>
            </a:r>
            <a:endParaRPr lang="zh-CN" altLang="en-US" sz="900" b="1" dirty="0">
              <a:latin typeface="江城圆体 600W" panose="020B0800000000000000" pitchFamily="34" charset="-128"/>
              <a:ea typeface="江城圆体 600W" panose="020B0800000000000000" pitchFamily="34" charset="-128"/>
              <a:cs typeface="Microsoft JhengHei"/>
            </a:endParaRPr>
          </a:p>
        </p:txBody>
      </p:sp>
      <p:sp>
        <p:nvSpPr>
          <p:cNvPr id="143" name="object 37"/>
          <p:cNvSpPr txBox="1"/>
          <p:nvPr/>
        </p:nvSpPr>
        <p:spPr>
          <a:xfrm>
            <a:off x="755363" y="5299384"/>
            <a:ext cx="246566" cy="144780"/>
          </a:xfrm>
          <a:prstGeom prst="rect">
            <a:avLst/>
          </a:prstGeom>
        </p:spPr>
        <p:txBody>
          <a:bodyPr vert="horz" wrap="square" lIns="0" tIns="6350" rIns="0" bIns="0" rtlCol="0">
            <a:spAutoFit/>
          </a:bodyPr>
          <a:lstStyle/>
          <a:p>
            <a:pPr marL="6350">
              <a:spcBef>
                <a:spcPts val="50"/>
              </a:spcBef>
            </a:pPr>
            <a:r>
              <a:rPr lang="en-US" altLang="zh-CN" sz="9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17</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grpSp>
        <p:nvGrpSpPr>
          <p:cNvPr id="128" name="组合 127"/>
          <p:cNvGrpSpPr/>
          <p:nvPr/>
        </p:nvGrpSpPr>
        <p:grpSpPr>
          <a:xfrm>
            <a:off x="500345" y="2191957"/>
            <a:ext cx="5758965" cy="6381393"/>
            <a:chOff x="1122511" y="4394200"/>
            <a:chExt cx="6903823" cy="7649988"/>
          </a:xfrm>
        </p:grpSpPr>
        <p:pic>
          <p:nvPicPr>
            <p:cNvPr id="6" name="object 2"/>
            <p:cNvPicPr/>
            <p:nvPr/>
          </p:nvPicPr>
          <p:blipFill>
            <a:blip r:embed="rId3" cstate="screen"/>
            <a:stretch>
              <a:fillRect/>
            </a:stretch>
          </p:blipFill>
          <p:spPr>
            <a:xfrm>
              <a:off x="1283935" y="11210790"/>
              <a:ext cx="1487294" cy="833398"/>
            </a:xfrm>
            <a:prstGeom prst="rect">
              <a:avLst/>
            </a:prstGeom>
          </p:spPr>
        </p:pic>
        <p:pic>
          <p:nvPicPr>
            <p:cNvPr id="75" name="object 65"/>
            <p:cNvPicPr/>
            <p:nvPr/>
          </p:nvPicPr>
          <p:blipFill>
            <a:blip r:embed="rId4" cstate="screen"/>
            <a:stretch>
              <a:fillRect/>
            </a:stretch>
          </p:blipFill>
          <p:spPr>
            <a:xfrm>
              <a:off x="4993688" y="9381013"/>
              <a:ext cx="1325488" cy="974920"/>
            </a:xfrm>
            <a:prstGeom prst="rect">
              <a:avLst/>
            </a:prstGeom>
          </p:spPr>
        </p:pic>
        <p:pic>
          <p:nvPicPr>
            <p:cNvPr id="77" name="object 94"/>
            <p:cNvPicPr/>
            <p:nvPr/>
          </p:nvPicPr>
          <p:blipFill>
            <a:blip r:embed="rId5" cstate="screen"/>
            <a:stretch>
              <a:fillRect/>
            </a:stretch>
          </p:blipFill>
          <p:spPr>
            <a:xfrm>
              <a:off x="3348328" y="9357328"/>
              <a:ext cx="983787" cy="967057"/>
            </a:xfrm>
            <a:prstGeom prst="rect">
              <a:avLst/>
            </a:prstGeom>
          </p:spPr>
        </p:pic>
        <p:pic>
          <p:nvPicPr>
            <p:cNvPr id="79" name="object 99"/>
            <p:cNvPicPr/>
            <p:nvPr/>
          </p:nvPicPr>
          <p:blipFill>
            <a:blip r:embed="rId6" cstate="screen"/>
            <a:stretch>
              <a:fillRect/>
            </a:stretch>
          </p:blipFill>
          <p:spPr>
            <a:xfrm>
              <a:off x="3227479" y="7741554"/>
              <a:ext cx="1295902" cy="959194"/>
            </a:xfrm>
            <a:prstGeom prst="rect">
              <a:avLst/>
            </a:prstGeom>
          </p:spPr>
        </p:pic>
        <p:pic>
          <p:nvPicPr>
            <p:cNvPr id="80" name="object 100"/>
            <p:cNvPicPr/>
            <p:nvPr/>
          </p:nvPicPr>
          <p:blipFill>
            <a:blip r:embed="rId7" cstate="screen"/>
            <a:stretch>
              <a:fillRect/>
            </a:stretch>
          </p:blipFill>
          <p:spPr>
            <a:xfrm>
              <a:off x="1473974" y="4394200"/>
              <a:ext cx="1424768" cy="1053311"/>
            </a:xfrm>
            <a:prstGeom prst="rect">
              <a:avLst/>
            </a:prstGeom>
          </p:spPr>
        </p:pic>
        <p:pic>
          <p:nvPicPr>
            <p:cNvPr id="81" name="object 101"/>
            <p:cNvPicPr/>
            <p:nvPr/>
          </p:nvPicPr>
          <p:blipFill>
            <a:blip r:embed="rId8" cstate="screen"/>
            <a:stretch>
              <a:fillRect/>
            </a:stretch>
          </p:blipFill>
          <p:spPr>
            <a:xfrm>
              <a:off x="3019144" y="4421988"/>
              <a:ext cx="1642156" cy="1077787"/>
            </a:xfrm>
            <a:prstGeom prst="rect">
              <a:avLst/>
            </a:prstGeom>
          </p:spPr>
        </p:pic>
        <p:pic>
          <p:nvPicPr>
            <p:cNvPr id="82" name="object 102"/>
            <p:cNvPicPr/>
            <p:nvPr/>
          </p:nvPicPr>
          <p:blipFill>
            <a:blip r:embed="rId9" cstate="screen"/>
            <a:stretch>
              <a:fillRect/>
            </a:stretch>
          </p:blipFill>
          <p:spPr>
            <a:xfrm>
              <a:off x="5106331" y="4437863"/>
              <a:ext cx="1017920" cy="959194"/>
            </a:xfrm>
            <a:prstGeom prst="rect">
              <a:avLst/>
            </a:prstGeom>
          </p:spPr>
        </p:pic>
        <p:pic>
          <p:nvPicPr>
            <p:cNvPr id="83" name="object 103"/>
            <p:cNvPicPr/>
            <p:nvPr/>
          </p:nvPicPr>
          <p:blipFill>
            <a:blip r:embed="rId10" cstate="screen"/>
            <a:stretch>
              <a:fillRect/>
            </a:stretch>
          </p:blipFill>
          <p:spPr>
            <a:xfrm>
              <a:off x="6633046" y="4446905"/>
              <a:ext cx="1239592" cy="888272"/>
            </a:xfrm>
            <a:prstGeom prst="rect">
              <a:avLst/>
            </a:prstGeom>
          </p:spPr>
        </p:pic>
        <p:pic>
          <p:nvPicPr>
            <p:cNvPr id="84" name="object 104"/>
            <p:cNvPicPr/>
            <p:nvPr/>
          </p:nvPicPr>
          <p:blipFill>
            <a:blip r:embed="rId11" cstate="screen"/>
            <a:stretch>
              <a:fillRect/>
            </a:stretch>
          </p:blipFill>
          <p:spPr>
            <a:xfrm>
              <a:off x="1428226" y="6080645"/>
              <a:ext cx="1430896" cy="973109"/>
            </a:xfrm>
            <a:prstGeom prst="rect">
              <a:avLst/>
            </a:prstGeom>
          </p:spPr>
        </p:pic>
        <p:pic>
          <p:nvPicPr>
            <p:cNvPr id="85" name="object 105"/>
            <p:cNvPicPr/>
            <p:nvPr/>
          </p:nvPicPr>
          <p:blipFill>
            <a:blip r:embed="rId12" cstate="screen"/>
            <a:stretch>
              <a:fillRect/>
            </a:stretch>
          </p:blipFill>
          <p:spPr>
            <a:xfrm>
              <a:off x="3279084" y="6094332"/>
              <a:ext cx="1233636" cy="941864"/>
            </a:xfrm>
            <a:prstGeom prst="rect">
              <a:avLst/>
            </a:prstGeom>
          </p:spPr>
        </p:pic>
        <p:pic>
          <p:nvPicPr>
            <p:cNvPr id="86" name="object 106"/>
            <p:cNvPicPr/>
            <p:nvPr/>
          </p:nvPicPr>
          <p:blipFill>
            <a:blip r:embed="rId13" cstate="screen"/>
            <a:stretch>
              <a:fillRect/>
            </a:stretch>
          </p:blipFill>
          <p:spPr>
            <a:xfrm>
              <a:off x="5049766" y="6067776"/>
              <a:ext cx="1131049" cy="998505"/>
            </a:xfrm>
            <a:prstGeom prst="rect">
              <a:avLst/>
            </a:prstGeom>
          </p:spPr>
        </p:pic>
        <p:pic>
          <p:nvPicPr>
            <p:cNvPr id="87" name="object 107"/>
            <p:cNvPicPr/>
            <p:nvPr/>
          </p:nvPicPr>
          <p:blipFill>
            <a:blip r:embed="rId14" cstate="screen"/>
            <a:stretch>
              <a:fillRect/>
            </a:stretch>
          </p:blipFill>
          <p:spPr>
            <a:xfrm>
              <a:off x="6633046" y="6120159"/>
              <a:ext cx="1286803" cy="943470"/>
            </a:xfrm>
            <a:prstGeom prst="rect">
              <a:avLst/>
            </a:prstGeom>
          </p:spPr>
        </p:pic>
        <p:pic>
          <p:nvPicPr>
            <p:cNvPr id="88" name="object 108"/>
            <p:cNvPicPr/>
            <p:nvPr/>
          </p:nvPicPr>
          <p:blipFill>
            <a:blip r:embed="rId15" cstate="screen"/>
            <a:stretch>
              <a:fillRect/>
            </a:stretch>
          </p:blipFill>
          <p:spPr>
            <a:xfrm>
              <a:off x="1179463" y="7739652"/>
              <a:ext cx="2000990" cy="243730"/>
            </a:xfrm>
            <a:prstGeom prst="rect">
              <a:avLst/>
            </a:prstGeom>
          </p:spPr>
        </p:pic>
        <p:pic>
          <p:nvPicPr>
            <p:cNvPr id="89" name="object 109"/>
            <p:cNvPicPr/>
            <p:nvPr/>
          </p:nvPicPr>
          <p:blipFill>
            <a:blip r:embed="rId16" cstate="screen"/>
            <a:stretch>
              <a:fillRect/>
            </a:stretch>
          </p:blipFill>
          <p:spPr>
            <a:xfrm>
              <a:off x="4842313" y="7776805"/>
              <a:ext cx="1531500" cy="864847"/>
            </a:xfrm>
            <a:prstGeom prst="rect">
              <a:avLst/>
            </a:prstGeom>
          </p:spPr>
        </p:pic>
        <p:pic>
          <p:nvPicPr>
            <p:cNvPr id="90" name="object 110"/>
            <p:cNvPicPr/>
            <p:nvPr/>
          </p:nvPicPr>
          <p:blipFill>
            <a:blip r:embed="rId17" cstate="screen"/>
            <a:stretch>
              <a:fillRect/>
            </a:stretch>
          </p:blipFill>
          <p:spPr>
            <a:xfrm>
              <a:off x="6771437" y="7716441"/>
              <a:ext cx="943469" cy="943469"/>
            </a:xfrm>
            <a:prstGeom prst="rect">
              <a:avLst/>
            </a:prstGeom>
          </p:spPr>
        </p:pic>
        <p:pic>
          <p:nvPicPr>
            <p:cNvPr id="91" name="object 111"/>
            <p:cNvPicPr/>
            <p:nvPr/>
          </p:nvPicPr>
          <p:blipFill>
            <a:blip r:embed="rId18" cstate="screen"/>
            <a:stretch>
              <a:fillRect/>
            </a:stretch>
          </p:blipFill>
          <p:spPr>
            <a:xfrm>
              <a:off x="1441484" y="9366790"/>
              <a:ext cx="1181367" cy="935609"/>
            </a:xfrm>
            <a:prstGeom prst="rect">
              <a:avLst/>
            </a:prstGeom>
          </p:spPr>
        </p:pic>
        <p:pic>
          <p:nvPicPr>
            <p:cNvPr id="92" name="object 112"/>
            <p:cNvPicPr/>
            <p:nvPr/>
          </p:nvPicPr>
          <p:blipFill>
            <a:blip r:embed="rId19" cstate="screen"/>
            <a:stretch>
              <a:fillRect/>
            </a:stretch>
          </p:blipFill>
          <p:spPr>
            <a:xfrm>
              <a:off x="6424127" y="9509779"/>
              <a:ext cx="1602207" cy="770500"/>
            </a:xfrm>
            <a:prstGeom prst="rect">
              <a:avLst/>
            </a:prstGeom>
          </p:spPr>
        </p:pic>
        <p:pic>
          <p:nvPicPr>
            <p:cNvPr id="93" name="object 113"/>
            <p:cNvPicPr/>
            <p:nvPr/>
          </p:nvPicPr>
          <p:blipFill>
            <a:blip r:embed="rId20" cstate="screen"/>
            <a:stretch>
              <a:fillRect/>
            </a:stretch>
          </p:blipFill>
          <p:spPr>
            <a:xfrm>
              <a:off x="1122511" y="8405568"/>
              <a:ext cx="2093502" cy="228005"/>
            </a:xfrm>
            <a:prstGeom prst="rect">
              <a:avLst/>
            </a:prstGeom>
          </p:spPr>
        </p:pic>
        <p:pic>
          <p:nvPicPr>
            <p:cNvPr id="97" name="object 114"/>
            <p:cNvPicPr/>
            <p:nvPr/>
          </p:nvPicPr>
          <p:blipFill>
            <a:blip r:embed="rId21" cstate="screen"/>
            <a:stretch>
              <a:fillRect/>
            </a:stretch>
          </p:blipFill>
          <p:spPr>
            <a:xfrm>
              <a:off x="3050263" y="11220479"/>
              <a:ext cx="1583475" cy="707602"/>
            </a:xfrm>
            <a:prstGeom prst="rect">
              <a:avLst/>
            </a:prstGeom>
          </p:spPr>
        </p:pic>
        <p:pic>
          <p:nvPicPr>
            <p:cNvPr id="98" name="object 115"/>
            <p:cNvPicPr/>
            <p:nvPr/>
          </p:nvPicPr>
          <p:blipFill>
            <a:blip r:embed="rId22" cstate="screen"/>
            <a:stretch>
              <a:fillRect/>
            </a:stretch>
          </p:blipFill>
          <p:spPr>
            <a:xfrm>
              <a:off x="5113749" y="11114461"/>
              <a:ext cx="912020" cy="912020"/>
            </a:xfrm>
            <a:prstGeom prst="rect">
              <a:avLst/>
            </a:prstGeom>
          </p:spPr>
        </p:pic>
        <p:pic>
          <p:nvPicPr>
            <p:cNvPr id="117" name="object 116"/>
            <p:cNvPicPr/>
            <p:nvPr/>
          </p:nvPicPr>
          <p:blipFill>
            <a:blip r:embed="rId23" cstate="screen"/>
            <a:stretch>
              <a:fillRect/>
            </a:stretch>
          </p:blipFill>
          <p:spPr>
            <a:xfrm>
              <a:off x="6719355" y="11064471"/>
              <a:ext cx="945960" cy="974918"/>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
        <p:nvSpPr>
          <p:cNvPr id="3" name="object 3"/>
          <p:cNvSpPr txBox="1"/>
          <p:nvPr/>
        </p:nvSpPr>
        <p:spPr>
          <a:xfrm>
            <a:off x="4555789" y="3362116"/>
            <a:ext cx="279400" cy="270510"/>
          </a:xfrm>
          <a:prstGeom prst="rect">
            <a:avLst/>
          </a:prstGeom>
        </p:spPr>
        <p:txBody>
          <a:bodyPr vert="horz" wrap="square" lIns="0" tIns="6350" rIns="0" bIns="0" rtlCol="0">
            <a:spAutoFit/>
          </a:bodyPr>
          <a:lstStyle/>
          <a:p>
            <a:pPr marL="6350">
              <a:lnSpc>
                <a:spcPts val="1180"/>
              </a:lnSpc>
              <a:spcBef>
                <a:spcPts val="50"/>
              </a:spcBef>
            </a:pPr>
            <a:r>
              <a:rPr sz="1050" spc="-1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时间</a:t>
            </a:r>
            <a:endParaRPr sz="1050" dirty="0">
              <a:latin typeface="江城圆体 400W" panose="020B0800000000000000" pitchFamily="34" charset="-128"/>
              <a:ea typeface="江城圆体 400W" panose="020B0800000000000000" pitchFamily="34" charset="-128"/>
              <a:cs typeface="微软雅黑" panose="020B0503020204020204" charset="-122"/>
            </a:endParaRPr>
          </a:p>
          <a:p>
            <a:pPr marL="13970">
              <a:lnSpc>
                <a:spcPts val="880"/>
              </a:lnSpc>
            </a:pPr>
            <a:r>
              <a:rPr sz="80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Time</a:t>
            </a:r>
            <a:endParaRPr sz="800" dirty="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4" name="object 4"/>
          <p:cNvSpPr txBox="1"/>
          <p:nvPr/>
        </p:nvSpPr>
        <p:spPr>
          <a:xfrm>
            <a:off x="3802717" y="3508166"/>
            <a:ext cx="420370" cy="144780"/>
          </a:xfrm>
          <a:prstGeom prst="rect">
            <a:avLst/>
          </a:prstGeom>
        </p:spPr>
        <p:txBody>
          <a:bodyPr vert="horz" wrap="square" lIns="0" tIns="6350" rIns="0" bIns="0" rtlCol="0">
            <a:spAutoFit/>
          </a:bodyPr>
          <a:lstStyle/>
          <a:p>
            <a:pPr marL="6350">
              <a:spcBef>
                <a:spcPts val="50"/>
              </a:spcBef>
            </a:pPr>
            <a:r>
              <a:rPr sz="900" spc="-5" dirty="0">
                <a:solidFill>
                  <a:srgbClr val="212121"/>
                </a:solidFill>
                <a:latin typeface="宋体" panose="02010600030101010101" pitchFamily="2" charset="-122"/>
                <a:cs typeface="宋体" panose="02010600030101010101" pitchFamily="2" charset="-122"/>
              </a:rPr>
              <a:t>Present</a:t>
            </a:r>
            <a:endParaRPr sz="900">
              <a:latin typeface="宋体" panose="02010600030101010101" pitchFamily="2" charset="-122"/>
              <a:cs typeface="宋体" panose="02010600030101010101" pitchFamily="2" charset="-122"/>
            </a:endParaRPr>
          </a:p>
        </p:txBody>
      </p:sp>
      <p:grpSp>
        <p:nvGrpSpPr>
          <p:cNvPr id="5" name="object 5"/>
          <p:cNvGrpSpPr/>
          <p:nvPr/>
        </p:nvGrpSpPr>
        <p:grpSpPr>
          <a:xfrm>
            <a:off x="1972921" y="1788258"/>
            <a:ext cx="2498408" cy="1932940"/>
            <a:chOff x="3945842" y="3576516"/>
            <a:chExt cx="4996815" cy="3865879"/>
          </a:xfrm>
        </p:grpSpPr>
        <p:sp>
          <p:nvSpPr>
            <p:cNvPr id="6" name="object 6"/>
            <p:cNvSpPr/>
            <p:nvPr/>
          </p:nvSpPr>
          <p:spPr>
            <a:xfrm>
              <a:off x="3945842" y="6781109"/>
              <a:ext cx="4996815" cy="431800"/>
            </a:xfrm>
            <a:custGeom>
              <a:avLst/>
              <a:gdLst/>
              <a:ahLst/>
              <a:cxnLst/>
              <a:rect l="l" t="t" r="r" b="b"/>
              <a:pathLst>
                <a:path w="4996815" h="431800">
                  <a:moveTo>
                    <a:pt x="4594266" y="0"/>
                  </a:moveTo>
                  <a:lnTo>
                    <a:pt x="4590268" y="0"/>
                  </a:lnTo>
                  <a:lnTo>
                    <a:pt x="4588346" y="69"/>
                  </a:lnTo>
                  <a:lnTo>
                    <a:pt x="4564503" y="177808"/>
                  </a:lnTo>
                  <a:lnTo>
                    <a:pt x="38100" y="177800"/>
                  </a:lnTo>
                  <a:lnTo>
                    <a:pt x="23269" y="180794"/>
                  </a:lnTo>
                  <a:lnTo>
                    <a:pt x="11159" y="188959"/>
                  </a:lnTo>
                  <a:lnTo>
                    <a:pt x="2994" y="201069"/>
                  </a:lnTo>
                  <a:lnTo>
                    <a:pt x="0" y="215900"/>
                  </a:lnTo>
                  <a:lnTo>
                    <a:pt x="2994" y="230729"/>
                  </a:lnTo>
                  <a:lnTo>
                    <a:pt x="11159" y="242840"/>
                  </a:lnTo>
                  <a:lnTo>
                    <a:pt x="23269" y="251005"/>
                  </a:lnTo>
                  <a:lnTo>
                    <a:pt x="38100" y="254000"/>
                  </a:lnTo>
                  <a:lnTo>
                    <a:pt x="4564503" y="253996"/>
                  </a:lnTo>
                  <a:lnTo>
                    <a:pt x="4564512" y="410034"/>
                  </a:lnTo>
                  <a:lnTo>
                    <a:pt x="4591914" y="431747"/>
                  </a:lnTo>
                  <a:lnTo>
                    <a:pt x="4601787" y="429074"/>
                  </a:lnTo>
                  <a:lnTo>
                    <a:pt x="4987052" y="236442"/>
                  </a:lnTo>
                  <a:lnTo>
                    <a:pt x="4991093" y="232399"/>
                  </a:lnTo>
                  <a:lnTo>
                    <a:pt x="4993586" y="227415"/>
                  </a:lnTo>
                  <a:lnTo>
                    <a:pt x="4996259" y="217542"/>
                  </a:lnTo>
                  <a:lnTo>
                    <a:pt x="4994983" y="207751"/>
                  </a:lnTo>
                  <a:lnTo>
                    <a:pt x="4990129" y="199152"/>
                  </a:lnTo>
                  <a:lnTo>
                    <a:pt x="4982067" y="192858"/>
                  </a:lnTo>
                  <a:lnTo>
                    <a:pt x="4598211" y="930"/>
                  </a:lnTo>
                  <a:lnTo>
                    <a:pt x="4594266" y="0"/>
                  </a:lnTo>
                  <a:close/>
                </a:path>
              </a:pathLst>
            </a:custGeom>
            <a:solidFill>
              <a:srgbClr val="212121"/>
            </a:solidFill>
          </p:spPr>
          <p:txBody>
            <a:bodyPr wrap="square" lIns="0" tIns="0" rIns="0" bIns="0" rtlCol="0"/>
            <a:lstStyle/>
            <a:p>
              <a:endParaRPr sz="900"/>
            </a:p>
          </p:txBody>
        </p:sp>
        <p:sp>
          <p:nvSpPr>
            <p:cNvPr id="7" name="object 7"/>
            <p:cNvSpPr/>
            <p:nvPr/>
          </p:nvSpPr>
          <p:spPr>
            <a:xfrm>
              <a:off x="4461448" y="4768650"/>
              <a:ext cx="3559175" cy="635"/>
            </a:xfrm>
            <a:custGeom>
              <a:avLst/>
              <a:gdLst/>
              <a:ahLst/>
              <a:cxnLst/>
              <a:rect l="l" t="t" r="r" b="b"/>
              <a:pathLst>
                <a:path w="3559175" h="635">
                  <a:moveTo>
                    <a:pt x="0" y="0"/>
                  </a:moveTo>
                  <a:lnTo>
                    <a:pt x="3558601" y="200"/>
                  </a:lnTo>
                </a:path>
              </a:pathLst>
            </a:custGeom>
            <a:ln w="38100">
              <a:solidFill>
                <a:srgbClr val="212121"/>
              </a:solidFill>
              <a:prstDash val="dash"/>
            </a:ln>
          </p:spPr>
          <p:txBody>
            <a:bodyPr wrap="square" lIns="0" tIns="0" rIns="0" bIns="0" rtlCol="0"/>
            <a:lstStyle/>
            <a:p>
              <a:endParaRPr sz="900"/>
            </a:p>
          </p:txBody>
        </p:sp>
        <p:sp>
          <p:nvSpPr>
            <p:cNvPr id="8" name="object 8"/>
            <p:cNvSpPr/>
            <p:nvPr/>
          </p:nvSpPr>
          <p:spPr>
            <a:xfrm>
              <a:off x="8021668" y="4806750"/>
              <a:ext cx="0" cy="2228850"/>
            </a:xfrm>
            <a:custGeom>
              <a:avLst/>
              <a:gdLst/>
              <a:ahLst/>
              <a:cxnLst/>
              <a:rect l="l" t="t" r="r" b="b"/>
              <a:pathLst>
                <a:path h="2228850">
                  <a:moveTo>
                    <a:pt x="0" y="0"/>
                  </a:moveTo>
                  <a:lnTo>
                    <a:pt x="0" y="2228358"/>
                  </a:lnTo>
                </a:path>
              </a:pathLst>
            </a:custGeom>
            <a:ln w="38100">
              <a:solidFill>
                <a:srgbClr val="212121"/>
              </a:solidFill>
              <a:prstDash val="dash"/>
            </a:ln>
          </p:spPr>
          <p:txBody>
            <a:bodyPr wrap="square" lIns="0" tIns="0" rIns="0" bIns="0" rtlCol="0"/>
            <a:lstStyle/>
            <a:p>
              <a:endParaRPr sz="900"/>
            </a:p>
          </p:txBody>
        </p:sp>
        <p:sp>
          <p:nvSpPr>
            <p:cNvPr id="9" name="object 9"/>
            <p:cNvSpPr/>
            <p:nvPr/>
          </p:nvSpPr>
          <p:spPr>
            <a:xfrm>
              <a:off x="4227570" y="3576516"/>
              <a:ext cx="431800" cy="3865879"/>
            </a:xfrm>
            <a:custGeom>
              <a:avLst/>
              <a:gdLst/>
              <a:ahLst/>
              <a:cxnLst/>
              <a:rect l="l" t="t" r="r" b="b"/>
              <a:pathLst>
                <a:path w="431800" h="3865879">
                  <a:moveTo>
                    <a:pt x="214163" y="0"/>
                  </a:moveTo>
                  <a:lnTo>
                    <a:pt x="2672" y="394494"/>
                  </a:lnTo>
                  <a:lnTo>
                    <a:pt x="0" y="404367"/>
                  </a:lnTo>
                  <a:lnTo>
                    <a:pt x="1276" y="414158"/>
                  </a:lnTo>
                  <a:lnTo>
                    <a:pt x="6131" y="422757"/>
                  </a:lnTo>
                  <a:lnTo>
                    <a:pt x="14194" y="429051"/>
                  </a:lnTo>
                  <a:lnTo>
                    <a:pt x="17771" y="430829"/>
                  </a:lnTo>
                  <a:lnTo>
                    <a:pt x="21714" y="431769"/>
                  </a:lnTo>
                  <a:lnTo>
                    <a:pt x="177755" y="431756"/>
                  </a:lnTo>
                  <a:lnTo>
                    <a:pt x="178092" y="3827260"/>
                  </a:lnTo>
                  <a:lnTo>
                    <a:pt x="181087" y="3842090"/>
                  </a:lnTo>
                  <a:lnTo>
                    <a:pt x="189253" y="3854200"/>
                  </a:lnTo>
                  <a:lnTo>
                    <a:pt x="201365" y="3862363"/>
                  </a:lnTo>
                  <a:lnTo>
                    <a:pt x="216195" y="3865356"/>
                  </a:lnTo>
                  <a:lnTo>
                    <a:pt x="231025" y="3862360"/>
                  </a:lnTo>
                  <a:lnTo>
                    <a:pt x="243135" y="3854194"/>
                  </a:lnTo>
                  <a:lnTo>
                    <a:pt x="251299" y="3842083"/>
                  </a:lnTo>
                  <a:lnTo>
                    <a:pt x="254292" y="3827252"/>
                  </a:lnTo>
                  <a:lnTo>
                    <a:pt x="253942" y="431743"/>
                  </a:lnTo>
                  <a:lnTo>
                    <a:pt x="405993" y="431730"/>
                  </a:lnTo>
                  <a:lnTo>
                    <a:pt x="431747" y="405962"/>
                  </a:lnTo>
                  <a:lnTo>
                    <a:pt x="431747" y="401962"/>
                  </a:lnTo>
                  <a:lnTo>
                    <a:pt x="430815" y="398025"/>
                  </a:lnTo>
                  <a:lnTo>
                    <a:pt x="238850" y="14180"/>
                  </a:lnTo>
                  <a:lnTo>
                    <a:pt x="232554" y="6124"/>
                  </a:lnTo>
                  <a:lnTo>
                    <a:pt x="223955" y="1273"/>
                  </a:lnTo>
                  <a:lnTo>
                    <a:pt x="214163" y="0"/>
                  </a:lnTo>
                  <a:close/>
                </a:path>
              </a:pathLst>
            </a:custGeom>
            <a:solidFill>
              <a:srgbClr val="212121"/>
            </a:solidFill>
          </p:spPr>
          <p:txBody>
            <a:bodyPr wrap="square" lIns="0" tIns="0" rIns="0" bIns="0" rtlCol="0"/>
            <a:lstStyle/>
            <a:p>
              <a:endParaRPr sz="900"/>
            </a:p>
          </p:txBody>
        </p:sp>
        <p:sp>
          <p:nvSpPr>
            <p:cNvPr id="10" name="object 10"/>
            <p:cNvSpPr/>
            <p:nvPr/>
          </p:nvSpPr>
          <p:spPr>
            <a:xfrm>
              <a:off x="4687501" y="3747414"/>
              <a:ext cx="3643629" cy="2899410"/>
            </a:xfrm>
            <a:custGeom>
              <a:avLst/>
              <a:gdLst/>
              <a:ahLst/>
              <a:cxnLst/>
              <a:rect l="l" t="t" r="r" b="b"/>
              <a:pathLst>
                <a:path w="3643629" h="2899409">
                  <a:moveTo>
                    <a:pt x="0" y="2874873"/>
                  </a:moveTo>
                  <a:lnTo>
                    <a:pt x="60252" y="2880290"/>
                  </a:lnTo>
                  <a:lnTo>
                    <a:pt x="119984" y="2885031"/>
                  </a:lnTo>
                  <a:lnTo>
                    <a:pt x="179196" y="2889096"/>
                  </a:lnTo>
                  <a:lnTo>
                    <a:pt x="237887" y="2892486"/>
                  </a:lnTo>
                  <a:lnTo>
                    <a:pt x="296059" y="2895199"/>
                  </a:lnTo>
                  <a:lnTo>
                    <a:pt x="353709" y="2897236"/>
                  </a:lnTo>
                  <a:lnTo>
                    <a:pt x="410840" y="2898598"/>
                  </a:lnTo>
                  <a:lnTo>
                    <a:pt x="467450" y="2899283"/>
                  </a:lnTo>
                  <a:lnTo>
                    <a:pt x="523539" y="2899293"/>
                  </a:lnTo>
                  <a:lnTo>
                    <a:pt x="579109" y="2898626"/>
                  </a:lnTo>
                  <a:lnTo>
                    <a:pt x="634158" y="2897284"/>
                  </a:lnTo>
                  <a:lnTo>
                    <a:pt x="688686" y="2895266"/>
                  </a:lnTo>
                  <a:lnTo>
                    <a:pt x="742695" y="2892572"/>
                  </a:lnTo>
                  <a:lnTo>
                    <a:pt x="796183" y="2889202"/>
                  </a:lnTo>
                  <a:lnTo>
                    <a:pt x="849150" y="2885155"/>
                  </a:lnTo>
                  <a:lnTo>
                    <a:pt x="901597" y="2880433"/>
                  </a:lnTo>
                  <a:lnTo>
                    <a:pt x="953524" y="2875035"/>
                  </a:lnTo>
                  <a:lnTo>
                    <a:pt x="1004931" y="2868962"/>
                  </a:lnTo>
                  <a:lnTo>
                    <a:pt x="1055817" y="2862212"/>
                  </a:lnTo>
                  <a:lnTo>
                    <a:pt x="1106183" y="2854786"/>
                  </a:lnTo>
                  <a:lnTo>
                    <a:pt x="1156028" y="2846684"/>
                  </a:lnTo>
                  <a:lnTo>
                    <a:pt x="1205353" y="2837907"/>
                  </a:lnTo>
                  <a:lnTo>
                    <a:pt x="1254158" y="2828453"/>
                  </a:lnTo>
                  <a:lnTo>
                    <a:pt x="1302442" y="2818323"/>
                  </a:lnTo>
                  <a:lnTo>
                    <a:pt x="1350206" y="2807518"/>
                  </a:lnTo>
                  <a:lnTo>
                    <a:pt x="1397450" y="2796037"/>
                  </a:lnTo>
                  <a:lnTo>
                    <a:pt x="1444173" y="2783879"/>
                  </a:lnTo>
                  <a:lnTo>
                    <a:pt x="1490376" y="2771046"/>
                  </a:lnTo>
                  <a:lnTo>
                    <a:pt x="1536059" y="2757537"/>
                  </a:lnTo>
                  <a:lnTo>
                    <a:pt x="1581221" y="2743352"/>
                  </a:lnTo>
                  <a:lnTo>
                    <a:pt x="1625863" y="2728490"/>
                  </a:lnTo>
                  <a:lnTo>
                    <a:pt x="1669985" y="2712953"/>
                  </a:lnTo>
                  <a:lnTo>
                    <a:pt x="1713586" y="2696740"/>
                  </a:lnTo>
                  <a:lnTo>
                    <a:pt x="1756667" y="2679852"/>
                  </a:lnTo>
                  <a:lnTo>
                    <a:pt x="1799227" y="2662287"/>
                  </a:lnTo>
                  <a:lnTo>
                    <a:pt x="1841267" y="2644046"/>
                  </a:lnTo>
                  <a:lnTo>
                    <a:pt x="1882787" y="2625129"/>
                  </a:lnTo>
                  <a:lnTo>
                    <a:pt x="1923786" y="2605536"/>
                  </a:lnTo>
                  <a:lnTo>
                    <a:pt x="1964265" y="2585268"/>
                  </a:lnTo>
                  <a:lnTo>
                    <a:pt x="2004224" y="2564323"/>
                  </a:lnTo>
                  <a:lnTo>
                    <a:pt x="2043662" y="2542703"/>
                  </a:lnTo>
                  <a:lnTo>
                    <a:pt x="2082580" y="2520406"/>
                  </a:lnTo>
                  <a:lnTo>
                    <a:pt x="2120978" y="2497434"/>
                  </a:lnTo>
                  <a:lnTo>
                    <a:pt x="2158855" y="2473786"/>
                  </a:lnTo>
                  <a:lnTo>
                    <a:pt x="2196212" y="2449462"/>
                  </a:lnTo>
                  <a:lnTo>
                    <a:pt x="2233049" y="2424461"/>
                  </a:lnTo>
                  <a:lnTo>
                    <a:pt x="2269365" y="2398785"/>
                  </a:lnTo>
                  <a:lnTo>
                    <a:pt x="2305161" y="2372433"/>
                  </a:lnTo>
                  <a:lnTo>
                    <a:pt x="2340436" y="2345405"/>
                  </a:lnTo>
                  <a:lnTo>
                    <a:pt x="2375191" y="2317701"/>
                  </a:lnTo>
                  <a:lnTo>
                    <a:pt x="2409426" y="2289322"/>
                  </a:lnTo>
                  <a:lnTo>
                    <a:pt x="2443140" y="2260266"/>
                  </a:lnTo>
                  <a:lnTo>
                    <a:pt x="2476335" y="2230534"/>
                  </a:lnTo>
                  <a:lnTo>
                    <a:pt x="2509008" y="2200127"/>
                  </a:lnTo>
                  <a:lnTo>
                    <a:pt x="2541162" y="2169043"/>
                  </a:lnTo>
                  <a:lnTo>
                    <a:pt x="2572795" y="2137283"/>
                  </a:lnTo>
                  <a:lnTo>
                    <a:pt x="2603907" y="2104848"/>
                  </a:lnTo>
                  <a:lnTo>
                    <a:pt x="2640232" y="2065827"/>
                  </a:lnTo>
                  <a:lnTo>
                    <a:pt x="2675933" y="2026600"/>
                  </a:lnTo>
                  <a:lnTo>
                    <a:pt x="2711009" y="1987168"/>
                  </a:lnTo>
                  <a:lnTo>
                    <a:pt x="2745461" y="1947530"/>
                  </a:lnTo>
                  <a:lnTo>
                    <a:pt x="2779289" y="1907686"/>
                  </a:lnTo>
                  <a:lnTo>
                    <a:pt x="2812492" y="1867638"/>
                  </a:lnTo>
                  <a:lnTo>
                    <a:pt x="2845071" y="1827383"/>
                  </a:lnTo>
                  <a:lnTo>
                    <a:pt x="2877025" y="1786923"/>
                  </a:lnTo>
                  <a:lnTo>
                    <a:pt x="2908355" y="1746258"/>
                  </a:lnTo>
                  <a:lnTo>
                    <a:pt x="2939061" y="1705387"/>
                  </a:lnTo>
                  <a:lnTo>
                    <a:pt x="2969142" y="1664310"/>
                  </a:lnTo>
                  <a:lnTo>
                    <a:pt x="2998599" y="1623028"/>
                  </a:lnTo>
                  <a:lnTo>
                    <a:pt x="3027431" y="1581541"/>
                  </a:lnTo>
                  <a:lnTo>
                    <a:pt x="3055639" y="1539848"/>
                  </a:lnTo>
                  <a:lnTo>
                    <a:pt x="3083222" y="1497949"/>
                  </a:lnTo>
                  <a:lnTo>
                    <a:pt x="3110182" y="1455845"/>
                  </a:lnTo>
                  <a:lnTo>
                    <a:pt x="3136516" y="1413536"/>
                  </a:lnTo>
                  <a:lnTo>
                    <a:pt x="3162227" y="1371020"/>
                  </a:lnTo>
                  <a:lnTo>
                    <a:pt x="3187313" y="1328300"/>
                  </a:lnTo>
                  <a:lnTo>
                    <a:pt x="3211774" y="1285374"/>
                  </a:lnTo>
                  <a:lnTo>
                    <a:pt x="3235611" y="1242242"/>
                  </a:lnTo>
                  <a:lnTo>
                    <a:pt x="3258824" y="1198905"/>
                  </a:lnTo>
                  <a:lnTo>
                    <a:pt x="3281412" y="1155362"/>
                  </a:lnTo>
                  <a:lnTo>
                    <a:pt x="3303376" y="1111614"/>
                  </a:lnTo>
                  <a:lnTo>
                    <a:pt x="3324716" y="1067660"/>
                  </a:lnTo>
                  <a:lnTo>
                    <a:pt x="3345431" y="1023501"/>
                  </a:lnTo>
                  <a:lnTo>
                    <a:pt x="3365522" y="979136"/>
                  </a:lnTo>
                  <a:lnTo>
                    <a:pt x="3384988" y="934566"/>
                  </a:lnTo>
                  <a:lnTo>
                    <a:pt x="3403830" y="889790"/>
                  </a:lnTo>
                  <a:lnTo>
                    <a:pt x="3422047" y="844808"/>
                  </a:lnTo>
                  <a:lnTo>
                    <a:pt x="3439640" y="799621"/>
                  </a:lnTo>
                  <a:lnTo>
                    <a:pt x="3456609" y="754229"/>
                  </a:lnTo>
                  <a:lnTo>
                    <a:pt x="3472953" y="708631"/>
                  </a:lnTo>
                  <a:lnTo>
                    <a:pt x="3488673" y="662828"/>
                  </a:lnTo>
                  <a:lnTo>
                    <a:pt x="3503769" y="616819"/>
                  </a:lnTo>
                  <a:lnTo>
                    <a:pt x="3518240" y="570604"/>
                  </a:lnTo>
                  <a:lnTo>
                    <a:pt x="3532086" y="524184"/>
                  </a:lnTo>
                  <a:lnTo>
                    <a:pt x="3545309" y="477559"/>
                  </a:lnTo>
                  <a:lnTo>
                    <a:pt x="3557906" y="430728"/>
                  </a:lnTo>
                  <a:lnTo>
                    <a:pt x="3569880" y="383691"/>
                  </a:lnTo>
                  <a:lnTo>
                    <a:pt x="3581229" y="336449"/>
                  </a:lnTo>
                  <a:lnTo>
                    <a:pt x="3591954" y="289001"/>
                  </a:lnTo>
                  <a:lnTo>
                    <a:pt x="3602054" y="241348"/>
                  </a:lnTo>
                  <a:lnTo>
                    <a:pt x="3611530" y="193489"/>
                  </a:lnTo>
                  <a:lnTo>
                    <a:pt x="3620381" y="145425"/>
                  </a:lnTo>
                  <a:lnTo>
                    <a:pt x="3628608" y="97156"/>
                  </a:lnTo>
                  <a:lnTo>
                    <a:pt x="3636211" y="48680"/>
                  </a:lnTo>
                  <a:lnTo>
                    <a:pt x="3643189" y="0"/>
                  </a:lnTo>
                </a:path>
              </a:pathLst>
            </a:custGeom>
            <a:ln w="50800" cap="rnd">
              <a:solidFill>
                <a:srgbClr val="11A766"/>
              </a:solidFill>
            </a:ln>
          </p:spPr>
          <p:txBody>
            <a:bodyPr wrap="square" lIns="0" tIns="0" rIns="0" bIns="0" rtlCol="0"/>
            <a:lstStyle/>
            <a:p>
              <a:endParaRPr sz="900" dirty="0"/>
            </a:p>
          </p:txBody>
        </p:sp>
      </p:grpSp>
      <p:sp>
        <p:nvSpPr>
          <p:cNvPr id="11" name="object 11"/>
          <p:cNvSpPr txBox="1"/>
          <p:nvPr/>
        </p:nvSpPr>
        <p:spPr>
          <a:xfrm>
            <a:off x="2621786" y="2595283"/>
            <a:ext cx="1176796" cy="647065"/>
          </a:xfrm>
          <a:prstGeom prst="rect">
            <a:avLst/>
          </a:prstGeom>
        </p:spPr>
        <p:txBody>
          <a:bodyPr vert="horz" wrap="square" lIns="0" tIns="6350" rIns="0" bIns="0" rtlCol="0">
            <a:spAutoFit/>
          </a:bodyPr>
          <a:lstStyle/>
          <a:p>
            <a:pPr marL="6350" marR="2540">
              <a:lnSpc>
                <a:spcPct val="116000"/>
              </a:lnSpc>
              <a:spcBef>
                <a:spcPts val="50"/>
              </a:spcBef>
            </a:pPr>
            <a:r>
              <a:rPr sz="900" dirty="0" err="1">
                <a:solidFill>
                  <a:srgbClr val="212121"/>
                </a:solidFill>
                <a:latin typeface="PMingLiU" panose="02020500000000000000" charset="-120"/>
                <a:cs typeface="PMingLiU" panose="02020500000000000000" charset="-120"/>
              </a:rPr>
              <a:t>不稳定性</a:t>
            </a:r>
            <a:r>
              <a:rPr lang="zh-CN" altLang="en-US" sz="900" dirty="0">
                <a:solidFill>
                  <a:srgbClr val="212121"/>
                </a:solidFill>
                <a:latin typeface="PMingLiU" panose="02020500000000000000" charset="-120"/>
                <a:cs typeface="PMingLiU" panose="02020500000000000000" charset="-120"/>
              </a:rPr>
              <a:t> </a:t>
            </a:r>
            <a:r>
              <a:rPr sz="900" dirty="0" err="1">
                <a:solidFill>
                  <a:srgbClr val="11A766"/>
                </a:solidFill>
                <a:latin typeface="Arial Black" panose="020B0A04020102020204"/>
                <a:cs typeface="Arial Black" panose="020B0A04020102020204"/>
              </a:rPr>
              <a:t>V</a:t>
            </a:r>
            <a:r>
              <a:rPr sz="900" dirty="0" err="1">
                <a:solidFill>
                  <a:srgbClr val="212121"/>
                </a:solidFill>
                <a:latin typeface="宋体" panose="02010600030101010101" pitchFamily="2" charset="-122"/>
                <a:cs typeface="宋体" panose="02010600030101010101" pitchFamily="2" charset="-122"/>
              </a:rPr>
              <a:t>olatile</a:t>
            </a:r>
            <a:r>
              <a:rPr sz="900" dirty="0" err="1">
                <a:solidFill>
                  <a:srgbClr val="212121"/>
                </a:solidFill>
                <a:latin typeface="PMingLiU" panose="02020500000000000000" charset="-120"/>
                <a:cs typeface="PMingLiU" panose="02020500000000000000" charset="-120"/>
              </a:rPr>
              <a:t>，不确定性</a:t>
            </a:r>
            <a:r>
              <a:rPr lang="zh-CN" altLang="en-US" sz="900" dirty="0">
                <a:solidFill>
                  <a:srgbClr val="212121"/>
                </a:solidFill>
                <a:latin typeface="PMingLiU" panose="02020500000000000000" charset="-120"/>
                <a:cs typeface="PMingLiU" panose="02020500000000000000" charset="-120"/>
              </a:rPr>
              <a:t> </a:t>
            </a:r>
            <a:r>
              <a:rPr sz="900" dirty="0" err="1">
                <a:solidFill>
                  <a:srgbClr val="11A766"/>
                </a:solidFill>
                <a:latin typeface="Arial Black" panose="020B0A04020102020204"/>
                <a:cs typeface="Arial Black" panose="020B0A04020102020204"/>
              </a:rPr>
              <a:t>U</a:t>
            </a:r>
            <a:r>
              <a:rPr sz="900" dirty="0" err="1">
                <a:solidFill>
                  <a:srgbClr val="212121"/>
                </a:solidFill>
                <a:latin typeface="宋体" panose="02010600030101010101" pitchFamily="2" charset="-122"/>
                <a:cs typeface="宋体" panose="02010600030101010101" pitchFamily="2" charset="-122"/>
              </a:rPr>
              <a:t>ncertain</a:t>
            </a:r>
            <a:r>
              <a:rPr sz="900" dirty="0" err="1">
                <a:solidFill>
                  <a:srgbClr val="212121"/>
                </a:solidFill>
                <a:latin typeface="PMingLiU" panose="02020500000000000000" charset="-120"/>
                <a:cs typeface="PMingLiU" panose="02020500000000000000" charset="-120"/>
              </a:rPr>
              <a:t>，复杂性</a:t>
            </a:r>
            <a:r>
              <a:rPr lang="zh-CN" altLang="en-US" sz="900" dirty="0">
                <a:solidFill>
                  <a:srgbClr val="212121"/>
                </a:solidFill>
                <a:latin typeface="PMingLiU" panose="02020500000000000000" charset="-120"/>
                <a:cs typeface="PMingLiU" panose="02020500000000000000" charset="-120"/>
              </a:rPr>
              <a:t> </a:t>
            </a:r>
            <a:r>
              <a:rPr sz="900" dirty="0">
                <a:solidFill>
                  <a:srgbClr val="11A766"/>
                </a:solidFill>
                <a:latin typeface="Arial Black" panose="020B0A04020102020204"/>
                <a:cs typeface="Arial Black" panose="020B0A04020102020204"/>
              </a:rPr>
              <a:t>C</a:t>
            </a:r>
            <a:r>
              <a:rPr sz="900" dirty="0">
                <a:solidFill>
                  <a:srgbClr val="212121"/>
                </a:solidFill>
                <a:latin typeface="宋体" panose="02010600030101010101" pitchFamily="2" charset="-122"/>
                <a:cs typeface="宋体" panose="02010600030101010101" pitchFamily="2" charset="-122"/>
              </a:rPr>
              <a:t>omplex</a:t>
            </a:r>
            <a:r>
              <a:rPr sz="900" dirty="0">
                <a:solidFill>
                  <a:srgbClr val="212121"/>
                </a:solidFill>
                <a:latin typeface="PMingLiU" panose="02020500000000000000" charset="-120"/>
                <a:cs typeface="PMingLiU" panose="02020500000000000000" charset="-120"/>
              </a:rPr>
              <a:t>，</a:t>
            </a:r>
            <a:endParaRPr sz="900" dirty="0">
              <a:latin typeface="PMingLiU" panose="02020500000000000000" charset="-120"/>
              <a:cs typeface="PMingLiU" panose="02020500000000000000" charset="-120"/>
            </a:endParaRPr>
          </a:p>
          <a:p>
            <a:pPr marL="6350">
              <a:spcBef>
                <a:spcPts val="170"/>
              </a:spcBef>
            </a:pPr>
            <a:r>
              <a:rPr sz="900" dirty="0" err="1">
                <a:solidFill>
                  <a:srgbClr val="212121"/>
                </a:solidFill>
                <a:latin typeface="PMingLiU" panose="02020500000000000000" charset="-120"/>
                <a:cs typeface="PMingLiU" panose="02020500000000000000" charset="-120"/>
              </a:rPr>
              <a:t>模糊性</a:t>
            </a:r>
            <a:r>
              <a:rPr lang="zh-CN" altLang="en-US" sz="900" dirty="0">
                <a:solidFill>
                  <a:srgbClr val="212121"/>
                </a:solidFill>
                <a:latin typeface="PMingLiU" panose="02020500000000000000" charset="-120"/>
                <a:cs typeface="PMingLiU" panose="02020500000000000000" charset="-120"/>
              </a:rPr>
              <a:t> </a:t>
            </a:r>
            <a:r>
              <a:rPr sz="900" dirty="0">
                <a:solidFill>
                  <a:srgbClr val="11A766"/>
                </a:solidFill>
                <a:latin typeface="Arial Black" panose="020B0A04020102020204"/>
                <a:cs typeface="Arial Black" panose="020B0A04020102020204"/>
              </a:rPr>
              <a:t>A</a:t>
            </a:r>
            <a:r>
              <a:rPr sz="900" dirty="0">
                <a:solidFill>
                  <a:srgbClr val="212121"/>
                </a:solidFill>
                <a:latin typeface="宋体" panose="02010600030101010101" pitchFamily="2" charset="-122"/>
                <a:cs typeface="宋体" panose="02010600030101010101" pitchFamily="2" charset="-122"/>
              </a:rPr>
              <a:t>mbiguous</a:t>
            </a:r>
            <a:endParaRPr sz="900" dirty="0">
              <a:latin typeface="宋体" panose="02010600030101010101" pitchFamily="2" charset="-122"/>
              <a:cs typeface="宋体" panose="02010600030101010101" pitchFamily="2" charset="-122"/>
            </a:endParaRPr>
          </a:p>
        </p:txBody>
      </p:sp>
      <p:sp>
        <p:nvSpPr>
          <p:cNvPr id="12" name="object 12"/>
          <p:cNvSpPr txBox="1"/>
          <p:nvPr/>
        </p:nvSpPr>
        <p:spPr>
          <a:xfrm>
            <a:off x="2048321" y="1612900"/>
            <a:ext cx="372110" cy="167640"/>
          </a:xfrm>
          <a:prstGeom prst="rect">
            <a:avLst/>
          </a:prstGeom>
        </p:spPr>
        <p:txBody>
          <a:bodyPr vert="horz" wrap="square" lIns="0" tIns="6350" rIns="0" bIns="0" rtlCol="0">
            <a:spAutoFit/>
          </a:bodyPr>
          <a:lstStyle/>
          <a:p>
            <a:pPr marL="6350">
              <a:spcBef>
                <a:spcPts val="50"/>
              </a:spcBef>
            </a:pPr>
            <a:r>
              <a:rPr sz="1050" spc="-1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VUKA</a:t>
            </a:r>
            <a:endParaRPr sz="105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3" name="object 13"/>
          <p:cNvSpPr/>
          <p:nvPr/>
        </p:nvSpPr>
        <p:spPr>
          <a:xfrm>
            <a:off x="1799749" y="5579707"/>
            <a:ext cx="2482215" cy="1932940"/>
          </a:xfrm>
          <a:custGeom>
            <a:avLst/>
            <a:gdLst/>
            <a:ahLst/>
            <a:cxnLst/>
            <a:rect l="l" t="t" r="r" b="b"/>
            <a:pathLst>
              <a:path w="4964430" h="3865880">
                <a:moveTo>
                  <a:pt x="4964239" y="3454577"/>
                </a:moveTo>
                <a:lnTo>
                  <a:pt x="4566196" y="3237966"/>
                </a:lnTo>
                <a:lnTo>
                  <a:pt x="4562246" y="3237039"/>
                </a:lnTo>
                <a:lnTo>
                  <a:pt x="4558246" y="3237039"/>
                </a:lnTo>
                <a:lnTo>
                  <a:pt x="4532477" y="3414839"/>
                </a:lnTo>
                <a:lnTo>
                  <a:pt x="462267" y="3414839"/>
                </a:lnTo>
                <a:lnTo>
                  <a:pt x="461962" y="431749"/>
                </a:lnTo>
                <a:lnTo>
                  <a:pt x="614019" y="431723"/>
                </a:lnTo>
                <a:lnTo>
                  <a:pt x="623620" y="429869"/>
                </a:lnTo>
                <a:lnTo>
                  <a:pt x="631583" y="424802"/>
                </a:lnTo>
                <a:lnTo>
                  <a:pt x="637184" y="417233"/>
                </a:lnTo>
                <a:lnTo>
                  <a:pt x="639699" y="407885"/>
                </a:lnTo>
                <a:lnTo>
                  <a:pt x="639775" y="405968"/>
                </a:lnTo>
                <a:lnTo>
                  <a:pt x="639775" y="401967"/>
                </a:lnTo>
                <a:lnTo>
                  <a:pt x="446874" y="14185"/>
                </a:lnTo>
                <a:lnTo>
                  <a:pt x="422186" y="0"/>
                </a:lnTo>
                <a:lnTo>
                  <a:pt x="412318" y="2667"/>
                </a:lnTo>
                <a:lnTo>
                  <a:pt x="407327" y="5168"/>
                </a:lnTo>
                <a:lnTo>
                  <a:pt x="403288" y="9207"/>
                </a:lnTo>
                <a:lnTo>
                  <a:pt x="210693" y="394487"/>
                </a:lnTo>
                <a:lnTo>
                  <a:pt x="208026" y="404368"/>
                </a:lnTo>
                <a:lnTo>
                  <a:pt x="209296" y="414159"/>
                </a:lnTo>
                <a:lnTo>
                  <a:pt x="214160" y="422757"/>
                </a:lnTo>
                <a:lnTo>
                  <a:pt x="222224" y="429044"/>
                </a:lnTo>
                <a:lnTo>
                  <a:pt x="225793" y="430834"/>
                </a:lnTo>
                <a:lnTo>
                  <a:pt x="229743" y="431761"/>
                </a:lnTo>
                <a:lnTo>
                  <a:pt x="385775" y="431761"/>
                </a:lnTo>
                <a:lnTo>
                  <a:pt x="386067" y="3414839"/>
                </a:lnTo>
                <a:lnTo>
                  <a:pt x="38100" y="3414839"/>
                </a:lnTo>
                <a:lnTo>
                  <a:pt x="23279" y="3417824"/>
                </a:lnTo>
                <a:lnTo>
                  <a:pt x="11163" y="3425990"/>
                </a:lnTo>
                <a:lnTo>
                  <a:pt x="2997" y="3438106"/>
                </a:lnTo>
                <a:lnTo>
                  <a:pt x="0" y="3452939"/>
                </a:lnTo>
                <a:lnTo>
                  <a:pt x="2997" y="3467760"/>
                </a:lnTo>
                <a:lnTo>
                  <a:pt x="11163" y="3479876"/>
                </a:lnTo>
                <a:lnTo>
                  <a:pt x="23279" y="3488042"/>
                </a:lnTo>
                <a:lnTo>
                  <a:pt x="38100" y="3491039"/>
                </a:lnTo>
                <a:lnTo>
                  <a:pt x="386080" y="3491039"/>
                </a:lnTo>
                <a:lnTo>
                  <a:pt x="386118" y="3827259"/>
                </a:lnTo>
                <a:lnTo>
                  <a:pt x="389115" y="3842093"/>
                </a:lnTo>
                <a:lnTo>
                  <a:pt x="397281" y="3854196"/>
                </a:lnTo>
                <a:lnTo>
                  <a:pt x="409384" y="3862362"/>
                </a:lnTo>
                <a:lnTo>
                  <a:pt x="424218" y="3865359"/>
                </a:lnTo>
                <a:lnTo>
                  <a:pt x="439051" y="3862362"/>
                </a:lnTo>
                <a:lnTo>
                  <a:pt x="451154" y="3854196"/>
                </a:lnTo>
                <a:lnTo>
                  <a:pt x="459320" y="3842080"/>
                </a:lnTo>
                <a:lnTo>
                  <a:pt x="462318" y="3827259"/>
                </a:lnTo>
                <a:lnTo>
                  <a:pt x="462280" y="3491039"/>
                </a:lnTo>
                <a:lnTo>
                  <a:pt x="4532477" y="3491026"/>
                </a:lnTo>
                <a:lnTo>
                  <a:pt x="4532490" y="3647071"/>
                </a:lnTo>
                <a:lnTo>
                  <a:pt x="4559897" y="3668788"/>
                </a:lnTo>
                <a:lnTo>
                  <a:pt x="4569765" y="3666109"/>
                </a:lnTo>
                <a:lnTo>
                  <a:pt x="4955032" y="3473475"/>
                </a:lnTo>
                <a:lnTo>
                  <a:pt x="4959070" y="3469436"/>
                </a:lnTo>
                <a:lnTo>
                  <a:pt x="4961572" y="3464445"/>
                </a:lnTo>
                <a:lnTo>
                  <a:pt x="4964239" y="3454577"/>
                </a:lnTo>
                <a:close/>
              </a:path>
            </a:pathLst>
          </a:custGeom>
          <a:solidFill>
            <a:srgbClr val="212121"/>
          </a:solidFill>
        </p:spPr>
        <p:txBody>
          <a:bodyPr wrap="square" lIns="0" tIns="0" rIns="0" bIns="0" rtlCol="0"/>
          <a:lstStyle/>
          <a:p>
            <a:endParaRPr sz="900"/>
          </a:p>
        </p:txBody>
      </p:sp>
      <p:sp>
        <p:nvSpPr>
          <p:cNvPr id="14" name="object 14"/>
          <p:cNvSpPr txBox="1"/>
          <p:nvPr/>
        </p:nvSpPr>
        <p:spPr>
          <a:xfrm>
            <a:off x="4294683" y="7162800"/>
            <a:ext cx="745173" cy="245745"/>
          </a:xfrm>
          <a:prstGeom prst="rect">
            <a:avLst/>
          </a:prstGeom>
        </p:spPr>
        <p:txBody>
          <a:bodyPr vert="horz" wrap="square" lIns="0" tIns="6350" rIns="0" bIns="0" rtlCol="0">
            <a:spAutoFit/>
          </a:bodyPr>
          <a:lstStyle/>
          <a:p>
            <a:pPr algn="ctr">
              <a:lnSpc>
                <a:spcPts val="1205"/>
              </a:lnSpc>
              <a:spcBef>
                <a:spcPts val="50"/>
              </a:spcBef>
            </a:pPr>
            <a:r>
              <a:rPr sz="1050" spc="-8"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你读的书</a:t>
            </a:r>
            <a:endParaRPr sz="1050">
              <a:latin typeface="江城圆体 400W" panose="020B0800000000000000" pitchFamily="34" charset="-128"/>
              <a:ea typeface="江城圆体 400W" panose="020B0800000000000000" pitchFamily="34" charset="-128"/>
              <a:cs typeface="微软雅黑" panose="020B0503020204020204" charset="-122"/>
            </a:endParaRPr>
          </a:p>
          <a:p>
            <a:pPr algn="ctr">
              <a:lnSpc>
                <a:spcPts val="665"/>
              </a:lnSpc>
            </a:pP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The</a:t>
            </a:r>
            <a:r>
              <a:rPr sz="6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books</a:t>
            </a:r>
            <a:r>
              <a:rPr sz="600" spc="-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you</a:t>
            </a:r>
            <a:r>
              <a:rPr sz="600" spc="-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60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read</a:t>
            </a:r>
            <a:endParaRPr sz="6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5" name="object 15"/>
          <p:cNvSpPr txBox="1"/>
          <p:nvPr/>
        </p:nvSpPr>
        <p:spPr>
          <a:xfrm>
            <a:off x="1619250" y="5289550"/>
            <a:ext cx="812800" cy="245745"/>
          </a:xfrm>
          <a:prstGeom prst="rect">
            <a:avLst/>
          </a:prstGeom>
        </p:spPr>
        <p:txBody>
          <a:bodyPr vert="horz" wrap="square" lIns="0" tIns="6350" rIns="0" bIns="0" rtlCol="0">
            <a:spAutoFit/>
          </a:bodyPr>
          <a:lstStyle/>
          <a:p>
            <a:pPr marL="6350">
              <a:lnSpc>
                <a:spcPts val="1205"/>
              </a:lnSpc>
              <a:spcBef>
                <a:spcPts val="50"/>
              </a:spcBef>
            </a:pPr>
            <a:r>
              <a:rPr sz="105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你的人生困扰</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19050">
              <a:lnSpc>
                <a:spcPts val="665"/>
              </a:lnSpc>
            </a:pP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Your</a:t>
            </a:r>
            <a:r>
              <a:rPr sz="6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life</a:t>
            </a:r>
            <a:r>
              <a:rPr sz="600" spc="-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is</a:t>
            </a:r>
            <a:r>
              <a:rPr sz="600" spc="-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in</a:t>
            </a:r>
            <a:r>
              <a:rPr sz="600" spc="-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6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trouble</a:t>
            </a:r>
            <a:endParaRPr sz="6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6" name="object 16"/>
          <p:cNvSpPr/>
          <p:nvPr/>
        </p:nvSpPr>
        <p:spPr>
          <a:xfrm>
            <a:off x="2212494" y="5778326"/>
            <a:ext cx="1720850" cy="1371600"/>
          </a:xfrm>
          <a:custGeom>
            <a:avLst/>
            <a:gdLst/>
            <a:ahLst/>
            <a:cxnLst/>
            <a:rect l="l" t="t" r="r" b="b"/>
            <a:pathLst>
              <a:path w="3441700" h="2743200">
                <a:moveTo>
                  <a:pt x="0" y="0"/>
                </a:moveTo>
                <a:lnTo>
                  <a:pt x="220" y="39389"/>
                </a:lnTo>
                <a:lnTo>
                  <a:pt x="894" y="78706"/>
                </a:lnTo>
                <a:lnTo>
                  <a:pt x="2025" y="117946"/>
                </a:lnTo>
                <a:lnTo>
                  <a:pt x="3614" y="157103"/>
                </a:lnTo>
                <a:lnTo>
                  <a:pt x="5667" y="196172"/>
                </a:lnTo>
                <a:lnTo>
                  <a:pt x="8186" y="235147"/>
                </a:lnTo>
                <a:lnTo>
                  <a:pt x="11173" y="274023"/>
                </a:lnTo>
                <a:lnTo>
                  <a:pt x="14634" y="312795"/>
                </a:lnTo>
                <a:lnTo>
                  <a:pt x="18570" y="351458"/>
                </a:lnTo>
                <a:lnTo>
                  <a:pt x="22985" y="390005"/>
                </a:lnTo>
                <a:lnTo>
                  <a:pt x="27882" y="428432"/>
                </a:lnTo>
                <a:lnTo>
                  <a:pt x="33265" y="466733"/>
                </a:lnTo>
                <a:lnTo>
                  <a:pt x="39137" y="504904"/>
                </a:lnTo>
                <a:lnTo>
                  <a:pt x="45501" y="542937"/>
                </a:lnTo>
                <a:lnTo>
                  <a:pt x="52360" y="580829"/>
                </a:lnTo>
                <a:lnTo>
                  <a:pt x="59717" y="618574"/>
                </a:lnTo>
                <a:lnTo>
                  <a:pt x="67577" y="656167"/>
                </a:lnTo>
                <a:lnTo>
                  <a:pt x="75941" y="693601"/>
                </a:lnTo>
                <a:lnTo>
                  <a:pt x="84813" y="730872"/>
                </a:lnTo>
                <a:lnTo>
                  <a:pt x="94198" y="767975"/>
                </a:lnTo>
                <a:lnTo>
                  <a:pt x="104097" y="804903"/>
                </a:lnTo>
                <a:lnTo>
                  <a:pt x="114513" y="841652"/>
                </a:lnTo>
                <a:lnTo>
                  <a:pt x="125452" y="878217"/>
                </a:lnTo>
                <a:lnTo>
                  <a:pt x="136914" y="914591"/>
                </a:lnTo>
                <a:lnTo>
                  <a:pt x="148905" y="950770"/>
                </a:lnTo>
                <a:lnTo>
                  <a:pt x="174482" y="1022520"/>
                </a:lnTo>
                <a:lnTo>
                  <a:pt x="202210" y="1093424"/>
                </a:lnTo>
                <a:lnTo>
                  <a:pt x="232114" y="1163438"/>
                </a:lnTo>
                <a:lnTo>
                  <a:pt x="264220" y="1232521"/>
                </a:lnTo>
                <a:lnTo>
                  <a:pt x="281106" y="1266699"/>
                </a:lnTo>
                <a:lnTo>
                  <a:pt x="298554" y="1300629"/>
                </a:lnTo>
                <a:lnTo>
                  <a:pt x="316564" y="1334304"/>
                </a:lnTo>
                <a:lnTo>
                  <a:pt x="335142" y="1367719"/>
                </a:lnTo>
                <a:lnTo>
                  <a:pt x="354289" y="1400869"/>
                </a:lnTo>
                <a:lnTo>
                  <a:pt x="374010" y="1433748"/>
                </a:lnTo>
                <a:lnTo>
                  <a:pt x="394307" y="1466352"/>
                </a:lnTo>
                <a:lnTo>
                  <a:pt x="415184" y="1498674"/>
                </a:lnTo>
                <a:lnTo>
                  <a:pt x="436645" y="1530710"/>
                </a:lnTo>
                <a:lnTo>
                  <a:pt x="458691" y="1562453"/>
                </a:lnTo>
                <a:lnTo>
                  <a:pt x="481327" y="1593900"/>
                </a:lnTo>
                <a:lnTo>
                  <a:pt x="504556" y="1625043"/>
                </a:lnTo>
                <a:lnTo>
                  <a:pt x="528381" y="1655879"/>
                </a:lnTo>
                <a:lnTo>
                  <a:pt x="552805" y="1686401"/>
                </a:lnTo>
                <a:lnTo>
                  <a:pt x="577832" y="1716604"/>
                </a:lnTo>
                <a:lnTo>
                  <a:pt x="603464" y="1746483"/>
                </a:lnTo>
                <a:lnTo>
                  <a:pt x="629706" y="1776032"/>
                </a:lnTo>
                <a:lnTo>
                  <a:pt x="656560" y="1805247"/>
                </a:lnTo>
                <a:lnTo>
                  <a:pt x="684029" y="1834121"/>
                </a:lnTo>
                <a:lnTo>
                  <a:pt x="712117" y="1862650"/>
                </a:lnTo>
                <a:lnTo>
                  <a:pt x="740828" y="1890828"/>
                </a:lnTo>
                <a:lnTo>
                  <a:pt x="770163" y="1918649"/>
                </a:lnTo>
                <a:lnTo>
                  <a:pt x="800127" y="1946109"/>
                </a:lnTo>
                <a:lnTo>
                  <a:pt x="830723" y="1973201"/>
                </a:lnTo>
                <a:lnTo>
                  <a:pt x="861954" y="1999921"/>
                </a:lnTo>
                <a:lnTo>
                  <a:pt x="893823" y="2026264"/>
                </a:lnTo>
                <a:lnTo>
                  <a:pt x="926334" y="2052223"/>
                </a:lnTo>
                <a:lnTo>
                  <a:pt x="959490" y="2077793"/>
                </a:lnTo>
                <a:lnTo>
                  <a:pt x="993294" y="2102970"/>
                </a:lnTo>
                <a:lnTo>
                  <a:pt x="1027749" y="2127747"/>
                </a:lnTo>
                <a:lnTo>
                  <a:pt x="1062858" y="2152120"/>
                </a:lnTo>
                <a:lnTo>
                  <a:pt x="1098625" y="2176083"/>
                </a:lnTo>
                <a:lnTo>
                  <a:pt x="1135054" y="2199630"/>
                </a:lnTo>
                <a:lnTo>
                  <a:pt x="1172147" y="2222757"/>
                </a:lnTo>
                <a:lnTo>
                  <a:pt x="1209907" y="2245458"/>
                </a:lnTo>
                <a:lnTo>
                  <a:pt x="1248338" y="2267727"/>
                </a:lnTo>
                <a:lnTo>
                  <a:pt x="1287443" y="2289559"/>
                </a:lnTo>
                <a:lnTo>
                  <a:pt x="1327226" y="2310950"/>
                </a:lnTo>
                <a:lnTo>
                  <a:pt x="1367689" y="2331892"/>
                </a:lnTo>
                <a:lnTo>
                  <a:pt x="1408836" y="2352382"/>
                </a:lnTo>
                <a:lnTo>
                  <a:pt x="1450670" y="2372414"/>
                </a:lnTo>
                <a:lnTo>
                  <a:pt x="1493194" y="2391981"/>
                </a:lnTo>
                <a:lnTo>
                  <a:pt x="1536412" y="2411080"/>
                </a:lnTo>
                <a:lnTo>
                  <a:pt x="1580326" y="2429705"/>
                </a:lnTo>
                <a:lnTo>
                  <a:pt x="1624941" y="2447850"/>
                </a:lnTo>
                <a:lnTo>
                  <a:pt x="1670259" y="2465509"/>
                </a:lnTo>
                <a:lnTo>
                  <a:pt x="1716284" y="2482679"/>
                </a:lnTo>
                <a:lnTo>
                  <a:pt x="1763018" y="2499352"/>
                </a:lnTo>
                <a:lnTo>
                  <a:pt x="1810465" y="2515525"/>
                </a:lnTo>
                <a:lnTo>
                  <a:pt x="1858629" y="2531190"/>
                </a:lnTo>
                <a:lnTo>
                  <a:pt x="1907513" y="2546344"/>
                </a:lnTo>
                <a:lnTo>
                  <a:pt x="1957119" y="2560981"/>
                </a:lnTo>
                <a:lnTo>
                  <a:pt x="2007451" y="2575095"/>
                </a:lnTo>
                <a:lnTo>
                  <a:pt x="2058513" y="2588681"/>
                </a:lnTo>
                <a:lnTo>
                  <a:pt x="2110307" y="2601734"/>
                </a:lnTo>
                <a:lnTo>
                  <a:pt x="2162837" y="2614248"/>
                </a:lnTo>
                <a:lnTo>
                  <a:pt x="2216106" y="2626217"/>
                </a:lnTo>
                <a:lnTo>
                  <a:pt x="2270117" y="2637638"/>
                </a:lnTo>
                <a:lnTo>
                  <a:pt x="2324874" y="2648503"/>
                </a:lnTo>
                <a:lnTo>
                  <a:pt x="2380380" y="2658809"/>
                </a:lnTo>
                <a:lnTo>
                  <a:pt x="2436638" y="2668549"/>
                </a:lnTo>
                <a:lnTo>
                  <a:pt x="2493651" y="2677718"/>
                </a:lnTo>
                <a:lnTo>
                  <a:pt x="2551423" y="2686311"/>
                </a:lnTo>
                <a:lnTo>
                  <a:pt x="2609957" y="2694322"/>
                </a:lnTo>
                <a:lnTo>
                  <a:pt x="2669255" y="2701746"/>
                </a:lnTo>
                <a:lnTo>
                  <a:pt x="2729322" y="2708578"/>
                </a:lnTo>
                <a:lnTo>
                  <a:pt x="2790161" y="2714812"/>
                </a:lnTo>
                <a:lnTo>
                  <a:pt x="2851775" y="2720443"/>
                </a:lnTo>
                <a:lnTo>
                  <a:pt x="2914166" y="2725465"/>
                </a:lnTo>
                <a:lnTo>
                  <a:pt x="2977339" y="2729874"/>
                </a:lnTo>
                <a:lnTo>
                  <a:pt x="3041296" y="2733663"/>
                </a:lnTo>
                <a:lnTo>
                  <a:pt x="3106042" y="2736828"/>
                </a:lnTo>
                <a:lnTo>
                  <a:pt x="3171578" y="2739364"/>
                </a:lnTo>
                <a:lnTo>
                  <a:pt x="3237909" y="2741263"/>
                </a:lnTo>
                <a:lnTo>
                  <a:pt x="3305037" y="2742523"/>
                </a:lnTo>
                <a:lnTo>
                  <a:pt x="3372966" y="2743136"/>
                </a:lnTo>
                <a:lnTo>
                  <a:pt x="3441700" y="2743098"/>
                </a:lnTo>
              </a:path>
            </a:pathLst>
          </a:custGeom>
          <a:ln w="50800" cap="rnd">
            <a:solidFill>
              <a:srgbClr val="11A766"/>
            </a:solidFill>
          </a:ln>
        </p:spPr>
        <p:txBody>
          <a:bodyPr wrap="square" lIns="0" tIns="0" rIns="0" bIns="0" rtlCol="0"/>
          <a:lstStyle/>
          <a:p>
            <a:endParaRPr sz="900"/>
          </a:p>
        </p:txBody>
      </p:sp>
      <p:sp>
        <p:nvSpPr>
          <p:cNvPr id="17" name="object 17"/>
          <p:cNvSpPr txBox="1"/>
          <p:nvPr/>
        </p:nvSpPr>
        <p:spPr>
          <a:xfrm>
            <a:off x="1479550" y="3766820"/>
            <a:ext cx="3818255" cy="376555"/>
          </a:xfrm>
          <a:prstGeom prst="rect">
            <a:avLst/>
          </a:prstGeom>
        </p:spPr>
        <p:txBody>
          <a:bodyPr vert="horz" wrap="square" lIns="0" tIns="6350" rIns="0" bIns="0" rtlCol="0">
            <a:spAutoFit/>
          </a:bodyPr>
          <a:lstStyle/>
          <a:p>
            <a:pPr marL="6350" marR="2540">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这个世界唯一不变的就是我们必须跟着改变，但如何因应改变呢？我们应该进行多样化组合式工作，也就是斜杠人生。</a:t>
            </a:r>
            <a:endParaRPr sz="105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8" name="object 18"/>
          <p:cNvSpPr txBox="1"/>
          <p:nvPr/>
        </p:nvSpPr>
        <p:spPr>
          <a:xfrm>
            <a:off x="1479550" y="7557770"/>
            <a:ext cx="3906838" cy="561975"/>
          </a:xfrm>
          <a:prstGeom prst="rect">
            <a:avLst/>
          </a:prstGeom>
        </p:spPr>
        <p:txBody>
          <a:bodyPr vert="horz" wrap="square" lIns="0" tIns="6350" rIns="0" bIns="0" rtlCol="0">
            <a:spAutoFit/>
          </a:bodyPr>
          <a:lstStyle/>
          <a:p>
            <a:pPr marL="6350" marR="2540" algn="just">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人生行至半途，如果突然冒出一个又一个问题，首先切记，会问这些问题是很正常的事。无论你的问题为何，过去许多人都曾面对过，阅读有智慧的书籍，就会得到很多答案。</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9" name="object 19"/>
          <p:cNvSpPr/>
          <p:nvPr/>
        </p:nvSpPr>
        <p:spPr>
          <a:xfrm>
            <a:off x="1809750" y="1028700"/>
            <a:ext cx="387033" cy="386715"/>
          </a:xfrm>
          <a:custGeom>
            <a:avLst/>
            <a:gdLst/>
            <a:ahLst/>
            <a:cxnLst/>
            <a:rect l="l" t="t" r="r" b="b"/>
            <a:pathLst>
              <a:path w="774064" h="773430">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4" h="773430">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4" h="773430">
                <a:moveTo>
                  <a:pt x="385104" y="0"/>
                </a:moveTo>
                <a:lnTo>
                  <a:pt x="336798" y="3000"/>
                </a:lnTo>
                <a:lnTo>
                  <a:pt x="433411" y="3000"/>
                </a:lnTo>
                <a:lnTo>
                  <a:pt x="385104" y="0"/>
                </a:lnTo>
                <a:close/>
              </a:path>
            </a:pathLst>
          </a:custGeom>
          <a:solidFill>
            <a:srgbClr val="11A766"/>
          </a:solidFill>
        </p:spPr>
        <p:txBody>
          <a:bodyPr wrap="square" lIns="0" tIns="0" rIns="0" bIns="0" rtlCol="0"/>
          <a:lstStyle/>
          <a:p>
            <a:endParaRPr sz="900"/>
          </a:p>
        </p:txBody>
      </p:sp>
      <p:sp>
        <p:nvSpPr>
          <p:cNvPr id="20" name="object 20"/>
          <p:cNvSpPr txBox="1"/>
          <p:nvPr/>
        </p:nvSpPr>
        <p:spPr>
          <a:xfrm>
            <a:off x="1866901" y="1076324"/>
            <a:ext cx="348796"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01</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1" name="object 21"/>
          <p:cNvSpPr/>
          <p:nvPr/>
        </p:nvSpPr>
        <p:spPr>
          <a:xfrm>
            <a:off x="2203450" y="1066800"/>
            <a:ext cx="2470150" cy="336550"/>
          </a:xfrm>
          <a:custGeom>
            <a:avLst/>
            <a:gdLst/>
            <a:ahLst/>
            <a:cxnLst/>
            <a:rect l="l" t="t" r="r" b="b"/>
            <a:pathLst>
              <a:path w="4940300" h="673100">
                <a:moveTo>
                  <a:pt x="4603750" y="0"/>
                </a:moveTo>
                <a:lnTo>
                  <a:pt x="336550" y="0"/>
                </a:lnTo>
                <a:lnTo>
                  <a:pt x="290882" y="3072"/>
                </a:lnTo>
                <a:lnTo>
                  <a:pt x="247081" y="12021"/>
                </a:lnTo>
                <a:lnTo>
                  <a:pt x="205549" y="26446"/>
                </a:lnTo>
                <a:lnTo>
                  <a:pt x="166687" y="45947"/>
                </a:lnTo>
                <a:lnTo>
                  <a:pt x="130894" y="70122"/>
                </a:lnTo>
                <a:lnTo>
                  <a:pt x="98573" y="98571"/>
                </a:lnTo>
                <a:lnTo>
                  <a:pt x="70124" y="130891"/>
                </a:lnTo>
                <a:lnTo>
                  <a:pt x="45949" y="166684"/>
                </a:lnTo>
                <a:lnTo>
                  <a:pt x="26447" y="205547"/>
                </a:lnTo>
                <a:lnTo>
                  <a:pt x="12021" y="247079"/>
                </a:lnTo>
                <a:lnTo>
                  <a:pt x="3072" y="290880"/>
                </a:lnTo>
                <a:lnTo>
                  <a:pt x="0" y="336550"/>
                </a:lnTo>
                <a:lnTo>
                  <a:pt x="3072" y="382219"/>
                </a:lnTo>
                <a:lnTo>
                  <a:pt x="12021" y="426020"/>
                </a:lnTo>
                <a:lnTo>
                  <a:pt x="26447" y="467552"/>
                </a:lnTo>
                <a:lnTo>
                  <a:pt x="45949" y="506415"/>
                </a:lnTo>
                <a:lnTo>
                  <a:pt x="70124" y="542208"/>
                </a:lnTo>
                <a:lnTo>
                  <a:pt x="98573" y="574528"/>
                </a:lnTo>
                <a:lnTo>
                  <a:pt x="130894" y="602977"/>
                </a:lnTo>
                <a:lnTo>
                  <a:pt x="166687" y="627152"/>
                </a:lnTo>
                <a:lnTo>
                  <a:pt x="205549" y="646653"/>
                </a:lnTo>
                <a:lnTo>
                  <a:pt x="247081" y="661078"/>
                </a:lnTo>
                <a:lnTo>
                  <a:pt x="290882" y="670027"/>
                </a:lnTo>
                <a:lnTo>
                  <a:pt x="336550" y="673100"/>
                </a:lnTo>
                <a:lnTo>
                  <a:pt x="4603750" y="673100"/>
                </a:lnTo>
                <a:lnTo>
                  <a:pt x="4649417" y="670027"/>
                </a:lnTo>
                <a:lnTo>
                  <a:pt x="4693218" y="661078"/>
                </a:lnTo>
                <a:lnTo>
                  <a:pt x="4734750" y="646653"/>
                </a:lnTo>
                <a:lnTo>
                  <a:pt x="4773612" y="627152"/>
                </a:lnTo>
                <a:lnTo>
                  <a:pt x="4809405" y="602977"/>
                </a:lnTo>
                <a:lnTo>
                  <a:pt x="4841726" y="574528"/>
                </a:lnTo>
                <a:lnTo>
                  <a:pt x="4870175" y="542208"/>
                </a:lnTo>
                <a:lnTo>
                  <a:pt x="4894350" y="506415"/>
                </a:lnTo>
                <a:lnTo>
                  <a:pt x="4913852" y="467552"/>
                </a:lnTo>
                <a:lnTo>
                  <a:pt x="4928278" y="426020"/>
                </a:lnTo>
                <a:lnTo>
                  <a:pt x="4937227" y="382219"/>
                </a:lnTo>
                <a:lnTo>
                  <a:pt x="4940300" y="336550"/>
                </a:lnTo>
                <a:lnTo>
                  <a:pt x="4937227" y="290880"/>
                </a:lnTo>
                <a:lnTo>
                  <a:pt x="4928278" y="247079"/>
                </a:lnTo>
                <a:lnTo>
                  <a:pt x="4913852" y="205547"/>
                </a:lnTo>
                <a:lnTo>
                  <a:pt x="4894350" y="166684"/>
                </a:lnTo>
                <a:lnTo>
                  <a:pt x="4870175" y="130891"/>
                </a:lnTo>
                <a:lnTo>
                  <a:pt x="4841726" y="98571"/>
                </a:lnTo>
                <a:lnTo>
                  <a:pt x="4809405" y="70122"/>
                </a:lnTo>
                <a:lnTo>
                  <a:pt x="4773612" y="45947"/>
                </a:lnTo>
                <a:lnTo>
                  <a:pt x="4734750" y="26446"/>
                </a:lnTo>
                <a:lnTo>
                  <a:pt x="4693218" y="12021"/>
                </a:lnTo>
                <a:lnTo>
                  <a:pt x="4649417" y="3072"/>
                </a:lnTo>
                <a:lnTo>
                  <a:pt x="4603750" y="0"/>
                </a:lnTo>
                <a:close/>
              </a:path>
            </a:pathLst>
          </a:custGeom>
          <a:solidFill>
            <a:srgbClr val="212121"/>
          </a:solidFill>
        </p:spPr>
        <p:txBody>
          <a:bodyPr wrap="square" lIns="0" tIns="0" rIns="0" bIns="0" rtlCol="0"/>
          <a:lstStyle/>
          <a:p>
            <a:endParaRPr sz="900"/>
          </a:p>
        </p:txBody>
      </p:sp>
      <p:sp>
        <p:nvSpPr>
          <p:cNvPr id="22" name="object 22"/>
          <p:cNvSpPr txBox="1"/>
          <p:nvPr/>
        </p:nvSpPr>
        <p:spPr>
          <a:xfrm>
            <a:off x="2724150" y="984250"/>
            <a:ext cx="1570533" cy="579120"/>
          </a:xfrm>
          <a:prstGeom prst="rect">
            <a:avLst/>
          </a:prstGeom>
        </p:spPr>
        <p:txBody>
          <a:bodyPr vert="horz" wrap="square" lIns="0" tIns="133350" rIns="0" bIns="0" rtlCol="0">
            <a:spAutoFit/>
          </a:bodyPr>
          <a:lstStyle/>
          <a:p>
            <a:pPr marL="238760">
              <a:spcBef>
                <a:spcPts val="1050"/>
              </a:spcBef>
            </a:pPr>
            <a:r>
              <a:rPr sz="1500" b="1" spc="-10"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世界会改变</a:t>
            </a:r>
            <a:endParaRPr sz="1500" b="1">
              <a:latin typeface="江城圆体 600W" panose="020B0800000000000000" pitchFamily="34" charset="-128"/>
              <a:ea typeface="江城圆体 600W" panose="020B0800000000000000" pitchFamily="34" charset="-128"/>
              <a:cs typeface="微软雅黑" panose="020B0503020204020204" charset="-122"/>
            </a:endParaRPr>
          </a:p>
          <a:p>
            <a:pPr marL="6350">
              <a:spcBef>
                <a:spcPts val="600"/>
              </a:spcBef>
            </a:pPr>
            <a:r>
              <a:rPr sz="9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Things</a:t>
            </a:r>
            <a:r>
              <a:rPr sz="900" b="1" spc="-2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sz="900" b="1" spc="4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will</a:t>
            </a:r>
            <a:r>
              <a:rPr sz="900" b="1" spc="-2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sz="9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be</a:t>
            </a:r>
            <a:r>
              <a:rPr sz="900" b="1" spc="-18"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sz="900" b="1" spc="-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diﬀerent</a:t>
            </a:r>
            <a:endParaRPr sz="900"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23" name="object 23"/>
          <p:cNvSpPr/>
          <p:nvPr/>
        </p:nvSpPr>
        <p:spPr>
          <a:xfrm>
            <a:off x="1809750" y="4610100"/>
            <a:ext cx="387033" cy="386715"/>
          </a:xfrm>
          <a:custGeom>
            <a:avLst/>
            <a:gdLst/>
            <a:ahLst/>
            <a:cxnLst/>
            <a:rect l="l" t="t" r="r" b="b"/>
            <a:pathLst>
              <a:path w="774064" h="773429">
                <a:moveTo>
                  <a:pt x="766838" y="714573"/>
                </a:moveTo>
                <a:lnTo>
                  <a:pt x="584610" y="714573"/>
                </a:lnTo>
                <a:lnTo>
                  <a:pt x="613492" y="715671"/>
                </a:lnTo>
                <a:lnTo>
                  <a:pt x="656308" y="733669"/>
                </a:lnTo>
                <a:lnTo>
                  <a:pt x="703243" y="756683"/>
                </a:lnTo>
                <a:lnTo>
                  <a:pt x="744482" y="772826"/>
                </a:lnTo>
                <a:lnTo>
                  <a:pt x="770209" y="770214"/>
                </a:lnTo>
                <a:lnTo>
                  <a:pt x="773628" y="741225"/>
                </a:lnTo>
                <a:lnTo>
                  <a:pt x="766838" y="714573"/>
                </a:lnTo>
                <a:close/>
              </a:path>
              <a:path w="774064" h="773429">
                <a:moveTo>
                  <a:pt x="385104" y="0"/>
                </a:moveTo>
                <a:lnTo>
                  <a:pt x="336798" y="3000"/>
                </a:lnTo>
                <a:lnTo>
                  <a:pt x="290282" y="11761"/>
                </a:lnTo>
                <a:lnTo>
                  <a:pt x="245917" y="25922"/>
                </a:lnTo>
                <a:lnTo>
                  <a:pt x="204065" y="45121"/>
                </a:lnTo>
                <a:lnTo>
                  <a:pt x="165086" y="68998"/>
                </a:lnTo>
                <a:lnTo>
                  <a:pt x="129341" y="97192"/>
                </a:lnTo>
                <a:lnTo>
                  <a:pt x="97191" y="129342"/>
                </a:lnTo>
                <a:lnTo>
                  <a:pt x="68998" y="165087"/>
                </a:lnTo>
                <a:lnTo>
                  <a:pt x="45121" y="204066"/>
                </a:lnTo>
                <a:lnTo>
                  <a:pt x="25921" y="245919"/>
                </a:lnTo>
                <a:lnTo>
                  <a:pt x="11761" y="290283"/>
                </a:lnTo>
                <a:lnTo>
                  <a:pt x="3000" y="336800"/>
                </a:lnTo>
                <a:lnTo>
                  <a:pt x="0" y="385107"/>
                </a:lnTo>
                <a:lnTo>
                  <a:pt x="3000" y="433414"/>
                </a:lnTo>
                <a:lnTo>
                  <a:pt x="11761" y="479930"/>
                </a:lnTo>
                <a:lnTo>
                  <a:pt x="25921" y="524295"/>
                </a:lnTo>
                <a:lnTo>
                  <a:pt x="45121" y="566148"/>
                </a:lnTo>
                <a:lnTo>
                  <a:pt x="68998" y="605127"/>
                </a:lnTo>
                <a:lnTo>
                  <a:pt x="97191" y="640872"/>
                </a:lnTo>
                <a:lnTo>
                  <a:pt x="129341" y="673022"/>
                </a:lnTo>
                <a:lnTo>
                  <a:pt x="165086" y="701216"/>
                </a:lnTo>
                <a:lnTo>
                  <a:pt x="204065" y="725093"/>
                </a:lnTo>
                <a:lnTo>
                  <a:pt x="245917" y="744292"/>
                </a:lnTo>
                <a:lnTo>
                  <a:pt x="290282" y="758452"/>
                </a:lnTo>
                <a:lnTo>
                  <a:pt x="336798" y="767213"/>
                </a:lnTo>
                <a:lnTo>
                  <a:pt x="385104" y="770214"/>
                </a:lnTo>
                <a:lnTo>
                  <a:pt x="438906" y="766486"/>
                </a:lnTo>
                <a:lnTo>
                  <a:pt x="490425" y="755635"/>
                </a:lnTo>
                <a:lnTo>
                  <a:pt x="539160" y="738163"/>
                </a:lnTo>
                <a:lnTo>
                  <a:pt x="584610" y="714573"/>
                </a:lnTo>
                <a:lnTo>
                  <a:pt x="766838" y="714573"/>
                </a:lnTo>
                <a:lnTo>
                  <a:pt x="761491" y="693585"/>
                </a:lnTo>
                <a:lnTo>
                  <a:pt x="743535" y="639255"/>
                </a:lnTo>
                <a:lnTo>
                  <a:pt x="729499" y="590198"/>
                </a:lnTo>
                <a:lnTo>
                  <a:pt x="729122" y="558375"/>
                </a:lnTo>
                <a:lnTo>
                  <a:pt x="746630" y="518094"/>
                </a:lnTo>
                <a:lnTo>
                  <a:pt x="759521" y="475581"/>
                </a:lnTo>
                <a:lnTo>
                  <a:pt x="767485" y="431148"/>
                </a:lnTo>
                <a:lnTo>
                  <a:pt x="770209" y="385107"/>
                </a:lnTo>
                <a:lnTo>
                  <a:pt x="767208" y="336800"/>
                </a:lnTo>
                <a:lnTo>
                  <a:pt x="758447" y="290283"/>
                </a:lnTo>
                <a:lnTo>
                  <a:pt x="744287" y="245919"/>
                </a:lnTo>
                <a:lnTo>
                  <a:pt x="725088" y="204066"/>
                </a:lnTo>
                <a:lnTo>
                  <a:pt x="701211" y="165087"/>
                </a:lnTo>
                <a:lnTo>
                  <a:pt x="673017" y="129342"/>
                </a:lnTo>
                <a:lnTo>
                  <a:pt x="640867" y="97192"/>
                </a:lnTo>
                <a:lnTo>
                  <a:pt x="605122" y="68998"/>
                </a:lnTo>
                <a:lnTo>
                  <a:pt x="566144" y="45121"/>
                </a:lnTo>
                <a:lnTo>
                  <a:pt x="524291" y="25922"/>
                </a:lnTo>
                <a:lnTo>
                  <a:pt x="479927" y="11761"/>
                </a:lnTo>
                <a:lnTo>
                  <a:pt x="433411" y="3000"/>
                </a:lnTo>
                <a:lnTo>
                  <a:pt x="385104" y="0"/>
                </a:lnTo>
                <a:close/>
              </a:path>
            </a:pathLst>
          </a:custGeom>
          <a:solidFill>
            <a:srgbClr val="11A766"/>
          </a:solidFill>
        </p:spPr>
        <p:txBody>
          <a:bodyPr wrap="square" lIns="0" tIns="0" rIns="0" bIns="0" rtlCol="0"/>
          <a:lstStyle/>
          <a:p>
            <a:endParaRPr sz="900"/>
          </a:p>
        </p:txBody>
      </p:sp>
      <p:sp>
        <p:nvSpPr>
          <p:cNvPr id="24" name="object 24"/>
          <p:cNvSpPr txBox="1"/>
          <p:nvPr/>
        </p:nvSpPr>
        <p:spPr>
          <a:xfrm>
            <a:off x="1866900" y="4669356"/>
            <a:ext cx="348796"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02</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5" name="object 25"/>
          <p:cNvSpPr/>
          <p:nvPr/>
        </p:nvSpPr>
        <p:spPr>
          <a:xfrm>
            <a:off x="2203450" y="4648200"/>
            <a:ext cx="2470150" cy="336550"/>
          </a:xfrm>
          <a:custGeom>
            <a:avLst/>
            <a:gdLst/>
            <a:ahLst/>
            <a:cxnLst/>
            <a:rect l="l" t="t" r="r" b="b"/>
            <a:pathLst>
              <a:path w="4940300" h="673100">
                <a:moveTo>
                  <a:pt x="4603750" y="0"/>
                </a:moveTo>
                <a:lnTo>
                  <a:pt x="336550" y="0"/>
                </a:lnTo>
                <a:lnTo>
                  <a:pt x="290882" y="3072"/>
                </a:lnTo>
                <a:lnTo>
                  <a:pt x="247081" y="12021"/>
                </a:lnTo>
                <a:lnTo>
                  <a:pt x="205549" y="26447"/>
                </a:lnTo>
                <a:lnTo>
                  <a:pt x="166687" y="45949"/>
                </a:lnTo>
                <a:lnTo>
                  <a:pt x="130894" y="70124"/>
                </a:lnTo>
                <a:lnTo>
                  <a:pt x="98573" y="98573"/>
                </a:lnTo>
                <a:lnTo>
                  <a:pt x="70124" y="130894"/>
                </a:lnTo>
                <a:lnTo>
                  <a:pt x="45949" y="166687"/>
                </a:lnTo>
                <a:lnTo>
                  <a:pt x="26447" y="205549"/>
                </a:lnTo>
                <a:lnTo>
                  <a:pt x="12021" y="247081"/>
                </a:lnTo>
                <a:lnTo>
                  <a:pt x="3072" y="290882"/>
                </a:lnTo>
                <a:lnTo>
                  <a:pt x="0" y="336550"/>
                </a:lnTo>
                <a:lnTo>
                  <a:pt x="3072" y="382217"/>
                </a:lnTo>
                <a:lnTo>
                  <a:pt x="12021" y="426018"/>
                </a:lnTo>
                <a:lnTo>
                  <a:pt x="26447" y="467550"/>
                </a:lnTo>
                <a:lnTo>
                  <a:pt x="45949" y="506412"/>
                </a:lnTo>
                <a:lnTo>
                  <a:pt x="70124" y="542205"/>
                </a:lnTo>
                <a:lnTo>
                  <a:pt x="98573" y="574526"/>
                </a:lnTo>
                <a:lnTo>
                  <a:pt x="130894" y="602975"/>
                </a:lnTo>
                <a:lnTo>
                  <a:pt x="166687" y="627150"/>
                </a:lnTo>
                <a:lnTo>
                  <a:pt x="205549" y="646652"/>
                </a:lnTo>
                <a:lnTo>
                  <a:pt x="247081" y="661078"/>
                </a:lnTo>
                <a:lnTo>
                  <a:pt x="290882" y="670027"/>
                </a:lnTo>
                <a:lnTo>
                  <a:pt x="336550" y="673100"/>
                </a:lnTo>
                <a:lnTo>
                  <a:pt x="4603750" y="673100"/>
                </a:lnTo>
                <a:lnTo>
                  <a:pt x="4649417" y="670027"/>
                </a:lnTo>
                <a:lnTo>
                  <a:pt x="4693218" y="661078"/>
                </a:lnTo>
                <a:lnTo>
                  <a:pt x="4734750" y="646652"/>
                </a:lnTo>
                <a:lnTo>
                  <a:pt x="4773612" y="627150"/>
                </a:lnTo>
                <a:lnTo>
                  <a:pt x="4809405" y="602975"/>
                </a:lnTo>
                <a:lnTo>
                  <a:pt x="4841726" y="574526"/>
                </a:lnTo>
                <a:lnTo>
                  <a:pt x="4870175" y="542205"/>
                </a:lnTo>
                <a:lnTo>
                  <a:pt x="4894350" y="506412"/>
                </a:lnTo>
                <a:lnTo>
                  <a:pt x="4913852" y="467550"/>
                </a:lnTo>
                <a:lnTo>
                  <a:pt x="4928278" y="426018"/>
                </a:lnTo>
                <a:lnTo>
                  <a:pt x="4937227" y="382217"/>
                </a:lnTo>
                <a:lnTo>
                  <a:pt x="4940300" y="336550"/>
                </a:lnTo>
                <a:lnTo>
                  <a:pt x="4937227" y="290882"/>
                </a:lnTo>
                <a:lnTo>
                  <a:pt x="4928278" y="247081"/>
                </a:lnTo>
                <a:lnTo>
                  <a:pt x="4913852" y="205549"/>
                </a:lnTo>
                <a:lnTo>
                  <a:pt x="4894350" y="166687"/>
                </a:lnTo>
                <a:lnTo>
                  <a:pt x="4870175" y="130894"/>
                </a:lnTo>
                <a:lnTo>
                  <a:pt x="4841726" y="98573"/>
                </a:lnTo>
                <a:lnTo>
                  <a:pt x="4809405" y="70124"/>
                </a:lnTo>
                <a:lnTo>
                  <a:pt x="4773612" y="45949"/>
                </a:lnTo>
                <a:lnTo>
                  <a:pt x="4734750" y="26447"/>
                </a:lnTo>
                <a:lnTo>
                  <a:pt x="4693218" y="12021"/>
                </a:lnTo>
                <a:lnTo>
                  <a:pt x="4649417" y="3072"/>
                </a:lnTo>
                <a:lnTo>
                  <a:pt x="4603750" y="0"/>
                </a:lnTo>
                <a:close/>
              </a:path>
            </a:pathLst>
          </a:custGeom>
          <a:solidFill>
            <a:srgbClr val="212121"/>
          </a:solidFill>
        </p:spPr>
        <p:txBody>
          <a:bodyPr wrap="square" lIns="0" tIns="0" rIns="0" bIns="0" rtlCol="0"/>
          <a:lstStyle/>
          <a:p>
            <a:endParaRPr sz="900"/>
          </a:p>
        </p:txBody>
      </p:sp>
      <p:sp>
        <p:nvSpPr>
          <p:cNvPr id="26" name="object 26"/>
          <p:cNvSpPr txBox="1"/>
          <p:nvPr/>
        </p:nvSpPr>
        <p:spPr>
          <a:xfrm>
            <a:off x="2597150" y="4706938"/>
            <a:ext cx="1862149" cy="458470"/>
          </a:xfrm>
          <a:prstGeom prst="rect">
            <a:avLst/>
          </a:prstGeom>
        </p:spPr>
        <p:txBody>
          <a:bodyPr vert="horz" wrap="square" lIns="0" tIns="6350" rIns="0" bIns="0" rtlCol="0">
            <a:spAutoFit/>
          </a:bodyPr>
          <a:lstStyle/>
          <a:p>
            <a:pPr marL="179070">
              <a:spcBef>
                <a:spcPts val="50"/>
              </a:spcBef>
            </a:pPr>
            <a:r>
              <a:rPr sz="1500" b="1" spc="-10"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生命的重要本质</a:t>
            </a:r>
            <a:endParaRPr sz="1500" b="1" dirty="0">
              <a:latin typeface="江城圆体 600W" panose="020B0800000000000000" pitchFamily="34" charset="-128"/>
              <a:ea typeface="江城圆体 600W" panose="020B0800000000000000" pitchFamily="34" charset="-128"/>
              <a:cs typeface="微软雅黑" panose="020B0503020204020204" charset="-122"/>
            </a:endParaRPr>
          </a:p>
          <a:p>
            <a:pPr marL="6350">
              <a:spcBef>
                <a:spcPts val="650"/>
              </a:spcBef>
            </a:pPr>
            <a:r>
              <a:rPr sz="900" b="1" spc="2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The</a:t>
            </a:r>
            <a:r>
              <a:rPr sz="900" b="1" spc="-38"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sz="900" b="1" spc="33"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Essential</a:t>
            </a:r>
            <a:r>
              <a:rPr sz="900" b="1" spc="-3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sz="9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Nature</a:t>
            </a:r>
            <a:r>
              <a:rPr sz="900" b="1" spc="-38"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sz="9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of</a:t>
            </a:r>
            <a:r>
              <a:rPr sz="900" b="1" spc="-3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sz="900" b="1" spc="2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Life</a:t>
            </a:r>
            <a:endParaRPr sz="900" b="1" dirty="0">
              <a:latin typeface="江城圆体 600W" panose="020B0800000000000000" pitchFamily="34" charset="-128"/>
              <a:ea typeface="江城圆体 600W" panose="020B0800000000000000" pitchFamily="34" charset="-128"/>
              <a:cs typeface="微软雅黑" panose="020B0503020204020204" charset="-122"/>
            </a:endParaRPr>
          </a:p>
        </p:txBody>
      </p:sp>
      <p:pic>
        <p:nvPicPr>
          <p:cNvPr id="27" name="object 27"/>
          <p:cNvPicPr/>
          <p:nvPr/>
        </p:nvPicPr>
        <p:blipFill>
          <a:blip r:embed="rId2" cstate="print"/>
          <a:stretch>
            <a:fillRect/>
          </a:stretch>
        </p:blipFill>
        <p:spPr>
          <a:xfrm>
            <a:off x="3189837" y="8851900"/>
            <a:ext cx="486698" cy="2921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19625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grpSp>
        <p:nvGrpSpPr>
          <p:cNvPr id="3" name="object 3"/>
          <p:cNvGrpSpPr/>
          <p:nvPr/>
        </p:nvGrpSpPr>
        <p:grpSpPr>
          <a:xfrm>
            <a:off x="2514600" y="1695450"/>
            <a:ext cx="1909445" cy="1767523"/>
            <a:chOff x="5029200" y="3390900"/>
            <a:chExt cx="3818890" cy="3535045"/>
          </a:xfrm>
        </p:grpSpPr>
        <p:sp>
          <p:nvSpPr>
            <p:cNvPr id="4" name="object 4"/>
            <p:cNvSpPr/>
            <p:nvPr/>
          </p:nvSpPr>
          <p:spPr>
            <a:xfrm>
              <a:off x="5791200" y="3429000"/>
              <a:ext cx="2303145" cy="2303145"/>
            </a:xfrm>
            <a:custGeom>
              <a:avLst/>
              <a:gdLst/>
              <a:ahLst/>
              <a:cxnLst/>
              <a:rect l="l" t="t" r="r" b="b"/>
              <a:pathLst>
                <a:path w="2303145" h="2303145">
                  <a:moveTo>
                    <a:pt x="1151466" y="2302932"/>
                  </a:moveTo>
                  <a:lnTo>
                    <a:pt x="1200140" y="2301922"/>
                  </a:lnTo>
                  <a:lnTo>
                    <a:pt x="1248300" y="2298918"/>
                  </a:lnTo>
                  <a:lnTo>
                    <a:pt x="1295904" y="2293961"/>
                  </a:lnTo>
                  <a:lnTo>
                    <a:pt x="1342913" y="2287090"/>
                  </a:lnTo>
                  <a:lnTo>
                    <a:pt x="1389288" y="2278344"/>
                  </a:lnTo>
                  <a:lnTo>
                    <a:pt x="1434987" y="2267766"/>
                  </a:lnTo>
                  <a:lnTo>
                    <a:pt x="1479972" y="2255393"/>
                  </a:lnTo>
                  <a:lnTo>
                    <a:pt x="1524202" y="2241266"/>
                  </a:lnTo>
                  <a:lnTo>
                    <a:pt x="1567638" y="2225426"/>
                  </a:lnTo>
                  <a:lnTo>
                    <a:pt x="1610239" y="2207911"/>
                  </a:lnTo>
                  <a:lnTo>
                    <a:pt x="1651965" y="2188763"/>
                  </a:lnTo>
                  <a:lnTo>
                    <a:pt x="1692776" y="2168020"/>
                  </a:lnTo>
                  <a:lnTo>
                    <a:pt x="1732633" y="2145724"/>
                  </a:lnTo>
                  <a:lnTo>
                    <a:pt x="1771496" y="2121913"/>
                  </a:lnTo>
                  <a:lnTo>
                    <a:pt x="1809324" y="2096628"/>
                  </a:lnTo>
                  <a:lnTo>
                    <a:pt x="1846077" y="2069909"/>
                  </a:lnTo>
                  <a:lnTo>
                    <a:pt x="1881716" y="2041796"/>
                  </a:lnTo>
                  <a:lnTo>
                    <a:pt x="1916201" y="2012329"/>
                  </a:lnTo>
                  <a:lnTo>
                    <a:pt x="1949491" y="1981547"/>
                  </a:lnTo>
                  <a:lnTo>
                    <a:pt x="1981547" y="1949491"/>
                  </a:lnTo>
                  <a:lnTo>
                    <a:pt x="2012329" y="1916201"/>
                  </a:lnTo>
                  <a:lnTo>
                    <a:pt x="2041796" y="1881716"/>
                  </a:lnTo>
                  <a:lnTo>
                    <a:pt x="2069909" y="1846077"/>
                  </a:lnTo>
                  <a:lnTo>
                    <a:pt x="2096628" y="1809324"/>
                  </a:lnTo>
                  <a:lnTo>
                    <a:pt x="2121913" y="1771496"/>
                  </a:lnTo>
                  <a:lnTo>
                    <a:pt x="2145724" y="1732633"/>
                  </a:lnTo>
                  <a:lnTo>
                    <a:pt x="2168020" y="1692776"/>
                  </a:lnTo>
                  <a:lnTo>
                    <a:pt x="2188763" y="1651965"/>
                  </a:lnTo>
                  <a:lnTo>
                    <a:pt x="2207911" y="1610239"/>
                  </a:lnTo>
                  <a:lnTo>
                    <a:pt x="2225426" y="1567638"/>
                  </a:lnTo>
                  <a:lnTo>
                    <a:pt x="2241266" y="1524202"/>
                  </a:lnTo>
                  <a:lnTo>
                    <a:pt x="2255393" y="1479972"/>
                  </a:lnTo>
                  <a:lnTo>
                    <a:pt x="2267766" y="1434987"/>
                  </a:lnTo>
                  <a:lnTo>
                    <a:pt x="2278344" y="1389288"/>
                  </a:lnTo>
                  <a:lnTo>
                    <a:pt x="2287090" y="1342913"/>
                  </a:lnTo>
                  <a:lnTo>
                    <a:pt x="2293961" y="1295904"/>
                  </a:lnTo>
                  <a:lnTo>
                    <a:pt x="2298918" y="1248300"/>
                  </a:lnTo>
                  <a:lnTo>
                    <a:pt x="2301922" y="1200140"/>
                  </a:lnTo>
                  <a:lnTo>
                    <a:pt x="2302932" y="1151466"/>
                  </a:lnTo>
                  <a:lnTo>
                    <a:pt x="2301922" y="1102792"/>
                  </a:lnTo>
                  <a:lnTo>
                    <a:pt x="2298918" y="1054633"/>
                  </a:lnTo>
                  <a:lnTo>
                    <a:pt x="2293961" y="1007029"/>
                  </a:lnTo>
                  <a:lnTo>
                    <a:pt x="2287090" y="960019"/>
                  </a:lnTo>
                  <a:lnTo>
                    <a:pt x="2278344" y="913645"/>
                  </a:lnTo>
                  <a:lnTo>
                    <a:pt x="2267766" y="867945"/>
                  </a:lnTo>
                  <a:lnTo>
                    <a:pt x="2255393" y="822960"/>
                  </a:lnTo>
                  <a:lnTo>
                    <a:pt x="2241266" y="778730"/>
                  </a:lnTo>
                  <a:lnTo>
                    <a:pt x="2225426" y="735294"/>
                  </a:lnTo>
                  <a:lnTo>
                    <a:pt x="2207911" y="692694"/>
                  </a:lnTo>
                  <a:lnTo>
                    <a:pt x="2188763" y="650967"/>
                  </a:lnTo>
                  <a:lnTo>
                    <a:pt x="2168020" y="610156"/>
                  </a:lnTo>
                  <a:lnTo>
                    <a:pt x="2145724" y="570299"/>
                  </a:lnTo>
                  <a:lnTo>
                    <a:pt x="2121913" y="531436"/>
                  </a:lnTo>
                  <a:lnTo>
                    <a:pt x="2096628" y="493609"/>
                  </a:lnTo>
                  <a:lnTo>
                    <a:pt x="2069909" y="456855"/>
                  </a:lnTo>
                  <a:lnTo>
                    <a:pt x="2041796" y="421216"/>
                  </a:lnTo>
                  <a:lnTo>
                    <a:pt x="2012329" y="386731"/>
                  </a:lnTo>
                  <a:lnTo>
                    <a:pt x="1981547" y="353441"/>
                  </a:lnTo>
                  <a:lnTo>
                    <a:pt x="1949491" y="321385"/>
                  </a:lnTo>
                  <a:lnTo>
                    <a:pt x="1916201" y="290603"/>
                  </a:lnTo>
                  <a:lnTo>
                    <a:pt x="1881716" y="261136"/>
                  </a:lnTo>
                  <a:lnTo>
                    <a:pt x="1846077" y="233023"/>
                  </a:lnTo>
                  <a:lnTo>
                    <a:pt x="1809324" y="206304"/>
                  </a:lnTo>
                  <a:lnTo>
                    <a:pt x="1771496" y="181019"/>
                  </a:lnTo>
                  <a:lnTo>
                    <a:pt x="1732633" y="157208"/>
                  </a:lnTo>
                  <a:lnTo>
                    <a:pt x="1692776" y="134912"/>
                  </a:lnTo>
                  <a:lnTo>
                    <a:pt x="1651965" y="114169"/>
                  </a:lnTo>
                  <a:lnTo>
                    <a:pt x="1610239" y="95021"/>
                  </a:lnTo>
                  <a:lnTo>
                    <a:pt x="1567638" y="77506"/>
                  </a:lnTo>
                  <a:lnTo>
                    <a:pt x="1524202" y="61666"/>
                  </a:lnTo>
                  <a:lnTo>
                    <a:pt x="1479972" y="47539"/>
                  </a:lnTo>
                  <a:lnTo>
                    <a:pt x="1434987" y="35166"/>
                  </a:lnTo>
                  <a:lnTo>
                    <a:pt x="1389288" y="24587"/>
                  </a:lnTo>
                  <a:lnTo>
                    <a:pt x="1342913" y="15842"/>
                  </a:lnTo>
                  <a:lnTo>
                    <a:pt x="1295904" y="8971"/>
                  </a:lnTo>
                  <a:lnTo>
                    <a:pt x="1248300" y="4014"/>
                  </a:lnTo>
                  <a:lnTo>
                    <a:pt x="1200140" y="1010"/>
                  </a:lnTo>
                  <a:lnTo>
                    <a:pt x="1151466" y="0"/>
                  </a:lnTo>
                  <a:lnTo>
                    <a:pt x="1102792" y="1010"/>
                  </a:lnTo>
                  <a:lnTo>
                    <a:pt x="1054633" y="4014"/>
                  </a:lnTo>
                  <a:lnTo>
                    <a:pt x="1007029" y="8971"/>
                  </a:lnTo>
                  <a:lnTo>
                    <a:pt x="960019" y="15842"/>
                  </a:lnTo>
                  <a:lnTo>
                    <a:pt x="913645" y="24587"/>
                  </a:lnTo>
                  <a:lnTo>
                    <a:pt x="867945" y="35166"/>
                  </a:lnTo>
                  <a:lnTo>
                    <a:pt x="822960" y="47539"/>
                  </a:lnTo>
                  <a:lnTo>
                    <a:pt x="778730" y="61666"/>
                  </a:lnTo>
                  <a:lnTo>
                    <a:pt x="735294" y="77506"/>
                  </a:lnTo>
                  <a:lnTo>
                    <a:pt x="692694" y="95021"/>
                  </a:lnTo>
                  <a:lnTo>
                    <a:pt x="650967" y="114169"/>
                  </a:lnTo>
                  <a:lnTo>
                    <a:pt x="610156" y="134912"/>
                  </a:lnTo>
                  <a:lnTo>
                    <a:pt x="570299" y="157208"/>
                  </a:lnTo>
                  <a:lnTo>
                    <a:pt x="531436" y="181019"/>
                  </a:lnTo>
                  <a:lnTo>
                    <a:pt x="493609" y="206304"/>
                  </a:lnTo>
                  <a:lnTo>
                    <a:pt x="456855" y="233023"/>
                  </a:lnTo>
                  <a:lnTo>
                    <a:pt x="421216" y="261136"/>
                  </a:lnTo>
                  <a:lnTo>
                    <a:pt x="386731" y="290603"/>
                  </a:lnTo>
                  <a:lnTo>
                    <a:pt x="353441" y="321385"/>
                  </a:lnTo>
                  <a:lnTo>
                    <a:pt x="321385" y="353441"/>
                  </a:lnTo>
                  <a:lnTo>
                    <a:pt x="290603" y="386731"/>
                  </a:lnTo>
                  <a:lnTo>
                    <a:pt x="261136" y="421216"/>
                  </a:lnTo>
                  <a:lnTo>
                    <a:pt x="233023" y="456855"/>
                  </a:lnTo>
                  <a:lnTo>
                    <a:pt x="206304" y="493609"/>
                  </a:lnTo>
                  <a:lnTo>
                    <a:pt x="181019" y="531436"/>
                  </a:lnTo>
                  <a:lnTo>
                    <a:pt x="157208" y="570299"/>
                  </a:lnTo>
                  <a:lnTo>
                    <a:pt x="134912" y="610156"/>
                  </a:lnTo>
                  <a:lnTo>
                    <a:pt x="114169" y="650967"/>
                  </a:lnTo>
                  <a:lnTo>
                    <a:pt x="95021" y="692694"/>
                  </a:lnTo>
                  <a:lnTo>
                    <a:pt x="77506" y="735294"/>
                  </a:lnTo>
                  <a:lnTo>
                    <a:pt x="61666" y="778730"/>
                  </a:lnTo>
                  <a:lnTo>
                    <a:pt x="47539" y="822960"/>
                  </a:lnTo>
                  <a:lnTo>
                    <a:pt x="35166" y="867945"/>
                  </a:lnTo>
                  <a:lnTo>
                    <a:pt x="24587" y="913645"/>
                  </a:lnTo>
                  <a:lnTo>
                    <a:pt x="15842" y="960019"/>
                  </a:lnTo>
                  <a:lnTo>
                    <a:pt x="8971" y="1007029"/>
                  </a:lnTo>
                  <a:lnTo>
                    <a:pt x="4014" y="1054633"/>
                  </a:lnTo>
                  <a:lnTo>
                    <a:pt x="1010" y="1102792"/>
                  </a:lnTo>
                  <a:lnTo>
                    <a:pt x="0" y="1151466"/>
                  </a:lnTo>
                  <a:lnTo>
                    <a:pt x="1010" y="1200140"/>
                  </a:lnTo>
                  <a:lnTo>
                    <a:pt x="4014" y="1248300"/>
                  </a:lnTo>
                  <a:lnTo>
                    <a:pt x="8971" y="1295904"/>
                  </a:lnTo>
                  <a:lnTo>
                    <a:pt x="15842" y="1342913"/>
                  </a:lnTo>
                  <a:lnTo>
                    <a:pt x="24587" y="1389288"/>
                  </a:lnTo>
                  <a:lnTo>
                    <a:pt x="35166" y="1434987"/>
                  </a:lnTo>
                  <a:lnTo>
                    <a:pt x="47539" y="1479972"/>
                  </a:lnTo>
                  <a:lnTo>
                    <a:pt x="61666" y="1524202"/>
                  </a:lnTo>
                  <a:lnTo>
                    <a:pt x="77506" y="1567638"/>
                  </a:lnTo>
                  <a:lnTo>
                    <a:pt x="95021" y="1610239"/>
                  </a:lnTo>
                  <a:lnTo>
                    <a:pt x="114169" y="1651965"/>
                  </a:lnTo>
                  <a:lnTo>
                    <a:pt x="134912" y="1692776"/>
                  </a:lnTo>
                  <a:lnTo>
                    <a:pt x="157208" y="1732633"/>
                  </a:lnTo>
                  <a:lnTo>
                    <a:pt x="181019" y="1771496"/>
                  </a:lnTo>
                  <a:lnTo>
                    <a:pt x="206304" y="1809324"/>
                  </a:lnTo>
                  <a:lnTo>
                    <a:pt x="233023" y="1846077"/>
                  </a:lnTo>
                  <a:lnTo>
                    <a:pt x="261136" y="1881716"/>
                  </a:lnTo>
                  <a:lnTo>
                    <a:pt x="290603" y="1916201"/>
                  </a:lnTo>
                  <a:lnTo>
                    <a:pt x="321385" y="1949491"/>
                  </a:lnTo>
                  <a:lnTo>
                    <a:pt x="353441" y="1981547"/>
                  </a:lnTo>
                  <a:lnTo>
                    <a:pt x="386731" y="2012329"/>
                  </a:lnTo>
                  <a:lnTo>
                    <a:pt x="421216" y="2041796"/>
                  </a:lnTo>
                  <a:lnTo>
                    <a:pt x="456855" y="2069909"/>
                  </a:lnTo>
                  <a:lnTo>
                    <a:pt x="493609" y="2096628"/>
                  </a:lnTo>
                  <a:lnTo>
                    <a:pt x="531436" y="2121913"/>
                  </a:lnTo>
                  <a:lnTo>
                    <a:pt x="570299" y="2145724"/>
                  </a:lnTo>
                  <a:lnTo>
                    <a:pt x="610156" y="2168020"/>
                  </a:lnTo>
                  <a:lnTo>
                    <a:pt x="650967" y="2188763"/>
                  </a:lnTo>
                  <a:lnTo>
                    <a:pt x="692694" y="2207911"/>
                  </a:lnTo>
                  <a:lnTo>
                    <a:pt x="735294" y="2225426"/>
                  </a:lnTo>
                  <a:lnTo>
                    <a:pt x="778730" y="2241266"/>
                  </a:lnTo>
                  <a:lnTo>
                    <a:pt x="822960" y="2255393"/>
                  </a:lnTo>
                  <a:lnTo>
                    <a:pt x="867945" y="2267766"/>
                  </a:lnTo>
                  <a:lnTo>
                    <a:pt x="913645" y="2278344"/>
                  </a:lnTo>
                  <a:lnTo>
                    <a:pt x="960019" y="2287090"/>
                  </a:lnTo>
                  <a:lnTo>
                    <a:pt x="1007029" y="2293961"/>
                  </a:lnTo>
                  <a:lnTo>
                    <a:pt x="1054633" y="2298918"/>
                  </a:lnTo>
                  <a:lnTo>
                    <a:pt x="1102792" y="2301922"/>
                  </a:lnTo>
                  <a:lnTo>
                    <a:pt x="1151466" y="2302932"/>
                  </a:lnTo>
                  <a:close/>
                </a:path>
              </a:pathLst>
            </a:custGeom>
            <a:ln w="50800" cap="rnd">
              <a:solidFill>
                <a:srgbClr val="11A766"/>
              </a:solidFill>
            </a:ln>
          </p:spPr>
          <p:txBody>
            <a:bodyPr wrap="square" lIns="0" tIns="0" rIns="0" bIns="0" rtlCol="0"/>
            <a:lstStyle/>
            <a:p>
              <a:endParaRPr sz="900"/>
            </a:p>
          </p:txBody>
        </p:sp>
        <p:sp>
          <p:nvSpPr>
            <p:cNvPr id="5" name="object 5"/>
            <p:cNvSpPr/>
            <p:nvPr/>
          </p:nvSpPr>
          <p:spPr>
            <a:xfrm>
              <a:off x="5067300" y="4584700"/>
              <a:ext cx="2303145" cy="2303145"/>
            </a:xfrm>
            <a:custGeom>
              <a:avLst/>
              <a:gdLst/>
              <a:ahLst/>
              <a:cxnLst/>
              <a:rect l="l" t="t" r="r" b="b"/>
              <a:pathLst>
                <a:path w="2303145" h="2303145">
                  <a:moveTo>
                    <a:pt x="1151466" y="2302932"/>
                  </a:moveTo>
                  <a:lnTo>
                    <a:pt x="1200140" y="2301922"/>
                  </a:lnTo>
                  <a:lnTo>
                    <a:pt x="1248300" y="2298918"/>
                  </a:lnTo>
                  <a:lnTo>
                    <a:pt x="1295904" y="2293961"/>
                  </a:lnTo>
                  <a:lnTo>
                    <a:pt x="1342913" y="2287090"/>
                  </a:lnTo>
                  <a:lnTo>
                    <a:pt x="1389288" y="2278344"/>
                  </a:lnTo>
                  <a:lnTo>
                    <a:pt x="1434987" y="2267766"/>
                  </a:lnTo>
                  <a:lnTo>
                    <a:pt x="1479972" y="2255393"/>
                  </a:lnTo>
                  <a:lnTo>
                    <a:pt x="1524202" y="2241266"/>
                  </a:lnTo>
                  <a:lnTo>
                    <a:pt x="1567638" y="2225426"/>
                  </a:lnTo>
                  <a:lnTo>
                    <a:pt x="1610239" y="2207911"/>
                  </a:lnTo>
                  <a:lnTo>
                    <a:pt x="1651965" y="2188763"/>
                  </a:lnTo>
                  <a:lnTo>
                    <a:pt x="1692776" y="2168020"/>
                  </a:lnTo>
                  <a:lnTo>
                    <a:pt x="1732633" y="2145724"/>
                  </a:lnTo>
                  <a:lnTo>
                    <a:pt x="1771496" y="2121913"/>
                  </a:lnTo>
                  <a:lnTo>
                    <a:pt x="1809324" y="2096628"/>
                  </a:lnTo>
                  <a:lnTo>
                    <a:pt x="1846077" y="2069909"/>
                  </a:lnTo>
                  <a:lnTo>
                    <a:pt x="1881716" y="2041796"/>
                  </a:lnTo>
                  <a:lnTo>
                    <a:pt x="1916201" y="2012329"/>
                  </a:lnTo>
                  <a:lnTo>
                    <a:pt x="1949491" y="1981547"/>
                  </a:lnTo>
                  <a:lnTo>
                    <a:pt x="1981547" y="1949491"/>
                  </a:lnTo>
                  <a:lnTo>
                    <a:pt x="2012329" y="1916201"/>
                  </a:lnTo>
                  <a:lnTo>
                    <a:pt x="2041796" y="1881716"/>
                  </a:lnTo>
                  <a:lnTo>
                    <a:pt x="2069909" y="1846077"/>
                  </a:lnTo>
                  <a:lnTo>
                    <a:pt x="2096628" y="1809324"/>
                  </a:lnTo>
                  <a:lnTo>
                    <a:pt x="2121913" y="1771496"/>
                  </a:lnTo>
                  <a:lnTo>
                    <a:pt x="2145724" y="1732633"/>
                  </a:lnTo>
                  <a:lnTo>
                    <a:pt x="2168020" y="1692776"/>
                  </a:lnTo>
                  <a:lnTo>
                    <a:pt x="2188763" y="1651965"/>
                  </a:lnTo>
                  <a:lnTo>
                    <a:pt x="2207911" y="1610239"/>
                  </a:lnTo>
                  <a:lnTo>
                    <a:pt x="2225426" y="1567638"/>
                  </a:lnTo>
                  <a:lnTo>
                    <a:pt x="2241266" y="1524202"/>
                  </a:lnTo>
                  <a:lnTo>
                    <a:pt x="2255393" y="1479972"/>
                  </a:lnTo>
                  <a:lnTo>
                    <a:pt x="2267766" y="1434987"/>
                  </a:lnTo>
                  <a:lnTo>
                    <a:pt x="2278344" y="1389288"/>
                  </a:lnTo>
                  <a:lnTo>
                    <a:pt x="2287090" y="1342913"/>
                  </a:lnTo>
                  <a:lnTo>
                    <a:pt x="2293961" y="1295904"/>
                  </a:lnTo>
                  <a:lnTo>
                    <a:pt x="2298918" y="1248300"/>
                  </a:lnTo>
                  <a:lnTo>
                    <a:pt x="2301922" y="1200140"/>
                  </a:lnTo>
                  <a:lnTo>
                    <a:pt x="2302932" y="1151466"/>
                  </a:lnTo>
                  <a:lnTo>
                    <a:pt x="2301922" y="1102792"/>
                  </a:lnTo>
                  <a:lnTo>
                    <a:pt x="2298918" y="1054633"/>
                  </a:lnTo>
                  <a:lnTo>
                    <a:pt x="2293961" y="1007029"/>
                  </a:lnTo>
                  <a:lnTo>
                    <a:pt x="2287090" y="960019"/>
                  </a:lnTo>
                  <a:lnTo>
                    <a:pt x="2278344" y="913645"/>
                  </a:lnTo>
                  <a:lnTo>
                    <a:pt x="2267766" y="867945"/>
                  </a:lnTo>
                  <a:lnTo>
                    <a:pt x="2255393" y="822960"/>
                  </a:lnTo>
                  <a:lnTo>
                    <a:pt x="2241266" y="778730"/>
                  </a:lnTo>
                  <a:lnTo>
                    <a:pt x="2225426" y="735294"/>
                  </a:lnTo>
                  <a:lnTo>
                    <a:pt x="2207911" y="692694"/>
                  </a:lnTo>
                  <a:lnTo>
                    <a:pt x="2188763" y="650967"/>
                  </a:lnTo>
                  <a:lnTo>
                    <a:pt x="2168020" y="610156"/>
                  </a:lnTo>
                  <a:lnTo>
                    <a:pt x="2145724" y="570299"/>
                  </a:lnTo>
                  <a:lnTo>
                    <a:pt x="2121913" y="531436"/>
                  </a:lnTo>
                  <a:lnTo>
                    <a:pt x="2096628" y="493609"/>
                  </a:lnTo>
                  <a:lnTo>
                    <a:pt x="2069909" y="456855"/>
                  </a:lnTo>
                  <a:lnTo>
                    <a:pt x="2041796" y="421216"/>
                  </a:lnTo>
                  <a:lnTo>
                    <a:pt x="2012329" y="386731"/>
                  </a:lnTo>
                  <a:lnTo>
                    <a:pt x="1981547" y="353441"/>
                  </a:lnTo>
                  <a:lnTo>
                    <a:pt x="1949491" y="321385"/>
                  </a:lnTo>
                  <a:lnTo>
                    <a:pt x="1916201" y="290603"/>
                  </a:lnTo>
                  <a:lnTo>
                    <a:pt x="1881716" y="261136"/>
                  </a:lnTo>
                  <a:lnTo>
                    <a:pt x="1846077" y="233023"/>
                  </a:lnTo>
                  <a:lnTo>
                    <a:pt x="1809324" y="206304"/>
                  </a:lnTo>
                  <a:lnTo>
                    <a:pt x="1771496" y="181019"/>
                  </a:lnTo>
                  <a:lnTo>
                    <a:pt x="1732633" y="157208"/>
                  </a:lnTo>
                  <a:lnTo>
                    <a:pt x="1692776" y="134912"/>
                  </a:lnTo>
                  <a:lnTo>
                    <a:pt x="1651965" y="114169"/>
                  </a:lnTo>
                  <a:lnTo>
                    <a:pt x="1610239" y="95021"/>
                  </a:lnTo>
                  <a:lnTo>
                    <a:pt x="1567638" y="77506"/>
                  </a:lnTo>
                  <a:lnTo>
                    <a:pt x="1524202" y="61666"/>
                  </a:lnTo>
                  <a:lnTo>
                    <a:pt x="1479972" y="47539"/>
                  </a:lnTo>
                  <a:lnTo>
                    <a:pt x="1434987" y="35166"/>
                  </a:lnTo>
                  <a:lnTo>
                    <a:pt x="1389288" y="24587"/>
                  </a:lnTo>
                  <a:lnTo>
                    <a:pt x="1342913" y="15842"/>
                  </a:lnTo>
                  <a:lnTo>
                    <a:pt x="1295904" y="8971"/>
                  </a:lnTo>
                  <a:lnTo>
                    <a:pt x="1248300" y="4014"/>
                  </a:lnTo>
                  <a:lnTo>
                    <a:pt x="1200140" y="1010"/>
                  </a:lnTo>
                  <a:lnTo>
                    <a:pt x="1151466" y="0"/>
                  </a:lnTo>
                  <a:lnTo>
                    <a:pt x="1102792" y="1010"/>
                  </a:lnTo>
                  <a:lnTo>
                    <a:pt x="1054633" y="4014"/>
                  </a:lnTo>
                  <a:lnTo>
                    <a:pt x="1007029" y="8971"/>
                  </a:lnTo>
                  <a:lnTo>
                    <a:pt x="960019" y="15842"/>
                  </a:lnTo>
                  <a:lnTo>
                    <a:pt x="913645" y="24587"/>
                  </a:lnTo>
                  <a:lnTo>
                    <a:pt x="867945" y="35166"/>
                  </a:lnTo>
                  <a:lnTo>
                    <a:pt x="822960" y="47539"/>
                  </a:lnTo>
                  <a:lnTo>
                    <a:pt x="778730" y="61666"/>
                  </a:lnTo>
                  <a:lnTo>
                    <a:pt x="735294" y="77506"/>
                  </a:lnTo>
                  <a:lnTo>
                    <a:pt x="692694" y="95021"/>
                  </a:lnTo>
                  <a:lnTo>
                    <a:pt x="650967" y="114169"/>
                  </a:lnTo>
                  <a:lnTo>
                    <a:pt x="610156" y="134912"/>
                  </a:lnTo>
                  <a:lnTo>
                    <a:pt x="570299" y="157208"/>
                  </a:lnTo>
                  <a:lnTo>
                    <a:pt x="531436" y="181019"/>
                  </a:lnTo>
                  <a:lnTo>
                    <a:pt x="493609" y="206304"/>
                  </a:lnTo>
                  <a:lnTo>
                    <a:pt x="456855" y="233023"/>
                  </a:lnTo>
                  <a:lnTo>
                    <a:pt x="421216" y="261136"/>
                  </a:lnTo>
                  <a:lnTo>
                    <a:pt x="386731" y="290603"/>
                  </a:lnTo>
                  <a:lnTo>
                    <a:pt x="353441" y="321385"/>
                  </a:lnTo>
                  <a:lnTo>
                    <a:pt x="321385" y="353441"/>
                  </a:lnTo>
                  <a:lnTo>
                    <a:pt x="290603" y="386731"/>
                  </a:lnTo>
                  <a:lnTo>
                    <a:pt x="261136" y="421216"/>
                  </a:lnTo>
                  <a:lnTo>
                    <a:pt x="233023" y="456855"/>
                  </a:lnTo>
                  <a:lnTo>
                    <a:pt x="206304" y="493609"/>
                  </a:lnTo>
                  <a:lnTo>
                    <a:pt x="181019" y="531436"/>
                  </a:lnTo>
                  <a:lnTo>
                    <a:pt x="157208" y="570299"/>
                  </a:lnTo>
                  <a:lnTo>
                    <a:pt x="134912" y="610156"/>
                  </a:lnTo>
                  <a:lnTo>
                    <a:pt x="114169" y="650967"/>
                  </a:lnTo>
                  <a:lnTo>
                    <a:pt x="95021" y="692694"/>
                  </a:lnTo>
                  <a:lnTo>
                    <a:pt x="77506" y="735294"/>
                  </a:lnTo>
                  <a:lnTo>
                    <a:pt x="61666" y="778730"/>
                  </a:lnTo>
                  <a:lnTo>
                    <a:pt x="47539" y="822960"/>
                  </a:lnTo>
                  <a:lnTo>
                    <a:pt x="35166" y="867945"/>
                  </a:lnTo>
                  <a:lnTo>
                    <a:pt x="24587" y="913645"/>
                  </a:lnTo>
                  <a:lnTo>
                    <a:pt x="15842" y="960019"/>
                  </a:lnTo>
                  <a:lnTo>
                    <a:pt x="8971" y="1007029"/>
                  </a:lnTo>
                  <a:lnTo>
                    <a:pt x="4014" y="1054633"/>
                  </a:lnTo>
                  <a:lnTo>
                    <a:pt x="1010" y="1102792"/>
                  </a:lnTo>
                  <a:lnTo>
                    <a:pt x="0" y="1151466"/>
                  </a:lnTo>
                  <a:lnTo>
                    <a:pt x="1010" y="1200140"/>
                  </a:lnTo>
                  <a:lnTo>
                    <a:pt x="4014" y="1248300"/>
                  </a:lnTo>
                  <a:lnTo>
                    <a:pt x="8971" y="1295904"/>
                  </a:lnTo>
                  <a:lnTo>
                    <a:pt x="15842" y="1342913"/>
                  </a:lnTo>
                  <a:lnTo>
                    <a:pt x="24587" y="1389288"/>
                  </a:lnTo>
                  <a:lnTo>
                    <a:pt x="35166" y="1434987"/>
                  </a:lnTo>
                  <a:lnTo>
                    <a:pt x="47539" y="1479972"/>
                  </a:lnTo>
                  <a:lnTo>
                    <a:pt x="61666" y="1524202"/>
                  </a:lnTo>
                  <a:lnTo>
                    <a:pt x="77506" y="1567638"/>
                  </a:lnTo>
                  <a:lnTo>
                    <a:pt x="95021" y="1610239"/>
                  </a:lnTo>
                  <a:lnTo>
                    <a:pt x="114169" y="1651965"/>
                  </a:lnTo>
                  <a:lnTo>
                    <a:pt x="134912" y="1692776"/>
                  </a:lnTo>
                  <a:lnTo>
                    <a:pt x="157208" y="1732633"/>
                  </a:lnTo>
                  <a:lnTo>
                    <a:pt x="181019" y="1771496"/>
                  </a:lnTo>
                  <a:lnTo>
                    <a:pt x="206304" y="1809324"/>
                  </a:lnTo>
                  <a:lnTo>
                    <a:pt x="233023" y="1846077"/>
                  </a:lnTo>
                  <a:lnTo>
                    <a:pt x="261136" y="1881716"/>
                  </a:lnTo>
                  <a:lnTo>
                    <a:pt x="290603" y="1916201"/>
                  </a:lnTo>
                  <a:lnTo>
                    <a:pt x="321385" y="1949491"/>
                  </a:lnTo>
                  <a:lnTo>
                    <a:pt x="353441" y="1981547"/>
                  </a:lnTo>
                  <a:lnTo>
                    <a:pt x="386731" y="2012329"/>
                  </a:lnTo>
                  <a:lnTo>
                    <a:pt x="421216" y="2041796"/>
                  </a:lnTo>
                  <a:lnTo>
                    <a:pt x="456855" y="2069909"/>
                  </a:lnTo>
                  <a:lnTo>
                    <a:pt x="493609" y="2096628"/>
                  </a:lnTo>
                  <a:lnTo>
                    <a:pt x="531436" y="2121913"/>
                  </a:lnTo>
                  <a:lnTo>
                    <a:pt x="570299" y="2145724"/>
                  </a:lnTo>
                  <a:lnTo>
                    <a:pt x="610156" y="2168020"/>
                  </a:lnTo>
                  <a:lnTo>
                    <a:pt x="650967" y="2188763"/>
                  </a:lnTo>
                  <a:lnTo>
                    <a:pt x="692694" y="2207911"/>
                  </a:lnTo>
                  <a:lnTo>
                    <a:pt x="735294" y="2225426"/>
                  </a:lnTo>
                  <a:lnTo>
                    <a:pt x="778730" y="2241266"/>
                  </a:lnTo>
                  <a:lnTo>
                    <a:pt x="822960" y="2255393"/>
                  </a:lnTo>
                  <a:lnTo>
                    <a:pt x="867945" y="2267766"/>
                  </a:lnTo>
                  <a:lnTo>
                    <a:pt x="913645" y="2278344"/>
                  </a:lnTo>
                  <a:lnTo>
                    <a:pt x="960019" y="2287090"/>
                  </a:lnTo>
                  <a:lnTo>
                    <a:pt x="1007029" y="2293961"/>
                  </a:lnTo>
                  <a:lnTo>
                    <a:pt x="1054633" y="2298918"/>
                  </a:lnTo>
                  <a:lnTo>
                    <a:pt x="1102792" y="2301922"/>
                  </a:lnTo>
                  <a:lnTo>
                    <a:pt x="1151466" y="2302932"/>
                  </a:lnTo>
                  <a:close/>
                </a:path>
              </a:pathLst>
            </a:custGeom>
            <a:ln w="50800" cap="rnd">
              <a:solidFill>
                <a:srgbClr val="11A766"/>
              </a:solidFill>
            </a:ln>
          </p:spPr>
          <p:txBody>
            <a:bodyPr wrap="square" lIns="0" tIns="0" rIns="0" bIns="0" rtlCol="0"/>
            <a:lstStyle/>
            <a:p>
              <a:endParaRPr sz="900"/>
            </a:p>
          </p:txBody>
        </p:sp>
        <p:sp>
          <p:nvSpPr>
            <p:cNvPr id="6" name="object 6"/>
            <p:cNvSpPr/>
            <p:nvPr/>
          </p:nvSpPr>
          <p:spPr>
            <a:xfrm>
              <a:off x="6506632" y="4584700"/>
              <a:ext cx="2303145" cy="2303145"/>
            </a:xfrm>
            <a:custGeom>
              <a:avLst/>
              <a:gdLst/>
              <a:ahLst/>
              <a:cxnLst/>
              <a:rect l="l" t="t" r="r" b="b"/>
              <a:pathLst>
                <a:path w="2303145" h="2303145">
                  <a:moveTo>
                    <a:pt x="1151466" y="2302932"/>
                  </a:moveTo>
                  <a:lnTo>
                    <a:pt x="1200140" y="2301922"/>
                  </a:lnTo>
                  <a:lnTo>
                    <a:pt x="1248300" y="2298918"/>
                  </a:lnTo>
                  <a:lnTo>
                    <a:pt x="1295904" y="2293961"/>
                  </a:lnTo>
                  <a:lnTo>
                    <a:pt x="1342913" y="2287090"/>
                  </a:lnTo>
                  <a:lnTo>
                    <a:pt x="1389288" y="2278344"/>
                  </a:lnTo>
                  <a:lnTo>
                    <a:pt x="1434987" y="2267766"/>
                  </a:lnTo>
                  <a:lnTo>
                    <a:pt x="1479972" y="2255393"/>
                  </a:lnTo>
                  <a:lnTo>
                    <a:pt x="1524202" y="2241266"/>
                  </a:lnTo>
                  <a:lnTo>
                    <a:pt x="1567638" y="2225426"/>
                  </a:lnTo>
                  <a:lnTo>
                    <a:pt x="1610239" y="2207911"/>
                  </a:lnTo>
                  <a:lnTo>
                    <a:pt x="1651965" y="2188763"/>
                  </a:lnTo>
                  <a:lnTo>
                    <a:pt x="1692776" y="2168020"/>
                  </a:lnTo>
                  <a:lnTo>
                    <a:pt x="1732633" y="2145724"/>
                  </a:lnTo>
                  <a:lnTo>
                    <a:pt x="1771496" y="2121913"/>
                  </a:lnTo>
                  <a:lnTo>
                    <a:pt x="1809324" y="2096628"/>
                  </a:lnTo>
                  <a:lnTo>
                    <a:pt x="1846077" y="2069909"/>
                  </a:lnTo>
                  <a:lnTo>
                    <a:pt x="1881716" y="2041796"/>
                  </a:lnTo>
                  <a:lnTo>
                    <a:pt x="1916201" y="2012329"/>
                  </a:lnTo>
                  <a:lnTo>
                    <a:pt x="1949491" y="1981547"/>
                  </a:lnTo>
                  <a:lnTo>
                    <a:pt x="1981547" y="1949491"/>
                  </a:lnTo>
                  <a:lnTo>
                    <a:pt x="2012329" y="1916201"/>
                  </a:lnTo>
                  <a:lnTo>
                    <a:pt x="2041796" y="1881716"/>
                  </a:lnTo>
                  <a:lnTo>
                    <a:pt x="2069909" y="1846077"/>
                  </a:lnTo>
                  <a:lnTo>
                    <a:pt x="2096628" y="1809324"/>
                  </a:lnTo>
                  <a:lnTo>
                    <a:pt x="2121913" y="1771496"/>
                  </a:lnTo>
                  <a:lnTo>
                    <a:pt x="2145724" y="1732633"/>
                  </a:lnTo>
                  <a:lnTo>
                    <a:pt x="2168020" y="1692776"/>
                  </a:lnTo>
                  <a:lnTo>
                    <a:pt x="2188763" y="1651965"/>
                  </a:lnTo>
                  <a:lnTo>
                    <a:pt x="2207911" y="1610239"/>
                  </a:lnTo>
                  <a:lnTo>
                    <a:pt x="2225426" y="1567638"/>
                  </a:lnTo>
                  <a:lnTo>
                    <a:pt x="2241266" y="1524202"/>
                  </a:lnTo>
                  <a:lnTo>
                    <a:pt x="2255393" y="1479972"/>
                  </a:lnTo>
                  <a:lnTo>
                    <a:pt x="2267766" y="1434987"/>
                  </a:lnTo>
                  <a:lnTo>
                    <a:pt x="2278344" y="1389288"/>
                  </a:lnTo>
                  <a:lnTo>
                    <a:pt x="2287090" y="1342913"/>
                  </a:lnTo>
                  <a:lnTo>
                    <a:pt x="2293961" y="1295904"/>
                  </a:lnTo>
                  <a:lnTo>
                    <a:pt x="2298918" y="1248300"/>
                  </a:lnTo>
                  <a:lnTo>
                    <a:pt x="2301922" y="1200140"/>
                  </a:lnTo>
                  <a:lnTo>
                    <a:pt x="2302932" y="1151466"/>
                  </a:lnTo>
                  <a:lnTo>
                    <a:pt x="2301922" y="1102792"/>
                  </a:lnTo>
                  <a:lnTo>
                    <a:pt x="2298918" y="1054633"/>
                  </a:lnTo>
                  <a:lnTo>
                    <a:pt x="2293961" y="1007029"/>
                  </a:lnTo>
                  <a:lnTo>
                    <a:pt x="2287090" y="960019"/>
                  </a:lnTo>
                  <a:lnTo>
                    <a:pt x="2278344" y="913645"/>
                  </a:lnTo>
                  <a:lnTo>
                    <a:pt x="2267766" y="867945"/>
                  </a:lnTo>
                  <a:lnTo>
                    <a:pt x="2255393" y="822960"/>
                  </a:lnTo>
                  <a:lnTo>
                    <a:pt x="2241266" y="778730"/>
                  </a:lnTo>
                  <a:lnTo>
                    <a:pt x="2225426" y="735294"/>
                  </a:lnTo>
                  <a:lnTo>
                    <a:pt x="2207911" y="692694"/>
                  </a:lnTo>
                  <a:lnTo>
                    <a:pt x="2188763" y="650967"/>
                  </a:lnTo>
                  <a:lnTo>
                    <a:pt x="2168020" y="610156"/>
                  </a:lnTo>
                  <a:lnTo>
                    <a:pt x="2145724" y="570299"/>
                  </a:lnTo>
                  <a:lnTo>
                    <a:pt x="2121913" y="531436"/>
                  </a:lnTo>
                  <a:lnTo>
                    <a:pt x="2096628" y="493609"/>
                  </a:lnTo>
                  <a:lnTo>
                    <a:pt x="2069909" y="456855"/>
                  </a:lnTo>
                  <a:lnTo>
                    <a:pt x="2041796" y="421216"/>
                  </a:lnTo>
                  <a:lnTo>
                    <a:pt x="2012329" y="386731"/>
                  </a:lnTo>
                  <a:lnTo>
                    <a:pt x="1981547" y="353441"/>
                  </a:lnTo>
                  <a:lnTo>
                    <a:pt x="1949491" y="321385"/>
                  </a:lnTo>
                  <a:lnTo>
                    <a:pt x="1916201" y="290603"/>
                  </a:lnTo>
                  <a:lnTo>
                    <a:pt x="1881716" y="261136"/>
                  </a:lnTo>
                  <a:lnTo>
                    <a:pt x="1846077" y="233023"/>
                  </a:lnTo>
                  <a:lnTo>
                    <a:pt x="1809324" y="206304"/>
                  </a:lnTo>
                  <a:lnTo>
                    <a:pt x="1771496" y="181019"/>
                  </a:lnTo>
                  <a:lnTo>
                    <a:pt x="1732633" y="157208"/>
                  </a:lnTo>
                  <a:lnTo>
                    <a:pt x="1692776" y="134912"/>
                  </a:lnTo>
                  <a:lnTo>
                    <a:pt x="1651965" y="114169"/>
                  </a:lnTo>
                  <a:lnTo>
                    <a:pt x="1610239" y="95021"/>
                  </a:lnTo>
                  <a:lnTo>
                    <a:pt x="1567638" y="77506"/>
                  </a:lnTo>
                  <a:lnTo>
                    <a:pt x="1524202" y="61666"/>
                  </a:lnTo>
                  <a:lnTo>
                    <a:pt x="1479972" y="47539"/>
                  </a:lnTo>
                  <a:lnTo>
                    <a:pt x="1434987" y="35166"/>
                  </a:lnTo>
                  <a:lnTo>
                    <a:pt x="1389288" y="24587"/>
                  </a:lnTo>
                  <a:lnTo>
                    <a:pt x="1342913" y="15842"/>
                  </a:lnTo>
                  <a:lnTo>
                    <a:pt x="1295904" y="8971"/>
                  </a:lnTo>
                  <a:lnTo>
                    <a:pt x="1248300" y="4014"/>
                  </a:lnTo>
                  <a:lnTo>
                    <a:pt x="1200140" y="1010"/>
                  </a:lnTo>
                  <a:lnTo>
                    <a:pt x="1151466" y="0"/>
                  </a:lnTo>
                  <a:lnTo>
                    <a:pt x="1102792" y="1010"/>
                  </a:lnTo>
                  <a:lnTo>
                    <a:pt x="1054633" y="4014"/>
                  </a:lnTo>
                  <a:lnTo>
                    <a:pt x="1007029" y="8971"/>
                  </a:lnTo>
                  <a:lnTo>
                    <a:pt x="960019" y="15842"/>
                  </a:lnTo>
                  <a:lnTo>
                    <a:pt x="913645" y="24587"/>
                  </a:lnTo>
                  <a:lnTo>
                    <a:pt x="867945" y="35166"/>
                  </a:lnTo>
                  <a:lnTo>
                    <a:pt x="822960" y="47539"/>
                  </a:lnTo>
                  <a:lnTo>
                    <a:pt x="778730" y="61666"/>
                  </a:lnTo>
                  <a:lnTo>
                    <a:pt x="735294" y="77506"/>
                  </a:lnTo>
                  <a:lnTo>
                    <a:pt x="692694" y="95021"/>
                  </a:lnTo>
                  <a:lnTo>
                    <a:pt x="650967" y="114169"/>
                  </a:lnTo>
                  <a:lnTo>
                    <a:pt x="610156" y="134912"/>
                  </a:lnTo>
                  <a:lnTo>
                    <a:pt x="570299" y="157208"/>
                  </a:lnTo>
                  <a:lnTo>
                    <a:pt x="531436" y="181019"/>
                  </a:lnTo>
                  <a:lnTo>
                    <a:pt x="493609" y="206304"/>
                  </a:lnTo>
                  <a:lnTo>
                    <a:pt x="456855" y="233023"/>
                  </a:lnTo>
                  <a:lnTo>
                    <a:pt x="421216" y="261136"/>
                  </a:lnTo>
                  <a:lnTo>
                    <a:pt x="386731" y="290603"/>
                  </a:lnTo>
                  <a:lnTo>
                    <a:pt x="353441" y="321385"/>
                  </a:lnTo>
                  <a:lnTo>
                    <a:pt x="321385" y="353441"/>
                  </a:lnTo>
                  <a:lnTo>
                    <a:pt x="290603" y="386731"/>
                  </a:lnTo>
                  <a:lnTo>
                    <a:pt x="261136" y="421216"/>
                  </a:lnTo>
                  <a:lnTo>
                    <a:pt x="233023" y="456855"/>
                  </a:lnTo>
                  <a:lnTo>
                    <a:pt x="206304" y="493609"/>
                  </a:lnTo>
                  <a:lnTo>
                    <a:pt x="181019" y="531436"/>
                  </a:lnTo>
                  <a:lnTo>
                    <a:pt x="157208" y="570299"/>
                  </a:lnTo>
                  <a:lnTo>
                    <a:pt x="134912" y="610156"/>
                  </a:lnTo>
                  <a:lnTo>
                    <a:pt x="114169" y="650967"/>
                  </a:lnTo>
                  <a:lnTo>
                    <a:pt x="95021" y="692694"/>
                  </a:lnTo>
                  <a:lnTo>
                    <a:pt x="77506" y="735294"/>
                  </a:lnTo>
                  <a:lnTo>
                    <a:pt x="61666" y="778730"/>
                  </a:lnTo>
                  <a:lnTo>
                    <a:pt x="47539" y="822960"/>
                  </a:lnTo>
                  <a:lnTo>
                    <a:pt x="35166" y="867945"/>
                  </a:lnTo>
                  <a:lnTo>
                    <a:pt x="24587" y="913645"/>
                  </a:lnTo>
                  <a:lnTo>
                    <a:pt x="15842" y="960019"/>
                  </a:lnTo>
                  <a:lnTo>
                    <a:pt x="8971" y="1007029"/>
                  </a:lnTo>
                  <a:lnTo>
                    <a:pt x="4014" y="1054633"/>
                  </a:lnTo>
                  <a:lnTo>
                    <a:pt x="1010" y="1102792"/>
                  </a:lnTo>
                  <a:lnTo>
                    <a:pt x="0" y="1151466"/>
                  </a:lnTo>
                  <a:lnTo>
                    <a:pt x="1010" y="1200140"/>
                  </a:lnTo>
                  <a:lnTo>
                    <a:pt x="4014" y="1248300"/>
                  </a:lnTo>
                  <a:lnTo>
                    <a:pt x="8971" y="1295904"/>
                  </a:lnTo>
                  <a:lnTo>
                    <a:pt x="15842" y="1342913"/>
                  </a:lnTo>
                  <a:lnTo>
                    <a:pt x="24587" y="1389288"/>
                  </a:lnTo>
                  <a:lnTo>
                    <a:pt x="35166" y="1434987"/>
                  </a:lnTo>
                  <a:lnTo>
                    <a:pt x="47539" y="1479972"/>
                  </a:lnTo>
                  <a:lnTo>
                    <a:pt x="61666" y="1524202"/>
                  </a:lnTo>
                  <a:lnTo>
                    <a:pt x="77506" y="1567638"/>
                  </a:lnTo>
                  <a:lnTo>
                    <a:pt x="95021" y="1610239"/>
                  </a:lnTo>
                  <a:lnTo>
                    <a:pt x="114169" y="1651965"/>
                  </a:lnTo>
                  <a:lnTo>
                    <a:pt x="134912" y="1692776"/>
                  </a:lnTo>
                  <a:lnTo>
                    <a:pt x="157208" y="1732633"/>
                  </a:lnTo>
                  <a:lnTo>
                    <a:pt x="181019" y="1771496"/>
                  </a:lnTo>
                  <a:lnTo>
                    <a:pt x="206304" y="1809324"/>
                  </a:lnTo>
                  <a:lnTo>
                    <a:pt x="233023" y="1846077"/>
                  </a:lnTo>
                  <a:lnTo>
                    <a:pt x="261136" y="1881716"/>
                  </a:lnTo>
                  <a:lnTo>
                    <a:pt x="290603" y="1916201"/>
                  </a:lnTo>
                  <a:lnTo>
                    <a:pt x="321385" y="1949491"/>
                  </a:lnTo>
                  <a:lnTo>
                    <a:pt x="353441" y="1981547"/>
                  </a:lnTo>
                  <a:lnTo>
                    <a:pt x="386731" y="2012329"/>
                  </a:lnTo>
                  <a:lnTo>
                    <a:pt x="421216" y="2041796"/>
                  </a:lnTo>
                  <a:lnTo>
                    <a:pt x="456855" y="2069909"/>
                  </a:lnTo>
                  <a:lnTo>
                    <a:pt x="493609" y="2096628"/>
                  </a:lnTo>
                  <a:lnTo>
                    <a:pt x="531436" y="2121913"/>
                  </a:lnTo>
                  <a:lnTo>
                    <a:pt x="570299" y="2145724"/>
                  </a:lnTo>
                  <a:lnTo>
                    <a:pt x="610156" y="2168020"/>
                  </a:lnTo>
                  <a:lnTo>
                    <a:pt x="650967" y="2188763"/>
                  </a:lnTo>
                  <a:lnTo>
                    <a:pt x="692694" y="2207911"/>
                  </a:lnTo>
                  <a:lnTo>
                    <a:pt x="735294" y="2225426"/>
                  </a:lnTo>
                  <a:lnTo>
                    <a:pt x="778730" y="2241266"/>
                  </a:lnTo>
                  <a:lnTo>
                    <a:pt x="822960" y="2255393"/>
                  </a:lnTo>
                  <a:lnTo>
                    <a:pt x="867945" y="2267766"/>
                  </a:lnTo>
                  <a:lnTo>
                    <a:pt x="913645" y="2278344"/>
                  </a:lnTo>
                  <a:lnTo>
                    <a:pt x="960019" y="2287090"/>
                  </a:lnTo>
                  <a:lnTo>
                    <a:pt x="1007029" y="2293961"/>
                  </a:lnTo>
                  <a:lnTo>
                    <a:pt x="1054633" y="2298918"/>
                  </a:lnTo>
                  <a:lnTo>
                    <a:pt x="1102792" y="2301922"/>
                  </a:lnTo>
                  <a:lnTo>
                    <a:pt x="1151466" y="2302932"/>
                  </a:lnTo>
                  <a:close/>
                </a:path>
              </a:pathLst>
            </a:custGeom>
            <a:ln w="50800" cap="rnd">
              <a:solidFill>
                <a:srgbClr val="11A766"/>
              </a:solidFill>
            </a:ln>
          </p:spPr>
          <p:txBody>
            <a:bodyPr wrap="square" lIns="0" tIns="0" rIns="0" bIns="0" rtlCol="0"/>
            <a:lstStyle/>
            <a:p>
              <a:endParaRPr sz="900"/>
            </a:p>
          </p:txBody>
        </p:sp>
      </p:grpSp>
      <p:sp>
        <p:nvSpPr>
          <p:cNvPr id="7" name="object 7"/>
          <p:cNvSpPr txBox="1"/>
          <p:nvPr/>
        </p:nvSpPr>
        <p:spPr>
          <a:xfrm>
            <a:off x="3323338" y="1924050"/>
            <a:ext cx="291465" cy="270510"/>
          </a:xfrm>
          <a:prstGeom prst="rect">
            <a:avLst/>
          </a:prstGeom>
        </p:spPr>
        <p:txBody>
          <a:bodyPr vert="horz" wrap="square" lIns="0" tIns="6350" rIns="0" bIns="0" rtlCol="0">
            <a:spAutoFit/>
          </a:bodyPr>
          <a:lstStyle/>
          <a:p>
            <a:pPr marL="12065">
              <a:lnSpc>
                <a:spcPts val="1180"/>
              </a:lnSpc>
              <a:spcBef>
                <a:spcPts val="50"/>
              </a:spcBef>
            </a:pPr>
            <a:r>
              <a:rPr sz="1050" spc="-13" dirty="0">
                <a:solidFill>
                  <a:srgbClr val="212121"/>
                </a:solidFill>
                <a:latin typeface="Microsoft JhengHei"/>
                <a:cs typeface="Microsoft JhengHei"/>
              </a:rPr>
              <a:t>价値</a:t>
            </a:r>
            <a:endParaRPr sz="1050">
              <a:latin typeface="Microsoft JhengHei"/>
              <a:cs typeface="Microsoft JhengHei"/>
            </a:endParaRPr>
          </a:p>
          <a:p>
            <a:pPr marL="6350">
              <a:lnSpc>
                <a:spcPts val="880"/>
              </a:lnSpc>
            </a:pPr>
            <a:r>
              <a:rPr sz="800" spc="-5" dirty="0">
                <a:solidFill>
                  <a:srgbClr val="212121"/>
                </a:solidFill>
                <a:latin typeface="Microsoft JhengHei"/>
                <a:cs typeface="Microsoft JhengHei"/>
              </a:rPr>
              <a:t>Value</a:t>
            </a:r>
            <a:endParaRPr sz="800">
              <a:latin typeface="Microsoft JhengHei"/>
              <a:cs typeface="Microsoft JhengHei"/>
            </a:endParaRPr>
          </a:p>
        </p:txBody>
      </p:sp>
      <p:sp>
        <p:nvSpPr>
          <p:cNvPr id="8" name="object 8"/>
          <p:cNvSpPr txBox="1"/>
          <p:nvPr/>
        </p:nvSpPr>
        <p:spPr>
          <a:xfrm>
            <a:off x="3740541" y="2768600"/>
            <a:ext cx="566103" cy="270510"/>
          </a:xfrm>
          <a:prstGeom prst="rect">
            <a:avLst/>
          </a:prstGeom>
        </p:spPr>
        <p:txBody>
          <a:bodyPr vert="horz" wrap="square" lIns="0" tIns="6350" rIns="0" bIns="0" rtlCol="0">
            <a:spAutoFit/>
          </a:bodyPr>
          <a:lstStyle/>
          <a:p>
            <a:pPr algn="ctr">
              <a:lnSpc>
                <a:spcPts val="1180"/>
              </a:lnSpc>
              <a:spcBef>
                <a:spcPts val="50"/>
              </a:spcBef>
            </a:pPr>
            <a:r>
              <a:rPr sz="1050" spc="-13" dirty="0">
                <a:solidFill>
                  <a:srgbClr val="212121"/>
                </a:solidFill>
                <a:latin typeface="Microsoft JhengHei"/>
                <a:cs typeface="Microsoft JhengHei"/>
              </a:rPr>
              <a:t>兴趣</a:t>
            </a:r>
            <a:endParaRPr sz="1050">
              <a:latin typeface="Microsoft JhengHei"/>
              <a:cs typeface="Microsoft JhengHei"/>
            </a:endParaRPr>
          </a:p>
          <a:p>
            <a:pPr algn="ctr">
              <a:lnSpc>
                <a:spcPts val="880"/>
              </a:lnSpc>
            </a:pPr>
            <a:r>
              <a:rPr sz="800" spc="20" dirty="0">
                <a:solidFill>
                  <a:srgbClr val="212121"/>
                </a:solidFill>
                <a:latin typeface="Microsoft JhengHei"/>
                <a:cs typeface="Microsoft JhengHei"/>
              </a:rPr>
              <a:t>Interesting</a:t>
            </a:r>
            <a:endParaRPr sz="800">
              <a:latin typeface="Microsoft JhengHei"/>
              <a:cs typeface="Microsoft JhengHei"/>
            </a:endParaRPr>
          </a:p>
        </p:txBody>
      </p:sp>
      <p:sp>
        <p:nvSpPr>
          <p:cNvPr id="9" name="object 9"/>
          <p:cNvSpPr txBox="1"/>
          <p:nvPr/>
        </p:nvSpPr>
        <p:spPr>
          <a:xfrm>
            <a:off x="2586698" y="2768600"/>
            <a:ext cx="644208" cy="270510"/>
          </a:xfrm>
          <a:prstGeom prst="rect">
            <a:avLst/>
          </a:prstGeom>
        </p:spPr>
        <p:txBody>
          <a:bodyPr vert="horz" wrap="square" lIns="0" tIns="6350" rIns="0" bIns="0" rtlCol="0">
            <a:spAutoFit/>
          </a:bodyPr>
          <a:lstStyle/>
          <a:p>
            <a:pPr algn="ctr">
              <a:lnSpc>
                <a:spcPts val="1180"/>
              </a:lnSpc>
              <a:spcBef>
                <a:spcPts val="50"/>
              </a:spcBef>
            </a:pPr>
            <a:r>
              <a:rPr sz="1050" spc="-13" dirty="0">
                <a:solidFill>
                  <a:srgbClr val="212121"/>
                </a:solidFill>
                <a:latin typeface="Microsoft JhengHei"/>
                <a:cs typeface="Microsoft JhengHei"/>
              </a:rPr>
              <a:t>能力</a:t>
            </a:r>
            <a:endParaRPr sz="1050">
              <a:latin typeface="Microsoft JhengHei"/>
              <a:cs typeface="Microsoft JhengHei"/>
            </a:endParaRPr>
          </a:p>
          <a:p>
            <a:pPr algn="ctr">
              <a:lnSpc>
                <a:spcPts val="880"/>
              </a:lnSpc>
            </a:pPr>
            <a:r>
              <a:rPr sz="800" spc="-5" dirty="0">
                <a:solidFill>
                  <a:srgbClr val="212121"/>
                </a:solidFill>
                <a:latin typeface="Microsoft JhengHei"/>
                <a:cs typeface="Microsoft JhengHei"/>
              </a:rPr>
              <a:t>Competency</a:t>
            </a:r>
            <a:endParaRPr sz="800">
              <a:latin typeface="Microsoft JhengHei"/>
              <a:cs typeface="Microsoft JhengHei"/>
            </a:endParaRPr>
          </a:p>
        </p:txBody>
      </p:sp>
      <p:sp>
        <p:nvSpPr>
          <p:cNvPr id="10" name="object 10"/>
          <p:cNvSpPr txBox="1"/>
          <p:nvPr/>
        </p:nvSpPr>
        <p:spPr>
          <a:xfrm>
            <a:off x="1479550" y="3576320"/>
            <a:ext cx="3906838" cy="747395"/>
          </a:xfrm>
          <a:prstGeom prst="rect">
            <a:avLst/>
          </a:prstGeom>
        </p:spPr>
        <p:txBody>
          <a:bodyPr vert="horz" wrap="square" lIns="0" tIns="6350" rIns="0" bIns="0" rtlCol="0">
            <a:spAutoFit/>
          </a:bodyPr>
          <a:lstStyle/>
          <a:p>
            <a:pPr marL="6350" marR="2540" algn="just">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每个人都拥有某种特殊才华、能力或天赋，汉迪称之为「黄金种子」。如果你知道自己的黄金种子是什么，或亲近的人能看出你的特殊才能，并施肥灌溉，让你的黄金种子有成长的空间，你终将在擅长的领域成为顶尖高手。</a:t>
            </a:r>
            <a:endParaRPr sz="105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1" name="object 11"/>
          <p:cNvSpPr txBox="1"/>
          <p:nvPr/>
        </p:nvSpPr>
        <p:spPr>
          <a:xfrm>
            <a:off x="1536700" y="7322820"/>
            <a:ext cx="3788410" cy="376555"/>
          </a:xfrm>
          <a:prstGeom prst="rect">
            <a:avLst/>
          </a:prstGeom>
        </p:spPr>
        <p:txBody>
          <a:bodyPr vert="horz" wrap="square" lIns="0" tIns="6350" rIns="0" bIns="0" rtlCol="0">
            <a:spAutoFit/>
          </a:bodyPr>
          <a:lstStyle/>
          <a:p>
            <a:pPr marL="6350" marR="2540">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这是很难的人生大问题，汉迪要我们把持住信仰与理性的平衡，并举出亚里士多德的十二个美德作为个人生活的检查清单。</a:t>
            </a:r>
            <a:endParaRPr sz="105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2" name="object 12"/>
          <p:cNvSpPr/>
          <p:nvPr/>
        </p:nvSpPr>
        <p:spPr>
          <a:xfrm>
            <a:off x="1809750" y="1028700"/>
            <a:ext cx="387033" cy="386715"/>
          </a:xfrm>
          <a:custGeom>
            <a:avLst/>
            <a:gdLst/>
            <a:ahLst/>
            <a:cxnLst/>
            <a:rect l="l" t="t" r="r" b="b"/>
            <a:pathLst>
              <a:path w="774064" h="773430">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4" h="773430">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4" h="773430">
                <a:moveTo>
                  <a:pt x="385104" y="0"/>
                </a:moveTo>
                <a:lnTo>
                  <a:pt x="336798" y="3000"/>
                </a:lnTo>
                <a:lnTo>
                  <a:pt x="433411" y="3000"/>
                </a:lnTo>
                <a:lnTo>
                  <a:pt x="385104" y="0"/>
                </a:lnTo>
                <a:close/>
              </a:path>
            </a:pathLst>
          </a:custGeom>
          <a:solidFill>
            <a:srgbClr val="11A766"/>
          </a:solidFill>
        </p:spPr>
        <p:txBody>
          <a:bodyPr wrap="square" lIns="0" tIns="0" rIns="0" bIns="0" rtlCol="0"/>
          <a:lstStyle/>
          <a:p>
            <a:endParaRPr sz="900"/>
          </a:p>
        </p:txBody>
      </p:sp>
      <p:sp>
        <p:nvSpPr>
          <p:cNvPr id="13" name="object 13"/>
          <p:cNvSpPr txBox="1"/>
          <p:nvPr/>
        </p:nvSpPr>
        <p:spPr>
          <a:xfrm>
            <a:off x="1855098" y="1093370"/>
            <a:ext cx="334222"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03</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4" name="object 14"/>
          <p:cNvSpPr/>
          <p:nvPr/>
        </p:nvSpPr>
        <p:spPr>
          <a:xfrm>
            <a:off x="2203450" y="1066800"/>
            <a:ext cx="2470150" cy="336550"/>
          </a:xfrm>
          <a:custGeom>
            <a:avLst/>
            <a:gdLst/>
            <a:ahLst/>
            <a:cxnLst/>
            <a:rect l="l" t="t" r="r" b="b"/>
            <a:pathLst>
              <a:path w="4940300" h="673100">
                <a:moveTo>
                  <a:pt x="4603750" y="0"/>
                </a:moveTo>
                <a:lnTo>
                  <a:pt x="336550" y="0"/>
                </a:lnTo>
                <a:lnTo>
                  <a:pt x="290882" y="3072"/>
                </a:lnTo>
                <a:lnTo>
                  <a:pt x="247081" y="12021"/>
                </a:lnTo>
                <a:lnTo>
                  <a:pt x="205549" y="26446"/>
                </a:lnTo>
                <a:lnTo>
                  <a:pt x="166687" y="45947"/>
                </a:lnTo>
                <a:lnTo>
                  <a:pt x="130894" y="70122"/>
                </a:lnTo>
                <a:lnTo>
                  <a:pt x="98573" y="98571"/>
                </a:lnTo>
                <a:lnTo>
                  <a:pt x="70124" y="130891"/>
                </a:lnTo>
                <a:lnTo>
                  <a:pt x="45949" y="166684"/>
                </a:lnTo>
                <a:lnTo>
                  <a:pt x="26447" y="205547"/>
                </a:lnTo>
                <a:lnTo>
                  <a:pt x="12021" y="247079"/>
                </a:lnTo>
                <a:lnTo>
                  <a:pt x="3072" y="290880"/>
                </a:lnTo>
                <a:lnTo>
                  <a:pt x="0" y="336550"/>
                </a:lnTo>
                <a:lnTo>
                  <a:pt x="3072" y="382219"/>
                </a:lnTo>
                <a:lnTo>
                  <a:pt x="12021" y="426020"/>
                </a:lnTo>
                <a:lnTo>
                  <a:pt x="26447" y="467552"/>
                </a:lnTo>
                <a:lnTo>
                  <a:pt x="45949" y="506415"/>
                </a:lnTo>
                <a:lnTo>
                  <a:pt x="70124" y="542208"/>
                </a:lnTo>
                <a:lnTo>
                  <a:pt x="98573" y="574528"/>
                </a:lnTo>
                <a:lnTo>
                  <a:pt x="130894" y="602977"/>
                </a:lnTo>
                <a:lnTo>
                  <a:pt x="166687" y="627152"/>
                </a:lnTo>
                <a:lnTo>
                  <a:pt x="205549" y="646653"/>
                </a:lnTo>
                <a:lnTo>
                  <a:pt x="247081" y="661078"/>
                </a:lnTo>
                <a:lnTo>
                  <a:pt x="290882" y="670027"/>
                </a:lnTo>
                <a:lnTo>
                  <a:pt x="336550" y="673100"/>
                </a:lnTo>
                <a:lnTo>
                  <a:pt x="4603750" y="673100"/>
                </a:lnTo>
                <a:lnTo>
                  <a:pt x="4649417" y="670027"/>
                </a:lnTo>
                <a:lnTo>
                  <a:pt x="4693218" y="661078"/>
                </a:lnTo>
                <a:lnTo>
                  <a:pt x="4734750" y="646653"/>
                </a:lnTo>
                <a:lnTo>
                  <a:pt x="4773612" y="627152"/>
                </a:lnTo>
                <a:lnTo>
                  <a:pt x="4809405" y="602977"/>
                </a:lnTo>
                <a:lnTo>
                  <a:pt x="4841726" y="574528"/>
                </a:lnTo>
                <a:lnTo>
                  <a:pt x="4870175" y="542208"/>
                </a:lnTo>
                <a:lnTo>
                  <a:pt x="4894350" y="506415"/>
                </a:lnTo>
                <a:lnTo>
                  <a:pt x="4913852" y="467552"/>
                </a:lnTo>
                <a:lnTo>
                  <a:pt x="4928278" y="426020"/>
                </a:lnTo>
                <a:lnTo>
                  <a:pt x="4937227" y="382219"/>
                </a:lnTo>
                <a:lnTo>
                  <a:pt x="4940300" y="336550"/>
                </a:lnTo>
                <a:lnTo>
                  <a:pt x="4937227" y="290880"/>
                </a:lnTo>
                <a:lnTo>
                  <a:pt x="4928278" y="247079"/>
                </a:lnTo>
                <a:lnTo>
                  <a:pt x="4913852" y="205547"/>
                </a:lnTo>
                <a:lnTo>
                  <a:pt x="4894350" y="166684"/>
                </a:lnTo>
                <a:lnTo>
                  <a:pt x="4870175" y="130891"/>
                </a:lnTo>
                <a:lnTo>
                  <a:pt x="4841726" y="98571"/>
                </a:lnTo>
                <a:lnTo>
                  <a:pt x="4809405" y="70122"/>
                </a:lnTo>
                <a:lnTo>
                  <a:pt x="4773612" y="45947"/>
                </a:lnTo>
                <a:lnTo>
                  <a:pt x="4734750" y="26446"/>
                </a:lnTo>
                <a:lnTo>
                  <a:pt x="4693218" y="12021"/>
                </a:lnTo>
                <a:lnTo>
                  <a:pt x="4649417" y="3072"/>
                </a:lnTo>
                <a:lnTo>
                  <a:pt x="4603750" y="0"/>
                </a:lnTo>
                <a:close/>
              </a:path>
            </a:pathLst>
          </a:custGeom>
          <a:solidFill>
            <a:srgbClr val="212121"/>
          </a:solidFill>
        </p:spPr>
        <p:txBody>
          <a:bodyPr wrap="square" lIns="0" tIns="0" rIns="0" bIns="0" rtlCol="0"/>
          <a:lstStyle/>
          <a:p>
            <a:endParaRPr sz="900"/>
          </a:p>
        </p:txBody>
      </p:sp>
      <p:sp>
        <p:nvSpPr>
          <p:cNvPr id="15" name="object 15"/>
          <p:cNvSpPr txBox="1"/>
          <p:nvPr/>
        </p:nvSpPr>
        <p:spPr>
          <a:xfrm>
            <a:off x="2400300" y="990600"/>
            <a:ext cx="1983780" cy="579120"/>
          </a:xfrm>
          <a:prstGeom prst="rect">
            <a:avLst/>
          </a:prstGeom>
        </p:spPr>
        <p:txBody>
          <a:bodyPr vert="horz" wrap="square" lIns="0" tIns="133350" rIns="0" bIns="0" rtlCol="0">
            <a:spAutoFit/>
          </a:bodyPr>
          <a:lstStyle/>
          <a:p>
            <a:pPr marL="6350" algn="ctr">
              <a:spcBef>
                <a:spcPts val="1050"/>
              </a:spcBef>
            </a:pPr>
            <a:r>
              <a:rPr sz="1500" b="1" dirty="0">
                <a:solidFill>
                  <a:srgbClr val="FFFFFF"/>
                </a:solidFill>
                <a:latin typeface="江城圆体 600W" panose="020B0800000000000000" pitchFamily="34" charset="-128"/>
                <a:ea typeface="江城圆体 600W" panose="020B0800000000000000" pitchFamily="34" charset="-128"/>
                <a:cs typeface="Microsoft JhengHei"/>
              </a:rPr>
              <a:t>人生就是在不断提问</a:t>
            </a:r>
            <a:endParaRPr sz="1500" b="1" dirty="0">
              <a:latin typeface="江城圆体 600W" panose="020B0800000000000000" pitchFamily="34" charset="-128"/>
              <a:ea typeface="江城圆体 600W" panose="020B0800000000000000" pitchFamily="34" charset="-128"/>
              <a:cs typeface="Microsoft JhengHei"/>
            </a:endParaRPr>
          </a:p>
          <a:p>
            <a:pPr marL="74930" algn="ctr">
              <a:spcBef>
                <a:spcPts val="600"/>
              </a:spcBef>
            </a:pPr>
            <a:r>
              <a:rPr sz="900" b="1" dirty="0">
                <a:solidFill>
                  <a:srgbClr val="212121"/>
                </a:solidFill>
                <a:latin typeface="江城圆体 600W" panose="020B0800000000000000" pitchFamily="34" charset="-128"/>
                <a:ea typeface="江城圆体 600W" panose="020B0800000000000000" pitchFamily="34" charset="-128"/>
                <a:cs typeface="Microsoft JhengHei"/>
              </a:rPr>
              <a:t>life is all about questions</a:t>
            </a:r>
            <a:endParaRPr sz="900" b="1" dirty="0">
              <a:latin typeface="江城圆体 600W" panose="020B0800000000000000" pitchFamily="34" charset="-128"/>
              <a:ea typeface="江城圆体 600W" panose="020B0800000000000000" pitchFamily="34" charset="-128"/>
              <a:cs typeface="Microsoft JhengHei"/>
            </a:endParaRPr>
          </a:p>
        </p:txBody>
      </p:sp>
      <p:sp>
        <p:nvSpPr>
          <p:cNvPr id="16" name="object 16"/>
          <p:cNvSpPr/>
          <p:nvPr/>
        </p:nvSpPr>
        <p:spPr>
          <a:xfrm>
            <a:off x="1809750" y="4737100"/>
            <a:ext cx="387033" cy="386715"/>
          </a:xfrm>
          <a:custGeom>
            <a:avLst/>
            <a:gdLst/>
            <a:ahLst/>
            <a:cxnLst/>
            <a:rect l="l" t="t" r="r" b="b"/>
            <a:pathLst>
              <a:path w="774064" h="773429">
                <a:moveTo>
                  <a:pt x="766838" y="714573"/>
                </a:moveTo>
                <a:lnTo>
                  <a:pt x="584610" y="714573"/>
                </a:lnTo>
                <a:lnTo>
                  <a:pt x="613492" y="715671"/>
                </a:lnTo>
                <a:lnTo>
                  <a:pt x="656308" y="733669"/>
                </a:lnTo>
                <a:lnTo>
                  <a:pt x="703243" y="756683"/>
                </a:lnTo>
                <a:lnTo>
                  <a:pt x="744482" y="772826"/>
                </a:lnTo>
                <a:lnTo>
                  <a:pt x="770209" y="770214"/>
                </a:lnTo>
                <a:lnTo>
                  <a:pt x="773628" y="741225"/>
                </a:lnTo>
                <a:lnTo>
                  <a:pt x="766838" y="714573"/>
                </a:lnTo>
                <a:close/>
              </a:path>
              <a:path w="774064" h="773429">
                <a:moveTo>
                  <a:pt x="385104" y="0"/>
                </a:moveTo>
                <a:lnTo>
                  <a:pt x="336798" y="3000"/>
                </a:lnTo>
                <a:lnTo>
                  <a:pt x="290282" y="11761"/>
                </a:lnTo>
                <a:lnTo>
                  <a:pt x="245917" y="25922"/>
                </a:lnTo>
                <a:lnTo>
                  <a:pt x="204065" y="45121"/>
                </a:lnTo>
                <a:lnTo>
                  <a:pt x="165086" y="68998"/>
                </a:lnTo>
                <a:lnTo>
                  <a:pt x="129341" y="97192"/>
                </a:lnTo>
                <a:lnTo>
                  <a:pt x="97191" y="129342"/>
                </a:lnTo>
                <a:lnTo>
                  <a:pt x="68998" y="165087"/>
                </a:lnTo>
                <a:lnTo>
                  <a:pt x="45121" y="204066"/>
                </a:lnTo>
                <a:lnTo>
                  <a:pt x="25921" y="245919"/>
                </a:lnTo>
                <a:lnTo>
                  <a:pt x="11761" y="290283"/>
                </a:lnTo>
                <a:lnTo>
                  <a:pt x="3000" y="336800"/>
                </a:lnTo>
                <a:lnTo>
                  <a:pt x="0" y="385107"/>
                </a:lnTo>
                <a:lnTo>
                  <a:pt x="3000" y="433414"/>
                </a:lnTo>
                <a:lnTo>
                  <a:pt x="11761" y="479930"/>
                </a:lnTo>
                <a:lnTo>
                  <a:pt x="25921" y="524295"/>
                </a:lnTo>
                <a:lnTo>
                  <a:pt x="45121" y="566148"/>
                </a:lnTo>
                <a:lnTo>
                  <a:pt x="68998" y="605127"/>
                </a:lnTo>
                <a:lnTo>
                  <a:pt x="97191" y="640872"/>
                </a:lnTo>
                <a:lnTo>
                  <a:pt x="129341" y="673022"/>
                </a:lnTo>
                <a:lnTo>
                  <a:pt x="165086" y="701216"/>
                </a:lnTo>
                <a:lnTo>
                  <a:pt x="204065" y="725093"/>
                </a:lnTo>
                <a:lnTo>
                  <a:pt x="245917" y="744292"/>
                </a:lnTo>
                <a:lnTo>
                  <a:pt x="290282" y="758452"/>
                </a:lnTo>
                <a:lnTo>
                  <a:pt x="336798" y="767213"/>
                </a:lnTo>
                <a:lnTo>
                  <a:pt x="385104" y="770214"/>
                </a:lnTo>
                <a:lnTo>
                  <a:pt x="438906" y="766486"/>
                </a:lnTo>
                <a:lnTo>
                  <a:pt x="490425" y="755635"/>
                </a:lnTo>
                <a:lnTo>
                  <a:pt x="539160" y="738163"/>
                </a:lnTo>
                <a:lnTo>
                  <a:pt x="584610" y="714573"/>
                </a:lnTo>
                <a:lnTo>
                  <a:pt x="766838" y="714573"/>
                </a:lnTo>
                <a:lnTo>
                  <a:pt x="761491" y="693585"/>
                </a:lnTo>
                <a:lnTo>
                  <a:pt x="743535" y="639255"/>
                </a:lnTo>
                <a:lnTo>
                  <a:pt x="729499" y="590198"/>
                </a:lnTo>
                <a:lnTo>
                  <a:pt x="729122" y="558375"/>
                </a:lnTo>
                <a:lnTo>
                  <a:pt x="746630" y="518094"/>
                </a:lnTo>
                <a:lnTo>
                  <a:pt x="759521" y="475581"/>
                </a:lnTo>
                <a:lnTo>
                  <a:pt x="767485" y="431148"/>
                </a:lnTo>
                <a:lnTo>
                  <a:pt x="770209" y="385107"/>
                </a:lnTo>
                <a:lnTo>
                  <a:pt x="767208" y="336800"/>
                </a:lnTo>
                <a:lnTo>
                  <a:pt x="758447" y="290283"/>
                </a:lnTo>
                <a:lnTo>
                  <a:pt x="744287" y="245919"/>
                </a:lnTo>
                <a:lnTo>
                  <a:pt x="725088" y="204066"/>
                </a:lnTo>
                <a:lnTo>
                  <a:pt x="701211" y="165087"/>
                </a:lnTo>
                <a:lnTo>
                  <a:pt x="673017" y="129342"/>
                </a:lnTo>
                <a:lnTo>
                  <a:pt x="640867" y="97192"/>
                </a:lnTo>
                <a:lnTo>
                  <a:pt x="605122" y="68998"/>
                </a:lnTo>
                <a:lnTo>
                  <a:pt x="566144" y="45121"/>
                </a:lnTo>
                <a:lnTo>
                  <a:pt x="524291" y="25922"/>
                </a:lnTo>
                <a:lnTo>
                  <a:pt x="479927" y="11761"/>
                </a:lnTo>
                <a:lnTo>
                  <a:pt x="433411" y="3000"/>
                </a:lnTo>
                <a:lnTo>
                  <a:pt x="385104" y="0"/>
                </a:lnTo>
                <a:close/>
              </a:path>
            </a:pathLst>
          </a:custGeom>
          <a:solidFill>
            <a:srgbClr val="11A766"/>
          </a:solidFill>
        </p:spPr>
        <p:txBody>
          <a:bodyPr wrap="square" lIns="0" tIns="0" rIns="0" bIns="0" rtlCol="0"/>
          <a:lstStyle/>
          <a:p>
            <a:endParaRPr sz="900"/>
          </a:p>
        </p:txBody>
      </p:sp>
      <p:sp>
        <p:nvSpPr>
          <p:cNvPr id="17" name="object 17"/>
          <p:cNvSpPr txBox="1"/>
          <p:nvPr/>
        </p:nvSpPr>
        <p:spPr>
          <a:xfrm>
            <a:off x="1855098" y="4801770"/>
            <a:ext cx="334222"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04</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8" name="object 18"/>
          <p:cNvSpPr/>
          <p:nvPr/>
        </p:nvSpPr>
        <p:spPr>
          <a:xfrm>
            <a:off x="2203450" y="4775200"/>
            <a:ext cx="2470150" cy="336550"/>
          </a:xfrm>
          <a:custGeom>
            <a:avLst/>
            <a:gdLst/>
            <a:ahLst/>
            <a:cxnLst/>
            <a:rect l="l" t="t" r="r" b="b"/>
            <a:pathLst>
              <a:path w="4940300" h="673100">
                <a:moveTo>
                  <a:pt x="4603750" y="0"/>
                </a:moveTo>
                <a:lnTo>
                  <a:pt x="336550" y="0"/>
                </a:lnTo>
                <a:lnTo>
                  <a:pt x="290882" y="3072"/>
                </a:lnTo>
                <a:lnTo>
                  <a:pt x="247081" y="12021"/>
                </a:lnTo>
                <a:lnTo>
                  <a:pt x="205549" y="26447"/>
                </a:lnTo>
                <a:lnTo>
                  <a:pt x="166687" y="45949"/>
                </a:lnTo>
                <a:lnTo>
                  <a:pt x="130894" y="70124"/>
                </a:lnTo>
                <a:lnTo>
                  <a:pt x="98573" y="98573"/>
                </a:lnTo>
                <a:lnTo>
                  <a:pt x="70124" y="130894"/>
                </a:lnTo>
                <a:lnTo>
                  <a:pt x="45949" y="166687"/>
                </a:lnTo>
                <a:lnTo>
                  <a:pt x="26447" y="205549"/>
                </a:lnTo>
                <a:lnTo>
                  <a:pt x="12021" y="247081"/>
                </a:lnTo>
                <a:lnTo>
                  <a:pt x="3072" y="290882"/>
                </a:lnTo>
                <a:lnTo>
                  <a:pt x="0" y="336550"/>
                </a:lnTo>
                <a:lnTo>
                  <a:pt x="3072" y="382217"/>
                </a:lnTo>
                <a:lnTo>
                  <a:pt x="12021" y="426018"/>
                </a:lnTo>
                <a:lnTo>
                  <a:pt x="26447" y="467550"/>
                </a:lnTo>
                <a:lnTo>
                  <a:pt x="45949" y="506412"/>
                </a:lnTo>
                <a:lnTo>
                  <a:pt x="70124" y="542205"/>
                </a:lnTo>
                <a:lnTo>
                  <a:pt x="98573" y="574526"/>
                </a:lnTo>
                <a:lnTo>
                  <a:pt x="130894" y="602975"/>
                </a:lnTo>
                <a:lnTo>
                  <a:pt x="166687" y="627150"/>
                </a:lnTo>
                <a:lnTo>
                  <a:pt x="205549" y="646652"/>
                </a:lnTo>
                <a:lnTo>
                  <a:pt x="247081" y="661078"/>
                </a:lnTo>
                <a:lnTo>
                  <a:pt x="290882" y="670027"/>
                </a:lnTo>
                <a:lnTo>
                  <a:pt x="336550" y="673100"/>
                </a:lnTo>
                <a:lnTo>
                  <a:pt x="4603750" y="673100"/>
                </a:lnTo>
                <a:lnTo>
                  <a:pt x="4649417" y="670027"/>
                </a:lnTo>
                <a:lnTo>
                  <a:pt x="4693218" y="661078"/>
                </a:lnTo>
                <a:lnTo>
                  <a:pt x="4734750" y="646652"/>
                </a:lnTo>
                <a:lnTo>
                  <a:pt x="4773612" y="627150"/>
                </a:lnTo>
                <a:lnTo>
                  <a:pt x="4809405" y="602975"/>
                </a:lnTo>
                <a:lnTo>
                  <a:pt x="4841726" y="574526"/>
                </a:lnTo>
                <a:lnTo>
                  <a:pt x="4870175" y="542205"/>
                </a:lnTo>
                <a:lnTo>
                  <a:pt x="4894350" y="506412"/>
                </a:lnTo>
                <a:lnTo>
                  <a:pt x="4913852" y="467550"/>
                </a:lnTo>
                <a:lnTo>
                  <a:pt x="4928278" y="426018"/>
                </a:lnTo>
                <a:lnTo>
                  <a:pt x="4937227" y="382217"/>
                </a:lnTo>
                <a:lnTo>
                  <a:pt x="4940300" y="336550"/>
                </a:lnTo>
                <a:lnTo>
                  <a:pt x="4937227" y="290882"/>
                </a:lnTo>
                <a:lnTo>
                  <a:pt x="4928278" y="247081"/>
                </a:lnTo>
                <a:lnTo>
                  <a:pt x="4913852" y="205549"/>
                </a:lnTo>
                <a:lnTo>
                  <a:pt x="4894350" y="166687"/>
                </a:lnTo>
                <a:lnTo>
                  <a:pt x="4870175" y="130894"/>
                </a:lnTo>
                <a:lnTo>
                  <a:pt x="4841726" y="98573"/>
                </a:lnTo>
                <a:lnTo>
                  <a:pt x="4809405" y="70124"/>
                </a:lnTo>
                <a:lnTo>
                  <a:pt x="4773612" y="45949"/>
                </a:lnTo>
                <a:lnTo>
                  <a:pt x="4734750" y="26447"/>
                </a:lnTo>
                <a:lnTo>
                  <a:pt x="4693218" y="12021"/>
                </a:lnTo>
                <a:lnTo>
                  <a:pt x="4649417" y="3072"/>
                </a:lnTo>
                <a:lnTo>
                  <a:pt x="4603750" y="0"/>
                </a:lnTo>
                <a:close/>
              </a:path>
            </a:pathLst>
          </a:custGeom>
          <a:solidFill>
            <a:srgbClr val="212121"/>
          </a:solidFill>
        </p:spPr>
        <p:txBody>
          <a:bodyPr wrap="square" lIns="0" tIns="0" rIns="0" bIns="0" rtlCol="0"/>
          <a:lstStyle/>
          <a:p>
            <a:endParaRPr sz="900"/>
          </a:p>
        </p:txBody>
      </p:sp>
      <p:sp>
        <p:nvSpPr>
          <p:cNvPr id="19" name="object 19"/>
          <p:cNvSpPr txBox="1"/>
          <p:nvPr/>
        </p:nvSpPr>
        <p:spPr>
          <a:xfrm>
            <a:off x="2940283" y="4834862"/>
            <a:ext cx="1134162" cy="465455"/>
          </a:xfrm>
          <a:prstGeom prst="rect">
            <a:avLst/>
          </a:prstGeom>
        </p:spPr>
        <p:txBody>
          <a:bodyPr vert="horz" wrap="square" lIns="0" tIns="6350" rIns="0" bIns="0" rtlCol="0">
            <a:spAutoFit/>
          </a:bodyPr>
          <a:lstStyle/>
          <a:p>
            <a:pPr marL="28575">
              <a:spcBef>
                <a:spcPts val="50"/>
              </a:spcBef>
            </a:pPr>
            <a:r>
              <a:rPr sz="1500" b="1" dirty="0">
                <a:solidFill>
                  <a:srgbClr val="FFFFFF"/>
                </a:solidFill>
                <a:latin typeface="江城圆体 600W" panose="020B0800000000000000" pitchFamily="34" charset="-128"/>
                <a:ea typeface="江城圆体 600W" panose="020B0800000000000000" pitchFamily="34" charset="-128"/>
                <a:cs typeface="Microsoft JhengHei"/>
              </a:rPr>
              <a:t>信仰与理性</a:t>
            </a:r>
            <a:endParaRPr sz="1500" b="1" dirty="0">
              <a:latin typeface="江城圆体 600W" panose="020B0800000000000000" pitchFamily="34" charset="-128"/>
              <a:ea typeface="江城圆体 600W" panose="020B0800000000000000" pitchFamily="34" charset="-128"/>
              <a:cs typeface="Microsoft JhengHei"/>
            </a:endParaRPr>
          </a:p>
          <a:p>
            <a:pPr marL="6350">
              <a:spcBef>
                <a:spcPts val="700"/>
              </a:spcBef>
            </a:pPr>
            <a:r>
              <a:rPr sz="900" b="1" dirty="0">
                <a:solidFill>
                  <a:srgbClr val="212121"/>
                </a:solidFill>
                <a:latin typeface="江城圆体 600W" panose="020B0800000000000000" pitchFamily="34" charset="-128"/>
                <a:ea typeface="江城圆体 600W" panose="020B0800000000000000" pitchFamily="34" charset="-128"/>
                <a:cs typeface="Microsoft JhengHei"/>
              </a:rPr>
              <a:t>Faith and Reason</a:t>
            </a:r>
            <a:endParaRPr sz="900" b="1" dirty="0">
              <a:latin typeface="江城圆体 600W" panose="020B0800000000000000" pitchFamily="34" charset="-128"/>
              <a:ea typeface="江城圆体 600W" panose="020B0800000000000000" pitchFamily="34" charset="-128"/>
              <a:cs typeface="Microsoft JhengHei"/>
            </a:endParaRPr>
          </a:p>
        </p:txBody>
      </p:sp>
      <p:grpSp>
        <p:nvGrpSpPr>
          <p:cNvPr id="20" name="object 20"/>
          <p:cNvGrpSpPr/>
          <p:nvPr/>
        </p:nvGrpSpPr>
        <p:grpSpPr>
          <a:xfrm>
            <a:off x="2139950" y="5416550"/>
            <a:ext cx="2563178" cy="1765300"/>
            <a:chOff x="4279900" y="10833100"/>
            <a:chExt cx="5126355" cy="3530600"/>
          </a:xfrm>
        </p:grpSpPr>
        <p:sp>
          <p:nvSpPr>
            <p:cNvPr id="21" name="object 21"/>
            <p:cNvSpPr/>
            <p:nvPr/>
          </p:nvSpPr>
          <p:spPr>
            <a:xfrm>
              <a:off x="4318000" y="10871200"/>
              <a:ext cx="5050155" cy="3454400"/>
            </a:xfrm>
            <a:custGeom>
              <a:avLst/>
              <a:gdLst/>
              <a:ahLst/>
              <a:cxnLst/>
              <a:rect l="l" t="t" r="r" b="b"/>
              <a:pathLst>
                <a:path w="5050155" h="3454400">
                  <a:moveTo>
                    <a:pt x="2525043" y="3454400"/>
                  </a:moveTo>
                  <a:lnTo>
                    <a:pt x="2582202" y="3453966"/>
                  </a:lnTo>
                  <a:lnTo>
                    <a:pt x="2639050" y="3452670"/>
                  </a:lnTo>
                  <a:lnTo>
                    <a:pt x="2695575" y="3450523"/>
                  </a:lnTo>
                  <a:lnTo>
                    <a:pt x="2751762" y="3447532"/>
                  </a:lnTo>
                  <a:lnTo>
                    <a:pt x="2807598" y="3443707"/>
                  </a:lnTo>
                  <a:lnTo>
                    <a:pt x="2863071" y="3439057"/>
                  </a:lnTo>
                  <a:lnTo>
                    <a:pt x="2918165" y="3433591"/>
                  </a:lnTo>
                  <a:lnTo>
                    <a:pt x="2972869" y="3427318"/>
                  </a:lnTo>
                  <a:lnTo>
                    <a:pt x="3027169" y="3420248"/>
                  </a:lnTo>
                  <a:lnTo>
                    <a:pt x="3081051" y="3412390"/>
                  </a:lnTo>
                  <a:lnTo>
                    <a:pt x="3134502" y="3403752"/>
                  </a:lnTo>
                  <a:lnTo>
                    <a:pt x="3187509" y="3394344"/>
                  </a:lnTo>
                  <a:lnTo>
                    <a:pt x="3240059" y="3384176"/>
                  </a:lnTo>
                  <a:lnTo>
                    <a:pt x="3292137" y="3373255"/>
                  </a:lnTo>
                  <a:lnTo>
                    <a:pt x="3343731" y="3361592"/>
                  </a:lnTo>
                  <a:lnTo>
                    <a:pt x="3394827" y="3349195"/>
                  </a:lnTo>
                  <a:lnTo>
                    <a:pt x="3445412" y="3336074"/>
                  </a:lnTo>
                  <a:lnTo>
                    <a:pt x="3495472" y="3322237"/>
                  </a:lnTo>
                  <a:lnTo>
                    <a:pt x="3544995" y="3307695"/>
                  </a:lnTo>
                  <a:lnTo>
                    <a:pt x="3593967" y="3292455"/>
                  </a:lnTo>
                  <a:lnTo>
                    <a:pt x="3642374" y="3276528"/>
                  </a:lnTo>
                  <a:lnTo>
                    <a:pt x="3690203" y="3259922"/>
                  </a:lnTo>
                  <a:lnTo>
                    <a:pt x="3737440" y="3242646"/>
                  </a:lnTo>
                  <a:lnTo>
                    <a:pt x="3784073" y="3224710"/>
                  </a:lnTo>
                  <a:lnTo>
                    <a:pt x="3830088" y="3206123"/>
                  </a:lnTo>
                  <a:lnTo>
                    <a:pt x="3875472" y="3186893"/>
                  </a:lnTo>
                  <a:lnTo>
                    <a:pt x="3920211" y="3167031"/>
                  </a:lnTo>
                  <a:lnTo>
                    <a:pt x="3964292" y="3146544"/>
                  </a:lnTo>
                  <a:lnTo>
                    <a:pt x="4007701" y="3125443"/>
                  </a:lnTo>
                  <a:lnTo>
                    <a:pt x="4050426" y="3103737"/>
                  </a:lnTo>
                  <a:lnTo>
                    <a:pt x="4092452" y="3081434"/>
                  </a:lnTo>
                  <a:lnTo>
                    <a:pt x="4133767" y="3058543"/>
                  </a:lnTo>
                  <a:lnTo>
                    <a:pt x="4174356" y="3035075"/>
                  </a:lnTo>
                  <a:lnTo>
                    <a:pt x="4214208" y="3011037"/>
                  </a:lnTo>
                  <a:lnTo>
                    <a:pt x="4253308" y="2986440"/>
                  </a:lnTo>
                  <a:lnTo>
                    <a:pt x="4291643" y="2961292"/>
                  </a:lnTo>
                  <a:lnTo>
                    <a:pt x="4329199" y="2935602"/>
                  </a:lnTo>
                  <a:lnTo>
                    <a:pt x="4365964" y="2909380"/>
                  </a:lnTo>
                  <a:lnTo>
                    <a:pt x="4401923" y="2882635"/>
                  </a:lnTo>
                  <a:lnTo>
                    <a:pt x="4437064" y="2855375"/>
                  </a:lnTo>
                  <a:lnTo>
                    <a:pt x="4471373" y="2827611"/>
                  </a:lnTo>
                  <a:lnTo>
                    <a:pt x="4504837" y="2799350"/>
                  </a:lnTo>
                  <a:lnTo>
                    <a:pt x="4537443" y="2770603"/>
                  </a:lnTo>
                  <a:lnTo>
                    <a:pt x="4569176" y="2741379"/>
                  </a:lnTo>
                  <a:lnTo>
                    <a:pt x="4600025" y="2711685"/>
                  </a:lnTo>
                  <a:lnTo>
                    <a:pt x="4629974" y="2681533"/>
                  </a:lnTo>
                  <a:lnTo>
                    <a:pt x="4659012" y="2650930"/>
                  </a:lnTo>
                  <a:lnTo>
                    <a:pt x="4687124" y="2619887"/>
                  </a:lnTo>
                  <a:lnTo>
                    <a:pt x="4714297" y="2588411"/>
                  </a:lnTo>
                  <a:lnTo>
                    <a:pt x="4740519" y="2556513"/>
                  </a:lnTo>
                  <a:lnTo>
                    <a:pt x="4765774" y="2524201"/>
                  </a:lnTo>
                  <a:lnTo>
                    <a:pt x="4790051" y="2491484"/>
                  </a:lnTo>
                  <a:lnTo>
                    <a:pt x="4813336" y="2458373"/>
                  </a:lnTo>
                  <a:lnTo>
                    <a:pt x="4835615" y="2424875"/>
                  </a:lnTo>
                  <a:lnTo>
                    <a:pt x="4856876" y="2391000"/>
                  </a:lnTo>
                  <a:lnTo>
                    <a:pt x="4877103" y="2356757"/>
                  </a:lnTo>
                  <a:lnTo>
                    <a:pt x="4896286" y="2322156"/>
                  </a:lnTo>
                  <a:lnTo>
                    <a:pt x="4914409" y="2287204"/>
                  </a:lnTo>
                  <a:lnTo>
                    <a:pt x="4931460" y="2251913"/>
                  </a:lnTo>
                  <a:lnTo>
                    <a:pt x="4947425" y="2216290"/>
                  </a:lnTo>
                  <a:lnTo>
                    <a:pt x="4962291" y="2180345"/>
                  </a:lnTo>
                  <a:lnTo>
                    <a:pt x="4976044" y="2144087"/>
                  </a:lnTo>
                  <a:lnTo>
                    <a:pt x="4988672" y="2107524"/>
                  </a:lnTo>
                  <a:lnTo>
                    <a:pt x="5000161" y="2070668"/>
                  </a:lnTo>
                  <a:lnTo>
                    <a:pt x="5010496" y="2033525"/>
                  </a:lnTo>
                  <a:lnTo>
                    <a:pt x="5019666" y="1996106"/>
                  </a:lnTo>
                  <a:lnTo>
                    <a:pt x="5027657" y="1958420"/>
                  </a:lnTo>
                  <a:lnTo>
                    <a:pt x="5034455" y="1920475"/>
                  </a:lnTo>
                  <a:lnTo>
                    <a:pt x="5040047" y="1882282"/>
                  </a:lnTo>
                  <a:lnTo>
                    <a:pt x="5044420" y="1843848"/>
                  </a:lnTo>
                  <a:lnTo>
                    <a:pt x="5047559" y="1805184"/>
                  </a:lnTo>
                  <a:lnTo>
                    <a:pt x="5049453" y="1766298"/>
                  </a:lnTo>
                  <a:lnTo>
                    <a:pt x="5050087" y="1727200"/>
                  </a:lnTo>
                  <a:lnTo>
                    <a:pt x="5049453" y="1688101"/>
                  </a:lnTo>
                  <a:lnTo>
                    <a:pt x="5047559" y="1649215"/>
                  </a:lnTo>
                  <a:lnTo>
                    <a:pt x="5044420" y="1610551"/>
                  </a:lnTo>
                  <a:lnTo>
                    <a:pt x="5040047" y="1572117"/>
                  </a:lnTo>
                  <a:lnTo>
                    <a:pt x="5034455" y="1533924"/>
                  </a:lnTo>
                  <a:lnTo>
                    <a:pt x="5027657" y="1495979"/>
                  </a:lnTo>
                  <a:lnTo>
                    <a:pt x="5019666" y="1458293"/>
                  </a:lnTo>
                  <a:lnTo>
                    <a:pt x="5010496" y="1420874"/>
                  </a:lnTo>
                  <a:lnTo>
                    <a:pt x="5000161" y="1383731"/>
                  </a:lnTo>
                  <a:lnTo>
                    <a:pt x="4988672" y="1346874"/>
                  </a:lnTo>
                  <a:lnTo>
                    <a:pt x="4976044" y="1310312"/>
                  </a:lnTo>
                  <a:lnTo>
                    <a:pt x="4962291" y="1274054"/>
                  </a:lnTo>
                  <a:lnTo>
                    <a:pt x="4947425" y="1238109"/>
                  </a:lnTo>
                  <a:lnTo>
                    <a:pt x="4931460" y="1202486"/>
                  </a:lnTo>
                  <a:lnTo>
                    <a:pt x="4914409" y="1167194"/>
                  </a:lnTo>
                  <a:lnTo>
                    <a:pt x="4896286" y="1132243"/>
                  </a:lnTo>
                  <a:lnTo>
                    <a:pt x="4877103" y="1097642"/>
                  </a:lnTo>
                  <a:lnTo>
                    <a:pt x="4856876" y="1063399"/>
                  </a:lnTo>
                  <a:lnTo>
                    <a:pt x="4835615" y="1029524"/>
                  </a:lnTo>
                  <a:lnTo>
                    <a:pt x="4813336" y="996026"/>
                  </a:lnTo>
                  <a:lnTo>
                    <a:pt x="4790051" y="962914"/>
                  </a:lnTo>
                  <a:lnTo>
                    <a:pt x="4765774" y="930198"/>
                  </a:lnTo>
                  <a:lnTo>
                    <a:pt x="4740519" y="897886"/>
                  </a:lnTo>
                  <a:lnTo>
                    <a:pt x="4714297" y="865988"/>
                  </a:lnTo>
                  <a:lnTo>
                    <a:pt x="4687124" y="834512"/>
                  </a:lnTo>
                  <a:lnTo>
                    <a:pt x="4659012" y="803469"/>
                  </a:lnTo>
                  <a:lnTo>
                    <a:pt x="4629974" y="772866"/>
                  </a:lnTo>
                  <a:lnTo>
                    <a:pt x="4600025" y="742713"/>
                  </a:lnTo>
                  <a:lnTo>
                    <a:pt x="4569176" y="713020"/>
                  </a:lnTo>
                  <a:lnTo>
                    <a:pt x="4537443" y="683796"/>
                  </a:lnTo>
                  <a:lnTo>
                    <a:pt x="4504837" y="655048"/>
                  </a:lnTo>
                  <a:lnTo>
                    <a:pt x="4471373" y="626788"/>
                  </a:lnTo>
                  <a:lnTo>
                    <a:pt x="4437064" y="599024"/>
                  </a:lnTo>
                  <a:lnTo>
                    <a:pt x="4401923" y="571764"/>
                  </a:lnTo>
                  <a:lnTo>
                    <a:pt x="4365964" y="545019"/>
                  </a:lnTo>
                  <a:lnTo>
                    <a:pt x="4329199" y="518797"/>
                  </a:lnTo>
                  <a:lnTo>
                    <a:pt x="4291643" y="493107"/>
                  </a:lnTo>
                  <a:lnTo>
                    <a:pt x="4253308" y="467959"/>
                  </a:lnTo>
                  <a:lnTo>
                    <a:pt x="4214208" y="443362"/>
                  </a:lnTo>
                  <a:lnTo>
                    <a:pt x="4174356" y="419324"/>
                  </a:lnTo>
                  <a:lnTo>
                    <a:pt x="4133767" y="395856"/>
                  </a:lnTo>
                  <a:lnTo>
                    <a:pt x="4092452" y="372965"/>
                  </a:lnTo>
                  <a:lnTo>
                    <a:pt x="4050426" y="350662"/>
                  </a:lnTo>
                  <a:lnTo>
                    <a:pt x="4007701" y="328956"/>
                  </a:lnTo>
                  <a:lnTo>
                    <a:pt x="3964292" y="307855"/>
                  </a:lnTo>
                  <a:lnTo>
                    <a:pt x="3920211" y="287368"/>
                  </a:lnTo>
                  <a:lnTo>
                    <a:pt x="3875472" y="267506"/>
                  </a:lnTo>
                  <a:lnTo>
                    <a:pt x="3830088" y="248276"/>
                  </a:lnTo>
                  <a:lnTo>
                    <a:pt x="3784073" y="229689"/>
                  </a:lnTo>
                  <a:lnTo>
                    <a:pt x="3737440" y="211753"/>
                  </a:lnTo>
                  <a:lnTo>
                    <a:pt x="3690203" y="194477"/>
                  </a:lnTo>
                  <a:lnTo>
                    <a:pt x="3642374" y="177871"/>
                  </a:lnTo>
                  <a:lnTo>
                    <a:pt x="3593967" y="161944"/>
                  </a:lnTo>
                  <a:lnTo>
                    <a:pt x="3544995" y="146704"/>
                  </a:lnTo>
                  <a:lnTo>
                    <a:pt x="3495472" y="132162"/>
                  </a:lnTo>
                  <a:lnTo>
                    <a:pt x="3445412" y="118325"/>
                  </a:lnTo>
                  <a:lnTo>
                    <a:pt x="3394827" y="105204"/>
                  </a:lnTo>
                  <a:lnTo>
                    <a:pt x="3343731" y="92807"/>
                  </a:lnTo>
                  <a:lnTo>
                    <a:pt x="3292137" y="81144"/>
                  </a:lnTo>
                  <a:lnTo>
                    <a:pt x="3240059" y="70223"/>
                  </a:lnTo>
                  <a:lnTo>
                    <a:pt x="3187509" y="60055"/>
                  </a:lnTo>
                  <a:lnTo>
                    <a:pt x="3134502" y="50647"/>
                  </a:lnTo>
                  <a:lnTo>
                    <a:pt x="3081051" y="42009"/>
                  </a:lnTo>
                  <a:lnTo>
                    <a:pt x="3027169" y="34151"/>
                  </a:lnTo>
                  <a:lnTo>
                    <a:pt x="2972869" y="27081"/>
                  </a:lnTo>
                  <a:lnTo>
                    <a:pt x="2918165" y="20808"/>
                  </a:lnTo>
                  <a:lnTo>
                    <a:pt x="2863071" y="15342"/>
                  </a:lnTo>
                  <a:lnTo>
                    <a:pt x="2807598" y="10692"/>
                  </a:lnTo>
                  <a:lnTo>
                    <a:pt x="2751762" y="6867"/>
                  </a:lnTo>
                  <a:lnTo>
                    <a:pt x="2695575" y="3876"/>
                  </a:lnTo>
                  <a:lnTo>
                    <a:pt x="2639050" y="1729"/>
                  </a:lnTo>
                  <a:lnTo>
                    <a:pt x="2582202" y="433"/>
                  </a:lnTo>
                  <a:lnTo>
                    <a:pt x="2525043" y="0"/>
                  </a:lnTo>
                  <a:lnTo>
                    <a:pt x="2467884" y="433"/>
                  </a:lnTo>
                  <a:lnTo>
                    <a:pt x="2411035" y="1729"/>
                  </a:lnTo>
                  <a:lnTo>
                    <a:pt x="2354511" y="3876"/>
                  </a:lnTo>
                  <a:lnTo>
                    <a:pt x="2298324" y="6867"/>
                  </a:lnTo>
                  <a:lnTo>
                    <a:pt x="2242487" y="10692"/>
                  </a:lnTo>
                  <a:lnTo>
                    <a:pt x="2187015" y="15342"/>
                  </a:lnTo>
                  <a:lnTo>
                    <a:pt x="2131920" y="20808"/>
                  </a:lnTo>
                  <a:lnTo>
                    <a:pt x="2077217" y="27081"/>
                  </a:lnTo>
                  <a:lnTo>
                    <a:pt x="2022917" y="34151"/>
                  </a:lnTo>
                  <a:lnTo>
                    <a:pt x="1969035" y="42009"/>
                  </a:lnTo>
                  <a:lnTo>
                    <a:pt x="1915584" y="50647"/>
                  </a:lnTo>
                  <a:lnTo>
                    <a:pt x="1862577" y="60055"/>
                  </a:lnTo>
                  <a:lnTo>
                    <a:pt x="1810027" y="70223"/>
                  </a:lnTo>
                  <a:lnTo>
                    <a:pt x="1757949" y="81144"/>
                  </a:lnTo>
                  <a:lnTo>
                    <a:pt x="1706355" y="92807"/>
                  </a:lnTo>
                  <a:lnTo>
                    <a:pt x="1655259" y="105204"/>
                  </a:lnTo>
                  <a:lnTo>
                    <a:pt x="1604674" y="118325"/>
                  </a:lnTo>
                  <a:lnTo>
                    <a:pt x="1554614" y="132162"/>
                  </a:lnTo>
                  <a:lnTo>
                    <a:pt x="1505091" y="146704"/>
                  </a:lnTo>
                  <a:lnTo>
                    <a:pt x="1456119" y="161944"/>
                  </a:lnTo>
                  <a:lnTo>
                    <a:pt x="1407713" y="177871"/>
                  </a:lnTo>
                  <a:lnTo>
                    <a:pt x="1359884" y="194477"/>
                  </a:lnTo>
                  <a:lnTo>
                    <a:pt x="1312646" y="211753"/>
                  </a:lnTo>
                  <a:lnTo>
                    <a:pt x="1266013" y="229689"/>
                  </a:lnTo>
                  <a:lnTo>
                    <a:pt x="1219998" y="248276"/>
                  </a:lnTo>
                  <a:lnTo>
                    <a:pt x="1174614" y="267506"/>
                  </a:lnTo>
                  <a:lnTo>
                    <a:pt x="1129875" y="287368"/>
                  </a:lnTo>
                  <a:lnTo>
                    <a:pt x="1085794" y="307855"/>
                  </a:lnTo>
                  <a:lnTo>
                    <a:pt x="1042385" y="328956"/>
                  </a:lnTo>
                  <a:lnTo>
                    <a:pt x="999661" y="350662"/>
                  </a:lnTo>
                  <a:lnTo>
                    <a:pt x="957634" y="372965"/>
                  </a:lnTo>
                  <a:lnTo>
                    <a:pt x="916320" y="395856"/>
                  </a:lnTo>
                  <a:lnTo>
                    <a:pt x="875730" y="419324"/>
                  </a:lnTo>
                  <a:lnTo>
                    <a:pt x="835879" y="443362"/>
                  </a:lnTo>
                  <a:lnTo>
                    <a:pt x="796779" y="467959"/>
                  </a:lnTo>
                  <a:lnTo>
                    <a:pt x="758444" y="493107"/>
                  </a:lnTo>
                  <a:lnTo>
                    <a:pt x="720888" y="518797"/>
                  </a:lnTo>
                  <a:lnTo>
                    <a:pt x="684123" y="545019"/>
                  </a:lnTo>
                  <a:lnTo>
                    <a:pt x="648163" y="571764"/>
                  </a:lnTo>
                  <a:lnTo>
                    <a:pt x="613022" y="599024"/>
                  </a:lnTo>
                  <a:lnTo>
                    <a:pt x="578713" y="626788"/>
                  </a:lnTo>
                  <a:lnTo>
                    <a:pt x="545249" y="655048"/>
                  </a:lnTo>
                  <a:lnTo>
                    <a:pt x="512644" y="683796"/>
                  </a:lnTo>
                  <a:lnTo>
                    <a:pt x="480910" y="713020"/>
                  </a:lnTo>
                  <a:lnTo>
                    <a:pt x="450062" y="742713"/>
                  </a:lnTo>
                  <a:lnTo>
                    <a:pt x="420112" y="772866"/>
                  </a:lnTo>
                  <a:lnTo>
                    <a:pt x="391075" y="803469"/>
                  </a:lnTo>
                  <a:lnTo>
                    <a:pt x="362963" y="834512"/>
                  </a:lnTo>
                  <a:lnTo>
                    <a:pt x="335789" y="865988"/>
                  </a:lnTo>
                  <a:lnTo>
                    <a:pt x="309568" y="897886"/>
                  </a:lnTo>
                  <a:lnTo>
                    <a:pt x="284312" y="930198"/>
                  </a:lnTo>
                  <a:lnTo>
                    <a:pt x="260035" y="962914"/>
                  </a:lnTo>
                  <a:lnTo>
                    <a:pt x="236751" y="996026"/>
                  </a:lnTo>
                  <a:lnTo>
                    <a:pt x="214471" y="1029524"/>
                  </a:lnTo>
                  <a:lnTo>
                    <a:pt x="193211" y="1063399"/>
                  </a:lnTo>
                  <a:lnTo>
                    <a:pt x="172983" y="1097642"/>
                  </a:lnTo>
                  <a:lnTo>
                    <a:pt x="153801" y="1132243"/>
                  </a:lnTo>
                  <a:lnTo>
                    <a:pt x="135678" y="1167194"/>
                  </a:lnTo>
                  <a:lnTo>
                    <a:pt x="118627" y="1202486"/>
                  </a:lnTo>
                  <a:lnTo>
                    <a:pt x="102662" y="1238109"/>
                  </a:lnTo>
                  <a:lnTo>
                    <a:pt x="87796" y="1274054"/>
                  </a:lnTo>
                  <a:lnTo>
                    <a:pt x="74042" y="1310312"/>
                  </a:lnTo>
                  <a:lnTo>
                    <a:pt x="61415" y="1346874"/>
                  </a:lnTo>
                  <a:lnTo>
                    <a:pt x="49926" y="1383731"/>
                  </a:lnTo>
                  <a:lnTo>
                    <a:pt x="39590" y="1420874"/>
                  </a:lnTo>
                  <a:lnTo>
                    <a:pt x="30420" y="1458293"/>
                  </a:lnTo>
                  <a:lnTo>
                    <a:pt x="22430" y="1495979"/>
                  </a:lnTo>
                  <a:lnTo>
                    <a:pt x="15632" y="1533924"/>
                  </a:lnTo>
                  <a:lnTo>
                    <a:pt x="10040" y="1572117"/>
                  </a:lnTo>
                  <a:lnTo>
                    <a:pt x="5667" y="1610551"/>
                  </a:lnTo>
                  <a:lnTo>
                    <a:pt x="2527" y="1649215"/>
                  </a:lnTo>
                  <a:lnTo>
                    <a:pt x="634" y="1688101"/>
                  </a:lnTo>
                  <a:lnTo>
                    <a:pt x="0" y="1727200"/>
                  </a:lnTo>
                  <a:lnTo>
                    <a:pt x="634" y="1766298"/>
                  </a:lnTo>
                  <a:lnTo>
                    <a:pt x="2527" y="1805184"/>
                  </a:lnTo>
                  <a:lnTo>
                    <a:pt x="5667" y="1843848"/>
                  </a:lnTo>
                  <a:lnTo>
                    <a:pt x="10040" y="1882282"/>
                  </a:lnTo>
                  <a:lnTo>
                    <a:pt x="15632" y="1920475"/>
                  </a:lnTo>
                  <a:lnTo>
                    <a:pt x="22430" y="1958420"/>
                  </a:lnTo>
                  <a:lnTo>
                    <a:pt x="30420" y="1996106"/>
                  </a:lnTo>
                  <a:lnTo>
                    <a:pt x="39590" y="2033525"/>
                  </a:lnTo>
                  <a:lnTo>
                    <a:pt x="49926" y="2070668"/>
                  </a:lnTo>
                  <a:lnTo>
                    <a:pt x="61415" y="2107524"/>
                  </a:lnTo>
                  <a:lnTo>
                    <a:pt x="74042" y="2144087"/>
                  </a:lnTo>
                  <a:lnTo>
                    <a:pt x="87796" y="2180345"/>
                  </a:lnTo>
                  <a:lnTo>
                    <a:pt x="102662" y="2216290"/>
                  </a:lnTo>
                  <a:lnTo>
                    <a:pt x="118627" y="2251913"/>
                  </a:lnTo>
                  <a:lnTo>
                    <a:pt x="135678" y="2287204"/>
                  </a:lnTo>
                  <a:lnTo>
                    <a:pt x="153801" y="2322156"/>
                  </a:lnTo>
                  <a:lnTo>
                    <a:pt x="172983" y="2356757"/>
                  </a:lnTo>
                  <a:lnTo>
                    <a:pt x="193211" y="2391000"/>
                  </a:lnTo>
                  <a:lnTo>
                    <a:pt x="214471" y="2424875"/>
                  </a:lnTo>
                  <a:lnTo>
                    <a:pt x="236751" y="2458373"/>
                  </a:lnTo>
                  <a:lnTo>
                    <a:pt x="260035" y="2491484"/>
                  </a:lnTo>
                  <a:lnTo>
                    <a:pt x="284312" y="2524201"/>
                  </a:lnTo>
                  <a:lnTo>
                    <a:pt x="309568" y="2556513"/>
                  </a:lnTo>
                  <a:lnTo>
                    <a:pt x="335789" y="2588411"/>
                  </a:lnTo>
                  <a:lnTo>
                    <a:pt x="362963" y="2619887"/>
                  </a:lnTo>
                  <a:lnTo>
                    <a:pt x="391075" y="2650930"/>
                  </a:lnTo>
                  <a:lnTo>
                    <a:pt x="420112" y="2681533"/>
                  </a:lnTo>
                  <a:lnTo>
                    <a:pt x="450062" y="2711685"/>
                  </a:lnTo>
                  <a:lnTo>
                    <a:pt x="480910" y="2741379"/>
                  </a:lnTo>
                  <a:lnTo>
                    <a:pt x="512644" y="2770603"/>
                  </a:lnTo>
                  <a:lnTo>
                    <a:pt x="545249" y="2799350"/>
                  </a:lnTo>
                  <a:lnTo>
                    <a:pt x="578713" y="2827611"/>
                  </a:lnTo>
                  <a:lnTo>
                    <a:pt x="613022" y="2855375"/>
                  </a:lnTo>
                  <a:lnTo>
                    <a:pt x="648163" y="2882635"/>
                  </a:lnTo>
                  <a:lnTo>
                    <a:pt x="684123" y="2909380"/>
                  </a:lnTo>
                  <a:lnTo>
                    <a:pt x="720888" y="2935602"/>
                  </a:lnTo>
                  <a:lnTo>
                    <a:pt x="758444" y="2961292"/>
                  </a:lnTo>
                  <a:lnTo>
                    <a:pt x="796779" y="2986440"/>
                  </a:lnTo>
                  <a:lnTo>
                    <a:pt x="835879" y="3011037"/>
                  </a:lnTo>
                  <a:lnTo>
                    <a:pt x="875730" y="3035075"/>
                  </a:lnTo>
                  <a:lnTo>
                    <a:pt x="916320" y="3058543"/>
                  </a:lnTo>
                  <a:lnTo>
                    <a:pt x="957634" y="3081434"/>
                  </a:lnTo>
                  <a:lnTo>
                    <a:pt x="999661" y="3103737"/>
                  </a:lnTo>
                  <a:lnTo>
                    <a:pt x="1042385" y="3125443"/>
                  </a:lnTo>
                  <a:lnTo>
                    <a:pt x="1085794" y="3146544"/>
                  </a:lnTo>
                  <a:lnTo>
                    <a:pt x="1129875" y="3167031"/>
                  </a:lnTo>
                  <a:lnTo>
                    <a:pt x="1174614" y="3186893"/>
                  </a:lnTo>
                  <a:lnTo>
                    <a:pt x="1219998" y="3206123"/>
                  </a:lnTo>
                  <a:lnTo>
                    <a:pt x="1266013" y="3224710"/>
                  </a:lnTo>
                  <a:lnTo>
                    <a:pt x="1312646" y="3242646"/>
                  </a:lnTo>
                  <a:lnTo>
                    <a:pt x="1359884" y="3259922"/>
                  </a:lnTo>
                  <a:lnTo>
                    <a:pt x="1407713" y="3276528"/>
                  </a:lnTo>
                  <a:lnTo>
                    <a:pt x="1456119" y="3292455"/>
                  </a:lnTo>
                  <a:lnTo>
                    <a:pt x="1505091" y="3307695"/>
                  </a:lnTo>
                  <a:lnTo>
                    <a:pt x="1554614" y="3322237"/>
                  </a:lnTo>
                  <a:lnTo>
                    <a:pt x="1604674" y="3336074"/>
                  </a:lnTo>
                  <a:lnTo>
                    <a:pt x="1655259" y="3349195"/>
                  </a:lnTo>
                  <a:lnTo>
                    <a:pt x="1706355" y="3361592"/>
                  </a:lnTo>
                  <a:lnTo>
                    <a:pt x="1757949" y="3373255"/>
                  </a:lnTo>
                  <a:lnTo>
                    <a:pt x="1810027" y="3384176"/>
                  </a:lnTo>
                  <a:lnTo>
                    <a:pt x="1862577" y="3394344"/>
                  </a:lnTo>
                  <a:lnTo>
                    <a:pt x="1915584" y="3403752"/>
                  </a:lnTo>
                  <a:lnTo>
                    <a:pt x="1969035" y="3412390"/>
                  </a:lnTo>
                  <a:lnTo>
                    <a:pt x="2022917" y="3420248"/>
                  </a:lnTo>
                  <a:lnTo>
                    <a:pt x="2077217" y="3427318"/>
                  </a:lnTo>
                  <a:lnTo>
                    <a:pt x="2131920" y="3433591"/>
                  </a:lnTo>
                  <a:lnTo>
                    <a:pt x="2187015" y="3439057"/>
                  </a:lnTo>
                  <a:lnTo>
                    <a:pt x="2242487" y="3443707"/>
                  </a:lnTo>
                  <a:lnTo>
                    <a:pt x="2298324" y="3447532"/>
                  </a:lnTo>
                  <a:lnTo>
                    <a:pt x="2354511" y="3450523"/>
                  </a:lnTo>
                  <a:lnTo>
                    <a:pt x="2411035" y="3452670"/>
                  </a:lnTo>
                  <a:lnTo>
                    <a:pt x="2467884" y="3453966"/>
                  </a:lnTo>
                  <a:lnTo>
                    <a:pt x="2525043" y="3454400"/>
                  </a:lnTo>
                  <a:close/>
                </a:path>
              </a:pathLst>
            </a:custGeom>
            <a:ln w="50800" cap="rnd">
              <a:solidFill>
                <a:srgbClr val="11A766"/>
              </a:solidFill>
            </a:ln>
          </p:spPr>
          <p:txBody>
            <a:bodyPr wrap="square" lIns="0" tIns="0" rIns="0" bIns="0" rtlCol="0"/>
            <a:lstStyle/>
            <a:p>
              <a:endParaRPr sz="900" dirty="0"/>
            </a:p>
          </p:txBody>
        </p:sp>
        <p:sp>
          <p:nvSpPr>
            <p:cNvPr id="22" name="object 22"/>
            <p:cNvSpPr/>
            <p:nvPr/>
          </p:nvSpPr>
          <p:spPr>
            <a:xfrm>
              <a:off x="4327669" y="11344645"/>
              <a:ext cx="3665220" cy="2507615"/>
            </a:xfrm>
            <a:custGeom>
              <a:avLst/>
              <a:gdLst/>
              <a:ahLst/>
              <a:cxnLst/>
              <a:rect l="l" t="t" r="r" b="b"/>
              <a:pathLst>
                <a:path w="3665220" h="2507615">
                  <a:moveTo>
                    <a:pt x="1832410" y="2507508"/>
                  </a:moveTo>
                  <a:lnTo>
                    <a:pt x="1889485" y="2506911"/>
                  </a:lnTo>
                  <a:lnTo>
                    <a:pt x="1946125" y="2505133"/>
                  </a:lnTo>
                  <a:lnTo>
                    <a:pt x="2002305" y="2502190"/>
                  </a:lnTo>
                  <a:lnTo>
                    <a:pt x="2058000" y="2498101"/>
                  </a:lnTo>
                  <a:lnTo>
                    <a:pt x="2113185" y="2492882"/>
                  </a:lnTo>
                  <a:lnTo>
                    <a:pt x="2167833" y="2486550"/>
                  </a:lnTo>
                  <a:lnTo>
                    <a:pt x="2221920" y="2479124"/>
                  </a:lnTo>
                  <a:lnTo>
                    <a:pt x="2275420" y="2470620"/>
                  </a:lnTo>
                  <a:lnTo>
                    <a:pt x="2328308" y="2461056"/>
                  </a:lnTo>
                  <a:lnTo>
                    <a:pt x="2380559" y="2450448"/>
                  </a:lnTo>
                  <a:lnTo>
                    <a:pt x="2432148" y="2438816"/>
                  </a:lnTo>
                  <a:lnTo>
                    <a:pt x="2483048" y="2426174"/>
                  </a:lnTo>
                  <a:lnTo>
                    <a:pt x="2533234" y="2412542"/>
                  </a:lnTo>
                  <a:lnTo>
                    <a:pt x="2582683" y="2397937"/>
                  </a:lnTo>
                  <a:lnTo>
                    <a:pt x="2631367" y="2382375"/>
                  </a:lnTo>
                  <a:lnTo>
                    <a:pt x="2679261" y="2365874"/>
                  </a:lnTo>
                  <a:lnTo>
                    <a:pt x="2726341" y="2348452"/>
                  </a:lnTo>
                  <a:lnTo>
                    <a:pt x="2772581" y="2330125"/>
                  </a:lnTo>
                  <a:lnTo>
                    <a:pt x="2817955" y="2310912"/>
                  </a:lnTo>
                  <a:lnTo>
                    <a:pt x="2862439" y="2290829"/>
                  </a:lnTo>
                  <a:lnTo>
                    <a:pt x="2906006" y="2269894"/>
                  </a:lnTo>
                  <a:lnTo>
                    <a:pt x="2948632" y="2248124"/>
                  </a:lnTo>
                  <a:lnTo>
                    <a:pt x="2990291" y="2225536"/>
                  </a:lnTo>
                  <a:lnTo>
                    <a:pt x="3030958" y="2202148"/>
                  </a:lnTo>
                  <a:lnTo>
                    <a:pt x="3070608" y="2177978"/>
                  </a:lnTo>
                  <a:lnTo>
                    <a:pt x="3109215" y="2153042"/>
                  </a:lnTo>
                  <a:lnTo>
                    <a:pt x="3146754" y="2127357"/>
                  </a:lnTo>
                  <a:lnTo>
                    <a:pt x="3183199" y="2100942"/>
                  </a:lnTo>
                  <a:lnTo>
                    <a:pt x="3218525" y="2073813"/>
                  </a:lnTo>
                  <a:lnTo>
                    <a:pt x="3252707" y="2045988"/>
                  </a:lnTo>
                  <a:lnTo>
                    <a:pt x="3285720" y="2017485"/>
                  </a:lnTo>
                  <a:lnTo>
                    <a:pt x="3317538" y="1988320"/>
                  </a:lnTo>
                  <a:lnTo>
                    <a:pt x="3348135" y="1958510"/>
                  </a:lnTo>
                  <a:lnTo>
                    <a:pt x="3377487" y="1928074"/>
                  </a:lnTo>
                  <a:lnTo>
                    <a:pt x="3405568" y="1897028"/>
                  </a:lnTo>
                  <a:lnTo>
                    <a:pt x="3432353" y="1865391"/>
                  </a:lnTo>
                  <a:lnTo>
                    <a:pt x="3457817" y="1833178"/>
                  </a:lnTo>
                  <a:lnTo>
                    <a:pt x="3481933" y="1800408"/>
                  </a:lnTo>
                  <a:lnTo>
                    <a:pt x="3504677" y="1767098"/>
                  </a:lnTo>
                  <a:lnTo>
                    <a:pt x="3526024" y="1733265"/>
                  </a:lnTo>
                  <a:lnTo>
                    <a:pt x="3545948" y="1698927"/>
                  </a:lnTo>
                  <a:lnTo>
                    <a:pt x="3564423" y="1664100"/>
                  </a:lnTo>
                  <a:lnTo>
                    <a:pt x="3581425" y="1628803"/>
                  </a:lnTo>
                  <a:lnTo>
                    <a:pt x="3596928" y="1593053"/>
                  </a:lnTo>
                  <a:lnTo>
                    <a:pt x="3610906" y="1556866"/>
                  </a:lnTo>
                  <a:lnTo>
                    <a:pt x="3623335" y="1520260"/>
                  </a:lnTo>
                  <a:lnTo>
                    <a:pt x="3634189" y="1483254"/>
                  </a:lnTo>
                  <a:lnTo>
                    <a:pt x="3643443" y="1445863"/>
                  </a:lnTo>
                  <a:lnTo>
                    <a:pt x="3651071" y="1408105"/>
                  </a:lnTo>
                  <a:lnTo>
                    <a:pt x="3657048" y="1369998"/>
                  </a:lnTo>
                  <a:lnTo>
                    <a:pt x="3661349" y="1331559"/>
                  </a:lnTo>
                  <a:lnTo>
                    <a:pt x="3663947" y="1292805"/>
                  </a:lnTo>
                  <a:lnTo>
                    <a:pt x="3664819" y="1253754"/>
                  </a:lnTo>
                  <a:lnTo>
                    <a:pt x="3663947" y="1214703"/>
                  </a:lnTo>
                  <a:lnTo>
                    <a:pt x="3661349" y="1175949"/>
                  </a:lnTo>
                  <a:lnTo>
                    <a:pt x="3657048" y="1137510"/>
                  </a:lnTo>
                  <a:lnTo>
                    <a:pt x="3651071" y="1099403"/>
                  </a:lnTo>
                  <a:lnTo>
                    <a:pt x="3643443" y="1061645"/>
                  </a:lnTo>
                  <a:lnTo>
                    <a:pt x="3634189" y="1024254"/>
                  </a:lnTo>
                  <a:lnTo>
                    <a:pt x="3623335" y="987247"/>
                  </a:lnTo>
                  <a:lnTo>
                    <a:pt x="3610906" y="950642"/>
                  </a:lnTo>
                  <a:lnTo>
                    <a:pt x="3596928" y="914455"/>
                  </a:lnTo>
                  <a:lnTo>
                    <a:pt x="3581425" y="878704"/>
                  </a:lnTo>
                  <a:lnTo>
                    <a:pt x="3564423" y="843407"/>
                  </a:lnTo>
                  <a:lnTo>
                    <a:pt x="3545948" y="808581"/>
                  </a:lnTo>
                  <a:lnTo>
                    <a:pt x="3526024" y="774242"/>
                  </a:lnTo>
                  <a:lnTo>
                    <a:pt x="3504677" y="740409"/>
                  </a:lnTo>
                  <a:lnTo>
                    <a:pt x="3481933" y="707099"/>
                  </a:lnTo>
                  <a:lnTo>
                    <a:pt x="3457817" y="674329"/>
                  </a:lnTo>
                  <a:lnTo>
                    <a:pt x="3432353" y="642117"/>
                  </a:lnTo>
                  <a:lnTo>
                    <a:pt x="3405568" y="610479"/>
                  </a:lnTo>
                  <a:lnTo>
                    <a:pt x="3377487" y="579433"/>
                  </a:lnTo>
                  <a:lnTo>
                    <a:pt x="3348135" y="548997"/>
                  </a:lnTo>
                  <a:lnTo>
                    <a:pt x="3317538" y="519188"/>
                  </a:lnTo>
                  <a:lnTo>
                    <a:pt x="3285720" y="490023"/>
                  </a:lnTo>
                  <a:lnTo>
                    <a:pt x="3252707" y="461519"/>
                  </a:lnTo>
                  <a:lnTo>
                    <a:pt x="3218525" y="433694"/>
                  </a:lnTo>
                  <a:lnTo>
                    <a:pt x="3183199" y="406565"/>
                  </a:lnTo>
                  <a:lnTo>
                    <a:pt x="3146754" y="380150"/>
                  </a:lnTo>
                  <a:lnTo>
                    <a:pt x="3109215" y="354466"/>
                  </a:lnTo>
                  <a:lnTo>
                    <a:pt x="3070608" y="329530"/>
                  </a:lnTo>
                  <a:lnTo>
                    <a:pt x="3030958" y="305359"/>
                  </a:lnTo>
                  <a:lnTo>
                    <a:pt x="2990291" y="281971"/>
                  </a:lnTo>
                  <a:lnTo>
                    <a:pt x="2948632" y="259384"/>
                  </a:lnTo>
                  <a:lnTo>
                    <a:pt x="2906006" y="237614"/>
                  </a:lnTo>
                  <a:lnTo>
                    <a:pt x="2862439" y="216678"/>
                  </a:lnTo>
                  <a:lnTo>
                    <a:pt x="2817955" y="196595"/>
                  </a:lnTo>
                  <a:lnTo>
                    <a:pt x="2772581" y="177382"/>
                  </a:lnTo>
                  <a:lnTo>
                    <a:pt x="2726341" y="159055"/>
                  </a:lnTo>
                  <a:lnTo>
                    <a:pt x="2679261" y="141633"/>
                  </a:lnTo>
                  <a:lnTo>
                    <a:pt x="2631367" y="125132"/>
                  </a:lnTo>
                  <a:lnTo>
                    <a:pt x="2582683" y="109571"/>
                  </a:lnTo>
                  <a:lnTo>
                    <a:pt x="2533234" y="94965"/>
                  </a:lnTo>
                  <a:lnTo>
                    <a:pt x="2483048" y="81333"/>
                  </a:lnTo>
                  <a:lnTo>
                    <a:pt x="2432148" y="68692"/>
                  </a:lnTo>
                  <a:lnTo>
                    <a:pt x="2380559" y="57059"/>
                  </a:lnTo>
                  <a:lnTo>
                    <a:pt x="2328308" y="46452"/>
                  </a:lnTo>
                  <a:lnTo>
                    <a:pt x="2275420" y="36887"/>
                  </a:lnTo>
                  <a:lnTo>
                    <a:pt x="2221920" y="28383"/>
                  </a:lnTo>
                  <a:lnTo>
                    <a:pt x="2167833" y="20957"/>
                  </a:lnTo>
                  <a:lnTo>
                    <a:pt x="2113185" y="14626"/>
                  </a:lnTo>
                  <a:lnTo>
                    <a:pt x="2058000" y="9406"/>
                  </a:lnTo>
                  <a:lnTo>
                    <a:pt x="2002305" y="5317"/>
                  </a:lnTo>
                  <a:lnTo>
                    <a:pt x="1946125" y="2374"/>
                  </a:lnTo>
                  <a:lnTo>
                    <a:pt x="1889485" y="596"/>
                  </a:lnTo>
                  <a:lnTo>
                    <a:pt x="1832410" y="0"/>
                  </a:lnTo>
                  <a:lnTo>
                    <a:pt x="1775335" y="596"/>
                  </a:lnTo>
                  <a:lnTo>
                    <a:pt x="1718695" y="2374"/>
                  </a:lnTo>
                  <a:lnTo>
                    <a:pt x="1662515" y="5317"/>
                  </a:lnTo>
                  <a:lnTo>
                    <a:pt x="1606820" y="9406"/>
                  </a:lnTo>
                  <a:lnTo>
                    <a:pt x="1551635" y="14626"/>
                  </a:lnTo>
                  <a:lnTo>
                    <a:pt x="1496987" y="20957"/>
                  </a:lnTo>
                  <a:lnTo>
                    <a:pt x="1442900" y="28383"/>
                  </a:lnTo>
                  <a:lnTo>
                    <a:pt x="1389400" y="36887"/>
                  </a:lnTo>
                  <a:lnTo>
                    <a:pt x="1336512" y="46452"/>
                  </a:lnTo>
                  <a:lnTo>
                    <a:pt x="1284261" y="57059"/>
                  </a:lnTo>
                  <a:lnTo>
                    <a:pt x="1232672" y="68692"/>
                  </a:lnTo>
                  <a:lnTo>
                    <a:pt x="1181772" y="81333"/>
                  </a:lnTo>
                  <a:lnTo>
                    <a:pt x="1131585" y="94965"/>
                  </a:lnTo>
                  <a:lnTo>
                    <a:pt x="1082137" y="109571"/>
                  </a:lnTo>
                  <a:lnTo>
                    <a:pt x="1033453" y="125132"/>
                  </a:lnTo>
                  <a:lnTo>
                    <a:pt x="985559" y="141633"/>
                  </a:lnTo>
                  <a:lnTo>
                    <a:pt x="938479" y="159055"/>
                  </a:lnTo>
                  <a:lnTo>
                    <a:pt x="892239" y="177382"/>
                  </a:lnTo>
                  <a:lnTo>
                    <a:pt x="846865" y="196595"/>
                  </a:lnTo>
                  <a:lnTo>
                    <a:pt x="802381" y="216678"/>
                  </a:lnTo>
                  <a:lnTo>
                    <a:pt x="758813" y="237614"/>
                  </a:lnTo>
                  <a:lnTo>
                    <a:pt x="716187" y="259384"/>
                  </a:lnTo>
                  <a:lnTo>
                    <a:pt x="674528" y="281971"/>
                  </a:lnTo>
                  <a:lnTo>
                    <a:pt x="633861" y="305359"/>
                  </a:lnTo>
                  <a:lnTo>
                    <a:pt x="594211" y="329530"/>
                  </a:lnTo>
                  <a:lnTo>
                    <a:pt x="555605" y="354466"/>
                  </a:lnTo>
                  <a:lnTo>
                    <a:pt x="518066" y="380150"/>
                  </a:lnTo>
                  <a:lnTo>
                    <a:pt x="481621" y="406565"/>
                  </a:lnTo>
                  <a:lnTo>
                    <a:pt x="446294" y="433694"/>
                  </a:lnTo>
                  <a:lnTo>
                    <a:pt x="412112" y="461519"/>
                  </a:lnTo>
                  <a:lnTo>
                    <a:pt x="379099" y="490023"/>
                  </a:lnTo>
                  <a:lnTo>
                    <a:pt x="347282" y="519188"/>
                  </a:lnTo>
                  <a:lnTo>
                    <a:pt x="316684" y="548997"/>
                  </a:lnTo>
                  <a:lnTo>
                    <a:pt x="287332" y="579433"/>
                  </a:lnTo>
                  <a:lnTo>
                    <a:pt x="259251" y="610479"/>
                  </a:lnTo>
                  <a:lnTo>
                    <a:pt x="232466" y="642117"/>
                  </a:lnTo>
                  <a:lnTo>
                    <a:pt x="207002" y="674329"/>
                  </a:lnTo>
                  <a:lnTo>
                    <a:pt x="182886" y="707099"/>
                  </a:lnTo>
                  <a:lnTo>
                    <a:pt x="160142" y="740409"/>
                  </a:lnTo>
                  <a:lnTo>
                    <a:pt x="138795" y="774242"/>
                  </a:lnTo>
                  <a:lnTo>
                    <a:pt x="118871" y="808581"/>
                  </a:lnTo>
                  <a:lnTo>
                    <a:pt x="100396" y="843407"/>
                  </a:lnTo>
                  <a:lnTo>
                    <a:pt x="83394" y="878704"/>
                  </a:lnTo>
                  <a:lnTo>
                    <a:pt x="67891" y="914455"/>
                  </a:lnTo>
                  <a:lnTo>
                    <a:pt x="53913" y="950642"/>
                  </a:lnTo>
                  <a:lnTo>
                    <a:pt x="41484" y="987247"/>
                  </a:lnTo>
                  <a:lnTo>
                    <a:pt x="30630" y="1024254"/>
                  </a:lnTo>
                  <a:lnTo>
                    <a:pt x="21376" y="1061645"/>
                  </a:lnTo>
                  <a:lnTo>
                    <a:pt x="13748" y="1099403"/>
                  </a:lnTo>
                  <a:lnTo>
                    <a:pt x="7771" y="1137510"/>
                  </a:lnTo>
                  <a:lnTo>
                    <a:pt x="3470" y="1175949"/>
                  </a:lnTo>
                  <a:lnTo>
                    <a:pt x="871" y="1214703"/>
                  </a:lnTo>
                  <a:lnTo>
                    <a:pt x="0" y="1253754"/>
                  </a:lnTo>
                  <a:lnTo>
                    <a:pt x="871" y="1292805"/>
                  </a:lnTo>
                  <a:lnTo>
                    <a:pt x="3470" y="1331559"/>
                  </a:lnTo>
                  <a:lnTo>
                    <a:pt x="7771" y="1369998"/>
                  </a:lnTo>
                  <a:lnTo>
                    <a:pt x="13748" y="1408105"/>
                  </a:lnTo>
                  <a:lnTo>
                    <a:pt x="21376" y="1445863"/>
                  </a:lnTo>
                  <a:lnTo>
                    <a:pt x="30630" y="1483254"/>
                  </a:lnTo>
                  <a:lnTo>
                    <a:pt x="41484" y="1520260"/>
                  </a:lnTo>
                  <a:lnTo>
                    <a:pt x="53913" y="1556866"/>
                  </a:lnTo>
                  <a:lnTo>
                    <a:pt x="67891" y="1593053"/>
                  </a:lnTo>
                  <a:lnTo>
                    <a:pt x="83394" y="1628803"/>
                  </a:lnTo>
                  <a:lnTo>
                    <a:pt x="100396" y="1664100"/>
                  </a:lnTo>
                  <a:lnTo>
                    <a:pt x="118871" y="1698927"/>
                  </a:lnTo>
                  <a:lnTo>
                    <a:pt x="138795" y="1733265"/>
                  </a:lnTo>
                  <a:lnTo>
                    <a:pt x="160142" y="1767098"/>
                  </a:lnTo>
                  <a:lnTo>
                    <a:pt x="182886" y="1800408"/>
                  </a:lnTo>
                  <a:lnTo>
                    <a:pt x="207002" y="1833178"/>
                  </a:lnTo>
                  <a:lnTo>
                    <a:pt x="232466" y="1865391"/>
                  </a:lnTo>
                  <a:lnTo>
                    <a:pt x="259251" y="1897028"/>
                  </a:lnTo>
                  <a:lnTo>
                    <a:pt x="287332" y="1928074"/>
                  </a:lnTo>
                  <a:lnTo>
                    <a:pt x="316684" y="1958510"/>
                  </a:lnTo>
                  <a:lnTo>
                    <a:pt x="347282" y="1988320"/>
                  </a:lnTo>
                  <a:lnTo>
                    <a:pt x="379099" y="2017485"/>
                  </a:lnTo>
                  <a:lnTo>
                    <a:pt x="412112" y="2045988"/>
                  </a:lnTo>
                  <a:lnTo>
                    <a:pt x="446294" y="2073813"/>
                  </a:lnTo>
                  <a:lnTo>
                    <a:pt x="481621" y="2100942"/>
                  </a:lnTo>
                  <a:lnTo>
                    <a:pt x="518066" y="2127357"/>
                  </a:lnTo>
                  <a:lnTo>
                    <a:pt x="555605" y="2153042"/>
                  </a:lnTo>
                  <a:lnTo>
                    <a:pt x="594211" y="2177978"/>
                  </a:lnTo>
                  <a:lnTo>
                    <a:pt x="633861" y="2202148"/>
                  </a:lnTo>
                  <a:lnTo>
                    <a:pt x="674528" y="2225536"/>
                  </a:lnTo>
                  <a:lnTo>
                    <a:pt x="716187" y="2248124"/>
                  </a:lnTo>
                  <a:lnTo>
                    <a:pt x="758813" y="2269894"/>
                  </a:lnTo>
                  <a:lnTo>
                    <a:pt x="802381" y="2290829"/>
                  </a:lnTo>
                  <a:lnTo>
                    <a:pt x="846865" y="2310912"/>
                  </a:lnTo>
                  <a:lnTo>
                    <a:pt x="892239" y="2330125"/>
                  </a:lnTo>
                  <a:lnTo>
                    <a:pt x="938479" y="2348452"/>
                  </a:lnTo>
                  <a:lnTo>
                    <a:pt x="985559" y="2365874"/>
                  </a:lnTo>
                  <a:lnTo>
                    <a:pt x="1033453" y="2382375"/>
                  </a:lnTo>
                  <a:lnTo>
                    <a:pt x="1082137" y="2397937"/>
                  </a:lnTo>
                  <a:lnTo>
                    <a:pt x="1131585" y="2412542"/>
                  </a:lnTo>
                  <a:lnTo>
                    <a:pt x="1181772" y="2426174"/>
                  </a:lnTo>
                  <a:lnTo>
                    <a:pt x="1232672" y="2438816"/>
                  </a:lnTo>
                  <a:lnTo>
                    <a:pt x="1284261" y="2450448"/>
                  </a:lnTo>
                  <a:lnTo>
                    <a:pt x="1336512" y="2461056"/>
                  </a:lnTo>
                  <a:lnTo>
                    <a:pt x="1389400" y="2470620"/>
                  </a:lnTo>
                  <a:lnTo>
                    <a:pt x="1442900" y="2479124"/>
                  </a:lnTo>
                  <a:lnTo>
                    <a:pt x="1496987" y="2486550"/>
                  </a:lnTo>
                  <a:lnTo>
                    <a:pt x="1551635" y="2492882"/>
                  </a:lnTo>
                  <a:lnTo>
                    <a:pt x="1606820" y="2498101"/>
                  </a:lnTo>
                  <a:lnTo>
                    <a:pt x="1662515" y="2502190"/>
                  </a:lnTo>
                  <a:lnTo>
                    <a:pt x="1718695" y="2505133"/>
                  </a:lnTo>
                  <a:lnTo>
                    <a:pt x="1775335" y="2506911"/>
                  </a:lnTo>
                  <a:lnTo>
                    <a:pt x="1832410" y="2507508"/>
                  </a:lnTo>
                  <a:close/>
                </a:path>
              </a:pathLst>
            </a:custGeom>
            <a:ln w="50800" cap="rnd">
              <a:solidFill>
                <a:srgbClr val="11A766"/>
              </a:solidFill>
            </a:ln>
          </p:spPr>
          <p:txBody>
            <a:bodyPr wrap="square" lIns="0" tIns="0" rIns="0" bIns="0" rtlCol="0"/>
            <a:lstStyle/>
            <a:p>
              <a:endParaRPr sz="900"/>
            </a:p>
          </p:txBody>
        </p:sp>
        <p:sp>
          <p:nvSpPr>
            <p:cNvPr id="23" name="object 23"/>
            <p:cNvSpPr/>
            <p:nvPr/>
          </p:nvSpPr>
          <p:spPr>
            <a:xfrm>
              <a:off x="4330700" y="11785600"/>
              <a:ext cx="2476500" cy="1613535"/>
            </a:xfrm>
            <a:custGeom>
              <a:avLst/>
              <a:gdLst/>
              <a:ahLst/>
              <a:cxnLst/>
              <a:rect l="l" t="t" r="r" b="b"/>
              <a:pathLst>
                <a:path w="2476500" h="1613534">
                  <a:moveTo>
                    <a:pt x="1238242" y="1613222"/>
                  </a:moveTo>
                  <a:lnTo>
                    <a:pt x="1296532" y="1612344"/>
                  </a:lnTo>
                  <a:lnTo>
                    <a:pt x="1354128" y="1609736"/>
                  </a:lnTo>
                  <a:lnTo>
                    <a:pt x="1410971" y="1605437"/>
                  </a:lnTo>
                  <a:lnTo>
                    <a:pt x="1467001" y="1599485"/>
                  </a:lnTo>
                  <a:lnTo>
                    <a:pt x="1522160" y="1591919"/>
                  </a:lnTo>
                  <a:lnTo>
                    <a:pt x="1576387" y="1582778"/>
                  </a:lnTo>
                  <a:lnTo>
                    <a:pt x="1629623" y="1572100"/>
                  </a:lnTo>
                  <a:lnTo>
                    <a:pt x="1681808" y="1559925"/>
                  </a:lnTo>
                  <a:lnTo>
                    <a:pt x="1732884" y="1546291"/>
                  </a:lnTo>
                  <a:lnTo>
                    <a:pt x="1782790" y="1531237"/>
                  </a:lnTo>
                  <a:lnTo>
                    <a:pt x="1831467" y="1514801"/>
                  </a:lnTo>
                  <a:lnTo>
                    <a:pt x="1878857" y="1497023"/>
                  </a:lnTo>
                  <a:lnTo>
                    <a:pt x="1924898" y="1477941"/>
                  </a:lnTo>
                  <a:lnTo>
                    <a:pt x="1969532" y="1457593"/>
                  </a:lnTo>
                  <a:lnTo>
                    <a:pt x="2012700" y="1436019"/>
                  </a:lnTo>
                  <a:lnTo>
                    <a:pt x="2054341" y="1413257"/>
                  </a:lnTo>
                  <a:lnTo>
                    <a:pt x="2094397" y="1389345"/>
                  </a:lnTo>
                  <a:lnTo>
                    <a:pt x="2132808" y="1364324"/>
                  </a:lnTo>
                  <a:lnTo>
                    <a:pt x="2169514" y="1338231"/>
                  </a:lnTo>
                  <a:lnTo>
                    <a:pt x="2204457" y="1311105"/>
                  </a:lnTo>
                  <a:lnTo>
                    <a:pt x="2237576" y="1282985"/>
                  </a:lnTo>
                  <a:lnTo>
                    <a:pt x="2268812" y="1253909"/>
                  </a:lnTo>
                  <a:lnTo>
                    <a:pt x="2298105" y="1223917"/>
                  </a:lnTo>
                  <a:lnTo>
                    <a:pt x="2325397" y="1193047"/>
                  </a:lnTo>
                  <a:lnTo>
                    <a:pt x="2350628" y="1161338"/>
                  </a:lnTo>
                  <a:lnTo>
                    <a:pt x="2373738" y="1128828"/>
                  </a:lnTo>
                  <a:lnTo>
                    <a:pt x="2394668" y="1095557"/>
                  </a:lnTo>
                  <a:lnTo>
                    <a:pt x="2413358" y="1061562"/>
                  </a:lnTo>
                  <a:lnTo>
                    <a:pt x="2429749" y="1026883"/>
                  </a:lnTo>
                  <a:lnTo>
                    <a:pt x="2455396" y="955628"/>
                  </a:lnTo>
                  <a:lnTo>
                    <a:pt x="2471133" y="882101"/>
                  </a:lnTo>
                  <a:lnTo>
                    <a:pt x="2476484" y="806611"/>
                  </a:lnTo>
                  <a:lnTo>
                    <a:pt x="2475137" y="768640"/>
                  </a:lnTo>
                  <a:lnTo>
                    <a:pt x="2464533" y="694092"/>
                  </a:lnTo>
                  <a:lnTo>
                    <a:pt x="2443781" y="621662"/>
                  </a:lnTo>
                  <a:lnTo>
                    <a:pt x="2413358" y="551659"/>
                  </a:lnTo>
                  <a:lnTo>
                    <a:pt x="2394668" y="517665"/>
                  </a:lnTo>
                  <a:lnTo>
                    <a:pt x="2373738" y="484393"/>
                  </a:lnTo>
                  <a:lnTo>
                    <a:pt x="2350628" y="451884"/>
                  </a:lnTo>
                  <a:lnTo>
                    <a:pt x="2325397" y="420174"/>
                  </a:lnTo>
                  <a:lnTo>
                    <a:pt x="2298105" y="389304"/>
                  </a:lnTo>
                  <a:lnTo>
                    <a:pt x="2268812" y="359312"/>
                  </a:lnTo>
                  <a:lnTo>
                    <a:pt x="2237576" y="330237"/>
                  </a:lnTo>
                  <a:lnTo>
                    <a:pt x="2204457" y="302117"/>
                  </a:lnTo>
                  <a:lnTo>
                    <a:pt x="2169514" y="274991"/>
                  </a:lnTo>
                  <a:lnTo>
                    <a:pt x="2132808" y="248898"/>
                  </a:lnTo>
                  <a:lnTo>
                    <a:pt x="2094397" y="223876"/>
                  </a:lnTo>
                  <a:lnTo>
                    <a:pt x="2054341" y="199965"/>
                  </a:lnTo>
                  <a:lnTo>
                    <a:pt x="2012700" y="177203"/>
                  </a:lnTo>
                  <a:lnTo>
                    <a:pt x="1969532" y="155629"/>
                  </a:lnTo>
                  <a:lnTo>
                    <a:pt x="1924898" y="135281"/>
                  </a:lnTo>
                  <a:lnTo>
                    <a:pt x="1878857" y="116199"/>
                  </a:lnTo>
                  <a:lnTo>
                    <a:pt x="1831467" y="98420"/>
                  </a:lnTo>
                  <a:lnTo>
                    <a:pt x="1782790" y="81984"/>
                  </a:lnTo>
                  <a:lnTo>
                    <a:pt x="1732884" y="66930"/>
                  </a:lnTo>
                  <a:lnTo>
                    <a:pt x="1681808" y="53296"/>
                  </a:lnTo>
                  <a:lnTo>
                    <a:pt x="1629623" y="41121"/>
                  </a:lnTo>
                  <a:lnTo>
                    <a:pt x="1576387" y="30444"/>
                  </a:lnTo>
                  <a:lnTo>
                    <a:pt x="1522160" y="21303"/>
                  </a:lnTo>
                  <a:lnTo>
                    <a:pt x="1467001" y="13737"/>
                  </a:lnTo>
                  <a:lnTo>
                    <a:pt x="1410971" y="7785"/>
                  </a:lnTo>
                  <a:lnTo>
                    <a:pt x="1354128" y="3485"/>
                  </a:lnTo>
                  <a:lnTo>
                    <a:pt x="1296532" y="877"/>
                  </a:lnTo>
                  <a:lnTo>
                    <a:pt x="1238242" y="0"/>
                  </a:lnTo>
                  <a:lnTo>
                    <a:pt x="1179952" y="877"/>
                  </a:lnTo>
                  <a:lnTo>
                    <a:pt x="1122356" y="3485"/>
                  </a:lnTo>
                  <a:lnTo>
                    <a:pt x="1065513" y="7785"/>
                  </a:lnTo>
                  <a:lnTo>
                    <a:pt x="1009483" y="13737"/>
                  </a:lnTo>
                  <a:lnTo>
                    <a:pt x="954324" y="21303"/>
                  </a:lnTo>
                  <a:lnTo>
                    <a:pt x="900097" y="30444"/>
                  </a:lnTo>
                  <a:lnTo>
                    <a:pt x="846862" y="41121"/>
                  </a:lnTo>
                  <a:lnTo>
                    <a:pt x="794676" y="53296"/>
                  </a:lnTo>
                  <a:lnTo>
                    <a:pt x="743601" y="66930"/>
                  </a:lnTo>
                  <a:lnTo>
                    <a:pt x="693694" y="81984"/>
                  </a:lnTo>
                  <a:lnTo>
                    <a:pt x="645017" y="98420"/>
                  </a:lnTo>
                  <a:lnTo>
                    <a:pt x="597628" y="116199"/>
                  </a:lnTo>
                  <a:lnTo>
                    <a:pt x="551586" y="135281"/>
                  </a:lnTo>
                  <a:lnTo>
                    <a:pt x="506952" y="155629"/>
                  </a:lnTo>
                  <a:lnTo>
                    <a:pt x="463784" y="177203"/>
                  </a:lnTo>
                  <a:lnTo>
                    <a:pt x="422143" y="199965"/>
                  </a:lnTo>
                  <a:lnTo>
                    <a:pt x="382087" y="223876"/>
                  </a:lnTo>
                  <a:lnTo>
                    <a:pt x="343676" y="248898"/>
                  </a:lnTo>
                  <a:lnTo>
                    <a:pt x="306970" y="274991"/>
                  </a:lnTo>
                  <a:lnTo>
                    <a:pt x="272027" y="302117"/>
                  </a:lnTo>
                  <a:lnTo>
                    <a:pt x="238908" y="330237"/>
                  </a:lnTo>
                  <a:lnTo>
                    <a:pt x="207672" y="359312"/>
                  </a:lnTo>
                  <a:lnTo>
                    <a:pt x="178379" y="389304"/>
                  </a:lnTo>
                  <a:lnTo>
                    <a:pt x="151087" y="420174"/>
                  </a:lnTo>
                  <a:lnTo>
                    <a:pt x="125856" y="451884"/>
                  </a:lnTo>
                  <a:lnTo>
                    <a:pt x="102746" y="484393"/>
                  </a:lnTo>
                  <a:lnTo>
                    <a:pt x="81816" y="517665"/>
                  </a:lnTo>
                  <a:lnTo>
                    <a:pt x="63126" y="551659"/>
                  </a:lnTo>
                  <a:lnTo>
                    <a:pt x="46735" y="586338"/>
                  </a:lnTo>
                  <a:lnTo>
                    <a:pt x="21088" y="657593"/>
                  </a:lnTo>
                  <a:lnTo>
                    <a:pt x="5351" y="731121"/>
                  </a:lnTo>
                  <a:lnTo>
                    <a:pt x="0" y="806611"/>
                  </a:lnTo>
                  <a:lnTo>
                    <a:pt x="1347" y="844582"/>
                  </a:lnTo>
                  <a:lnTo>
                    <a:pt x="11951" y="919129"/>
                  </a:lnTo>
                  <a:lnTo>
                    <a:pt x="32702" y="991559"/>
                  </a:lnTo>
                  <a:lnTo>
                    <a:pt x="63126" y="1061562"/>
                  </a:lnTo>
                  <a:lnTo>
                    <a:pt x="81816" y="1095557"/>
                  </a:lnTo>
                  <a:lnTo>
                    <a:pt x="102746" y="1128828"/>
                  </a:lnTo>
                  <a:lnTo>
                    <a:pt x="125856" y="1161338"/>
                  </a:lnTo>
                  <a:lnTo>
                    <a:pt x="151087" y="1193047"/>
                  </a:lnTo>
                  <a:lnTo>
                    <a:pt x="178379" y="1223917"/>
                  </a:lnTo>
                  <a:lnTo>
                    <a:pt x="207672" y="1253909"/>
                  </a:lnTo>
                  <a:lnTo>
                    <a:pt x="238908" y="1282985"/>
                  </a:lnTo>
                  <a:lnTo>
                    <a:pt x="272027" y="1311105"/>
                  </a:lnTo>
                  <a:lnTo>
                    <a:pt x="306970" y="1338231"/>
                  </a:lnTo>
                  <a:lnTo>
                    <a:pt x="343676" y="1364324"/>
                  </a:lnTo>
                  <a:lnTo>
                    <a:pt x="382087" y="1389345"/>
                  </a:lnTo>
                  <a:lnTo>
                    <a:pt x="422143" y="1413257"/>
                  </a:lnTo>
                  <a:lnTo>
                    <a:pt x="463784" y="1436019"/>
                  </a:lnTo>
                  <a:lnTo>
                    <a:pt x="506952" y="1457593"/>
                  </a:lnTo>
                  <a:lnTo>
                    <a:pt x="551586" y="1477941"/>
                  </a:lnTo>
                  <a:lnTo>
                    <a:pt x="597628" y="1497023"/>
                  </a:lnTo>
                  <a:lnTo>
                    <a:pt x="645017" y="1514801"/>
                  </a:lnTo>
                  <a:lnTo>
                    <a:pt x="693694" y="1531237"/>
                  </a:lnTo>
                  <a:lnTo>
                    <a:pt x="743601" y="1546291"/>
                  </a:lnTo>
                  <a:lnTo>
                    <a:pt x="794676" y="1559925"/>
                  </a:lnTo>
                  <a:lnTo>
                    <a:pt x="846862" y="1572100"/>
                  </a:lnTo>
                  <a:lnTo>
                    <a:pt x="900097" y="1582778"/>
                  </a:lnTo>
                  <a:lnTo>
                    <a:pt x="954324" y="1591919"/>
                  </a:lnTo>
                  <a:lnTo>
                    <a:pt x="1009483" y="1599485"/>
                  </a:lnTo>
                  <a:lnTo>
                    <a:pt x="1065513" y="1605437"/>
                  </a:lnTo>
                  <a:lnTo>
                    <a:pt x="1122356" y="1609736"/>
                  </a:lnTo>
                  <a:lnTo>
                    <a:pt x="1179952" y="1612344"/>
                  </a:lnTo>
                  <a:lnTo>
                    <a:pt x="1238242" y="1613222"/>
                  </a:lnTo>
                  <a:close/>
                </a:path>
              </a:pathLst>
            </a:custGeom>
            <a:ln w="50800" cap="rnd">
              <a:solidFill>
                <a:srgbClr val="11A766"/>
              </a:solidFill>
            </a:ln>
          </p:spPr>
          <p:txBody>
            <a:bodyPr wrap="square" lIns="0" tIns="0" rIns="0" bIns="0" rtlCol="0"/>
            <a:lstStyle/>
            <a:p>
              <a:endParaRPr sz="900"/>
            </a:p>
          </p:txBody>
        </p:sp>
      </p:grpSp>
      <p:sp>
        <p:nvSpPr>
          <p:cNvPr id="24" name="object 24"/>
          <p:cNvSpPr txBox="1"/>
          <p:nvPr/>
        </p:nvSpPr>
        <p:spPr>
          <a:xfrm>
            <a:off x="2639601" y="6153150"/>
            <a:ext cx="279400" cy="270510"/>
          </a:xfrm>
          <a:prstGeom prst="rect">
            <a:avLst/>
          </a:prstGeom>
        </p:spPr>
        <p:txBody>
          <a:bodyPr vert="horz" wrap="square" lIns="0" tIns="6350" rIns="0" bIns="0" rtlCol="0">
            <a:spAutoFit/>
          </a:bodyPr>
          <a:lstStyle/>
          <a:p>
            <a:pPr marL="6350">
              <a:lnSpc>
                <a:spcPts val="1180"/>
              </a:lnSpc>
              <a:spcBef>
                <a:spcPts val="50"/>
              </a:spcBef>
            </a:pPr>
            <a:r>
              <a:rPr sz="1050" spc="-13" dirty="0">
                <a:solidFill>
                  <a:srgbClr val="212121"/>
                </a:solidFill>
                <a:latin typeface="Microsoft JhengHei"/>
                <a:cs typeface="Microsoft JhengHei"/>
              </a:rPr>
              <a:t>信仰</a:t>
            </a:r>
            <a:endParaRPr sz="1050" dirty="0">
              <a:latin typeface="Microsoft JhengHei"/>
              <a:cs typeface="Microsoft JhengHei"/>
            </a:endParaRPr>
          </a:p>
          <a:p>
            <a:pPr marL="10795">
              <a:lnSpc>
                <a:spcPts val="880"/>
              </a:lnSpc>
            </a:pPr>
            <a:r>
              <a:rPr sz="800" spc="30" dirty="0">
                <a:solidFill>
                  <a:srgbClr val="212121"/>
                </a:solidFill>
                <a:latin typeface="Microsoft JhengHei"/>
                <a:cs typeface="Microsoft JhengHei"/>
              </a:rPr>
              <a:t>Faith</a:t>
            </a:r>
            <a:endParaRPr sz="800" dirty="0">
              <a:latin typeface="Microsoft JhengHei"/>
              <a:cs typeface="Microsoft JhengHei"/>
            </a:endParaRPr>
          </a:p>
        </p:txBody>
      </p:sp>
      <p:sp>
        <p:nvSpPr>
          <p:cNvPr id="25" name="object 25"/>
          <p:cNvSpPr txBox="1"/>
          <p:nvPr/>
        </p:nvSpPr>
        <p:spPr>
          <a:xfrm>
            <a:off x="3460872" y="6153150"/>
            <a:ext cx="412750" cy="270510"/>
          </a:xfrm>
          <a:prstGeom prst="rect">
            <a:avLst/>
          </a:prstGeom>
        </p:spPr>
        <p:txBody>
          <a:bodyPr vert="horz" wrap="square" lIns="0" tIns="6350" rIns="0" bIns="0" rtlCol="0">
            <a:spAutoFit/>
          </a:bodyPr>
          <a:lstStyle/>
          <a:p>
            <a:pPr algn="ctr">
              <a:lnSpc>
                <a:spcPts val="1180"/>
              </a:lnSpc>
              <a:spcBef>
                <a:spcPts val="50"/>
              </a:spcBef>
            </a:pPr>
            <a:r>
              <a:rPr sz="1050" spc="-10" dirty="0">
                <a:solidFill>
                  <a:srgbClr val="212121"/>
                </a:solidFill>
                <a:latin typeface="Microsoft JhengHei"/>
                <a:cs typeface="Microsoft JhengHei"/>
              </a:rPr>
              <a:t>价値观</a:t>
            </a:r>
            <a:endParaRPr sz="1050">
              <a:latin typeface="Microsoft JhengHei"/>
              <a:cs typeface="Microsoft JhengHei"/>
            </a:endParaRPr>
          </a:p>
          <a:p>
            <a:pPr algn="ctr">
              <a:lnSpc>
                <a:spcPts val="880"/>
              </a:lnSpc>
            </a:pPr>
            <a:r>
              <a:rPr sz="800" spc="-5" dirty="0">
                <a:solidFill>
                  <a:srgbClr val="212121"/>
                </a:solidFill>
                <a:latin typeface="Microsoft JhengHei"/>
                <a:cs typeface="Microsoft JhengHei"/>
              </a:rPr>
              <a:t>Value</a:t>
            </a:r>
            <a:endParaRPr sz="800">
              <a:latin typeface="Microsoft JhengHei"/>
              <a:cs typeface="Microsoft JhengHei"/>
            </a:endParaRPr>
          </a:p>
        </p:txBody>
      </p:sp>
      <p:sp>
        <p:nvSpPr>
          <p:cNvPr id="26" name="object 26"/>
          <p:cNvSpPr txBox="1"/>
          <p:nvPr/>
        </p:nvSpPr>
        <p:spPr>
          <a:xfrm>
            <a:off x="4137354" y="6153150"/>
            <a:ext cx="426085" cy="270510"/>
          </a:xfrm>
          <a:prstGeom prst="rect">
            <a:avLst/>
          </a:prstGeom>
        </p:spPr>
        <p:txBody>
          <a:bodyPr vert="horz" wrap="square" lIns="0" tIns="6350" rIns="0" bIns="0" rtlCol="0">
            <a:spAutoFit/>
          </a:bodyPr>
          <a:lstStyle/>
          <a:p>
            <a:pPr algn="ctr">
              <a:lnSpc>
                <a:spcPts val="1180"/>
              </a:lnSpc>
              <a:spcBef>
                <a:spcPts val="50"/>
              </a:spcBef>
            </a:pPr>
            <a:r>
              <a:rPr sz="1050" spc="-13" dirty="0">
                <a:solidFill>
                  <a:srgbClr val="212121"/>
                </a:solidFill>
                <a:latin typeface="Microsoft JhengHei"/>
                <a:cs typeface="Microsoft JhengHei"/>
              </a:rPr>
              <a:t>态度</a:t>
            </a:r>
            <a:endParaRPr sz="1050">
              <a:latin typeface="Microsoft JhengHei"/>
              <a:cs typeface="Microsoft JhengHei"/>
            </a:endParaRPr>
          </a:p>
          <a:p>
            <a:pPr algn="ctr">
              <a:lnSpc>
                <a:spcPts val="880"/>
              </a:lnSpc>
            </a:pPr>
            <a:r>
              <a:rPr sz="800" spc="-5" dirty="0">
                <a:solidFill>
                  <a:srgbClr val="212121"/>
                </a:solidFill>
                <a:latin typeface="Microsoft JhengHei"/>
                <a:cs typeface="Microsoft JhengHei"/>
              </a:rPr>
              <a:t>Attitude</a:t>
            </a:r>
            <a:endParaRPr sz="800">
              <a:latin typeface="Microsoft JhengHei"/>
              <a:cs typeface="Microsoft JhengHei"/>
            </a:endParaRPr>
          </a:p>
        </p:txBody>
      </p:sp>
      <p:pic>
        <p:nvPicPr>
          <p:cNvPr id="27" name="object 27"/>
          <p:cNvPicPr/>
          <p:nvPr/>
        </p:nvPicPr>
        <p:blipFill>
          <a:blip r:embed="rId2" cstate="print"/>
          <a:stretch>
            <a:fillRect/>
          </a:stretch>
        </p:blipFill>
        <p:spPr>
          <a:xfrm>
            <a:off x="3189837" y="8851900"/>
            <a:ext cx="486698" cy="2921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
        <p:nvSpPr>
          <p:cNvPr id="3" name="object 3"/>
          <p:cNvSpPr txBox="1"/>
          <p:nvPr/>
        </p:nvSpPr>
        <p:spPr>
          <a:xfrm>
            <a:off x="1479550" y="3925570"/>
            <a:ext cx="3902075" cy="561975"/>
          </a:xfrm>
          <a:prstGeom prst="rect">
            <a:avLst/>
          </a:prstGeom>
        </p:spPr>
        <p:txBody>
          <a:bodyPr vert="horz" wrap="square" lIns="0" tIns="6350" rIns="0" bIns="0" rtlCol="0">
            <a:spAutoFit/>
          </a:bodyPr>
          <a:lstStyle/>
          <a:p>
            <a:pPr marL="6350" marR="2540" algn="just">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伽利略与哥白尼挑战教会权威而入狱的勇气令人感佩，但是如何适当表达我们的坚持，挑战传统的错误，这也需要学习。适度的审慎是常识，而非怯懦。</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4" name="object 4"/>
          <p:cNvSpPr txBox="1"/>
          <p:nvPr/>
        </p:nvSpPr>
        <p:spPr>
          <a:xfrm>
            <a:off x="1536700" y="7646670"/>
            <a:ext cx="3793808" cy="561975"/>
          </a:xfrm>
          <a:prstGeom prst="rect">
            <a:avLst/>
          </a:prstGeom>
        </p:spPr>
        <p:txBody>
          <a:bodyPr vert="horz" wrap="square" lIns="0" tIns="6350" rIns="0" bIns="0" rtlCol="0">
            <a:spAutoFit/>
          </a:bodyPr>
          <a:lstStyle/>
          <a:p>
            <a:pPr marL="6350" marR="2540" algn="just">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要带着好奇心去面对世界，在传统中找到变革，也应该旅游各地，交往不同的人，理解不同的角度，即使会遇到很多的困难，也要勇敢地表达与创新。</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5" name="object 5"/>
          <p:cNvSpPr/>
          <p:nvPr/>
        </p:nvSpPr>
        <p:spPr>
          <a:xfrm>
            <a:off x="1809750" y="1028700"/>
            <a:ext cx="387033" cy="386715"/>
          </a:xfrm>
          <a:custGeom>
            <a:avLst/>
            <a:gdLst/>
            <a:ahLst/>
            <a:cxnLst/>
            <a:rect l="l" t="t" r="r" b="b"/>
            <a:pathLst>
              <a:path w="774064" h="773430">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4" h="773430">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4" h="773430">
                <a:moveTo>
                  <a:pt x="385104" y="0"/>
                </a:moveTo>
                <a:lnTo>
                  <a:pt x="336798" y="3000"/>
                </a:lnTo>
                <a:lnTo>
                  <a:pt x="433411" y="3000"/>
                </a:lnTo>
                <a:lnTo>
                  <a:pt x="385104" y="0"/>
                </a:lnTo>
                <a:close/>
              </a:path>
            </a:pathLst>
          </a:custGeom>
          <a:solidFill>
            <a:srgbClr val="11A766"/>
          </a:solidFill>
        </p:spPr>
        <p:txBody>
          <a:bodyPr wrap="square" lIns="0" tIns="0" rIns="0" bIns="0" rtlCol="0"/>
          <a:lstStyle/>
          <a:p>
            <a:endParaRPr sz="900"/>
          </a:p>
        </p:txBody>
      </p:sp>
      <p:sp>
        <p:nvSpPr>
          <p:cNvPr id="6" name="object 6"/>
          <p:cNvSpPr txBox="1"/>
          <p:nvPr/>
        </p:nvSpPr>
        <p:spPr>
          <a:xfrm>
            <a:off x="1864364" y="1107881"/>
            <a:ext cx="364499"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05</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7" name="object 7"/>
          <p:cNvSpPr/>
          <p:nvPr/>
        </p:nvSpPr>
        <p:spPr>
          <a:xfrm>
            <a:off x="2203450" y="1066800"/>
            <a:ext cx="2470150" cy="336550"/>
          </a:xfrm>
          <a:custGeom>
            <a:avLst/>
            <a:gdLst/>
            <a:ahLst/>
            <a:cxnLst/>
            <a:rect l="l" t="t" r="r" b="b"/>
            <a:pathLst>
              <a:path w="4940300" h="673100">
                <a:moveTo>
                  <a:pt x="4603750" y="0"/>
                </a:moveTo>
                <a:lnTo>
                  <a:pt x="336550" y="0"/>
                </a:lnTo>
                <a:lnTo>
                  <a:pt x="290882" y="3072"/>
                </a:lnTo>
                <a:lnTo>
                  <a:pt x="247081" y="12021"/>
                </a:lnTo>
                <a:lnTo>
                  <a:pt x="205549" y="26446"/>
                </a:lnTo>
                <a:lnTo>
                  <a:pt x="166687" y="45947"/>
                </a:lnTo>
                <a:lnTo>
                  <a:pt x="130894" y="70122"/>
                </a:lnTo>
                <a:lnTo>
                  <a:pt x="98573" y="98571"/>
                </a:lnTo>
                <a:lnTo>
                  <a:pt x="70124" y="130891"/>
                </a:lnTo>
                <a:lnTo>
                  <a:pt x="45949" y="166684"/>
                </a:lnTo>
                <a:lnTo>
                  <a:pt x="26447" y="205547"/>
                </a:lnTo>
                <a:lnTo>
                  <a:pt x="12021" y="247079"/>
                </a:lnTo>
                <a:lnTo>
                  <a:pt x="3072" y="290880"/>
                </a:lnTo>
                <a:lnTo>
                  <a:pt x="0" y="336550"/>
                </a:lnTo>
                <a:lnTo>
                  <a:pt x="3072" y="382219"/>
                </a:lnTo>
                <a:lnTo>
                  <a:pt x="12021" y="426020"/>
                </a:lnTo>
                <a:lnTo>
                  <a:pt x="26447" y="467552"/>
                </a:lnTo>
                <a:lnTo>
                  <a:pt x="45949" y="506415"/>
                </a:lnTo>
                <a:lnTo>
                  <a:pt x="70124" y="542208"/>
                </a:lnTo>
                <a:lnTo>
                  <a:pt x="98573" y="574528"/>
                </a:lnTo>
                <a:lnTo>
                  <a:pt x="130894" y="602977"/>
                </a:lnTo>
                <a:lnTo>
                  <a:pt x="166687" y="627152"/>
                </a:lnTo>
                <a:lnTo>
                  <a:pt x="205549" y="646653"/>
                </a:lnTo>
                <a:lnTo>
                  <a:pt x="247081" y="661078"/>
                </a:lnTo>
                <a:lnTo>
                  <a:pt x="290882" y="670027"/>
                </a:lnTo>
                <a:lnTo>
                  <a:pt x="336550" y="673100"/>
                </a:lnTo>
                <a:lnTo>
                  <a:pt x="4603750" y="673100"/>
                </a:lnTo>
                <a:lnTo>
                  <a:pt x="4649417" y="670027"/>
                </a:lnTo>
                <a:lnTo>
                  <a:pt x="4693218" y="661078"/>
                </a:lnTo>
                <a:lnTo>
                  <a:pt x="4734750" y="646653"/>
                </a:lnTo>
                <a:lnTo>
                  <a:pt x="4773612" y="627152"/>
                </a:lnTo>
                <a:lnTo>
                  <a:pt x="4809405" y="602977"/>
                </a:lnTo>
                <a:lnTo>
                  <a:pt x="4841726" y="574528"/>
                </a:lnTo>
                <a:lnTo>
                  <a:pt x="4870175" y="542208"/>
                </a:lnTo>
                <a:lnTo>
                  <a:pt x="4894350" y="506415"/>
                </a:lnTo>
                <a:lnTo>
                  <a:pt x="4913852" y="467552"/>
                </a:lnTo>
                <a:lnTo>
                  <a:pt x="4928278" y="426020"/>
                </a:lnTo>
                <a:lnTo>
                  <a:pt x="4937227" y="382219"/>
                </a:lnTo>
                <a:lnTo>
                  <a:pt x="4940300" y="336550"/>
                </a:lnTo>
                <a:lnTo>
                  <a:pt x="4937227" y="290880"/>
                </a:lnTo>
                <a:lnTo>
                  <a:pt x="4928278" y="247079"/>
                </a:lnTo>
                <a:lnTo>
                  <a:pt x="4913852" y="205547"/>
                </a:lnTo>
                <a:lnTo>
                  <a:pt x="4894350" y="166684"/>
                </a:lnTo>
                <a:lnTo>
                  <a:pt x="4870175" y="130891"/>
                </a:lnTo>
                <a:lnTo>
                  <a:pt x="4841726" y="98571"/>
                </a:lnTo>
                <a:lnTo>
                  <a:pt x="4809405" y="70122"/>
                </a:lnTo>
                <a:lnTo>
                  <a:pt x="4773612" y="45947"/>
                </a:lnTo>
                <a:lnTo>
                  <a:pt x="4734750" y="26446"/>
                </a:lnTo>
                <a:lnTo>
                  <a:pt x="4693218" y="12021"/>
                </a:lnTo>
                <a:lnTo>
                  <a:pt x="4649417" y="3072"/>
                </a:lnTo>
                <a:lnTo>
                  <a:pt x="4603750" y="0"/>
                </a:lnTo>
                <a:close/>
              </a:path>
            </a:pathLst>
          </a:custGeom>
          <a:solidFill>
            <a:srgbClr val="212121"/>
          </a:solidFill>
        </p:spPr>
        <p:txBody>
          <a:bodyPr wrap="square" lIns="0" tIns="0" rIns="0" bIns="0" rtlCol="0"/>
          <a:lstStyle/>
          <a:p>
            <a:endParaRPr sz="900"/>
          </a:p>
        </p:txBody>
      </p:sp>
      <p:sp>
        <p:nvSpPr>
          <p:cNvPr id="8" name="object 8"/>
          <p:cNvSpPr txBox="1"/>
          <p:nvPr/>
        </p:nvSpPr>
        <p:spPr>
          <a:xfrm>
            <a:off x="2324100" y="994926"/>
            <a:ext cx="2108519" cy="579120"/>
          </a:xfrm>
          <a:prstGeom prst="rect">
            <a:avLst/>
          </a:prstGeom>
        </p:spPr>
        <p:txBody>
          <a:bodyPr vert="horz" wrap="square" lIns="0" tIns="133350" rIns="0" bIns="0" rtlCol="0">
            <a:spAutoFit/>
          </a:bodyPr>
          <a:lstStyle/>
          <a:p>
            <a:pPr marL="128270" algn="ctr">
              <a:spcBef>
                <a:spcPts val="1050"/>
              </a:spcBef>
            </a:pPr>
            <a:r>
              <a:rPr sz="1500" b="1" spc="-10"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每个人都可能犯错</a:t>
            </a:r>
            <a:endParaRPr sz="1500" b="1">
              <a:latin typeface="江城圆体 600W" panose="020B0800000000000000" pitchFamily="34" charset="-128"/>
              <a:ea typeface="江城圆体 600W" panose="020B0800000000000000" pitchFamily="34" charset="-128"/>
              <a:cs typeface="微软雅黑" panose="020B0503020204020204" charset="-122"/>
            </a:endParaRPr>
          </a:p>
          <a:p>
            <a:pPr marL="6350" algn="ctr">
              <a:spcBef>
                <a:spcPts val="600"/>
              </a:spcBef>
            </a:pPr>
            <a:r>
              <a:rPr sz="9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Everyone</a:t>
            </a:r>
            <a:r>
              <a:rPr sz="900" b="1" spc="-13"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sz="900" b="1" spc="2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can</a:t>
            </a:r>
            <a:r>
              <a:rPr sz="900" b="1" spc="-1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sz="900" b="1" spc="28"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make</a:t>
            </a:r>
            <a:r>
              <a:rPr sz="900" b="1" spc="-13"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sz="900" b="1" spc="28"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a</a:t>
            </a:r>
            <a:r>
              <a:rPr sz="900" b="1" spc="-1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sz="900" b="1" spc="23"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mistake</a:t>
            </a:r>
            <a:endParaRPr sz="900"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9" name="object 9"/>
          <p:cNvSpPr/>
          <p:nvPr/>
        </p:nvSpPr>
        <p:spPr>
          <a:xfrm>
            <a:off x="3981450" y="3136900"/>
            <a:ext cx="1004888" cy="637540"/>
          </a:xfrm>
          <a:custGeom>
            <a:avLst/>
            <a:gdLst/>
            <a:ahLst/>
            <a:cxnLst/>
            <a:rect l="l" t="t" r="r" b="b"/>
            <a:pathLst>
              <a:path w="2009775" h="1275079">
                <a:moveTo>
                  <a:pt x="0" y="0"/>
                </a:moveTo>
                <a:lnTo>
                  <a:pt x="2009725" y="0"/>
                </a:lnTo>
                <a:lnTo>
                  <a:pt x="2009725" y="1274987"/>
                </a:lnTo>
                <a:lnTo>
                  <a:pt x="0" y="1274987"/>
                </a:lnTo>
                <a:lnTo>
                  <a:pt x="0" y="0"/>
                </a:lnTo>
                <a:close/>
              </a:path>
            </a:pathLst>
          </a:custGeom>
          <a:ln w="50800" cap="rnd">
            <a:solidFill>
              <a:srgbClr val="11A766"/>
            </a:solidFill>
          </a:ln>
        </p:spPr>
        <p:txBody>
          <a:bodyPr wrap="square" lIns="0" tIns="0" rIns="0" bIns="0" rtlCol="0"/>
          <a:lstStyle/>
          <a:p>
            <a:endParaRPr sz="900"/>
          </a:p>
        </p:txBody>
      </p:sp>
      <p:sp>
        <p:nvSpPr>
          <p:cNvPr id="10" name="object 10"/>
          <p:cNvSpPr txBox="1"/>
          <p:nvPr/>
        </p:nvSpPr>
        <p:spPr>
          <a:xfrm>
            <a:off x="1897488" y="3135653"/>
            <a:ext cx="1004888" cy="608330"/>
          </a:xfrm>
          <a:prstGeom prst="rect">
            <a:avLst/>
          </a:prstGeom>
          <a:ln w="50800" cap="rnd">
            <a:solidFill>
              <a:srgbClr val="11A766"/>
            </a:solidFill>
          </a:ln>
        </p:spPr>
        <p:txBody>
          <a:bodyPr vert="horz" wrap="square" lIns="0" tIns="1270" rIns="0" bIns="0" rtlCol="0">
            <a:spAutoFit/>
          </a:bodyPr>
          <a:lstStyle/>
          <a:p>
            <a:pPr>
              <a:spcBef>
                <a:spcPts val="10"/>
              </a:spcBef>
            </a:pPr>
            <a:endParaRPr sz="825" dirty="0">
              <a:latin typeface="Times New Roman" panose="02020603050405020304"/>
              <a:cs typeface="Times New Roman" panose="02020603050405020304"/>
            </a:endParaRPr>
          </a:p>
          <a:p>
            <a:pPr marL="236220">
              <a:lnSpc>
                <a:spcPts val="1180"/>
              </a:lnSpc>
            </a:pPr>
            <a:r>
              <a:rPr sz="1050" spc="-8" dirty="0">
                <a:solidFill>
                  <a:srgbClr val="212121"/>
                </a:solidFill>
                <a:latin typeface="微软雅黑" panose="020B0503020204020204" charset="-122"/>
                <a:cs typeface="微软雅黑" panose="020B0503020204020204" charset="-122"/>
              </a:rPr>
              <a:t>挑战传统</a:t>
            </a:r>
            <a:endParaRPr sz="1050" dirty="0">
              <a:latin typeface="微软雅黑" panose="020B0503020204020204" charset="-122"/>
              <a:cs typeface="微软雅黑" panose="020B0503020204020204" charset="-122"/>
            </a:endParaRPr>
          </a:p>
          <a:p>
            <a:pPr marL="269875" marR="199390" indent="-66040">
              <a:lnSpc>
                <a:spcPts val="800"/>
              </a:lnSpc>
              <a:spcBef>
                <a:spcPts val="80"/>
              </a:spcBef>
            </a:pPr>
            <a:r>
              <a:rPr sz="800" spc="-5" dirty="0">
                <a:solidFill>
                  <a:srgbClr val="212121"/>
                </a:solidFill>
                <a:latin typeface="微软雅黑" panose="020B0503020204020204" charset="-122"/>
                <a:cs typeface="微软雅黑" panose="020B0503020204020204" charset="-122"/>
              </a:rPr>
              <a:t>Challenging Tradition</a:t>
            </a:r>
            <a:endParaRPr lang="en-US" sz="800" spc="-5" dirty="0">
              <a:solidFill>
                <a:srgbClr val="212121"/>
              </a:solidFill>
              <a:latin typeface="微软雅黑" panose="020B0503020204020204" charset="-122"/>
              <a:cs typeface="微软雅黑" panose="020B0503020204020204" charset="-122"/>
            </a:endParaRPr>
          </a:p>
          <a:p>
            <a:pPr marL="269875" marR="199390" indent="-66040">
              <a:lnSpc>
                <a:spcPts val="800"/>
              </a:lnSpc>
              <a:spcBef>
                <a:spcPts val="80"/>
              </a:spcBef>
            </a:pPr>
            <a:endParaRPr sz="800" dirty="0">
              <a:latin typeface="微软雅黑" panose="020B0503020204020204" charset="-122"/>
              <a:cs typeface="微软雅黑" panose="020B0503020204020204" charset="-122"/>
            </a:endParaRPr>
          </a:p>
        </p:txBody>
      </p:sp>
      <p:sp>
        <p:nvSpPr>
          <p:cNvPr id="11" name="object 11"/>
          <p:cNvSpPr txBox="1"/>
          <p:nvPr/>
        </p:nvSpPr>
        <p:spPr>
          <a:xfrm>
            <a:off x="2971800" y="1708150"/>
            <a:ext cx="1004888" cy="612775"/>
          </a:xfrm>
          <a:prstGeom prst="rect">
            <a:avLst/>
          </a:prstGeom>
          <a:ln w="50800" cap="rnd">
            <a:solidFill>
              <a:srgbClr val="11A766"/>
            </a:solidFill>
          </a:ln>
        </p:spPr>
        <p:txBody>
          <a:bodyPr vert="horz" wrap="square" lIns="0" tIns="2858" rIns="0" bIns="0" rtlCol="0" anchor="t">
            <a:spAutoFit/>
          </a:bodyPr>
          <a:lstStyle/>
          <a:p>
            <a:pPr>
              <a:spcBef>
                <a:spcPts val="25"/>
              </a:spcBef>
            </a:pPr>
            <a:endParaRPr sz="850" dirty="0">
              <a:latin typeface="Times New Roman" panose="02020603050405020304"/>
              <a:cs typeface="Times New Roman" panose="02020603050405020304"/>
            </a:endParaRPr>
          </a:p>
          <a:p>
            <a:pPr marR="2540" algn="ctr">
              <a:lnSpc>
                <a:spcPts val="1180"/>
              </a:lnSpc>
            </a:pPr>
            <a:r>
              <a:rPr sz="1050" spc="-8" dirty="0">
                <a:solidFill>
                  <a:srgbClr val="212121"/>
                </a:solidFill>
                <a:latin typeface="微软雅黑" panose="020B0503020204020204" charset="-122"/>
                <a:cs typeface="微软雅黑" panose="020B0503020204020204" charset="-122"/>
              </a:rPr>
              <a:t>独立思考</a:t>
            </a:r>
            <a:endParaRPr sz="1050" dirty="0">
              <a:latin typeface="微软雅黑" panose="020B0503020204020204" charset="-122"/>
              <a:cs typeface="微软雅黑" panose="020B0503020204020204" charset="-122"/>
            </a:endParaRPr>
          </a:p>
          <a:p>
            <a:pPr marL="176530" marR="179070" algn="ctr">
              <a:lnSpc>
                <a:spcPts val="800"/>
              </a:lnSpc>
              <a:spcBef>
                <a:spcPts val="80"/>
              </a:spcBef>
            </a:pPr>
            <a:r>
              <a:rPr sz="800" spc="-5" dirty="0">
                <a:solidFill>
                  <a:srgbClr val="212121"/>
                </a:solidFill>
                <a:latin typeface="微软雅黑" panose="020B0503020204020204" charset="-122"/>
                <a:cs typeface="微软雅黑" panose="020B0503020204020204" charset="-122"/>
              </a:rPr>
              <a:t>Independent Thinking</a:t>
            </a:r>
            <a:endParaRPr lang="en-US" sz="800" spc="-5" dirty="0">
              <a:solidFill>
                <a:srgbClr val="212121"/>
              </a:solidFill>
              <a:latin typeface="微软雅黑" panose="020B0503020204020204" charset="-122"/>
              <a:cs typeface="微软雅黑" panose="020B0503020204020204" charset="-122"/>
            </a:endParaRPr>
          </a:p>
          <a:p>
            <a:pPr marL="176530" marR="179070" algn="ctr">
              <a:lnSpc>
                <a:spcPts val="800"/>
              </a:lnSpc>
              <a:spcBef>
                <a:spcPts val="80"/>
              </a:spcBef>
            </a:pPr>
            <a:endParaRPr sz="800" dirty="0">
              <a:latin typeface="微软雅黑" panose="020B0503020204020204" charset="-122"/>
              <a:cs typeface="微软雅黑" panose="020B0503020204020204" charset="-122"/>
            </a:endParaRPr>
          </a:p>
        </p:txBody>
      </p:sp>
      <p:sp>
        <p:nvSpPr>
          <p:cNvPr id="12" name="object 12"/>
          <p:cNvSpPr txBox="1"/>
          <p:nvPr/>
        </p:nvSpPr>
        <p:spPr>
          <a:xfrm>
            <a:off x="2775122" y="2794000"/>
            <a:ext cx="1362075" cy="372745"/>
          </a:xfrm>
          <a:prstGeom prst="rect">
            <a:avLst/>
          </a:prstGeom>
        </p:spPr>
        <p:txBody>
          <a:bodyPr vert="horz" wrap="square" lIns="0" tIns="6350" rIns="0" bIns="0" rtlCol="0">
            <a:spAutoFit/>
          </a:bodyPr>
          <a:lstStyle/>
          <a:p>
            <a:pPr algn="ctr">
              <a:lnSpc>
                <a:spcPts val="1180"/>
              </a:lnSpc>
              <a:spcBef>
                <a:spcPts val="50"/>
              </a:spcBef>
            </a:pPr>
            <a:r>
              <a:rPr sz="1050" spc="-5" dirty="0">
                <a:solidFill>
                  <a:srgbClr val="212121"/>
                </a:solidFill>
                <a:latin typeface="微软雅黑" panose="020B0503020204020204" charset="-122"/>
                <a:cs typeface="微软雅黑" panose="020B0503020204020204" charset="-122"/>
              </a:rPr>
              <a:t>适当的表达坚持</a:t>
            </a:r>
            <a:endParaRPr sz="1050">
              <a:latin typeface="微软雅黑" panose="020B0503020204020204" charset="-122"/>
              <a:cs typeface="微软雅黑" panose="020B0503020204020204" charset="-122"/>
            </a:endParaRPr>
          </a:p>
          <a:p>
            <a:pPr marL="6350" marR="2540" algn="ctr">
              <a:lnSpc>
                <a:spcPts val="800"/>
              </a:lnSpc>
              <a:spcBef>
                <a:spcPts val="80"/>
              </a:spcBef>
            </a:pPr>
            <a:r>
              <a:rPr sz="800" spc="5" dirty="0">
                <a:solidFill>
                  <a:srgbClr val="212121"/>
                </a:solidFill>
                <a:latin typeface="微软雅黑" panose="020B0503020204020204" charset="-122"/>
                <a:cs typeface="微软雅黑" panose="020B0503020204020204" charset="-122"/>
              </a:rPr>
              <a:t>Appropriate</a:t>
            </a:r>
            <a:r>
              <a:rPr sz="800" spc="68" dirty="0">
                <a:solidFill>
                  <a:srgbClr val="212121"/>
                </a:solidFill>
                <a:latin typeface="微软雅黑" panose="020B0503020204020204" charset="-122"/>
                <a:cs typeface="微软雅黑" panose="020B0503020204020204" charset="-122"/>
              </a:rPr>
              <a:t> </a:t>
            </a:r>
            <a:r>
              <a:rPr sz="800" spc="5" dirty="0">
                <a:solidFill>
                  <a:srgbClr val="212121"/>
                </a:solidFill>
                <a:latin typeface="微软雅黑" panose="020B0503020204020204" charset="-122"/>
                <a:cs typeface="微软雅黑" panose="020B0503020204020204" charset="-122"/>
              </a:rPr>
              <a:t>expressions</a:t>
            </a:r>
            <a:r>
              <a:rPr sz="800" spc="68" dirty="0">
                <a:solidFill>
                  <a:srgbClr val="212121"/>
                </a:solidFill>
                <a:latin typeface="微软雅黑" panose="020B0503020204020204" charset="-122"/>
                <a:cs typeface="微软雅黑" panose="020B0503020204020204" charset="-122"/>
              </a:rPr>
              <a:t> </a:t>
            </a:r>
            <a:r>
              <a:rPr sz="800" spc="-13" dirty="0">
                <a:solidFill>
                  <a:srgbClr val="212121"/>
                </a:solidFill>
                <a:latin typeface="微软雅黑" panose="020B0503020204020204" charset="-122"/>
                <a:cs typeface="微软雅黑" panose="020B0503020204020204" charset="-122"/>
              </a:rPr>
              <a:t>of </a:t>
            </a:r>
            <a:r>
              <a:rPr sz="800" spc="-5" dirty="0">
                <a:solidFill>
                  <a:srgbClr val="212121"/>
                </a:solidFill>
                <a:latin typeface="微软雅黑" panose="020B0503020204020204" charset="-122"/>
                <a:cs typeface="微软雅黑" panose="020B0503020204020204" charset="-122"/>
              </a:rPr>
              <a:t>persistence</a:t>
            </a:r>
            <a:endParaRPr sz="800">
              <a:latin typeface="微软雅黑" panose="020B0503020204020204" charset="-122"/>
              <a:cs typeface="微软雅黑" panose="020B0503020204020204" charset="-122"/>
            </a:endParaRPr>
          </a:p>
        </p:txBody>
      </p:sp>
      <p:sp>
        <p:nvSpPr>
          <p:cNvPr id="13" name="object 13"/>
          <p:cNvSpPr txBox="1"/>
          <p:nvPr/>
        </p:nvSpPr>
        <p:spPr>
          <a:xfrm>
            <a:off x="4000500" y="3251200"/>
            <a:ext cx="966788" cy="372745"/>
          </a:xfrm>
          <a:prstGeom prst="rect">
            <a:avLst/>
          </a:prstGeom>
        </p:spPr>
        <p:txBody>
          <a:bodyPr vert="horz" wrap="square" lIns="0" tIns="6350" rIns="0" bIns="0" rtlCol="0">
            <a:spAutoFit/>
          </a:bodyPr>
          <a:lstStyle/>
          <a:p>
            <a:pPr marL="5080" algn="ctr">
              <a:lnSpc>
                <a:spcPts val="1180"/>
              </a:lnSpc>
              <a:spcBef>
                <a:spcPts val="50"/>
              </a:spcBef>
            </a:pPr>
            <a:r>
              <a:rPr sz="1050" spc="-8" dirty="0">
                <a:solidFill>
                  <a:srgbClr val="212121"/>
                </a:solidFill>
                <a:latin typeface="微软雅黑" panose="020B0503020204020204" charset="-122"/>
                <a:cs typeface="微软雅黑" panose="020B0503020204020204" charset="-122"/>
              </a:rPr>
              <a:t>承担后果</a:t>
            </a:r>
            <a:endParaRPr sz="1050">
              <a:latin typeface="微软雅黑" panose="020B0503020204020204" charset="-122"/>
              <a:cs typeface="微软雅黑" panose="020B0503020204020204" charset="-122"/>
            </a:endParaRPr>
          </a:p>
          <a:p>
            <a:pPr marL="124460" marR="116205" algn="ctr">
              <a:lnSpc>
                <a:spcPts val="800"/>
              </a:lnSpc>
              <a:spcBef>
                <a:spcPts val="80"/>
              </a:spcBef>
            </a:pPr>
            <a:r>
              <a:rPr sz="800" spc="25" dirty="0">
                <a:solidFill>
                  <a:srgbClr val="212121"/>
                </a:solidFill>
                <a:latin typeface="微软雅黑" panose="020B0503020204020204" charset="-122"/>
                <a:cs typeface="微软雅黑" panose="020B0503020204020204" charset="-122"/>
              </a:rPr>
              <a:t>Suﬀer</a:t>
            </a:r>
            <a:r>
              <a:rPr sz="800" spc="-57" dirty="0">
                <a:solidFill>
                  <a:srgbClr val="212121"/>
                </a:solidFill>
                <a:latin typeface="微软雅黑" panose="020B0503020204020204" charset="-122"/>
                <a:cs typeface="微软雅黑" panose="020B0503020204020204" charset="-122"/>
              </a:rPr>
              <a:t> </a:t>
            </a:r>
            <a:r>
              <a:rPr sz="800" spc="-13" dirty="0">
                <a:solidFill>
                  <a:srgbClr val="212121"/>
                </a:solidFill>
                <a:latin typeface="微软雅黑" panose="020B0503020204020204" charset="-122"/>
                <a:cs typeface="微软雅黑" panose="020B0503020204020204" charset="-122"/>
              </a:rPr>
              <a:t>the </a:t>
            </a:r>
            <a:r>
              <a:rPr sz="800" spc="-5" dirty="0">
                <a:solidFill>
                  <a:srgbClr val="212121"/>
                </a:solidFill>
                <a:latin typeface="微软雅黑" panose="020B0503020204020204" charset="-122"/>
                <a:cs typeface="微软雅黑" panose="020B0503020204020204" charset="-122"/>
              </a:rPr>
              <a:t>Consequences</a:t>
            </a:r>
            <a:endParaRPr sz="800">
              <a:latin typeface="微软雅黑" panose="020B0503020204020204" charset="-122"/>
              <a:cs typeface="微软雅黑" panose="020B0503020204020204" charset="-122"/>
            </a:endParaRPr>
          </a:p>
        </p:txBody>
      </p:sp>
      <p:grpSp>
        <p:nvGrpSpPr>
          <p:cNvPr id="14" name="object 14"/>
          <p:cNvGrpSpPr/>
          <p:nvPr/>
        </p:nvGrpSpPr>
        <p:grpSpPr>
          <a:xfrm>
            <a:off x="2413000" y="2361253"/>
            <a:ext cx="2079308" cy="1189990"/>
            <a:chOff x="4826000" y="4722505"/>
            <a:chExt cx="4158615" cy="2379980"/>
          </a:xfrm>
        </p:grpSpPr>
        <p:sp>
          <p:nvSpPr>
            <p:cNvPr id="15" name="object 15"/>
            <p:cNvSpPr/>
            <p:nvPr/>
          </p:nvSpPr>
          <p:spPr>
            <a:xfrm>
              <a:off x="8965040" y="5377126"/>
              <a:ext cx="0" cy="864869"/>
            </a:xfrm>
            <a:custGeom>
              <a:avLst/>
              <a:gdLst/>
              <a:ahLst/>
              <a:cxnLst/>
              <a:rect l="l" t="t" r="r" b="b"/>
              <a:pathLst>
                <a:path h="864870">
                  <a:moveTo>
                    <a:pt x="0" y="0"/>
                  </a:moveTo>
                  <a:lnTo>
                    <a:pt x="0" y="864397"/>
                  </a:lnTo>
                </a:path>
              </a:pathLst>
            </a:custGeom>
            <a:ln w="38100">
              <a:solidFill>
                <a:srgbClr val="212121"/>
              </a:solidFill>
            </a:ln>
          </p:spPr>
          <p:txBody>
            <a:bodyPr wrap="square" lIns="0" tIns="0" rIns="0" bIns="0" rtlCol="0"/>
            <a:lstStyle/>
            <a:p>
              <a:endParaRPr sz="900"/>
            </a:p>
          </p:txBody>
        </p:sp>
        <p:sp>
          <p:nvSpPr>
            <p:cNvPr id="16" name="object 16"/>
            <p:cNvSpPr/>
            <p:nvPr/>
          </p:nvSpPr>
          <p:spPr>
            <a:xfrm>
              <a:off x="6906904" y="4722505"/>
              <a:ext cx="0" cy="626745"/>
            </a:xfrm>
            <a:custGeom>
              <a:avLst/>
              <a:gdLst/>
              <a:ahLst/>
              <a:cxnLst/>
              <a:rect l="l" t="t" r="r" b="b"/>
              <a:pathLst>
                <a:path h="626745">
                  <a:moveTo>
                    <a:pt x="0" y="0"/>
                  </a:moveTo>
                  <a:lnTo>
                    <a:pt x="0" y="626688"/>
                  </a:lnTo>
                </a:path>
              </a:pathLst>
            </a:custGeom>
            <a:ln w="38100">
              <a:solidFill>
                <a:srgbClr val="212121"/>
              </a:solidFill>
            </a:ln>
          </p:spPr>
          <p:txBody>
            <a:bodyPr wrap="square" lIns="0" tIns="0" rIns="0" bIns="0" rtlCol="0"/>
            <a:lstStyle/>
            <a:p>
              <a:endParaRPr sz="900"/>
            </a:p>
          </p:txBody>
        </p:sp>
        <p:sp>
          <p:nvSpPr>
            <p:cNvPr id="17" name="object 17"/>
            <p:cNvSpPr/>
            <p:nvPr/>
          </p:nvSpPr>
          <p:spPr>
            <a:xfrm>
              <a:off x="4849504" y="5395605"/>
              <a:ext cx="0" cy="864869"/>
            </a:xfrm>
            <a:custGeom>
              <a:avLst/>
              <a:gdLst/>
              <a:ahLst/>
              <a:cxnLst/>
              <a:rect l="l" t="t" r="r" b="b"/>
              <a:pathLst>
                <a:path h="864870">
                  <a:moveTo>
                    <a:pt x="0" y="0"/>
                  </a:moveTo>
                  <a:lnTo>
                    <a:pt x="0" y="864397"/>
                  </a:lnTo>
                </a:path>
              </a:pathLst>
            </a:custGeom>
            <a:ln w="38100">
              <a:solidFill>
                <a:srgbClr val="212121"/>
              </a:solidFill>
            </a:ln>
          </p:spPr>
          <p:txBody>
            <a:bodyPr wrap="square" lIns="0" tIns="0" rIns="0" bIns="0" rtlCol="0"/>
            <a:lstStyle/>
            <a:p>
              <a:endParaRPr sz="900"/>
            </a:p>
          </p:txBody>
        </p:sp>
        <p:sp>
          <p:nvSpPr>
            <p:cNvPr id="18" name="object 18"/>
            <p:cNvSpPr/>
            <p:nvPr/>
          </p:nvSpPr>
          <p:spPr>
            <a:xfrm>
              <a:off x="4845050" y="5378450"/>
              <a:ext cx="4114800" cy="12700"/>
            </a:xfrm>
            <a:custGeom>
              <a:avLst/>
              <a:gdLst/>
              <a:ahLst/>
              <a:cxnLst/>
              <a:rect l="l" t="t" r="r" b="b"/>
              <a:pathLst>
                <a:path w="4114800" h="12700">
                  <a:moveTo>
                    <a:pt x="0" y="12700"/>
                  </a:moveTo>
                  <a:lnTo>
                    <a:pt x="4114800" y="0"/>
                  </a:lnTo>
                </a:path>
              </a:pathLst>
            </a:custGeom>
            <a:ln w="38100">
              <a:solidFill>
                <a:srgbClr val="212121"/>
              </a:solidFill>
            </a:ln>
          </p:spPr>
          <p:txBody>
            <a:bodyPr wrap="square" lIns="0" tIns="0" rIns="0" bIns="0" rtlCol="0"/>
            <a:lstStyle/>
            <a:p>
              <a:endParaRPr sz="900"/>
            </a:p>
          </p:txBody>
        </p:sp>
        <p:sp>
          <p:nvSpPr>
            <p:cNvPr id="19" name="object 19"/>
            <p:cNvSpPr/>
            <p:nvPr/>
          </p:nvSpPr>
          <p:spPr>
            <a:xfrm>
              <a:off x="5775325" y="6626457"/>
              <a:ext cx="2228850" cy="476250"/>
            </a:xfrm>
            <a:custGeom>
              <a:avLst/>
              <a:gdLst/>
              <a:ahLst/>
              <a:cxnLst/>
              <a:rect l="l" t="t" r="r" b="b"/>
              <a:pathLst>
                <a:path w="2228850" h="476250">
                  <a:moveTo>
                    <a:pt x="1839435" y="0"/>
                  </a:moveTo>
                  <a:lnTo>
                    <a:pt x="1801942" y="19188"/>
                  </a:lnTo>
                  <a:lnTo>
                    <a:pt x="1797132" y="35222"/>
                  </a:lnTo>
                  <a:lnTo>
                    <a:pt x="1798767" y="49179"/>
                  </a:lnTo>
                  <a:lnTo>
                    <a:pt x="1805352" y="61627"/>
                  </a:lnTo>
                  <a:lnTo>
                    <a:pt x="1816470" y="71074"/>
                  </a:lnTo>
                  <a:lnTo>
                    <a:pt x="2045309" y="199792"/>
                  </a:lnTo>
                  <a:lnTo>
                    <a:pt x="183527" y="199792"/>
                  </a:lnTo>
                  <a:lnTo>
                    <a:pt x="412378" y="71074"/>
                  </a:lnTo>
                  <a:lnTo>
                    <a:pt x="431567" y="33582"/>
                  </a:lnTo>
                  <a:lnTo>
                    <a:pt x="403972" y="1178"/>
                  </a:lnTo>
                  <a:lnTo>
                    <a:pt x="389414" y="0"/>
                  </a:lnTo>
                  <a:lnTo>
                    <a:pt x="375020" y="4661"/>
                  </a:lnTo>
                  <a:lnTo>
                    <a:pt x="19420" y="204686"/>
                  </a:lnTo>
                  <a:lnTo>
                    <a:pt x="4855" y="219159"/>
                  </a:lnTo>
                  <a:lnTo>
                    <a:pt x="0" y="237892"/>
                  </a:lnTo>
                  <a:lnTo>
                    <a:pt x="4855" y="256626"/>
                  </a:lnTo>
                  <a:lnTo>
                    <a:pt x="19420" y="271099"/>
                  </a:lnTo>
                  <a:lnTo>
                    <a:pt x="375020" y="471124"/>
                  </a:lnTo>
                  <a:lnTo>
                    <a:pt x="389414" y="475785"/>
                  </a:lnTo>
                  <a:lnTo>
                    <a:pt x="403972" y="474607"/>
                  </a:lnTo>
                  <a:lnTo>
                    <a:pt x="417026" y="468055"/>
                  </a:lnTo>
                  <a:lnTo>
                    <a:pt x="426906" y="456597"/>
                  </a:lnTo>
                  <a:lnTo>
                    <a:pt x="427984" y="454539"/>
                  </a:lnTo>
                  <a:lnTo>
                    <a:pt x="431716" y="440563"/>
                  </a:lnTo>
                  <a:lnTo>
                    <a:pt x="430082" y="426606"/>
                  </a:lnTo>
                  <a:lnTo>
                    <a:pt x="423496" y="414158"/>
                  </a:lnTo>
                  <a:lnTo>
                    <a:pt x="412378" y="404711"/>
                  </a:lnTo>
                  <a:lnTo>
                    <a:pt x="183527" y="275992"/>
                  </a:lnTo>
                  <a:lnTo>
                    <a:pt x="2045309" y="275992"/>
                  </a:lnTo>
                  <a:lnTo>
                    <a:pt x="1816470" y="404711"/>
                  </a:lnTo>
                  <a:lnTo>
                    <a:pt x="1805012" y="414591"/>
                  </a:lnTo>
                  <a:lnTo>
                    <a:pt x="1798460" y="427645"/>
                  </a:lnTo>
                  <a:lnTo>
                    <a:pt x="1797281" y="442203"/>
                  </a:lnTo>
                  <a:lnTo>
                    <a:pt x="1801942" y="456597"/>
                  </a:lnTo>
                  <a:lnTo>
                    <a:pt x="1811823" y="468055"/>
                  </a:lnTo>
                  <a:lnTo>
                    <a:pt x="1824876" y="474607"/>
                  </a:lnTo>
                  <a:lnTo>
                    <a:pt x="1839435" y="475785"/>
                  </a:lnTo>
                  <a:lnTo>
                    <a:pt x="1853828" y="471124"/>
                  </a:lnTo>
                  <a:lnTo>
                    <a:pt x="2209428" y="271099"/>
                  </a:lnTo>
                  <a:lnTo>
                    <a:pt x="2223994" y="256626"/>
                  </a:lnTo>
                  <a:lnTo>
                    <a:pt x="2228849" y="237892"/>
                  </a:lnTo>
                  <a:lnTo>
                    <a:pt x="2223994" y="219159"/>
                  </a:lnTo>
                  <a:lnTo>
                    <a:pt x="2209428" y="204686"/>
                  </a:lnTo>
                  <a:lnTo>
                    <a:pt x="1853828" y="4661"/>
                  </a:lnTo>
                  <a:lnTo>
                    <a:pt x="1839435" y="0"/>
                  </a:lnTo>
                  <a:close/>
                </a:path>
              </a:pathLst>
            </a:custGeom>
            <a:solidFill>
              <a:srgbClr val="11A766"/>
            </a:solidFill>
          </p:spPr>
          <p:txBody>
            <a:bodyPr wrap="square" lIns="0" tIns="0" rIns="0" bIns="0" rtlCol="0"/>
            <a:lstStyle/>
            <a:p>
              <a:endParaRPr sz="900"/>
            </a:p>
          </p:txBody>
        </p:sp>
      </p:grpSp>
      <p:sp>
        <p:nvSpPr>
          <p:cNvPr id="20" name="object 20"/>
          <p:cNvSpPr/>
          <p:nvPr/>
        </p:nvSpPr>
        <p:spPr>
          <a:xfrm>
            <a:off x="1809750" y="4883150"/>
            <a:ext cx="387033" cy="386715"/>
          </a:xfrm>
          <a:custGeom>
            <a:avLst/>
            <a:gdLst/>
            <a:ahLst/>
            <a:cxnLst/>
            <a:rect l="l" t="t" r="r" b="b"/>
            <a:pathLst>
              <a:path w="774064" h="773429">
                <a:moveTo>
                  <a:pt x="766838" y="714573"/>
                </a:moveTo>
                <a:lnTo>
                  <a:pt x="584610" y="714573"/>
                </a:lnTo>
                <a:lnTo>
                  <a:pt x="613492" y="715671"/>
                </a:lnTo>
                <a:lnTo>
                  <a:pt x="656308" y="733669"/>
                </a:lnTo>
                <a:lnTo>
                  <a:pt x="703243" y="756683"/>
                </a:lnTo>
                <a:lnTo>
                  <a:pt x="744482" y="772826"/>
                </a:lnTo>
                <a:lnTo>
                  <a:pt x="770209" y="770214"/>
                </a:lnTo>
                <a:lnTo>
                  <a:pt x="773628" y="741225"/>
                </a:lnTo>
                <a:lnTo>
                  <a:pt x="766838" y="714573"/>
                </a:lnTo>
                <a:close/>
              </a:path>
              <a:path w="774064" h="773429">
                <a:moveTo>
                  <a:pt x="385104" y="0"/>
                </a:moveTo>
                <a:lnTo>
                  <a:pt x="336798" y="3000"/>
                </a:lnTo>
                <a:lnTo>
                  <a:pt x="290282" y="11761"/>
                </a:lnTo>
                <a:lnTo>
                  <a:pt x="245917" y="25922"/>
                </a:lnTo>
                <a:lnTo>
                  <a:pt x="204065" y="45121"/>
                </a:lnTo>
                <a:lnTo>
                  <a:pt x="165086" y="68998"/>
                </a:lnTo>
                <a:lnTo>
                  <a:pt x="129341" y="97192"/>
                </a:lnTo>
                <a:lnTo>
                  <a:pt x="97191" y="129342"/>
                </a:lnTo>
                <a:lnTo>
                  <a:pt x="68998" y="165087"/>
                </a:lnTo>
                <a:lnTo>
                  <a:pt x="45121" y="204066"/>
                </a:lnTo>
                <a:lnTo>
                  <a:pt x="25921" y="245919"/>
                </a:lnTo>
                <a:lnTo>
                  <a:pt x="11761" y="290283"/>
                </a:lnTo>
                <a:lnTo>
                  <a:pt x="3000" y="336800"/>
                </a:lnTo>
                <a:lnTo>
                  <a:pt x="0" y="385107"/>
                </a:lnTo>
                <a:lnTo>
                  <a:pt x="3000" y="433414"/>
                </a:lnTo>
                <a:lnTo>
                  <a:pt x="11761" y="479930"/>
                </a:lnTo>
                <a:lnTo>
                  <a:pt x="25921" y="524295"/>
                </a:lnTo>
                <a:lnTo>
                  <a:pt x="45121" y="566148"/>
                </a:lnTo>
                <a:lnTo>
                  <a:pt x="68998" y="605127"/>
                </a:lnTo>
                <a:lnTo>
                  <a:pt x="97191" y="640872"/>
                </a:lnTo>
                <a:lnTo>
                  <a:pt x="129341" y="673022"/>
                </a:lnTo>
                <a:lnTo>
                  <a:pt x="165086" y="701216"/>
                </a:lnTo>
                <a:lnTo>
                  <a:pt x="204065" y="725093"/>
                </a:lnTo>
                <a:lnTo>
                  <a:pt x="245917" y="744292"/>
                </a:lnTo>
                <a:lnTo>
                  <a:pt x="290282" y="758452"/>
                </a:lnTo>
                <a:lnTo>
                  <a:pt x="336798" y="767213"/>
                </a:lnTo>
                <a:lnTo>
                  <a:pt x="385104" y="770214"/>
                </a:lnTo>
                <a:lnTo>
                  <a:pt x="438906" y="766486"/>
                </a:lnTo>
                <a:lnTo>
                  <a:pt x="490425" y="755635"/>
                </a:lnTo>
                <a:lnTo>
                  <a:pt x="539160" y="738163"/>
                </a:lnTo>
                <a:lnTo>
                  <a:pt x="584610" y="714573"/>
                </a:lnTo>
                <a:lnTo>
                  <a:pt x="766838" y="714573"/>
                </a:lnTo>
                <a:lnTo>
                  <a:pt x="761491" y="693585"/>
                </a:lnTo>
                <a:lnTo>
                  <a:pt x="743535" y="639255"/>
                </a:lnTo>
                <a:lnTo>
                  <a:pt x="729499" y="590198"/>
                </a:lnTo>
                <a:lnTo>
                  <a:pt x="729122" y="558375"/>
                </a:lnTo>
                <a:lnTo>
                  <a:pt x="746630" y="518094"/>
                </a:lnTo>
                <a:lnTo>
                  <a:pt x="759521" y="475581"/>
                </a:lnTo>
                <a:lnTo>
                  <a:pt x="767485" y="431148"/>
                </a:lnTo>
                <a:lnTo>
                  <a:pt x="770209" y="385107"/>
                </a:lnTo>
                <a:lnTo>
                  <a:pt x="767208" y="336800"/>
                </a:lnTo>
                <a:lnTo>
                  <a:pt x="758447" y="290283"/>
                </a:lnTo>
                <a:lnTo>
                  <a:pt x="744287" y="245919"/>
                </a:lnTo>
                <a:lnTo>
                  <a:pt x="725088" y="204066"/>
                </a:lnTo>
                <a:lnTo>
                  <a:pt x="701211" y="165087"/>
                </a:lnTo>
                <a:lnTo>
                  <a:pt x="673017" y="129342"/>
                </a:lnTo>
                <a:lnTo>
                  <a:pt x="640867" y="97192"/>
                </a:lnTo>
                <a:lnTo>
                  <a:pt x="605122" y="68998"/>
                </a:lnTo>
                <a:lnTo>
                  <a:pt x="566144" y="45121"/>
                </a:lnTo>
                <a:lnTo>
                  <a:pt x="524291" y="25922"/>
                </a:lnTo>
                <a:lnTo>
                  <a:pt x="479927" y="11761"/>
                </a:lnTo>
                <a:lnTo>
                  <a:pt x="433411" y="3000"/>
                </a:lnTo>
                <a:lnTo>
                  <a:pt x="385104" y="0"/>
                </a:lnTo>
                <a:close/>
              </a:path>
            </a:pathLst>
          </a:custGeom>
          <a:solidFill>
            <a:srgbClr val="11A766"/>
          </a:solidFill>
        </p:spPr>
        <p:txBody>
          <a:bodyPr wrap="square" lIns="0" tIns="0" rIns="0" bIns="0" rtlCol="0"/>
          <a:lstStyle/>
          <a:p>
            <a:endParaRPr sz="900"/>
          </a:p>
        </p:txBody>
      </p:sp>
      <p:sp>
        <p:nvSpPr>
          <p:cNvPr id="21" name="object 21"/>
          <p:cNvSpPr txBox="1"/>
          <p:nvPr/>
        </p:nvSpPr>
        <p:spPr>
          <a:xfrm>
            <a:off x="1864364" y="4948043"/>
            <a:ext cx="364499"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06</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2" name="object 22"/>
          <p:cNvSpPr/>
          <p:nvPr/>
        </p:nvSpPr>
        <p:spPr>
          <a:xfrm>
            <a:off x="2203450" y="4921250"/>
            <a:ext cx="2470150" cy="336550"/>
          </a:xfrm>
          <a:custGeom>
            <a:avLst/>
            <a:gdLst/>
            <a:ahLst/>
            <a:cxnLst/>
            <a:rect l="l" t="t" r="r" b="b"/>
            <a:pathLst>
              <a:path w="4940300" h="673100">
                <a:moveTo>
                  <a:pt x="4603750" y="0"/>
                </a:moveTo>
                <a:lnTo>
                  <a:pt x="336550" y="0"/>
                </a:lnTo>
                <a:lnTo>
                  <a:pt x="290882" y="3072"/>
                </a:lnTo>
                <a:lnTo>
                  <a:pt x="247081" y="12021"/>
                </a:lnTo>
                <a:lnTo>
                  <a:pt x="205549" y="26447"/>
                </a:lnTo>
                <a:lnTo>
                  <a:pt x="166687" y="45949"/>
                </a:lnTo>
                <a:lnTo>
                  <a:pt x="130894" y="70124"/>
                </a:lnTo>
                <a:lnTo>
                  <a:pt x="98573" y="98573"/>
                </a:lnTo>
                <a:lnTo>
                  <a:pt x="70124" y="130894"/>
                </a:lnTo>
                <a:lnTo>
                  <a:pt x="45949" y="166687"/>
                </a:lnTo>
                <a:lnTo>
                  <a:pt x="26447" y="205549"/>
                </a:lnTo>
                <a:lnTo>
                  <a:pt x="12021" y="247081"/>
                </a:lnTo>
                <a:lnTo>
                  <a:pt x="3072" y="290882"/>
                </a:lnTo>
                <a:lnTo>
                  <a:pt x="0" y="336550"/>
                </a:lnTo>
                <a:lnTo>
                  <a:pt x="3072" y="382217"/>
                </a:lnTo>
                <a:lnTo>
                  <a:pt x="12021" y="426018"/>
                </a:lnTo>
                <a:lnTo>
                  <a:pt x="26447" y="467550"/>
                </a:lnTo>
                <a:lnTo>
                  <a:pt x="45949" y="506412"/>
                </a:lnTo>
                <a:lnTo>
                  <a:pt x="70124" y="542205"/>
                </a:lnTo>
                <a:lnTo>
                  <a:pt x="98573" y="574526"/>
                </a:lnTo>
                <a:lnTo>
                  <a:pt x="130894" y="602975"/>
                </a:lnTo>
                <a:lnTo>
                  <a:pt x="166687" y="627150"/>
                </a:lnTo>
                <a:lnTo>
                  <a:pt x="205549" y="646652"/>
                </a:lnTo>
                <a:lnTo>
                  <a:pt x="247081" y="661078"/>
                </a:lnTo>
                <a:lnTo>
                  <a:pt x="290882" y="670027"/>
                </a:lnTo>
                <a:lnTo>
                  <a:pt x="336550" y="673100"/>
                </a:lnTo>
                <a:lnTo>
                  <a:pt x="4603750" y="673100"/>
                </a:lnTo>
                <a:lnTo>
                  <a:pt x="4649417" y="670027"/>
                </a:lnTo>
                <a:lnTo>
                  <a:pt x="4693218" y="661078"/>
                </a:lnTo>
                <a:lnTo>
                  <a:pt x="4734750" y="646652"/>
                </a:lnTo>
                <a:lnTo>
                  <a:pt x="4773612" y="627150"/>
                </a:lnTo>
                <a:lnTo>
                  <a:pt x="4809405" y="602975"/>
                </a:lnTo>
                <a:lnTo>
                  <a:pt x="4841726" y="574526"/>
                </a:lnTo>
                <a:lnTo>
                  <a:pt x="4870175" y="542205"/>
                </a:lnTo>
                <a:lnTo>
                  <a:pt x="4894350" y="506412"/>
                </a:lnTo>
                <a:lnTo>
                  <a:pt x="4913852" y="467550"/>
                </a:lnTo>
                <a:lnTo>
                  <a:pt x="4928278" y="426018"/>
                </a:lnTo>
                <a:lnTo>
                  <a:pt x="4937227" y="382217"/>
                </a:lnTo>
                <a:lnTo>
                  <a:pt x="4940300" y="336550"/>
                </a:lnTo>
                <a:lnTo>
                  <a:pt x="4937227" y="290882"/>
                </a:lnTo>
                <a:lnTo>
                  <a:pt x="4928278" y="247081"/>
                </a:lnTo>
                <a:lnTo>
                  <a:pt x="4913852" y="205549"/>
                </a:lnTo>
                <a:lnTo>
                  <a:pt x="4894350" y="166687"/>
                </a:lnTo>
                <a:lnTo>
                  <a:pt x="4870175" y="130894"/>
                </a:lnTo>
                <a:lnTo>
                  <a:pt x="4841726" y="98573"/>
                </a:lnTo>
                <a:lnTo>
                  <a:pt x="4809405" y="70124"/>
                </a:lnTo>
                <a:lnTo>
                  <a:pt x="4773612" y="45949"/>
                </a:lnTo>
                <a:lnTo>
                  <a:pt x="4734750" y="26447"/>
                </a:lnTo>
                <a:lnTo>
                  <a:pt x="4693218" y="12021"/>
                </a:lnTo>
                <a:lnTo>
                  <a:pt x="4649417" y="3072"/>
                </a:lnTo>
                <a:lnTo>
                  <a:pt x="4603750" y="0"/>
                </a:lnTo>
                <a:close/>
              </a:path>
            </a:pathLst>
          </a:custGeom>
          <a:solidFill>
            <a:srgbClr val="212121"/>
          </a:solidFill>
        </p:spPr>
        <p:txBody>
          <a:bodyPr wrap="square" lIns="0" tIns="0" rIns="0" bIns="0" rtlCol="0"/>
          <a:lstStyle/>
          <a:p>
            <a:endParaRPr sz="900"/>
          </a:p>
        </p:txBody>
      </p:sp>
      <p:sp>
        <p:nvSpPr>
          <p:cNvPr id="23" name="object 23"/>
          <p:cNvSpPr txBox="1"/>
          <p:nvPr/>
        </p:nvSpPr>
        <p:spPr>
          <a:xfrm>
            <a:off x="2453729" y="4976376"/>
            <a:ext cx="1873885" cy="471805"/>
          </a:xfrm>
          <a:prstGeom prst="rect">
            <a:avLst/>
          </a:prstGeom>
        </p:spPr>
        <p:txBody>
          <a:bodyPr vert="horz" wrap="square" lIns="0" tIns="6350" rIns="0" bIns="0" rtlCol="0">
            <a:spAutoFit/>
          </a:bodyPr>
          <a:lstStyle/>
          <a:p>
            <a:pPr marL="25400" algn="ctr">
              <a:spcBef>
                <a:spcPts val="50"/>
              </a:spcBef>
            </a:pPr>
            <a:r>
              <a:rPr sz="1500" b="1" spc="-10"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好奇不会杀死猫</a:t>
            </a:r>
            <a:endParaRPr sz="1500" b="1" dirty="0">
              <a:latin typeface="江城圆体 600W" panose="020B0800000000000000" pitchFamily="34" charset="-128"/>
              <a:ea typeface="江城圆体 600W" panose="020B0800000000000000" pitchFamily="34" charset="-128"/>
              <a:cs typeface="微软雅黑" panose="020B0503020204020204" charset="-122"/>
            </a:endParaRPr>
          </a:p>
          <a:p>
            <a:pPr algn="ctr">
              <a:spcBef>
                <a:spcPts val="750"/>
              </a:spcBef>
            </a:pPr>
            <a:r>
              <a:rPr sz="900" b="1" spc="2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Curiosity</a:t>
            </a:r>
            <a:r>
              <a:rPr sz="900" b="1" spc="-43"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sz="900" b="1" spc="33"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won't</a:t>
            </a:r>
            <a:r>
              <a:rPr sz="900" b="1" spc="-4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sz="900" b="1" spc="4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kill</a:t>
            </a:r>
            <a:r>
              <a:rPr sz="900" b="1" spc="-4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sz="9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the</a:t>
            </a:r>
            <a:r>
              <a:rPr sz="900" b="1" spc="-43"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sz="900" b="1" spc="1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cat</a:t>
            </a:r>
            <a:endParaRPr sz="9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24" name="object 24"/>
          <p:cNvSpPr/>
          <p:nvPr/>
        </p:nvSpPr>
        <p:spPr>
          <a:xfrm>
            <a:off x="2540000" y="5689600"/>
            <a:ext cx="1778000" cy="1778000"/>
          </a:xfrm>
          <a:custGeom>
            <a:avLst/>
            <a:gdLst/>
            <a:ahLst/>
            <a:cxnLst/>
            <a:rect l="l" t="t" r="r" b="b"/>
            <a:pathLst>
              <a:path w="3556000" h="3556000">
                <a:moveTo>
                  <a:pt x="1778000" y="3556000"/>
                </a:moveTo>
                <a:lnTo>
                  <a:pt x="1826140" y="3555360"/>
                </a:lnTo>
                <a:lnTo>
                  <a:pt x="1873965" y="3553454"/>
                </a:lnTo>
                <a:lnTo>
                  <a:pt x="1921458" y="3550296"/>
                </a:lnTo>
                <a:lnTo>
                  <a:pt x="1968602" y="3545903"/>
                </a:lnTo>
                <a:lnTo>
                  <a:pt x="2015382" y="3540291"/>
                </a:lnTo>
                <a:lnTo>
                  <a:pt x="2061782" y="3533476"/>
                </a:lnTo>
                <a:lnTo>
                  <a:pt x="2107785" y="3525474"/>
                </a:lnTo>
                <a:lnTo>
                  <a:pt x="2153376" y="3516301"/>
                </a:lnTo>
                <a:lnTo>
                  <a:pt x="2198537" y="3505974"/>
                </a:lnTo>
                <a:lnTo>
                  <a:pt x="2243254" y="3494508"/>
                </a:lnTo>
                <a:lnTo>
                  <a:pt x="2287510" y="3481920"/>
                </a:lnTo>
                <a:lnTo>
                  <a:pt x="2331288" y="3468226"/>
                </a:lnTo>
                <a:lnTo>
                  <a:pt x="2374573" y="3453442"/>
                </a:lnTo>
                <a:lnTo>
                  <a:pt x="2417349" y="3437584"/>
                </a:lnTo>
                <a:lnTo>
                  <a:pt x="2459599" y="3420668"/>
                </a:lnTo>
                <a:lnTo>
                  <a:pt x="2501307" y="3402710"/>
                </a:lnTo>
                <a:lnTo>
                  <a:pt x="2542458" y="3383727"/>
                </a:lnTo>
                <a:lnTo>
                  <a:pt x="2583034" y="3363735"/>
                </a:lnTo>
                <a:lnTo>
                  <a:pt x="2623021" y="3342749"/>
                </a:lnTo>
                <a:lnTo>
                  <a:pt x="2662401" y="3320786"/>
                </a:lnTo>
                <a:lnTo>
                  <a:pt x="2701159" y="3297862"/>
                </a:lnTo>
                <a:lnTo>
                  <a:pt x="2739278" y="3273993"/>
                </a:lnTo>
                <a:lnTo>
                  <a:pt x="2776743" y="3249195"/>
                </a:lnTo>
                <a:lnTo>
                  <a:pt x="2813537" y="3223485"/>
                </a:lnTo>
                <a:lnTo>
                  <a:pt x="2849644" y="3196878"/>
                </a:lnTo>
                <a:lnTo>
                  <a:pt x="2885049" y="3169391"/>
                </a:lnTo>
                <a:lnTo>
                  <a:pt x="2919734" y="3141039"/>
                </a:lnTo>
                <a:lnTo>
                  <a:pt x="2953683" y="3111839"/>
                </a:lnTo>
                <a:lnTo>
                  <a:pt x="2986882" y="3081808"/>
                </a:lnTo>
                <a:lnTo>
                  <a:pt x="3019313" y="3050960"/>
                </a:lnTo>
                <a:lnTo>
                  <a:pt x="3050960" y="3019313"/>
                </a:lnTo>
                <a:lnTo>
                  <a:pt x="3081808" y="2986882"/>
                </a:lnTo>
                <a:lnTo>
                  <a:pt x="3111839" y="2953683"/>
                </a:lnTo>
                <a:lnTo>
                  <a:pt x="3141039" y="2919734"/>
                </a:lnTo>
                <a:lnTo>
                  <a:pt x="3169391" y="2885049"/>
                </a:lnTo>
                <a:lnTo>
                  <a:pt x="3196878" y="2849644"/>
                </a:lnTo>
                <a:lnTo>
                  <a:pt x="3223485" y="2813537"/>
                </a:lnTo>
                <a:lnTo>
                  <a:pt x="3249195" y="2776743"/>
                </a:lnTo>
                <a:lnTo>
                  <a:pt x="3273993" y="2739278"/>
                </a:lnTo>
                <a:lnTo>
                  <a:pt x="3297862" y="2701159"/>
                </a:lnTo>
                <a:lnTo>
                  <a:pt x="3320786" y="2662401"/>
                </a:lnTo>
                <a:lnTo>
                  <a:pt x="3342749" y="2623021"/>
                </a:lnTo>
                <a:lnTo>
                  <a:pt x="3363735" y="2583034"/>
                </a:lnTo>
                <a:lnTo>
                  <a:pt x="3383727" y="2542458"/>
                </a:lnTo>
                <a:lnTo>
                  <a:pt x="3402710" y="2501307"/>
                </a:lnTo>
                <a:lnTo>
                  <a:pt x="3420668" y="2459599"/>
                </a:lnTo>
                <a:lnTo>
                  <a:pt x="3437584" y="2417349"/>
                </a:lnTo>
                <a:lnTo>
                  <a:pt x="3453442" y="2374573"/>
                </a:lnTo>
                <a:lnTo>
                  <a:pt x="3468226" y="2331288"/>
                </a:lnTo>
                <a:lnTo>
                  <a:pt x="3481920" y="2287510"/>
                </a:lnTo>
                <a:lnTo>
                  <a:pt x="3494508" y="2243254"/>
                </a:lnTo>
                <a:lnTo>
                  <a:pt x="3505974" y="2198537"/>
                </a:lnTo>
                <a:lnTo>
                  <a:pt x="3516301" y="2153376"/>
                </a:lnTo>
                <a:lnTo>
                  <a:pt x="3525474" y="2107785"/>
                </a:lnTo>
                <a:lnTo>
                  <a:pt x="3533476" y="2061782"/>
                </a:lnTo>
                <a:lnTo>
                  <a:pt x="3540291" y="2015382"/>
                </a:lnTo>
                <a:lnTo>
                  <a:pt x="3545903" y="1968602"/>
                </a:lnTo>
                <a:lnTo>
                  <a:pt x="3550296" y="1921458"/>
                </a:lnTo>
                <a:lnTo>
                  <a:pt x="3553454" y="1873965"/>
                </a:lnTo>
                <a:lnTo>
                  <a:pt x="3555360" y="1826140"/>
                </a:lnTo>
                <a:lnTo>
                  <a:pt x="3556000" y="1778000"/>
                </a:lnTo>
                <a:lnTo>
                  <a:pt x="3555360" y="1729859"/>
                </a:lnTo>
                <a:lnTo>
                  <a:pt x="3553454" y="1682034"/>
                </a:lnTo>
                <a:lnTo>
                  <a:pt x="3550296" y="1634541"/>
                </a:lnTo>
                <a:lnTo>
                  <a:pt x="3545903" y="1587397"/>
                </a:lnTo>
                <a:lnTo>
                  <a:pt x="3540291" y="1540617"/>
                </a:lnTo>
                <a:lnTo>
                  <a:pt x="3533476" y="1494217"/>
                </a:lnTo>
                <a:lnTo>
                  <a:pt x="3525474" y="1448214"/>
                </a:lnTo>
                <a:lnTo>
                  <a:pt x="3516301" y="1402623"/>
                </a:lnTo>
                <a:lnTo>
                  <a:pt x="3505974" y="1357462"/>
                </a:lnTo>
                <a:lnTo>
                  <a:pt x="3494508" y="1312745"/>
                </a:lnTo>
                <a:lnTo>
                  <a:pt x="3481920" y="1268489"/>
                </a:lnTo>
                <a:lnTo>
                  <a:pt x="3468226" y="1224711"/>
                </a:lnTo>
                <a:lnTo>
                  <a:pt x="3453442" y="1181426"/>
                </a:lnTo>
                <a:lnTo>
                  <a:pt x="3437584" y="1138650"/>
                </a:lnTo>
                <a:lnTo>
                  <a:pt x="3420668" y="1096400"/>
                </a:lnTo>
                <a:lnTo>
                  <a:pt x="3402710" y="1054692"/>
                </a:lnTo>
                <a:lnTo>
                  <a:pt x="3383727" y="1013541"/>
                </a:lnTo>
                <a:lnTo>
                  <a:pt x="3363735" y="972965"/>
                </a:lnTo>
                <a:lnTo>
                  <a:pt x="3342749" y="932978"/>
                </a:lnTo>
                <a:lnTo>
                  <a:pt x="3320786" y="893598"/>
                </a:lnTo>
                <a:lnTo>
                  <a:pt x="3297862" y="854840"/>
                </a:lnTo>
                <a:lnTo>
                  <a:pt x="3273993" y="816721"/>
                </a:lnTo>
                <a:lnTo>
                  <a:pt x="3249195" y="779256"/>
                </a:lnTo>
                <a:lnTo>
                  <a:pt x="3223485" y="742462"/>
                </a:lnTo>
                <a:lnTo>
                  <a:pt x="3196878" y="706355"/>
                </a:lnTo>
                <a:lnTo>
                  <a:pt x="3169391" y="670951"/>
                </a:lnTo>
                <a:lnTo>
                  <a:pt x="3141039" y="636266"/>
                </a:lnTo>
                <a:lnTo>
                  <a:pt x="3111839" y="602316"/>
                </a:lnTo>
                <a:lnTo>
                  <a:pt x="3081808" y="569117"/>
                </a:lnTo>
                <a:lnTo>
                  <a:pt x="3050960" y="536686"/>
                </a:lnTo>
                <a:lnTo>
                  <a:pt x="3019313" y="505039"/>
                </a:lnTo>
                <a:lnTo>
                  <a:pt x="2986882" y="474191"/>
                </a:lnTo>
                <a:lnTo>
                  <a:pt x="2953683" y="444160"/>
                </a:lnTo>
                <a:lnTo>
                  <a:pt x="2919734" y="414960"/>
                </a:lnTo>
                <a:lnTo>
                  <a:pt x="2885049" y="386608"/>
                </a:lnTo>
                <a:lnTo>
                  <a:pt x="2849644" y="359121"/>
                </a:lnTo>
                <a:lnTo>
                  <a:pt x="2813537" y="332514"/>
                </a:lnTo>
                <a:lnTo>
                  <a:pt x="2776743" y="306804"/>
                </a:lnTo>
                <a:lnTo>
                  <a:pt x="2739278" y="282006"/>
                </a:lnTo>
                <a:lnTo>
                  <a:pt x="2701159" y="258137"/>
                </a:lnTo>
                <a:lnTo>
                  <a:pt x="2662401" y="235213"/>
                </a:lnTo>
                <a:lnTo>
                  <a:pt x="2623021" y="213250"/>
                </a:lnTo>
                <a:lnTo>
                  <a:pt x="2583034" y="192264"/>
                </a:lnTo>
                <a:lnTo>
                  <a:pt x="2542458" y="172272"/>
                </a:lnTo>
                <a:lnTo>
                  <a:pt x="2501307" y="153289"/>
                </a:lnTo>
                <a:lnTo>
                  <a:pt x="2459599" y="135331"/>
                </a:lnTo>
                <a:lnTo>
                  <a:pt x="2417349" y="118415"/>
                </a:lnTo>
                <a:lnTo>
                  <a:pt x="2374573" y="102557"/>
                </a:lnTo>
                <a:lnTo>
                  <a:pt x="2331288" y="87773"/>
                </a:lnTo>
                <a:lnTo>
                  <a:pt x="2287510" y="74079"/>
                </a:lnTo>
                <a:lnTo>
                  <a:pt x="2243254" y="61491"/>
                </a:lnTo>
                <a:lnTo>
                  <a:pt x="2198537" y="50025"/>
                </a:lnTo>
                <a:lnTo>
                  <a:pt x="2153376" y="39698"/>
                </a:lnTo>
                <a:lnTo>
                  <a:pt x="2107785" y="30525"/>
                </a:lnTo>
                <a:lnTo>
                  <a:pt x="2061782" y="22523"/>
                </a:lnTo>
                <a:lnTo>
                  <a:pt x="2015382" y="15708"/>
                </a:lnTo>
                <a:lnTo>
                  <a:pt x="1968602" y="10096"/>
                </a:lnTo>
                <a:lnTo>
                  <a:pt x="1921458" y="5703"/>
                </a:lnTo>
                <a:lnTo>
                  <a:pt x="1873965" y="2545"/>
                </a:lnTo>
                <a:lnTo>
                  <a:pt x="1826140" y="639"/>
                </a:lnTo>
                <a:lnTo>
                  <a:pt x="1778000" y="0"/>
                </a:lnTo>
                <a:lnTo>
                  <a:pt x="1729859" y="639"/>
                </a:lnTo>
                <a:lnTo>
                  <a:pt x="1682034" y="2545"/>
                </a:lnTo>
                <a:lnTo>
                  <a:pt x="1634541" y="5703"/>
                </a:lnTo>
                <a:lnTo>
                  <a:pt x="1587397" y="10096"/>
                </a:lnTo>
                <a:lnTo>
                  <a:pt x="1540617" y="15708"/>
                </a:lnTo>
                <a:lnTo>
                  <a:pt x="1494217" y="22523"/>
                </a:lnTo>
                <a:lnTo>
                  <a:pt x="1448214" y="30525"/>
                </a:lnTo>
                <a:lnTo>
                  <a:pt x="1402623" y="39698"/>
                </a:lnTo>
                <a:lnTo>
                  <a:pt x="1357462" y="50025"/>
                </a:lnTo>
                <a:lnTo>
                  <a:pt x="1312745" y="61491"/>
                </a:lnTo>
                <a:lnTo>
                  <a:pt x="1268489" y="74079"/>
                </a:lnTo>
                <a:lnTo>
                  <a:pt x="1224711" y="87773"/>
                </a:lnTo>
                <a:lnTo>
                  <a:pt x="1181426" y="102557"/>
                </a:lnTo>
                <a:lnTo>
                  <a:pt x="1138650" y="118415"/>
                </a:lnTo>
                <a:lnTo>
                  <a:pt x="1096400" y="135331"/>
                </a:lnTo>
                <a:lnTo>
                  <a:pt x="1054692" y="153289"/>
                </a:lnTo>
                <a:lnTo>
                  <a:pt x="1013541" y="172272"/>
                </a:lnTo>
                <a:lnTo>
                  <a:pt x="972965" y="192264"/>
                </a:lnTo>
                <a:lnTo>
                  <a:pt x="932978" y="213250"/>
                </a:lnTo>
                <a:lnTo>
                  <a:pt x="893598" y="235213"/>
                </a:lnTo>
                <a:lnTo>
                  <a:pt x="854840" y="258137"/>
                </a:lnTo>
                <a:lnTo>
                  <a:pt x="816721" y="282006"/>
                </a:lnTo>
                <a:lnTo>
                  <a:pt x="779256" y="306804"/>
                </a:lnTo>
                <a:lnTo>
                  <a:pt x="742462" y="332514"/>
                </a:lnTo>
                <a:lnTo>
                  <a:pt x="706355" y="359121"/>
                </a:lnTo>
                <a:lnTo>
                  <a:pt x="670951" y="386608"/>
                </a:lnTo>
                <a:lnTo>
                  <a:pt x="636266" y="414960"/>
                </a:lnTo>
                <a:lnTo>
                  <a:pt x="602316" y="444160"/>
                </a:lnTo>
                <a:lnTo>
                  <a:pt x="569117" y="474191"/>
                </a:lnTo>
                <a:lnTo>
                  <a:pt x="536686" y="505039"/>
                </a:lnTo>
                <a:lnTo>
                  <a:pt x="505039" y="536686"/>
                </a:lnTo>
                <a:lnTo>
                  <a:pt x="474191" y="569117"/>
                </a:lnTo>
                <a:lnTo>
                  <a:pt x="444160" y="602316"/>
                </a:lnTo>
                <a:lnTo>
                  <a:pt x="414960" y="636266"/>
                </a:lnTo>
                <a:lnTo>
                  <a:pt x="386608" y="670951"/>
                </a:lnTo>
                <a:lnTo>
                  <a:pt x="359121" y="706355"/>
                </a:lnTo>
                <a:lnTo>
                  <a:pt x="332514" y="742462"/>
                </a:lnTo>
                <a:lnTo>
                  <a:pt x="306804" y="779256"/>
                </a:lnTo>
                <a:lnTo>
                  <a:pt x="282006" y="816721"/>
                </a:lnTo>
                <a:lnTo>
                  <a:pt x="258137" y="854840"/>
                </a:lnTo>
                <a:lnTo>
                  <a:pt x="235213" y="893598"/>
                </a:lnTo>
                <a:lnTo>
                  <a:pt x="213250" y="932978"/>
                </a:lnTo>
                <a:lnTo>
                  <a:pt x="192264" y="972965"/>
                </a:lnTo>
                <a:lnTo>
                  <a:pt x="172272" y="1013541"/>
                </a:lnTo>
                <a:lnTo>
                  <a:pt x="153289" y="1054692"/>
                </a:lnTo>
                <a:lnTo>
                  <a:pt x="135331" y="1096400"/>
                </a:lnTo>
                <a:lnTo>
                  <a:pt x="118415" y="1138650"/>
                </a:lnTo>
                <a:lnTo>
                  <a:pt x="102557" y="1181426"/>
                </a:lnTo>
                <a:lnTo>
                  <a:pt x="87773" y="1224711"/>
                </a:lnTo>
                <a:lnTo>
                  <a:pt x="74079" y="1268489"/>
                </a:lnTo>
                <a:lnTo>
                  <a:pt x="61491" y="1312745"/>
                </a:lnTo>
                <a:lnTo>
                  <a:pt x="50025" y="1357462"/>
                </a:lnTo>
                <a:lnTo>
                  <a:pt x="39698" y="1402623"/>
                </a:lnTo>
                <a:lnTo>
                  <a:pt x="30525" y="1448214"/>
                </a:lnTo>
                <a:lnTo>
                  <a:pt x="22523" y="1494217"/>
                </a:lnTo>
                <a:lnTo>
                  <a:pt x="15708" y="1540617"/>
                </a:lnTo>
                <a:lnTo>
                  <a:pt x="10096" y="1587397"/>
                </a:lnTo>
                <a:lnTo>
                  <a:pt x="5703" y="1634541"/>
                </a:lnTo>
                <a:lnTo>
                  <a:pt x="2545" y="1682034"/>
                </a:lnTo>
                <a:lnTo>
                  <a:pt x="639" y="1729859"/>
                </a:lnTo>
                <a:lnTo>
                  <a:pt x="0" y="1778000"/>
                </a:lnTo>
                <a:lnTo>
                  <a:pt x="639" y="1826140"/>
                </a:lnTo>
                <a:lnTo>
                  <a:pt x="2545" y="1873965"/>
                </a:lnTo>
                <a:lnTo>
                  <a:pt x="5703" y="1921458"/>
                </a:lnTo>
                <a:lnTo>
                  <a:pt x="10096" y="1968602"/>
                </a:lnTo>
                <a:lnTo>
                  <a:pt x="15708" y="2015382"/>
                </a:lnTo>
                <a:lnTo>
                  <a:pt x="22523" y="2061782"/>
                </a:lnTo>
                <a:lnTo>
                  <a:pt x="30525" y="2107785"/>
                </a:lnTo>
                <a:lnTo>
                  <a:pt x="39698" y="2153376"/>
                </a:lnTo>
                <a:lnTo>
                  <a:pt x="50025" y="2198537"/>
                </a:lnTo>
                <a:lnTo>
                  <a:pt x="61491" y="2243254"/>
                </a:lnTo>
                <a:lnTo>
                  <a:pt x="74079" y="2287510"/>
                </a:lnTo>
                <a:lnTo>
                  <a:pt x="87773" y="2331288"/>
                </a:lnTo>
                <a:lnTo>
                  <a:pt x="102557" y="2374573"/>
                </a:lnTo>
                <a:lnTo>
                  <a:pt x="118415" y="2417349"/>
                </a:lnTo>
                <a:lnTo>
                  <a:pt x="135331" y="2459599"/>
                </a:lnTo>
                <a:lnTo>
                  <a:pt x="153289" y="2501307"/>
                </a:lnTo>
                <a:lnTo>
                  <a:pt x="172272" y="2542458"/>
                </a:lnTo>
                <a:lnTo>
                  <a:pt x="192264" y="2583034"/>
                </a:lnTo>
                <a:lnTo>
                  <a:pt x="213250" y="2623021"/>
                </a:lnTo>
                <a:lnTo>
                  <a:pt x="235213" y="2662401"/>
                </a:lnTo>
                <a:lnTo>
                  <a:pt x="258137" y="2701159"/>
                </a:lnTo>
                <a:lnTo>
                  <a:pt x="282006" y="2739278"/>
                </a:lnTo>
                <a:lnTo>
                  <a:pt x="306804" y="2776743"/>
                </a:lnTo>
                <a:lnTo>
                  <a:pt x="332514" y="2813537"/>
                </a:lnTo>
                <a:lnTo>
                  <a:pt x="359121" y="2849644"/>
                </a:lnTo>
                <a:lnTo>
                  <a:pt x="386608" y="2885049"/>
                </a:lnTo>
                <a:lnTo>
                  <a:pt x="414960" y="2919734"/>
                </a:lnTo>
                <a:lnTo>
                  <a:pt x="444160" y="2953683"/>
                </a:lnTo>
                <a:lnTo>
                  <a:pt x="474191" y="2986882"/>
                </a:lnTo>
                <a:lnTo>
                  <a:pt x="505039" y="3019313"/>
                </a:lnTo>
                <a:lnTo>
                  <a:pt x="536686" y="3050960"/>
                </a:lnTo>
                <a:lnTo>
                  <a:pt x="569117" y="3081808"/>
                </a:lnTo>
                <a:lnTo>
                  <a:pt x="602316" y="3111839"/>
                </a:lnTo>
                <a:lnTo>
                  <a:pt x="636266" y="3141039"/>
                </a:lnTo>
                <a:lnTo>
                  <a:pt x="670951" y="3169391"/>
                </a:lnTo>
                <a:lnTo>
                  <a:pt x="706355" y="3196878"/>
                </a:lnTo>
                <a:lnTo>
                  <a:pt x="742462" y="3223485"/>
                </a:lnTo>
                <a:lnTo>
                  <a:pt x="779256" y="3249195"/>
                </a:lnTo>
                <a:lnTo>
                  <a:pt x="816721" y="3273993"/>
                </a:lnTo>
                <a:lnTo>
                  <a:pt x="854840" y="3297862"/>
                </a:lnTo>
                <a:lnTo>
                  <a:pt x="893598" y="3320786"/>
                </a:lnTo>
                <a:lnTo>
                  <a:pt x="932978" y="3342749"/>
                </a:lnTo>
                <a:lnTo>
                  <a:pt x="972965" y="3363735"/>
                </a:lnTo>
                <a:lnTo>
                  <a:pt x="1013541" y="3383727"/>
                </a:lnTo>
                <a:lnTo>
                  <a:pt x="1054692" y="3402710"/>
                </a:lnTo>
                <a:lnTo>
                  <a:pt x="1096400" y="3420668"/>
                </a:lnTo>
                <a:lnTo>
                  <a:pt x="1138650" y="3437584"/>
                </a:lnTo>
                <a:lnTo>
                  <a:pt x="1181426" y="3453442"/>
                </a:lnTo>
                <a:lnTo>
                  <a:pt x="1224711" y="3468226"/>
                </a:lnTo>
                <a:lnTo>
                  <a:pt x="1268489" y="3481920"/>
                </a:lnTo>
                <a:lnTo>
                  <a:pt x="1312745" y="3494508"/>
                </a:lnTo>
                <a:lnTo>
                  <a:pt x="1357462" y="3505974"/>
                </a:lnTo>
                <a:lnTo>
                  <a:pt x="1402623" y="3516301"/>
                </a:lnTo>
                <a:lnTo>
                  <a:pt x="1448214" y="3525474"/>
                </a:lnTo>
                <a:lnTo>
                  <a:pt x="1494217" y="3533476"/>
                </a:lnTo>
                <a:lnTo>
                  <a:pt x="1540617" y="3540291"/>
                </a:lnTo>
                <a:lnTo>
                  <a:pt x="1587397" y="3545903"/>
                </a:lnTo>
                <a:lnTo>
                  <a:pt x="1634541" y="3550296"/>
                </a:lnTo>
                <a:lnTo>
                  <a:pt x="1682034" y="3553454"/>
                </a:lnTo>
                <a:lnTo>
                  <a:pt x="1729859" y="3555360"/>
                </a:lnTo>
                <a:lnTo>
                  <a:pt x="1778000" y="3556000"/>
                </a:lnTo>
                <a:close/>
              </a:path>
            </a:pathLst>
          </a:custGeom>
          <a:ln w="50800" cap="rnd">
            <a:solidFill>
              <a:srgbClr val="11A766"/>
            </a:solidFill>
            <a:prstDash val="sysDot"/>
          </a:ln>
        </p:spPr>
        <p:txBody>
          <a:bodyPr wrap="square" lIns="0" tIns="0" rIns="0" bIns="0" rtlCol="0"/>
          <a:lstStyle/>
          <a:p>
            <a:endParaRPr sz="900"/>
          </a:p>
        </p:txBody>
      </p:sp>
      <p:sp>
        <p:nvSpPr>
          <p:cNvPr id="25" name="object 25"/>
          <p:cNvSpPr txBox="1"/>
          <p:nvPr/>
        </p:nvSpPr>
        <p:spPr>
          <a:xfrm>
            <a:off x="3044407" y="5987554"/>
            <a:ext cx="1925955" cy="631190"/>
          </a:xfrm>
          <a:prstGeom prst="rect">
            <a:avLst/>
          </a:prstGeom>
        </p:spPr>
        <p:txBody>
          <a:bodyPr vert="horz" wrap="square" lIns="0" tIns="6350" rIns="0" bIns="0" rtlCol="0">
            <a:spAutoFit/>
          </a:bodyPr>
          <a:lstStyle/>
          <a:p>
            <a:pPr marL="19685">
              <a:lnSpc>
                <a:spcPts val="1180"/>
              </a:lnSpc>
              <a:spcBef>
                <a:spcPts val="50"/>
              </a:spcBef>
            </a:pPr>
            <a:r>
              <a:rPr sz="1050" spc="-5" dirty="0">
                <a:solidFill>
                  <a:srgbClr val="212121"/>
                </a:solidFill>
                <a:latin typeface="微软雅黑" panose="020B0503020204020204" charset="-122"/>
                <a:cs typeface="微软雅黑" panose="020B0503020204020204" charset="-122"/>
              </a:rPr>
              <a:t>你的好奇心</a:t>
            </a:r>
            <a:endParaRPr sz="1050">
              <a:latin typeface="微软雅黑" panose="020B0503020204020204" charset="-122"/>
              <a:cs typeface="微软雅黑" panose="020B0503020204020204" charset="-122"/>
            </a:endParaRPr>
          </a:p>
          <a:p>
            <a:pPr marL="6350">
              <a:lnSpc>
                <a:spcPts val="880"/>
              </a:lnSpc>
            </a:pPr>
            <a:r>
              <a:rPr sz="800" dirty="0">
                <a:solidFill>
                  <a:srgbClr val="212121"/>
                </a:solidFill>
                <a:latin typeface="微软雅黑" panose="020B0503020204020204" charset="-122"/>
                <a:cs typeface="微软雅黑" panose="020B0503020204020204" charset="-122"/>
              </a:rPr>
              <a:t>Your</a:t>
            </a:r>
            <a:r>
              <a:rPr sz="800" spc="-40" dirty="0">
                <a:solidFill>
                  <a:srgbClr val="212121"/>
                </a:solidFill>
                <a:latin typeface="微软雅黑" panose="020B0503020204020204" charset="-122"/>
                <a:cs typeface="微软雅黑" panose="020B0503020204020204" charset="-122"/>
              </a:rPr>
              <a:t> </a:t>
            </a:r>
            <a:r>
              <a:rPr sz="800" spc="20" dirty="0">
                <a:solidFill>
                  <a:srgbClr val="212121"/>
                </a:solidFill>
                <a:latin typeface="微软雅黑" panose="020B0503020204020204" charset="-122"/>
                <a:cs typeface="微软雅黑" panose="020B0503020204020204" charset="-122"/>
              </a:rPr>
              <a:t>curiosity</a:t>
            </a:r>
            <a:endParaRPr sz="800">
              <a:latin typeface="微软雅黑" panose="020B0503020204020204" charset="-122"/>
              <a:cs typeface="微软雅黑" panose="020B0503020204020204" charset="-122"/>
            </a:endParaRPr>
          </a:p>
          <a:p>
            <a:pPr>
              <a:spcBef>
                <a:spcPts val="35"/>
              </a:spcBef>
            </a:pPr>
            <a:endParaRPr sz="600">
              <a:latin typeface="微软雅黑" panose="020B0503020204020204" charset="-122"/>
              <a:cs typeface="微软雅黑" panose="020B0503020204020204" charset="-122"/>
            </a:endParaRPr>
          </a:p>
          <a:p>
            <a:pPr marL="1378585">
              <a:lnSpc>
                <a:spcPts val="1180"/>
              </a:lnSpc>
            </a:pPr>
            <a:r>
              <a:rPr sz="1050" spc="-8" dirty="0">
                <a:solidFill>
                  <a:srgbClr val="212121"/>
                </a:solidFill>
                <a:latin typeface="微软雅黑" panose="020B0503020204020204" charset="-122"/>
                <a:cs typeface="微软雅黑" panose="020B0503020204020204" charset="-122"/>
              </a:rPr>
              <a:t>你的世界</a:t>
            </a:r>
            <a:endParaRPr sz="1050">
              <a:latin typeface="微软雅黑" panose="020B0503020204020204" charset="-122"/>
              <a:cs typeface="微软雅黑" panose="020B0503020204020204" charset="-122"/>
            </a:endParaRPr>
          </a:p>
          <a:p>
            <a:pPr marL="1371600">
              <a:lnSpc>
                <a:spcPts val="880"/>
              </a:lnSpc>
            </a:pPr>
            <a:r>
              <a:rPr sz="800" dirty="0">
                <a:solidFill>
                  <a:srgbClr val="212121"/>
                </a:solidFill>
                <a:latin typeface="微软雅黑" panose="020B0503020204020204" charset="-122"/>
                <a:cs typeface="微软雅黑" panose="020B0503020204020204" charset="-122"/>
              </a:rPr>
              <a:t>Your</a:t>
            </a:r>
            <a:r>
              <a:rPr sz="800" spc="-40" dirty="0">
                <a:solidFill>
                  <a:srgbClr val="212121"/>
                </a:solidFill>
                <a:latin typeface="微软雅黑" panose="020B0503020204020204" charset="-122"/>
                <a:cs typeface="微软雅黑" panose="020B0503020204020204" charset="-122"/>
              </a:rPr>
              <a:t> </a:t>
            </a:r>
            <a:r>
              <a:rPr sz="800" spc="20" dirty="0">
                <a:solidFill>
                  <a:srgbClr val="212121"/>
                </a:solidFill>
                <a:latin typeface="微软雅黑" panose="020B0503020204020204" charset="-122"/>
                <a:cs typeface="微软雅黑" panose="020B0503020204020204" charset="-122"/>
              </a:rPr>
              <a:t>world</a:t>
            </a:r>
            <a:endParaRPr sz="800">
              <a:latin typeface="微软雅黑" panose="020B0503020204020204" charset="-122"/>
              <a:cs typeface="微软雅黑" panose="020B0503020204020204" charset="-122"/>
            </a:endParaRPr>
          </a:p>
        </p:txBody>
      </p:sp>
      <p:sp>
        <p:nvSpPr>
          <p:cNvPr id="26" name="object 26"/>
          <p:cNvSpPr/>
          <p:nvPr/>
        </p:nvSpPr>
        <p:spPr>
          <a:xfrm>
            <a:off x="3340119" y="5943857"/>
            <a:ext cx="755968" cy="730250"/>
          </a:xfrm>
          <a:custGeom>
            <a:avLst/>
            <a:gdLst/>
            <a:ahLst/>
            <a:cxnLst/>
            <a:rect l="l" t="t" r="r" b="b"/>
            <a:pathLst>
              <a:path w="1511934" h="1460500">
                <a:moveTo>
                  <a:pt x="198037" y="1092212"/>
                </a:moveTo>
                <a:lnTo>
                  <a:pt x="147694" y="1095300"/>
                </a:lnTo>
                <a:lnTo>
                  <a:pt x="99513" y="1112215"/>
                </a:lnTo>
                <a:lnTo>
                  <a:pt x="56554" y="1143020"/>
                </a:lnTo>
                <a:lnTo>
                  <a:pt x="25803" y="1181673"/>
                </a:lnTo>
                <a:lnTo>
                  <a:pt x="6935" y="1225533"/>
                </a:lnTo>
                <a:lnTo>
                  <a:pt x="0" y="1272117"/>
                </a:lnTo>
                <a:lnTo>
                  <a:pt x="5058" y="1318970"/>
                </a:lnTo>
                <a:lnTo>
                  <a:pt x="22130" y="1363529"/>
                </a:lnTo>
                <a:lnTo>
                  <a:pt x="51295" y="1403394"/>
                </a:lnTo>
                <a:lnTo>
                  <a:pt x="89949" y="1434145"/>
                </a:lnTo>
                <a:lnTo>
                  <a:pt x="133809" y="1453014"/>
                </a:lnTo>
                <a:lnTo>
                  <a:pt x="180392" y="1459949"/>
                </a:lnTo>
                <a:lnTo>
                  <a:pt x="227218" y="1454900"/>
                </a:lnTo>
                <a:lnTo>
                  <a:pt x="271804" y="1437819"/>
                </a:lnTo>
                <a:lnTo>
                  <a:pt x="311669" y="1408653"/>
                </a:lnTo>
                <a:lnTo>
                  <a:pt x="321180" y="1396462"/>
                </a:lnTo>
                <a:lnTo>
                  <a:pt x="181675" y="1396462"/>
                </a:lnTo>
                <a:lnTo>
                  <a:pt x="136462" y="1386712"/>
                </a:lnTo>
                <a:lnTo>
                  <a:pt x="97094" y="1359409"/>
                </a:lnTo>
                <a:lnTo>
                  <a:pt x="71398" y="1318943"/>
                </a:lnTo>
                <a:lnTo>
                  <a:pt x="63487" y="1273400"/>
                </a:lnTo>
                <a:lnTo>
                  <a:pt x="73236" y="1228187"/>
                </a:lnTo>
                <a:lnTo>
                  <a:pt x="100540" y="1188819"/>
                </a:lnTo>
                <a:lnTo>
                  <a:pt x="140042" y="1163490"/>
                </a:lnTo>
                <a:lnTo>
                  <a:pt x="184570" y="1155190"/>
                </a:lnTo>
                <a:lnTo>
                  <a:pt x="355584" y="1155190"/>
                </a:lnTo>
                <a:lnTo>
                  <a:pt x="384654" y="1127271"/>
                </a:lnTo>
                <a:lnTo>
                  <a:pt x="292972" y="1127271"/>
                </a:lnTo>
                <a:lnTo>
                  <a:pt x="247483" y="1102889"/>
                </a:lnTo>
                <a:lnTo>
                  <a:pt x="198037" y="1092212"/>
                </a:lnTo>
                <a:close/>
              </a:path>
              <a:path w="1511934" h="1460500">
                <a:moveTo>
                  <a:pt x="355584" y="1155190"/>
                </a:moveTo>
                <a:lnTo>
                  <a:pt x="184570" y="1155190"/>
                </a:lnTo>
                <a:lnTo>
                  <a:pt x="228980" y="1163818"/>
                </a:lnTo>
                <a:lnTo>
                  <a:pt x="268127" y="1189272"/>
                </a:lnTo>
                <a:lnTo>
                  <a:pt x="273999" y="1195355"/>
                </a:lnTo>
                <a:lnTo>
                  <a:pt x="297852" y="1235504"/>
                </a:lnTo>
                <a:lnTo>
                  <a:pt x="304682" y="1280234"/>
                </a:lnTo>
                <a:lnTo>
                  <a:pt x="294591" y="1324400"/>
                </a:lnTo>
                <a:lnTo>
                  <a:pt x="267684" y="1362854"/>
                </a:lnTo>
                <a:lnTo>
                  <a:pt x="227245" y="1388546"/>
                </a:lnTo>
                <a:lnTo>
                  <a:pt x="181675" y="1396462"/>
                </a:lnTo>
                <a:lnTo>
                  <a:pt x="321180" y="1396462"/>
                </a:lnTo>
                <a:lnTo>
                  <a:pt x="344182" y="1366977"/>
                </a:lnTo>
                <a:lnTo>
                  <a:pt x="363029" y="1319522"/>
                </a:lnTo>
                <a:lnTo>
                  <a:pt x="368149" y="1269347"/>
                </a:lnTo>
                <a:lnTo>
                  <a:pt x="359480" y="1219512"/>
                </a:lnTo>
                <a:lnTo>
                  <a:pt x="336960" y="1173077"/>
                </a:lnTo>
                <a:lnTo>
                  <a:pt x="355584" y="1155190"/>
                </a:lnTo>
                <a:close/>
              </a:path>
              <a:path w="1511934" h="1460500">
                <a:moveTo>
                  <a:pt x="1495286" y="91790"/>
                </a:moveTo>
                <a:lnTo>
                  <a:pt x="1371143" y="91790"/>
                </a:lnTo>
                <a:lnTo>
                  <a:pt x="292972" y="1127271"/>
                </a:lnTo>
                <a:lnTo>
                  <a:pt x="384654" y="1127271"/>
                </a:lnTo>
                <a:lnTo>
                  <a:pt x="1415123" y="137586"/>
                </a:lnTo>
                <a:lnTo>
                  <a:pt x="1481460" y="137586"/>
                </a:lnTo>
                <a:lnTo>
                  <a:pt x="1495286" y="91790"/>
                </a:lnTo>
                <a:close/>
              </a:path>
              <a:path w="1511934" h="1460500">
                <a:moveTo>
                  <a:pt x="1481460" y="137586"/>
                </a:moveTo>
                <a:lnTo>
                  <a:pt x="1415123" y="137586"/>
                </a:lnTo>
                <a:lnTo>
                  <a:pt x="1349082" y="356351"/>
                </a:lnTo>
                <a:lnTo>
                  <a:pt x="1347898" y="368903"/>
                </a:lnTo>
                <a:lnTo>
                  <a:pt x="1351495" y="380531"/>
                </a:lnTo>
                <a:lnTo>
                  <a:pt x="1359189" y="389962"/>
                </a:lnTo>
                <a:lnTo>
                  <a:pt x="1370299" y="395922"/>
                </a:lnTo>
                <a:lnTo>
                  <a:pt x="1382852" y="397106"/>
                </a:lnTo>
                <a:lnTo>
                  <a:pt x="1394480" y="393509"/>
                </a:lnTo>
                <a:lnTo>
                  <a:pt x="1403911" y="385814"/>
                </a:lnTo>
                <a:lnTo>
                  <a:pt x="1409871" y="374704"/>
                </a:lnTo>
                <a:lnTo>
                  <a:pt x="1481460" y="137586"/>
                </a:lnTo>
                <a:close/>
              </a:path>
              <a:path w="1511934" h="1460500">
                <a:moveTo>
                  <a:pt x="1472611" y="0"/>
                </a:moveTo>
                <a:lnTo>
                  <a:pt x="1134015" y="87472"/>
                </a:lnTo>
                <a:lnTo>
                  <a:pt x="1122673" y="92979"/>
                </a:lnTo>
                <a:lnTo>
                  <a:pt x="1114604" y="102091"/>
                </a:lnTo>
                <a:lnTo>
                  <a:pt x="1110540" y="113564"/>
                </a:lnTo>
                <a:lnTo>
                  <a:pt x="1111216" y="126154"/>
                </a:lnTo>
                <a:lnTo>
                  <a:pt x="1111802" y="128158"/>
                </a:lnTo>
                <a:lnTo>
                  <a:pt x="1117650" y="138651"/>
                </a:lnTo>
                <a:lnTo>
                  <a:pt x="1126682" y="146047"/>
                </a:lnTo>
                <a:lnTo>
                  <a:pt x="1137798" y="149697"/>
                </a:lnTo>
                <a:lnTo>
                  <a:pt x="1149897" y="148953"/>
                </a:lnTo>
                <a:lnTo>
                  <a:pt x="1371143" y="91790"/>
                </a:lnTo>
                <a:lnTo>
                  <a:pt x="1495286" y="91790"/>
                </a:lnTo>
                <a:lnTo>
                  <a:pt x="1510947" y="39917"/>
                </a:lnTo>
                <a:lnTo>
                  <a:pt x="1511346" y="22810"/>
                </a:lnTo>
                <a:lnTo>
                  <a:pt x="1503451" y="8748"/>
                </a:lnTo>
                <a:lnTo>
                  <a:pt x="1489720" y="291"/>
                </a:lnTo>
                <a:lnTo>
                  <a:pt x="1472611" y="0"/>
                </a:lnTo>
                <a:close/>
              </a:path>
            </a:pathLst>
          </a:custGeom>
          <a:solidFill>
            <a:srgbClr val="212121"/>
          </a:solidFill>
        </p:spPr>
        <p:txBody>
          <a:bodyPr wrap="square" lIns="0" tIns="0" rIns="0" bIns="0" rtlCol="0"/>
          <a:lstStyle/>
          <a:p>
            <a:endParaRPr sz="900"/>
          </a:p>
        </p:txBody>
      </p:sp>
      <p:pic>
        <p:nvPicPr>
          <p:cNvPr id="27" name="object 27"/>
          <p:cNvPicPr/>
          <p:nvPr/>
        </p:nvPicPr>
        <p:blipFill>
          <a:blip r:embed="rId2" cstate="print"/>
          <a:stretch>
            <a:fillRect/>
          </a:stretch>
        </p:blipFill>
        <p:spPr>
          <a:xfrm>
            <a:off x="3189837" y="8851900"/>
            <a:ext cx="486698" cy="2921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a:latin typeface="江城圆体 300W" panose="020B0800000000000000" pitchFamily="34" charset="-128"/>
              <a:ea typeface="江城圆体 300W" panose="020B0800000000000000" pitchFamily="34" charset="-128"/>
              <a:cs typeface="PMingLiU" panose="02020500000000000000" charset="-120"/>
            </a:endParaRPr>
          </a:p>
        </p:txBody>
      </p:sp>
      <p:sp>
        <p:nvSpPr>
          <p:cNvPr id="3" name="object 3"/>
          <p:cNvSpPr txBox="1"/>
          <p:nvPr/>
        </p:nvSpPr>
        <p:spPr>
          <a:xfrm>
            <a:off x="1479550" y="3823970"/>
            <a:ext cx="3902075" cy="747395"/>
          </a:xfrm>
          <a:prstGeom prst="rect">
            <a:avLst/>
          </a:prstGeom>
        </p:spPr>
        <p:txBody>
          <a:bodyPr vert="horz" wrap="square" lIns="0" tIns="6350" rIns="0" bIns="0" rtlCol="0">
            <a:spAutoFit/>
          </a:bodyPr>
          <a:lstStyle/>
          <a:p>
            <a:pPr marL="6350" marR="2540" algn="just">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我们不要过分依赖学校的教育，生活中的学习才是最有用的。人生有六个仆人，包括为什么、什么、在何时、怎么做、在哪里、是什么人？踏上人生旅途时，这几个「仆人」总是随侍在侧，解答各种关键问题，不同的情况会有不同的答案。</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4" name="object 4"/>
          <p:cNvSpPr txBox="1"/>
          <p:nvPr/>
        </p:nvSpPr>
        <p:spPr>
          <a:xfrm>
            <a:off x="1536700" y="7716520"/>
            <a:ext cx="3793808" cy="561975"/>
          </a:xfrm>
          <a:prstGeom prst="rect">
            <a:avLst/>
          </a:prstGeom>
        </p:spPr>
        <p:txBody>
          <a:bodyPr vert="horz" wrap="square" lIns="0" tIns="6350" rIns="0" bIns="0" rtlCol="0">
            <a:spAutoFit/>
          </a:bodyPr>
          <a:lstStyle/>
          <a:p>
            <a:pPr marL="6350" marR="2540" algn="just">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在赛马式竞赛中，唯有名列前茅者受重视，其他竞赛者都是输家。而人生不是赛马式竞争，人生正如马拉松，唯有自己才会不断考验自己。但只要跑到终点，每个人都是赢家。</a:t>
            </a:r>
            <a:endParaRPr sz="105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5" name="object 5"/>
          <p:cNvSpPr/>
          <p:nvPr/>
        </p:nvSpPr>
        <p:spPr>
          <a:xfrm>
            <a:off x="1809750" y="1028700"/>
            <a:ext cx="387033" cy="386715"/>
          </a:xfrm>
          <a:custGeom>
            <a:avLst/>
            <a:gdLst/>
            <a:ahLst/>
            <a:cxnLst/>
            <a:rect l="l" t="t" r="r" b="b"/>
            <a:pathLst>
              <a:path w="774064" h="773430">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4" h="773430">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4" h="773430">
                <a:moveTo>
                  <a:pt x="385104" y="0"/>
                </a:moveTo>
                <a:lnTo>
                  <a:pt x="336798" y="3000"/>
                </a:lnTo>
                <a:lnTo>
                  <a:pt x="433411" y="3000"/>
                </a:lnTo>
                <a:lnTo>
                  <a:pt x="385104" y="0"/>
                </a:lnTo>
                <a:close/>
              </a:path>
            </a:pathLst>
          </a:custGeom>
          <a:solidFill>
            <a:srgbClr val="11A766"/>
          </a:solidFill>
        </p:spPr>
        <p:txBody>
          <a:bodyPr wrap="square" lIns="0" tIns="0" rIns="0" bIns="0" rtlCol="0"/>
          <a:lstStyle/>
          <a:p>
            <a:endParaRPr sz="900"/>
          </a:p>
        </p:txBody>
      </p:sp>
      <p:sp>
        <p:nvSpPr>
          <p:cNvPr id="6" name="object 6"/>
          <p:cNvSpPr txBox="1"/>
          <p:nvPr/>
        </p:nvSpPr>
        <p:spPr>
          <a:xfrm>
            <a:off x="1858440" y="1094812"/>
            <a:ext cx="355770"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07</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7" name="object 7"/>
          <p:cNvSpPr/>
          <p:nvPr/>
        </p:nvSpPr>
        <p:spPr>
          <a:xfrm>
            <a:off x="2203450" y="1066800"/>
            <a:ext cx="2470150" cy="336550"/>
          </a:xfrm>
          <a:custGeom>
            <a:avLst/>
            <a:gdLst/>
            <a:ahLst/>
            <a:cxnLst/>
            <a:rect l="l" t="t" r="r" b="b"/>
            <a:pathLst>
              <a:path w="4940300" h="673100">
                <a:moveTo>
                  <a:pt x="4603750" y="0"/>
                </a:moveTo>
                <a:lnTo>
                  <a:pt x="336550" y="0"/>
                </a:lnTo>
                <a:lnTo>
                  <a:pt x="290882" y="3072"/>
                </a:lnTo>
                <a:lnTo>
                  <a:pt x="247081" y="12021"/>
                </a:lnTo>
                <a:lnTo>
                  <a:pt x="205549" y="26446"/>
                </a:lnTo>
                <a:lnTo>
                  <a:pt x="166687" y="45947"/>
                </a:lnTo>
                <a:lnTo>
                  <a:pt x="130894" y="70122"/>
                </a:lnTo>
                <a:lnTo>
                  <a:pt x="98573" y="98571"/>
                </a:lnTo>
                <a:lnTo>
                  <a:pt x="70124" y="130891"/>
                </a:lnTo>
                <a:lnTo>
                  <a:pt x="45949" y="166684"/>
                </a:lnTo>
                <a:lnTo>
                  <a:pt x="26447" y="205547"/>
                </a:lnTo>
                <a:lnTo>
                  <a:pt x="12021" y="247079"/>
                </a:lnTo>
                <a:lnTo>
                  <a:pt x="3072" y="290880"/>
                </a:lnTo>
                <a:lnTo>
                  <a:pt x="0" y="336550"/>
                </a:lnTo>
                <a:lnTo>
                  <a:pt x="3072" y="382219"/>
                </a:lnTo>
                <a:lnTo>
                  <a:pt x="12021" y="426020"/>
                </a:lnTo>
                <a:lnTo>
                  <a:pt x="26447" y="467552"/>
                </a:lnTo>
                <a:lnTo>
                  <a:pt x="45949" y="506415"/>
                </a:lnTo>
                <a:lnTo>
                  <a:pt x="70124" y="542208"/>
                </a:lnTo>
                <a:lnTo>
                  <a:pt x="98573" y="574528"/>
                </a:lnTo>
                <a:lnTo>
                  <a:pt x="130894" y="602977"/>
                </a:lnTo>
                <a:lnTo>
                  <a:pt x="166687" y="627152"/>
                </a:lnTo>
                <a:lnTo>
                  <a:pt x="205549" y="646653"/>
                </a:lnTo>
                <a:lnTo>
                  <a:pt x="247081" y="661078"/>
                </a:lnTo>
                <a:lnTo>
                  <a:pt x="290882" y="670027"/>
                </a:lnTo>
                <a:lnTo>
                  <a:pt x="336550" y="673100"/>
                </a:lnTo>
                <a:lnTo>
                  <a:pt x="4603750" y="673100"/>
                </a:lnTo>
                <a:lnTo>
                  <a:pt x="4649417" y="670027"/>
                </a:lnTo>
                <a:lnTo>
                  <a:pt x="4693218" y="661078"/>
                </a:lnTo>
                <a:lnTo>
                  <a:pt x="4734750" y="646653"/>
                </a:lnTo>
                <a:lnTo>
                  <a:pt x="4773612" y="627152"/>
                </a:lnTo>
                <a:lnTo>
                  <a:pt x="4809405" y="602977"/>
                </a:lnTo>
                <a:lnTo>
                  <a:pt x="4841726" y="574528"/>
                </a:lnTo>
                <a:lnTo>
                  <a:pt x="4870175" y="542208"/>
                </a:lnTo>
                <a:lnTo>
                  <a:pt x="4894350" y="506415"/>
                </a:lnTo>
                <a:lnTo>
                  <a:pt x="4913852" y="467552"/>
                </a:lnTo>
                <a:lnTo>
                  <a:pt x="4928278" y="426020"/>
                </a:lnTo>
                <a:lnTo>
                  <a:pt x="4937227" y="382219"/>
                </a:lnTo>
                <a:lnTo>
                  <a:pt x="4940300" y="336550"/>
                </a:lnTo>
                <a:lnTo>
                  <a:pt x="4937227" y="290880"/>
                </a:lnTo>
                <a:lnTo>
                  <a:pt x="4928278" y="247079"/>
                </a:lnTo>
                <a:lnTo>
                  <a:pt x="4913852" y="205547"/>
                </a:lnTo>
                <a:lnTo>
                  <a:pt x="4894350" y="166684"/>
                </a:lnTo>
                <a:lnTo>
                  <a:pt x="4870175" y="130891"/>
                </a:lnTo>
                <a:lnTo>
                  <a:pt x="4841726" y="98571"/>
                </a:lnTo>
                <a:lnTo>
                  <a:pt x="4809405" y="70122"/>
                </a:lnTo>
                <a:lnTo>
                  <a:pt x="4773612" y="45947"/>
                </a:lnTo>
                <a:lnTo>
                  <a:pt x="4734750" y="26446"/>
                </a:lnTo>
                <a:lnTo>
                  <a:pt x="4693218" y="12021"/>
                </a:lnTo>
                <a:lnTo>
                  <a:pt x="4649417" y="3072"/>
                </a:lnTo>
                <a:lnTo>
                  <a:pt x="4603750" y="0"/>
                </a:lnTo>
                <a:close/>
              </a:path>
            </a:pathLst>
          </a:custGeom>
          <a:solidFill>
            <a:srgbClr val="212121"/>
          </a:solidFill>
        </p:spPr>
        <p:txBody>
          <a:bodyPr wrap="square" lIns="0" tIns="0" rIns="0" bIns="0" rtlCol="0"/>
          <a:lstStyle/>
          <a:p>
            <a:endParaRPr sz="900"/>
          </a:p>
        </p:txBody>
      </p:sp>
      <p:sp>
        <p:nvSpPr>
          <p:cNvPr id="8" name="object 8"/>
          <p:cNvSpPr txBox="1"/>
          <p:nvPr/>
        </p:nvSpPr>
        <p:spPr>
          <a:xfrm>
            <a:off x="2706077" y="990600"/>
            <a:ext cx="1386529" cy="579120"/>
          </a:xfrm>
          <a:prstGeom prst="rect">
            <a:avLst/>
          </a:prstGeom>
        </p:spPr>
        <p:txBody>
          <a:bodyPr vert="horz" wrap="square" lIns="0" tIns="133350" rIns="0" bIns="0" rtlCol="0">
            <a:spAutoFit/>
          </a:bodyPr>
          <a:lstStyle/>
          <a:p>
            <a:pPr marL="25400" algn="ctr">
              <a:spcBef>
                <a:spcPts val="1050"/>
              </a:spcBef>
            </a:pPr>
            <a:r>
              <a:rPr sz="1500" b="1" spc="-10" dirty="0">
                <a:solidFill>
                  <a:srgbClr val="FFFFFF"/>
                </a:solidFill>
                <a:latin typeface="江城圆体 600W" panose="020B0800000000000000" pitchFamily="34" charset="-128"/>
                <a:ea typeface="江城圆体 600W" panose="020B0800000000000000" pitchFamily="34" charset="-128"/>
                <a:cs typeface="Microsoft JhengHei"/>
              </a:rPr>
              <a:t>你有多聪明</a:t>
            </a:r>
            <a:endParaRPr sz="1500" b="1" dirty="0">
              <a:latin typeface="江城圆体 600W" panose="020B0800000000000000" pitchFamily="34" charset="-128"/>
              <a:ea typeface="江城圆体 600W" panose="020B0800000000000000" pitchFamily="34" charset="-128"/>
              <a:cs typeface="Microsoft JhengHei"/>
            </a:endParaRPr>
          </a:p>
          <a:p>
            <a:pPr algn="ctr">
              <a:spcBef>
                <a:spcPts val="600"/>
              </a:spcBef>
            </a:pPr>
            <a:r>
              <a:rPr sz="900" b="1" dirty="0">
                <a:solidFill>
                  <a:srgbClr val="212121"/>
                </a:solidFill>
                <a:latin typeface="江城圆体 600W" panose="020B0800000000000000" pitchFamily="34" charset="-128"/>
                <a:ea typeface="江城圆体 600W" panose="020B0800000000000000" pitchFamily="34" charset="-128"/>
                <a:cs typeface="Microsoft JhengHei"/>
              </a:rPr>
              <a:t>How</a:t>
            </a:r>
            <a:r>
              <a:rPr sz="900" b="1" spc="-3"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43" dirty="0">
                <a:solidFill>
                  <a:srgbClr val="212121"/>
                </a:solidFill>
                <a:latin typeface="江城圆体 600W" panose="020B0800000000000000" pitchFamily="34" charset="-128"/>
                <a:ea typeface="江城圆体 600W" panose="020B0800000000000000" pitchFamily="34" charset="-128"/>
                <a:cs typeface="Microsoft JhengHei"/>
              </a:rPr>
              <a:t>smart</a:t>
            </a:r>
            <a:r>
              <a:rPr sz="900" b="1" spc="-3"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35" dirty="0">
                <a:solidFill>
                  <a:srgbClr val="212121"/>
                </a:solidFill>
                <a:latin typeface="江城圆体 600W" panose="020B0800000000000000" pitchFamily="34" charset="-128"/>
                <a:ea typeface="江城圆体 600W" panose="020B0800000000000000" pitchFamily="34" charset="-128"/>
                <a:cs typeface="Microsoft JhengHei"/>
              </a:rPr>
              <a:t>are</a:t>
            </a:r>
            <a:r>
              <a:rPr sz="900" b="1"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10" dirty="0">
                <a:solidFill>
                  <a:srgbClr val="212121"/>
                </a:solidFill>
                <a:latin typeface="江城圆体 600W" panose="020B0800000000000000" pitchFamily="34" charset="-128"/>
                <a:ea typeface="江城圆体 600W" panose="020B0800000000000000" pitchFamily="34" charset="-128"/>
                <a:cs typeface="Microsoft JhengHei"/>
              </a:rPr>
              <a:t>you?</a:t>
            </a:r>
            <a:endParaRPr sz="900" b="1" dirty="0">
              <a:latin typeface="江城圆体 600W" panose="020B0800000000000000" pitchFamily="34" charset="-128"/>
              <a:ea typeface="江城圆体 600W" panose="020B0800000000000000" pitchFamily="34" charset="-128"/>
              <a:cs typeface="Microsoft JhengHei"/>
            </a:endParaRPr>
          </a:p>
        </p:txBody>
      </p:sp>
      <p:sp>
        <p:nvSpPr>
          <p:cNvPr id="9" name="object 9"/>
          <p:cNvSpPr/>
          <p:nvPr/>
        </p:nvSpPr>
        <p:spPr>
          <a:xfrm>
            <a:off x="1809750" y="4927600"/>
            <a:ext cx="387033" cy="386715"/>
          </a:xfrm>
          <a:custGeom>
            <a:avLst/>
            <a:gdLst/>
            <a:ahLst/>
            <a:cxnLst/>
            <a:rect l="l" t="t" r="r" b="b"/>
            <a:pathLst>
              <a:path w="774064" h="773429">
                <a:moveTo>
                  <a:pt x="766838" y="714573"/>
                </a:moveTo>
                <a:lnTo>
                  <a:pt x="584610" y="714573"/>
                </a:lnTo>
                <a:lnTo>
                  <a:pt x="613492" y="715671"/>
                </a:lnTo>
                <a:lnTo>
                  <a:pt x="656308" y="733669"/>
                </a:lnTo>
                <a:lnTo>
                  <a:pt x="703243" y="756683"/>
                </a:lnTo>
                <a:lnTo>
                  <a:pt x="744482" y="772826"/>
                </a:lnTo>
                <a:lnTo>
                  <a:pt x="770209" y="770214"/>
                </a:lnTo>
                <a:lnTo>
                  <a:pt x="773628" y="741225"/>
                </a:lnTo>
                <a:lnTo>
                  <a:pt x="766838" y="714573"/>
                </a:lnTo>
                <a:close/>
              </a:path>
              <a:path w="774064" h="773429">
                <a:moveTo>
                  <a:pt x="385104" y="0"/>
                </a:moveTo>
                <a:lnTo>
                  <a:pt x="336798" y="3000"/>
                </a:lnTo>
                <a:lnTo>
                  <a:pt x="290282" y="11761"/>
                </a:lnTo>
                <a:lnTo>
                  <a:pt x="245917" y="25922"/>
                </a:lnTo>
                <a:lnTo>
                  <a:pt x="204065" y="45121"/>
                </a:lnTo>
                <a:lnTo>
                  <a:pt x="165086" y="68998"/>
                </a:lnTo>
                <a:lnTo>
                  <a:pt x="129341" y="97192"/>
                </a:lnTo>
                <a:lnTo>
                  <a:pt x="97191" y="129342"/>
                </a:lnTo>
                <a:lnTo>
                  <a:pt x="68998" y="165087"/>
                </a:lnTo>
                <a:lnTo>
                  <a:pt x="45121" y="204066"/>
                </a:lnTo>
                <a:lnTo>
                  <a:pt x="25921" y="245919"/>
                </a:lnTo>
                <a:lnTo>
                  <a:pt x="11761" y="290283"/>
                </a:lnTo>
                <a:lnTo>
                  <a:pt x="3000" y="336800"/>
                </a:lnTo>
                <a:lnTo>
                  <a:pt x="0" y="385107"/>
                </a:lnTo>
                <a:lnTo>
                  <a:pt x="3000" y="433414"/>
                </a:lnTo>
                <a:lnTo>
                  <a:pt x="11761" y="479930"/>
                </a:lnTo>
                <a:lnTo>
                  <a:pt x="25921" y="524295"/>
                </a:lnTo>
                <a:lnTo>
                  <a:pt x="45121" y="566148"/>
                </a:lnTo>
                <a:lnTo>
                  <a:pt x="68998" y="605127"/>
                </a:lnTo>
                <a:lnTo>
                  <a:pt x="97191" y="640872"/>
                </a:lnTo>
                <a:lnTo>
                  <a:pt x="129341" y="673022"/>
                </a:lnTo>
                <a:lnTo>
                  <a:pt x="165086" y="701216"/>
                </a:lnTo>
                <a:lnTo>
                  <a:pt x="204065" y="725093"/>
                </a:lnTo>
                <a:lnTo>
                  <a:pt x="245917" y="744292"/>
                </a:lnTo>
                <a:lnTo>
                  <a:pt x="290282" y="758452"/>
                </a:lnTo>
                <a:lnTo>
                  <a:pt x="336798" y="767213"/>
                </a:lnTo>
                <a:lnTo>
                  <a:pt x="385104" y="770214"/>
                </a:lnTo>
                <a:lnTo>
                  <a:pt x="438906" y="766486"/>
                </a:lnTo>
                <a:lnTo>
                  <a:pt x="490425" y="755635"/>
                </a:lnTo>
                <a:lnTo>
                  <a:pt x="539160" y="738163"/>
                </a:lnTo>
                <a:lnTo>
                  <a:pt x="584610" y="714573"/>
                </a:lnTo>
                <a:lnTo>
                  <a:pt x="766838" y="714573"/>
                </a:lnTo>
                <a:lnTo>
                  <a:pt x="761491" y="693585"/>
                </a:lnTo>
                <a:lnTo>
                  <a:pt x="743535" y="639255"/>
                </a:lnTo>
                <a:lnTo>
                  <a:pt x="729499" y="590198"/>
                </a:lnTo>
                <a:lnTo>
                  <a:pt x="729122" y="558375"/>
                </a:lnTo>
                <a:lnTo>
                  <a:pt x="746630" y="518094"/>
                </a:lnTo>
                <a:lnTo>
                  <a:pt x="759521" y="475581"/>
                </a:lnTo>
                <a:lnTo>
                  <a:pt x="767485" y="431148"/>
                </a:lnTo>
                <a:lnTo>
                  <a:pt x="770209" y="385107"/>
                </a:lnTo>
                <a:lnTo>
                  <a:pt x="767208" y="336800"/>
                </a:lnTo>
                <a:lnTo>
                  <a:pt x="758447" y="290283"/>
                </a:lnTo>
                <a:lnTo>
                  <a:pt x="744287" y="245919"/>
                </a:lnTo>
                <a:lnTo>
                  <a:pt x="725088" y="204066"/>
                </a:lnTo>
                <a:lnTo>
                  <a:pt x="701211" y="165087"/>
                </a:lnTo>
                <a:lnTo>
                  <a:pt x="673017" y="129342"/>
                </a:lnTo>
                <a:lnTo>
                  <a:pt x="640867" y="97192"/>
                </a:lnTo>
                <a:lnTo>
                  <a:pt x="605122" y="68998"/>
                </a:lnTo>
                <a:lnTo>
                  <a:pt x="566144" y="45121"/>
                </a:lnTo>
                <a:lnTo>
                  <a:pt x="524291" y="25922"/>
                </a:lnTo>
                <a:lnTo>
                  <a:pt x="479927" y="11761"/>
                </a:lnTo>
                <a:lnTo>
                  <a:pt x="433411" y="3000"/>
                </a:lnTo>
                <a:lnTo>
                  <a:pt x="385104" y="0"/>
                </a:lnTo>
                <a:close/>
              </a:path>
            </a:pathLst>
          </a:custGeom>
          <a:solidFill>
            <a:srgbClr val="11A766"/>
          </a:solidFill>
        </p:spPr>
        <p:txBody>
          <a:bodyPr wrap="square" lIns="0" tIns="0" rIns="0" bIns="0" rtlCol="0"/>
          <a:lstStyle/>
          <a:p>
            <a:endParaRPr sz="900"/>
          </a:p>
        </p:txBody>
      </p:sp>
      <p:sp>
        <p:nvSpPr>
          <p:cNvPr id="10" name="object 10"/>
          <p:cNvSpPr txBox="1"/>
          <p:nvPr/>
        </p:nvSpPr>
        <p:spPr>
          <a:xfrm>
            <a:off x="1847681" y="4992270"/>
            <a:ext cx="355770"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08</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1" name="object 11"/>
          <p:cNvSpPr/>
          <p:nvPr/>
        </p:nvSpPr>
        <p:spPr>
          <a:xfrm>
            <a:off x="2203450" y="4965700"/>
            <a:ext cx="2470150" cy="336550"/>
          </a:xfrm>
          <a:custGeom>
            <a:avLst/>
            <a:gdLst/>
            <a:ahLst/>
            <a:cxnLst/>
            <a:rect l="l" t="t" r="r" b="b"/>
            <a:pathLst>
              <a:path w="4940300" h="673100">
                <a:moveTo>
                  <a:pt x="4603750" y="0"/>
                </a:moveTo>
                <a:lnTo>
                  <a:pt x="336550" y="0"/>
                </a:lnTo>
                <a:lnTo>
                  <a:pt x="290882" y="3072"/>
                </a:lnTo>
                <a:lnTo>
                  <a:pt x="247081" y="12021"/>
                </a:lnTo>
                <a:lnTo>
                  <a:pt x="205549" y="26447"/>
                </a:lnTo>
                <a:lnTo>
                  <a:pt x="166687" y="45949"/>
                </a:lnTo>
                <a:lnTo>
                  <a:pt x="130894" y="70124"/>
                </a:lnTo>
                <a:lnTo>
                  <a:pt x="98573" y="98573"/>
                </a:lnTo>
                <a:lnTo>
                  <a:pt x="70124" y="130894"/>
                </a:lnTo>
                <a:lnTo>
                  <a:pt x="45949" y="166687"/>
                </a:lnTo>
                <a:lnTo>
                  <a:pt x="26447" y="205549"/>
                </a:lnTo>
                <a:lnTo>
                  <a:pt x="12021" y="247081"/>
                </a:lnTo>
                <a:lnTo>
                  <a:pt x="3072" y="290882"/>
                </a:lnTo>
                <a:lnTo>
                  <a:pt x="0" y="336550"/>
                </a:lnTo>
                <a:lnTo>
                  <a:pt x="3072" y="382217"/>
                </a:lnTo>
                <a:lnTo>
                  <a:pt x="12021" y="426018"/>
                </a:lnTo>
                <a:lnTo>
                  <a:pt x="26447" y="467550"/>
                </a:lnTo>
                <a:lnTo>
                  <a:pt x="45949" y="506412"/>
                </a:lnTo>
                <a:lnTo>
                  <a:pt x="70124" y="542205"/>
                </a:lnTo>
                <a:lnTo>
                  <a:pt x="98573" y="574526"/>
                </a:lnTo>
                <a:lnTo>
                  <a:pt x="130894" y="602975"/>
                </a:lnTo>
                <a:lnTo>
                  <a:pt x="166687" y="627150"/>
                </a:lnTo>
                <a:lnTo>
                  <a:pt x="205549" y="646652"/>
                </a:lnTo>
                <a:lnTo>
                  <a:pt x="247081" y="661078"/>
                </a:lnTo>
                <a:lnTo>
                  <a:pt x="290882" y="670027"/>
                </a:lnTo>
                <a:lnTo>
                  <a:pt x="336550" y="673100"/>
                </a:lnTo>
                <a:lnTo>
                  <a:pt x="4603750" y="673100"/>
                </a:lnTo>
                <a:lnTo>
                  <a:pt x="4649417" y="670027"/>
                </a:lnTo>
                <a:lnTo>
                  <a:pt x="4693218" y="661078"/>
                </a:lnTo>
                <a:lnTo>
                  <a:pt x="4734750" y="646652"/>
                </a:lnTo>
                <a:lnTo>
                  <a:pt x="4773612" y="627150"/>
                </a:lnTo>
                <a:lnTo>
                  <a:pt x="4809405" y="602975"/>
                </a:lnTo>
                <a:lnTo>
                  <a:pt x="4841726" y="574526"/>
                </a:lnTo>
                <a:lnTo>
                  <a:pt x="4870175" y="542205"/>
                </a:lnTo>
                <a:lnTo>
                  <a:pt x="4894350" y="506412"/>
                </a:lnTo>
                <a:lnTo>
                  <a:pt x="4913852" y="467550"/>
                </a:lnTo>
                <a:lnTo>
                  <a:pt x="4928278" y="426018"/>
                </a:lnTo>
                <a:lnTo>
                  <a:pt x="4937227" y="382217"/>
                </a:lnTo>
                <a:lnTo>
                  <a:pt x="4940300" y="336550"/>
                </a:lnTo>
                <a:lnTo>
                  <a:pt x="4937227" y="290882"/>
                </a:lnTo>
                <a:lnTo>
                  <a:pt x="4928278" y="247081"/>
                </a:lnTo>
                <a:lnTo>
                  <a:pt x="4913852" y="205549"/>
                </a:lnTo>
                <a:lnTo>
                  <a:pt x="4894350" y="166687"/>
                </a:lnTo>
                <a:lnTo>
                  <a:pt x="4870175" y="130894"/>
                </a:lnTo>
                <a:lnTo>
                  <a:pt x="4841726" y="98573"/>
                </a:lnTo>
                <a:lnTo>
                  <a:pt x="4809405" y="70124"/>
                </a:lnTo>
                <a:lnTo>
                  <a:pt x="4773612" y="45949"/>
                </a:lnTo>
                <a:lnTo>
                  <a:pt x="4734750" y="26447"/>
                </a:lnTo>
                <a:lnTo>
                  <a:pt x="4693218" y="12021"/>
                </a:lnTo>
                <a:lnTo>
                  <a:pt x="4649417" y="3072"/>
                </a:lnTo>
                <a:lnTo>
                  <a:pt x="4603750" y="0"/>
                </a:lnTo>
                <a:close/>
              </a:path>
            </a:pathLst>
          </a:custGeom>
          <a:solidFill>
            <a:srgbClr val="212121"/>
          </a:solidFill>
        </p:spPr>
        <p:txBody>
          <a:bodyPr wrap="square" lIns="0" tIns="0" rIns="0" bIns="0" rtlCol="0"/>
          <a:lstStyle/>
          <a:p>
            <a:endParaRPr sz="900"/>
          </a:p>
        </p:txBody>
      </p:sp>
      <p:sp>
        <p:nvSpPr>
          <p:cNvPr id="12" name="object 12"/>
          <p:cNvSpPr txBox="1"/>
          <p:nvPr/>
        </p:nvSpPr>
        <p:spPr>
          <a:xfrm>
            <a:off x="2514600" y="5016500"/>
            <a:ext cx="1878774" cy="465455"/>
          </a:xfrm>
          <a:prstGeom prst="rect">
            <a:avLst/>
          </a:prstGeom>
        </p:spPr>
        <p:txBody>
          <a:bodyPr vert="horz" wrap="square" lIns="0" tIns="6350" rIns="0" bIns="0" rtlCol="0">
            <a:spAutoFit/>
          </a:bodyPr>
          <a:lstStyle/>
          <a:p>
            <a:pPr algn="ctr">
              <a:spcBef>
                <a:spcPts val="50"/>
              </a:spcBef>
            </a:pPr>
            <a:r>
              <a:rPr sz="1500" b="1" spc="-10" dirty="0">
                <a:solidFill>
                  <a:srgbClr val="FFFFFF"/>
                </a:solidFill>
                <a:latin typeface="江城圆体 600W" panose="020B0800000000000000" pitchFamily="34" charset="-128"/>
                <a:ea typeface="江城圆体 600W" panose="020B0800000000000000" pitchFamily="34" charset="-128"/>
                <a:cs typeface="Microsoft JhengHei"/>
              </a:rPr>
              <a:t>人生是一场⻢拉松</a:t>
            </a:r>
            <a:endParaRPr sz="1500" b="1" dirty="0">
              <a:latin typeface="江城圆体 600W" panose="020B0800000000000000" pitchFamily="34" charset="-128"/>
              <a:ea typeface="江城圆体 600W" panose="020B0800000000000000" pitchFamily="34" charset="-128"/>
              <a:cs typeface="Microsoft JhengHei"/>
            </a:endParaRPr>
          </a:p>
          <a:p>
            <a:pPr marL="6985" algn="ctr">
              <a:spcBef>
                <a:spcPts val="700"/>
              </a:spcBef>
            </a:pPr>
            <a:r>
              <a:rPr sz="900" b="1" spc="35" dirty="0">
                <a:solidFill>
                  <a:srgbClr val="212121"/>
                </a:solidFill>
                <a:latin typeface="江城圆体 600W" panose="020B0800000000000000" pitchFamily="34" charset="-128"/>
                <a:ea typeface="江城圆体 600W" panose="020B0800000000000000" pitchFamily="34" charset="-128"/>
                <a:cs typeface="Microsoft JhengHei"/>
              </a:rPr>
              <a:t>Life</a:t>
            </a:r>
            <a:r>
              <a:rPr sz="900" b="1" spc="-20"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35" dirty="0">
                <a:solidFill>
                  <a:srgbClr val="212121"/>
                </a:solidFill>
                <a:latin typeface="江城圆体 600W" panose="020B0800000000000000" pitchFamily="34" charset="-128"/>
                <a:ea typeface="江城圆体 600W" panose="020B0800000000000000" pitchFamily="34" charset="-128"/>
                <a:cs typeface="Microsoft JhengHei"/>
              </a:rPr>
              <a:t>is</a:t>
            </a:r>
            <a:r>
              <a:rPr sz="900" b="1" spc="-18"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33" dirty="0">
                <a:solidFill>
                  <a:srgbClr val="212121"/>
                </a:solidFill>
                <a:latin typeface="江城圆体 600W" panose="020B0800000000000000" pitchFamily="34" charset="-128"/>
                <a:ea typeface="江城圆体 600W" panose="020B0800000000000000" pitchFamily="34" charset="-128"/>
                <a:cs typeface="Microsoft JhengHei"/>
              </a:rPr>
              <a:t>a</a:t>
            </a:r>
            <a:r>
              <a:rPr sz="900" b="1" spc="-20"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25" dirty="0">
                <a:solidFill>
                  <a:srgbClr val="212121"/>
                </a:solidFill>
                <a:latin typeface="江城圆体 600W" panose="020B0800000000000000" pitchFamily="34" charset="-128"/>
                <a:ea typeface="江城圆体 600W" panose="020B0800000000000000" pitchFamily="34" charset="-128"/>
                <a:cs typeface="Microsoft JhengHei"/>
              </a:rPr>
              <a:t>marathon</a:t>
            </a:r>
            <a:endParaRPr sz="900" b="1" dirty="0">
              <a:latin typeface="江城圆体 600W" panose="020B0800000000000000" pitchFamily="34" charset="-128"/>
              <a:ea typeface="江城圆体 600W" panose="020B0800000000000000" pitchFamily="34" charset="-128"/>
              <a:cs typeface="Microsoft JhengHei"/>
            </a:endParaRPr>
          </a:p>
        </p:txBody>
      </p:sp>
      <p:sp>
        <p:nvSpPr>
          <p:cNvPr id="13" name="object 13"/>
          <p:cNvSpPr txBox="1"/>
          <p:nvPr/>
        </p:nvSpPr>
        <p:spPr>
          <a:xfrm>
            <a:off x="2980448" y="1682750"/>
            <a:ext cx="891540"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Microsoft JhengHei"/>
                <a:cs typeface="Microsoft JhengHei"/>
              </a:rPr>
              <a:t>人生的6</a:t>
            </a:r>
            <a:r>
              <a:rPr sz="1050" spc="-10" dirty="0">
                <a:solidFill>
                  <a:srgbClr val="212121"/>
                </a:solidFill>
                <a:latin typeface="Microsoft JhengHei"/>
                <a:cs typeface="Microsoft JhengHei"/>
              </a:rPr>
              <a:t>个仆人</a:t>
            </a:r>
            <a:endParaRPr sz="1050" dirty="0">
              <a:latin typeface="Microsoft JhengHei"/>
              <a:cs typeface="Microsoft JhengHei"/>
            </a:endParaRPr>
          </a:p>
        </p:txBody>
      </p:sp>
      <p:sp>
        <p:nvSpPr>
          <p:cNvPr id="14" name="object 14"/>
          <p:cNvSpPr txBox="1"/>
          <p:nvPr/>
        </p:nvSpPr>
        <p:spPr>
          <a:xfrm>
            <a:off x="2374900" y="1930400"/>
            <a:ext cx="1010920" cy="533400"/>
          </a:xfrm>
          <a:prstGeom prst="rect">
            <a:avLst/>
          </a:prstGeom>
          <a:ln w="50800" cap="rnd">
            <a:solidFill>
              <a:srgbClr val="11A766"/>
            </a:solidFill>
          </a:ln>
        </p:spPr>
        <p:txBody>
          <a:bodyPr vert="horz" wrap="square" lIns="0" tIns="0" rIns="0" bIns="0" rtlCol="0">
            <a:spAutoFit/>
          </a:bodyPr>
          <a:lstStyle/>
          <a:p>
            <a:pPr>
              <a:lnSpc>
                <a:spcPct val="100000"/>
              </a:lnSpc>
            </a:pPr>
            <a:endParaRPr sz="825" dirty="0">
              <a:latin typeface="Times New Roman" panose="02020603050405020304"/>
              <a:cs typeface="Times New Roman" panose="02020603050405020304"/>
            </a:endParaRPr>
          </a:p>
          <a:p>
            <a:pPr marL="5080" algn="ctr">
              <a:lnSpc>
                <a:spcPts val="1255"/>
              </a:lnSpc>
            </a:pPr>
            <a:r>
              <a:rPr sz="1050" spc="-10" dirty="0">
                <a:solidFill>
                  <a:srgbClr val="212121"/>
                </a:solidFill>
                <a:latin typeface="Microsoft JhengHei"/>
                <a:cs typeface="Microsoft JhengHei"/>
              </a:rPr>
              <a:t>为什么</a:t>
            </a:r>
            <a:endParaRPr sz="1050" dirty="0">
              <a:latin typeface="Microsoft JhengHei"/>
              <a:cs typeface="Microsoft JhengHei"/>
            </a:endParaRPr>
          </a:p>
          <a:p>
            <a:pPr marL="5080" algn="ctr">
              <a:lnSpc>
                <a:spcPts val="955"/>
              </a:lnSpc>
            </a:pPr>
            <a:r>
              <a:rPr sz="800" spc="-13" dirty="0">
                <a:solidFill>
                  <a:srgbClr val="212121"/>
                </a:solidFill>
                <a:latin typeface="Microsoft JhengHei"/>
                <a:cs typeface="Microsoft JhengHei"/>
              </a:rPr>
              <a:t>Why</a:t>
            </a:r>
            <a:endParaRPr lang="en-US" sz="800" spc="-13" dirty="0">
              <a:solidFill>
                <a:srgbClr val="212121"/>
              </a:solidFill>
              <a:latin typeface="Microsoft JhengHei"/>
              <a:cs typeface="Microsoft JhengHei"/>
            </a:endParaRPr>
          </a:p>
          <a:p>
            <a:pPr marL="5080" algn="ctr">
              <a:lnSpc>
                <a:spcPts val="955"/>
              </a:lnSpc>
            </a:pPr>
            <a:endParaRPr sz="800" dirty="0">
              <a:latin typeface="Microsoft JhengHei"/>
              <a:cs typeface="Microsoft JhengHei"/>
            </a:endParaRPr>
          </a:p>
        </p:txBody>
      </p:sp>
      <p:sp>
        <p:nvSpPr>
          <p:cNvPr id="15" name="object 15"/>
          <p:cNvSpPr txBox="1"/>
          <p:nvPr/>
        </p:nvSpPr>
        <p:spPr>
          <a:xfrm>
            <a:off x="2374900" y="2578100"/>
            <a:ext cx="1010920" cy="546100"/>
          </a:xfrm>
          <a:prstGeom prst="rect">
            <a:avLst/>
          </a:prstGeom>
          <a:ln w="50800" cap="rnd">
            <a:solidFill>
              <a:srgbClr val="11A766"/>
            </a:solidFill>
          </a:ln>
        </p:spPr>
        <p:txBody>
          <a:bodyPr vert="horz" wrap="square" lIns="0" tIns="1905" rIns="0" bIns="0" rtlCol="0">
            <a:spAutoFit/>
          </a:bodyPr>
          <a:lstStyle/>
          <a:p>
            <a:pPr>
              <a:spcBef>
                <a:spcPts val="15"/>
              </a:spcBef>
            </a:pPr>
            <a:endParaRPr sz="900" dirty="0">
              <a:latin typeface="Times New Roman" panose="02020603050405020304"/>
              <a:cs typeface="Times New Roman" panose="02020603050405020304"/>
            </a:endParaRPr>
          </a:p>
          <a:p>
            <a:pPr algn="ctr">
              <a:lnSpc>
                <a:spcPts val="1255"/>
              </a:lnSpc>
            </a:pPr>
            <a:r>
              <a:rPr sz="1050" spc="-13" dirty="0">
                <a:solidFill>
                  <a:srgbClr val="212121"/>
                </a:solidFill>
                <a:latin typeface="Microsoft JhengHei"/>
                <a:cs typeface="Microsoft JhengHei"/>
              </a:rPr>
              <a:t>何时</a:t>
            </a:r>
            <a:endParaRPr sz="1050" dirty="0">
              <a:latin typeface="Microsoft JhengHei"/>
              <a:cs typeface="Microsoft JhengHei"/>
            </a:endParaRPr>
          </a:p>
          <a:p>
            <a:pPr algn="ctr">
              <a:lnSpc>
                <a:spcPts val="955"/>
              </a:lnSpc>
            </a:pPr>
            <a:r>
              <a:rPr sz="800" spc="-10" dirty="0">
                <a:solidFill>
                  <a:srgbClr val="212121"/>
                </a:solidFill>
                <a:latin typeface="Microsoft JhengHei"/>
                <a:cs typeface="Microsoft JhengHei"/>
              </a:rPr>
              <a:t>When</a:t>
            </a:r>
            <a:endParaRPr lang="en-US" sz="800" spc="-10" dirty="0">
              <a:solidFill>
                <a:srgbClr val="212121"/>
              </a:solidFill>
              <a:latin typeface="Microsoft JhengHei"/>
              <a:cs typeface="Microsoft JhengHei"/>
            </a:endParaRPr>
          </a:p>
          <a:p>
            <a:pPr algn="ctr">
              <a:lnSpc>
                <a:spcPts val="955"/>
              </a:lnSpc>
            </a:pPr>
            <a:endParaRPr sz="800" dirty="0">
              <a:latin typeface="Microsoft JhengHei"/>
              <a:cs typeface="Microsoft JhengHei"/>
            </a:endParaRPr>
          </a:p>
        </p:txBody>
      </p:sp>
      <p:sp>
        <p:nvSpPr>
          <p:cNvPr id="16" name="object 16"/>
          <p:cNvSpPr txBox="1"/>
          <p:nvPr/>
        </p:nvSpPr>
        <p:spPr>
          <a:xfrm>
            <a:off x="2374900" y="3213100"/>
            <a:ext cx="1010920" cy="546100"/>
          </a:xfrm>
          <a:prstGeom prst="rect">
            <a:avLst/>
          </a:prstGeom>
          <a:ln w="50800" cap="rnd">
            <a:solidFill>
              <a:srgbClr val="11A766"/>
            </a:solidFill>
          </a:ln>
        </p:spPr>
        <p:txBody>
          <a:bodyPr vert="horz" wrap="square" lIns="0" tIns="1905" rIns="0" bIns="0" rtlCol="0">
            <a:spAutoFit/>
          </a:bodyPr>
          <a:lstStyle/>
          <a:p>
            <a:pPr>
              <a:spcBef>
                <a:spcPts val="15"/>
              </a:spcBef>
            </a:pPr>
            <a:endParaRPr sz="900" dirty="0">
              <a:latin typeface="Times New Roman" panose="02020603050405020304"/>
              <a:cs typeface="Times New Roman" panose="02020603050405020304"/>
            </a:endParaRPr>
          </a:p>
          <a:p>
            <a:pPr algn="ctr">
              <a:lnSpc>
                <a:spcPts val="1255"/>
              </a:lnSpc>
            </a:pPr>
            <a:r>
              <a:rPr sz="1050" spc="-10" dirty="0">
                <a:solidFill>
                  <a:srgbClr val="212121"/>
                </a:solidFill>
                <a:latin typeface="Microsoft JhengHei"/>
                <a:cs typeface="Microsoft JhengHei"/>
              </a:rPr>
              <a:t>在哪里</a:t>
            </a:r>
            <a:endParaRPr sz="1050" dirty="0">
              <a:latin typeface="Microsoft JhengHei"/>
              <a:cs typeface="Microsoft JhengHei"/>
            </a:endParaRPr>
          </a:p>
          <a:p>
            <a:pPr algn="ctr">
              <a:lnSpc>
                <a:spcPts val="955"/>
              </a:lnSpc>
            </a:pPr>
            <a:r>
              <a:rPr sz="800" spc="-5" dirty="0">
                <a:solidFill>
                  <a:srgbClr val="212121"/>
                </a:solidFill>
                <a:latin typeface="Microsoft JhengHei"/>
                <a:cs typeface="Microsoft JhengHei"/>
              </a:rPr>
              <a:t>Where</a:t>
            </a:r>
            <a:endParaRPr lang="en-US" sz="800" spc="-5" dirty="0">
              <a:solidFill>
                <a:srgbClr val="212121"/>
              </a:solidFill>
              <a:latin typeface="Microsoft JhengHei"/>
              <a:cs typeface="Microsoft JhengHei"/>
            </a:endParaRPr>
          </a:p>
          <a:p>
            <a:pPr algn="ctr">
              <a:lnSpc>
                <a:spcPts val="955"/>
              </a:lnSpc>
            </a:pPr>
            <a:endParaRPr sz="800" dirty="0">
              <a:latin typeface="Microsoft JhengHei"/>
              <a:cs typeface="Microsoft JhengHei"/>
            </a:endParaRPr>
          </a:p>
        </p:txBody>
      </p:sp>
      <p:sp>
        <p:nvSpPr>
          <p:cNvPr id="17" name="object 17"/>
          <p:cNvSpPr txBox="1"/>
          <p:nvPr/>
        </p:nvSpPr>
        <p:spPr>
          <a:xfrm>
            <a:off x="3473450" y="1930400"/>
            <a:ext cx="1010920" cy="539115"/>
          </a:xfrm>
          <a:prstGeom prst="rect">
            <a:avLst/>
          </a:prstGeom>
          <a:ln w="50800" cap="rnd">
            <a:solidFill>
              <a:srgbClr val="11A766"/>
            </a:solidFill>
          </a:ln>
        </p:spPr>
        <p:txBody>
          <a:bodyPr vert="horz" wrap="square" lIns="0" tIns="2858" rIns="0" bIns="0" rtlCol="0">
            <a:spAutoFit/>
          </a:bodyPr>
          <a:lstStyle/>
          <a:p>
            <a:pPr>
              <a:spcBef>
                <a:spcPts val="25"/>
              </a:spcBef>
            </a:pPr>
            <a:endParaRPr sz="850" dirty="0">
              <a:latin typeface="Times New Roman" panose="02020603050405020304"/>
              <a:cs typeface="Times New Roman" panose="02020603050405020304"/>
            </a:endParaRPr>
          </a:p>
          <a:p>
            <a:pPr algn="ctr">
              <a:lnSpc>
                <a:spcPts val="1255"/>
              </a:lnSpc>
            </a:pPr>
            <a:r>
              <a:rPr sz="1050" spc="-13" dirty="0">
                <a:solidFill>
                  <a:srgbClr val="212121"/>
                </a:solidFill>
                <a:latin typeface="Microsoft JhengHei"/>
                <a:cs typeface="Microsoft JhengHei"/>
              </a:rPr>
              <a:t>什么</a:t>
            </a:r>
            <a:endParaRPr sz="1050" dirty="0">
              <a:latin typeface="Microsoft JhengHei"/>
              <a:cs typeface="Microsoft JhengHei"/>
            </a:endParaRPr>
          </a:p>
          <a:p>
            <a:pPr algn="ctr">
              <a:lnSpc>
                <a:spcPts val="955"/>
              </a:lnSpc>
            </a:pPr>
            <a:r>
              <a:rPr sz="800" spc="-10" dirty="0">
                <a:solidFill>
                  <a:srgbClr val="212121"/>
                </a:solidFill>
                <a:latin typeface="Microsoft JhengHei"/>
                <a:cs typeface="Microsoft JhengHei"/>
              </a:rPr>
              <a:t>What</a:t>
            </a:r>
            <a:endParaRPr lang="en-US" sz="800" spc="-10" dirty="0">
              <a:solidFill>
                <a:srgbClr val="212121"/>
              </a:solidFill>
              <a:latin typeface="Microsoft JhengHei"/>
              <a:cs typeface="Microsoft JhengHei"/>
            </a:endParaRPr>
          </a:p>
          <a:p>
            <a:pPr algn="ctr">
              <a:lnSpc>
                <a:spcPts val="955"/>
              </a:lnSpc>
            </a:pPr>
            <a:endParaRPr sz="800" dirty="0">
              <a:latin typeface="Microsoft JhengHei"/>
              <a:cs typeface="Microsoft JhengHei"/>
            </a:endParaRPr>
          </a:p>
        </p:txBody>
      </p:sp>
      <p:sp>
        <p:nvSpPr>
          <p:cNvPr id="18" name="object 18"/>
          <p:cNvSpPr txBox="1"/>
          <p:nvPr/>
        </p:nvSpPr>
        <p:spPr>
          <a:xfrm>
            <a:off x="3473450" y="2578100"/>
            <a:ext cx="1010920" cy="546100"/>
          </a:xfrm>
          <a:prstGeom prst="rect">
            <a:avLst/>
          </a:prstGeom>
          <a:ln w="50800" cap="rnd">
            <a:solidFill>
              <a:srgbClr val="11A766"/>
            </a:solidFill>
          </a:ln>
        </p:spPr>
        <p:txBody>
          <a:bodyPr vert="horz" wrap="square" lIns="0" tIns="1905" rIns="0" bIns="0" rtlCol="0">
            <a:spAutoFit/>
          </a:bodyPr>
          <a:lstStyle/>
          <a:p>
            <a:pPr>
              <a:spcBef>
                <a:spcPts val="15"/>
              </a:spcBef>
            </a:pPr>
            <a:endParaRPr sz="900" dirty="0">
              <a:latin typeface="Times New Roman" panose="02020603050405020304"/>
              <a:cs typeface="Times New Roman" panose="02020603050405020304"/>
            </a:endParaRPr>
          </a:p>
          <a:p>
            <a:pPr marL="1905" algn="ctr">
              <a:lnSpc>
                <a:spcPts val="1255"/>
              </a:lnSpc>
            </a:pPr>
            <a:r>
              <a:rPr sz="1050" spc="-10" dirty="0">
                <a:solidFill>
                  <a:srgbClr val="212121"/>
                </a:solidFill>
                <a:latin typeface="Microsoft JhengHei"/>
                <a:cs typeface="Microsoft JhengHei"/>
              </a:rPr>
              <a:t>怎么做</a:t>
            </a:r>
            <a:endParaRPr sz="1050" dirty="0">
              <a:latin typeface="Microsoft JhengHei"/>
              <a:cs typeface="Microsoft JhengHei"/>
            </a:endParaRPr>
          </a:p>
          <a:p>
            <a:pPr marL="1905" algn="ctr">
              <a:lnSpc>
                <a:spcPts val="955"/>
              </a:lnSpc>
            </a:pPr>
            <a:r>
              <a:rPr sz="800" spc="-13" dirty="0">
                <a:solidFill>
                  <a:srgbClr val="212121"/>
                </a:solidFill>
                <a:latin typeface="Microsoft JhengHei"/>
                <a:cs typeface="Microsoft JhengHei"/>
              </a:rPr>
              <a:t>How</a:t>
            </a:r>
            <a:endParaRPr lang="en-US" sz="800" spc="-13" dirty="0">
              <a:solidFill>
                <a:srgbClr val="212121"/>
              </a:solidFill>
              <a:latin typeface="Microsoft JhengHei"/>
              <a:cs typeface="Microsoft JhengHei"/>
            </a:endParaRPr>
          </a:p>
          <a:p>
            <a:pPr marL="1905" algn="ctr">
              <a:lnSpc>
                <a:spcPts val="955"/>
              </a:lnSpc>
            </a:pPr>
            <a:endParaRPr sz="800" dirty="0">
              <a:latin typeface="Microsoft JhengHei"/>
              <a:cs typeface="Microsoft JhengHei"/>
            </a:endParaRPr>
          </a:p>
        </p:txBody>
      </p:sp>
      <p:sp>
        <p:nvSpPr>
          <p:cNvPr id="19" name="object 19"/>
          <p:cNvSpPr txBox="1"/>
          <p:nvPr/>
        </p:nvSpPr>
        <p:spPr>
          <a:xfrm>
            <a:off x="3473450" y="3213100"/>
            <a:ext cx="1010920" cy="546100"/>
          </a:xfrm>
          <a:prstGeom prst="rect">
            <a:avLst/>
          </a:prstGeom>
          <a:ln w="50800" cap="rnd">
            <a:solidFill>
              <a:srgbClr val="11A766"/>
            </a:solidFill>
          </a:ln>
        </p:spPr>
        <p:txBody>
          <a:bodyPr vert="horz" wrap="square" lIns="0" tIns="1905" rIns="0" bIns="0" rtlCol="0">
            <a:spAutoFit/>
          </a:bodyPr>
          <a:lstStyle/>
          <a:p>
            <a:pPr>
              <a:spcBef>
                <a:spcPts val="15"/>
              </a:spcBef>
            </a:pPr>
            <a:endParaRPr sz="900" dirty="0">
              <a:latin typeface="Times New Roman" panose="02020603050405020304"/>
              <a:cs typeface="Times New Roman" panose="02020603050405020304"/>
            </a:endParaRPr>
          </a:p>
          <a:p>
            <a:pPr marR="3175" algn="ctr">
              <a:lnSpc>
                <a:spcPts val="1255"/>
              </a:lnSpc>
            </a:pPr>
            <a:r>
              <a:rPr sz="1050" spc="-10" dirty="0">
                <a:solidFill>
                  <a:srgbClr val="212121"/>
                </a:solidFill>
                <a:latin typeface="Microsoft JhengHei"/>
                <a:cs typeface="Microsoft JhengHei"/>
              </a:rPr>
              <a:t>什么人</a:t>
            </a:r>
            <a:endParaRPr sz="1050" dirty="0">
              <a:latin typeface="Microsoft JhengHei"/>
              <a:cs typeface="Microsoft JhengHei"/>
            </a:endParaRPr>
          </a:p>
          <a:p>
            <a:pPr marR="3175" algn="ctr">
              <a:lnSpc>
                <a:spcPts val="955"/>
              </a:lnSpc>
            </a:pPr>
            <a:r>
              <a:rPr sz="800" spc="-13" dirty="0">
                <a:solidFill>
                  <a:srgbClr val="212121"/>
                </a:solidFill>
                <a:latin typeface="Microsoft JhengHei"/>
                <a:cs typeface="Microsoft JhengHei"/>
              </a:rPr>
              <a:t>Who</a:t>
            </a:r>
            <a:endParaRPr lang="en-US" sz="800" spc="-13" dirty="0">
              <a:solidFill>
                <a:srgbClr val="212121"/>
              </a:solidFill>
              <a:latin typeface="Microsoft JhengHei"/>
              <a:cs typeface="Microsoft JhengHei"/>
            </a:endParaRPr>
          </a:p>
          <a:p>
            <a:pPr marR="3175" algn="ctr">
              <a:lnSpc>
                <a:spcPts val="955"/>
              </a:lnSpc>
            </a:pPr>
            <a:endParaRPr sz="800" dirty="0">
              <a:latin typeface="Microsoft JhengHei"/>
              <a:cs typeface="Microsoft JhengHei"/>
            </a:endParaRPr>
          </a:p>
        </p:txBody>
      </p:sp>
      <p:grpSp>
        <p:nvGrpSpPr>
          <p:cNvPr id="20" name="object 20"/>
          <p:cNvGrpSpPr/>
          <p:nvPr/>
        </p:nvGrpSpPr>
        <p:grpSpPr>
          <a:xfrm>
            <a:off x="2559052" y="5941719"/>
            <a:ext cx="828358" cy="1339850"/>
            <a:chOff x="5118100" y="11883438"/>
            <a:chExt cx="1656715" cy="2679700"/>
          </a:xfrm>
        </p:grpSpPr>
        <p:sp>
          <p:nvSpPr>
            <p:cNvPr id="21" name="object 21"/>
            <p:cNvSpPr/>
            <p:nvPr/>
          </p:nvSpPr>
          <p:spPr>
            <a:xfrm>
              <a:off x="5118100" y="11883438"/>
              <a:ext cx="831215" cy="2679700"/>
            </a:xfrm>
            <a:custGeom>
              <a:avLst/>
              <a:gdLst/>
              <a:ahLst/>
              <a:cxnLst/>
              <a:rect l="l" t="t" r="r" b="b"/>
              <a:pathLst>
                <a:path w="831214" h="2679700">
                  <a:moveTo>
                    <a:pt x="0" y="0"/>
                  </a:moveTo>
                  <a:lnTo>
                    <a:pt x="831073" y="0"/>
                  </a:lnTo>
                  <a:lnTo>
                    <a:pt x="831073" y="2679700"/>
                  </a:lnTo>
                  <a:lnTo>
                    <a:pt x="0" y="2679700"/>
                  </a:lnTo>
                  <a:lnTo>
                    <a:pt x="0" y="0"/>
                  </a:lnTo>
                  <a:close/>
                </a:path>
              </a:pathLst>
            </a:custGeom>
            <a:ln w="50800">
              <a:solidFill>
                <a:srgbClr val="212121"/>
              </a:solidFill>
            </a:ln>
          </p:spPr>
          <p:txBody>
            <a:bodyPr wrap="square" lIns="0" tIns="0" rIns="0" bIns="0" rtlCol="0"/>
            <a:lstStyle/>
            <a:p>
              <a:endParaRPr sz="900" dirty="0"/>
            </a:p>
          </p:txBody>
        </p:sp>
        <p:sp>
          <p:nvSpPr>
            <p:cNvPr id="22" name="object 22"/>
            <p:cNvSpPr/>
            <p:nvPr/>
          </p:nvSpPr>
          <p:spPr>
            <a:xfrm>
              <a:off x="5943600" y="13176250"/>
              <a:ext cx="831215" cy="1385570"/>
            </a:xfrm>
            <a:custGeom>
              <a:avLst/>
              <a:gdLst/>
              <a:ahLst/>
              <a:cxnLst/>
              <a:rect l="l" t="t" r="r" b="b"/>
              <a:pathLst>
                <a:path w="831215" h="1385569">
                  <a:moveTo>
                    <a:pt x="0" y="0"/>
                  </a:moveTo>
                  <a:lnTo>
                    <a:pt x="831073" y="0"/>
                  </a:lnTo>
                  <a:lnTo>
                    <a:pt x="831073" y="1385121"/>
                  </a:lnTo>
                  <a:lnTo>
                    <a:pt x="0" y="1385121"/>
                  </a:lnTo>
                  <a:lnTo>
                    <a:pt x="0" y="0"/>
                  </a:lnTo>
                  <a:close/>
                </a:path>
              </a:pathLst>
            </a:custGeom>
            <a:ln w="50800">
              <a:solidFill>
                <a:srgbClr val="212121"/>
              </a:solidFill>
            </a:ln>
          </p:spPr>
          <p:txBody>
            <a:bodyPr wrap="square" lIns="0" tIns="0" rIns="0" bIns="0" rtlCol="0"/>
            <a:lstStyle/>
            <a:p>
              <a:endParaRPr sz="900"/>
            </a:p>
          </p:txBody>
        </p:sp>
      </p:grpSp>
      <p:grpSp>
        <p:nvGrpSpPr>
          <p:cNvPr id="23" name="object 23"/>
          <p:cNvGrpSpPr/>
          <p:nvPr/>
        </p:nvGrpSpPr>
        <p:grpSpPr>
          <a:xfrm>
            <a:off x="3683000" y="5940425"/>
            <a:ext cx="866457" cy="1365885"/>
            <a:chOff x="7366000" y="11880850"/>
            <a:chExt cx="1732914" cy="2731770"/>
          </a:xfrm>
        </p:grpSpPr>
        <p:sp>
          <p:nvSpPr>
            <p:cNvPr id="24" name="object 24"/>
            <p:cNvSpPr/>
            <p:nvPr/>
          </p:nvSpPr>
          <p:spPr>
            <a:xfrm>
              <a:off x="7404100" y="11918950"/>
              <a:ext cx="831215" cy="2654300"/>
            </a:xfrm>
            <a:custGeom>
              <a:avLst/>
              <a:gdLst/>
              <a:ahLst/>
              <a:cxnLst/>
              <a:rect l="l" t="t" r="r" b="b"/>
              <a:pathLst>
                <a:path w="831215" h="2654300">
                  <a:moveTo>
                    <a:pt x="0" y="0"/>
                  </a:moveTo>
                  <a:lnTo>
                    <a:pt x="831073" y="0"/>
                  </a:lnTo>
                  <a:lnTo>
                    <a:pt x="831073" y="2654300"/>
                  </a:lnTo>
                  <a:lnTo>
                    <a:pt x="0" y="2654300"/>
                  </a:lnTo>
                  <a:lnTo>
                    <a:pt x="0" y="0"/>
                  </a:lnTo>
                  <a:close/>
                </a:path>
              </a:pathLst>
            </a:custGeom>
            <a:ln w="50800">
              <a:solidFill>
                <a:srgbClr val="11A766"/>
              </a:solidFill>
            </a:ln>
          </p:spPr>
          <p:txBody>
            <a:bodyPr wrap="square" lIns="0" tIns="0" rIns="0" bIns="0" rtlCol="0"/>
            <a:lstStyle/>
            <a:p>
              <a:endParaRPr sz="900" dirty="0"/>
            </a:p>
          </p:txBody>
        </p:sp>
        <p:sp>
          <p:nvSpPr>
            <p:cNvPr id="25" name="object 25"/>
            <p:cNvSpPr/>
            <p:nvPr/>
          </p:nvSpPr>
          <p:spPr>
            <a:xfrm>
              <a:off x="8229600" y="12998450"/>
              <a:ext cx="831215" cy="1576070"/>
            </a:xfrm>
            <a:custGeom>
              <a:avLst/>
              <a:gdLst/>
              <a:ahLst/>
              <a:cxnLst/>
              <a:rect l="l" t="t" r="r" b="b"/>
              <a:pathLst>
                <a:path w="831215" h="1576069">
                  <a:moveTo>
                    <a:pt x="0" y="0"/>
                  </a:moveTo>
                  <a:lnTo>
                    <a:pt x="831073" y="0"/>
                  </a:lnTo>
                  <a:lnTo>
                    <a:pt x="831073" y="1575577"/>
                  </a:lnTo>
                  <a:lnTo>
                    <a:pt x="0" y="1575577"/>
                  </a:lnTo>
                  <a:lnTo>
                    <a:pt x="0" y="0"/>
                  </a:lnTo>
                  <a:close/>
                </a:path>
              </a:pathLst>
            </a:custGeom>
            <a:ln w="50800">
              <a:solidFill>
                <a:srgbClr val="11A766"/>
              </a:solidFill>
            </a:ln>
          </p:spPr>
          <p:txBody>
            <a:bodyPr wrap="square" lIns="0" tIns="0" rIns="0" bIns="0" rtlCol="0"/>
            <a:lstStyle/>
            <a:p>
              <a:endParaRPr sz="900"/>
            </a:p>
          </p:txBody>
        </p:sp>
      </p:grpSp>
      <p:sp>
        <p:nvSpPr>
          <p:cNvPr id="26" name="object 26"/>
          <p:cNvSpPr txBox="1"/>
          <p:nvPr/>
        </p:nvSpPr>
        <p:spPr>
          <a:xfrm>
            <a:off x="2689225" y="6029325"/>
            <a:ext cx="146050" cy="436880"/>
          </a:xfrm>
          <a:prstGeom prst="rect">
            <a:avLst/>
          </a:prstGeom>
        </p:spPr>
        <p:txBody>
          <a:bodyPr vert="horz" wrap="square" lIns="0" tIns="33020" rIns="0" bIns="0" rtlCol="0">
            <a:spAutoFit/>
          </a:bodyPr>
          <a:lstStyle/>
          <a:p>
            <a:pPr marL="6350" marR="2540" algn="just">
              <a:lnSpc>
                <a:spcPts val="1050"/>
              </a:lnSpc>
              <a:spcBef>
                <a:spcPts val="260"/>
              </a:spcBef>
            </a:pPr>
            <a:r>
              <a:rPr sz="1050" spc="-25" dirty="0">
                <a:solidFill>
                  <a:srgbClr val="212121"/>
                </a:solidFill>
                <a:latin typeface="Microsoft JhengHei"/>
                <a:cs typeface="Microsoft JhengHei"/>
              </a:rPr>
              <a:t>分数高</a:t>
            </a:r>
            <a:endParaRPr sz="1050">
              <a:latin typeface="Microsoft JhengHei"/>
              <a:cs typeface="Microsoft JhengHei"/>
            </a:endParaRPr>
          </a:p>
        </p:txBody>
      </p:sp>
      <p:sp>
        <p:nvSpPr>
          <p:cNvPr id="27" name="object 27"/>
          <p:cNvSpPr txBox="1"/>
          <p:nvPr/>
        </p:nvSpPr>
        <p:spPr>
          <a:xfrm>
            <a:off x="3830466" y="5991225"/>
            <a:ext cx="146050" cy="706120"/>
          </a:xfrm>
          <a:prstGeom prst="rect">
            <a:avLst/>
          </a:prstGeom>
        </p:spPr>
        <p:txBody>
          <a:bodyPr vert="horz" wrap="square" lIns="0" tIns="33020" rIns="0" bIns="0" rtlCol="0">
            <a:spAutoFit/>
          </a:bodyPr>
          <a:lstStyle/>
          <a:p>
            <a:pPr marL="6350" marR="2540" algn="just">
              <a:lnSpc>
                <a:spcPts val="1050"/>
              </a:lnSpc>
              <a:spcBef>
                <a:spcPts val="260"/>
              </a:spcBef>
            </a:pPr>
            <a:r>
              <a:rPr sz="1050" spc="-25" dirty="0">
                <a:solidFill>
                  <a:srgbClr val="212121"/>
                </a:solidFill>
                <a:latin typeface="Microsoft JhengHei"/>
                <a:cs typeface="Microsoft JhengHei"/>
              </a:rPr>
              <a:t>能跑到终点</a:t>
            </a:r>
            <a:endParaRPr sz="1050" dirty="0">
              <a:latin typeface="Microsoft JhengHei"/>
              <a:cs typeface="Microsoft JhengHei"/>
            </a:endParaRPr>
          </a:p>
        </p:txBody>
      </p:sp>
      <p:sp>
        <p:nvSpPr>
          <p:cNvPr id="28" name="object 28"/>
          <p:cNvSpPr txBox="1"/>
          <p:nvPr/>
        </p:nvSpPr>
        <p:spPr>
          <a:xfrm>
            <a:off x="4249566" y="6537325"/>
            <a:ext cx="146050" cy="706120"/>
          </a:xfrm>
          <a:prstGeom prst="rect">
            <a:avLst/>
          </a:prstGeom>
        </p:spPr>
        <p:txBody>
          <a:bodyPr vert="horz" wrap="square" lIns="0" tIns="33020" rIns="0" bIns="0" rtlCol="0">
            <a:spAutoFit/>
          </a:bodyPr>
          <a:lstStyle/>
          <a:p>
            <a:pPr marL="6350" marR="2540" algn="just">
              <a:lnSpc>
                <a:spcPts val="1050"/>
              </a:lnSpc>
              <a:spcBef>
                <a:spcPts val="260"/>
              </a:spcBef>
            </a:pPr>
            <a:r>
              <a:rPr sz="1050" spc="-25" dirty="0">
                <a:solidFill>
                  <a:srgbClr val="212121"/>
                </a:solidFill>
                <a:latin typeface="Microsoft JhengHei"/>
                <a:cs typeface="Microsoft JhengHei"/>
              </a:rPr>
              <a:t>不能到终点</a:t>
            </a:r>
            <a:endParaRPr sz="1050">
              <a:latin typeface="Microsoft JhengHei"/>
              <a:cs typeface="Microsoft JhengHei"/>
            </a:endParaRPr>
          </a:p>
        </p:txBody>
      </p:sp>
      <p:sp>
        <p:nvSpPr>
          <p:cNvPr id="29" name="object 29"/>
          <p:cNvSpPr txBox="1"/>
          <p:nvPr/>
        </p:nvSpPr>
        <p:spPr>
          <a:xfrm>
            <a:off x="2412771" y="7318375"/>
            <a:ext cx="1048385" cy="270510"/>
          </a:xfrm>
          <a:prstGeom prst="rect">
            <a:avLst/>
          </a:prstGeom>
        </p:spPr>
        <p:txBody>
          <a:bodyPr vert="horz" wrap="square" lIns="0" tIns="6350" rIns="0" bIns="0" rtlCol="0">
            <a:spAutoFit/>
          </a:bodyPr>
          <a:lstStyle/>
          <a:p>
            <a:pPr algn="ctr">
              <a:spcBef>
                <a:spcPts val="50"/>
              </a:spcBef>
            </a:pPr>
            <a:r>
              <a:rPr sz="900" spc="-8" dirty="0">
                <a:solidFill>
                  <a:srgbClr val="212121"/>
                </a:solidFill>
                <a:latin typeface="Microsoft JhengHei"/>
                <a:cs typeface="Microsoft JhengHei"/>
              </a:rPr>
              <a:t>这是比赛</a:t>
            </a:r>
            <a:endParaRPr sz="900">
              <a:latin typeface="Microsoft JhengHei"/>
              <a:cs typeface="Microsoft JhengHei"/>
            </a:endParaRPr>
          </a:p>
          <a:p>
            <a:pPr algn="ctr">
              <a:spcBef>
                <a:spcPts val="20"/>
              </a:spcBef>
            </a:pPr>
            <a:r>
              <a:rPr sz="800" spc="33" dirty="0">
                <a:solidFill>
                  <a:srgbClr val="212121"/>
                </a:solidFill>
                <a:latin typeface="Microsoft JhengHei"/>
                <a:cs typeface="Microsoft JhengHei"/>
              </a:rPr>
              <a:t>This</a:t>
            </a:r>
            <a:r>
              <a:rPr sz="800" spc="-18" dirty="0">
                <a:solidFill>
                  <a:srgbClr val="212121"/>
                </a:solidFill>
                <a:latin typeface="Microsoft JhengHei"/>
                <a:cs typeface="Microsoft JhengHei"/>
              </a:rPr>
              <a:t> </a:t>
            </a:r>
            <a:r>
              <a:rPr sz="800" spc="30" dirty="0">
                <a:solidFill>
                  <a:srgbClr val="212121"/>
                </a:solidFill>
                <a:latin typeface="Microsoft JhengHei"/>
                <a:cs typeface="Microsoft JhengHei"/>
              </a:rPr>
              <a:t>is</a:t>
            </a:r>
            <a:r>
              <a:rPr sz="800" spc="-18" dirty="0">
                <a:solidFill>
                  <a:srgbClr val="212121"/>
                </a:solidFill>
                <a:latin typeface="Microsoft JhengHei"/>
                <a:cs typeface="Microsoft JhengHei"/>
              </a:rPr>
              <a:t> </a:t>
            </a:r>
            <a:r>
              <a:rPr sz="800" spc="30" dirty="0">
                <a:solidFill>
                  <a:srgbClr val="212121"/>
                </a:solidFill>
                <a:latin typeface="Microsoft JhengHei"/>
                <a:cs typeface="Microsoft JhengHei"/>
              </a:rPr>
              <a:t>a</a:t>
            </a:r>
            <a:r>
              <a:rPr sz="800" spc="-18" dirty="0">
                <a:solidFill>
                  <a:srgbClr val="212121"/>
                </a:solidFill>
                <a:latin typeface="Microsoft JhengHei"/>
                <a:cs typeface="Microsoft JhengHei"/>
              </a:rPr>
              <a:t> </a:t>
            </a:r>
            <a:r>
              <a:rPr sz="800" spc="-5" dirty="0">
                <a:solidFill>
                  <a:srgbClr val="212121"/>
                </a:solidFill>
                <a:latin typeface="Microsoft JhengHei"/>
                <a:cs typeface="Microsoft JhengHei"/>
              </a:rPr>
              <a:t>competition</a:t>
            </a:r>
            <a:endParaRPr sz="800">
              <a:latin typeface="Microsoft JhengHei"/>
              <a:cs typeface="Microsoft JhengHei"/>
            </a:endParaRPr>
          </a:p>
        </p:txBody>
      </p:sp>
      <p:sp>
        <p:nvSpPr>
          <p:cNvPr id="30" name="object 30"/>
          <p:cNvSpPr txBox="1"/>
          <p:nvPr/>
        </p:nvSpPr>
        <p:spPr>
          <a:xfrm>
            <a:off x="3857119" y="7318375"/>
            <a:ext cx="509588" cy="270510"/>
          </a:xfrm>
          <a:prstGeom prst="rect">
            <a:avLst/>
          </a:prstGeom>
        </p:spPr>
        <p:txBody>
          <a:bodyPr vert="horz" wrap="square" lIns="0" tIns="6350" rIns="0" bIns="0" rtlCol="0">
            <a:spAutoFit/>
          </a:bodyPr>
          <a:lstStyle/>
          <a:p>
            <a:pPr marL="26035">
              <a:spcBef>
                <a:spcPts val="50"/>
              </a:spcBef>
            </a:pPr>
            <a:r>
              <a:rPr sz="900" spc="-8" dirty="0">
                <a:solidFill>
                  <a:srgbClr val="212121"/>
                </a:solidFill>
                <a:latin typeface="Microsoft JhengHei"/>
                <a:cs typeface="Microsoft JhengHei"/>
              </a:rPr>
              <a:t>这是人生</a:t>
            </a:r>
            <a:endParaRPr sz="900">
              <a:latin typeface="Microsoft JhengHei"/>
              <a:cs typeface="Microsoft JhengHei"/>
            </a:endParaRPr>
          </a:p>
          <a:p>
            <a:pPr marL="6350">
              <a:spcBef>
                <a:spcPts val="20"/>
              </a:spcBef>
            </a:pPr>
            <a:r>
              <a:rPr sz="800" spc="33" dirty="0">
                <a:solidFill>
                  <a:srgbClr val="212121"/>
                </a:solidFill>
                <a:latin typeface="Microsoft JhengHei"/>
                <a:cs typeface="Microsoft JhengHei"/>
              </a:rPr>
              <a:t>This</a:t>
            </a:r>
            <a:r>
              <a:rPr sz="800" spc="-18" dirty="0">
                <a:solidFill>
                  <a:srgbClr val="212121"/>
                </a:solidFill>
                <a:latin typeface="Microsoft JhengHei"/>
                <a:cs typeface="Microsoft JhengHei"/>
              </a:rPr>
              <a:t> </a:t>
            </a:r>
            <a:r>
              <a:rPr sz="800" spc="30" dirty="0">
                <a:solidFill>
                  <a:srgbClr val="212121"/>
                </a:solidFill>
                <a:latin typeface="Microsoft JhengHei"/>
                <a:cs typeface="Microsoft JhengHei"/>
              </a:rPr>
              <a:t>is</a:t>
            </a:r>
            <a:r>
              <a:rPr sz="800" spc="-15" dirty="0">
                <a:solidFill>
                  <a:srgbClr val="212121"/>
                </a:solidFill>
                <a:latin typeface="Microsoft JhengHei"/>
                <a:cs typeface="Microsoft JhengHei"/>
              </a:rPr>
              <a:t> </a:t>
            </a:r>
            <a:r>
              <a:rPr sz="800" spc="20" dirty="0">
                <a:solidFill>
                  <a:srgbClr val="212121"/>
                </a:solidFill>
                <a:latin typeface="Microsoft JhengHei"/>
                <a:cs typeface="Microsoft JhengHei"/>
              </a:rPr>
              <a:t>life</a:t>
            </a:r>
            <a:endParaRPr sz="800">
              <a:latin typeface="Microsoft JhengHei"/>
              <a:cs typeface="Microsoft JhengHei"/>
            </a:endParaRPr>
          </a:p>
        </p:txBody>
      </p:sp>
      <p:sp>
        <p:nvSpPr>
          <p:cNvPr id="31" name="object 31"/>
          <p:cNvSpPr txBox="1"/>
          <p:nvPr/>
        </p:nvSpPr>
        <p:spPr>
          <a:xfrm>
            <a:off x="2632852" y="5739813"/>
            <a:ext cx="267970" cy="167640"/>
          </a:xfrm>
          <a:prstGeom prst="rect">
            <a:avLst/>
          </a:prstGeom>
        </p:spPr>
        <p:txBody>
          <a:bodyPr vert="horz" wrap="square" lIns="0" tIns="6350" rIns="0" bIns="0" rtlCol="0">
            <a:spAutoFit/>
          </a:bodyPr>
          <a:lstStyle/>
          <a:p>
            <a:pPr marL="6350">
              <a:spcBef>
                <a:spcPts val="50"/>
              </a:spcBef>
            </a:pPr>
            <a:r>
              <a:rPr sz="1050" spc="88" dirty="0">
                <a:solidFill>
                  <a:srgbClr val="212121"/>
                </a:solidFill>
                <a:latin typeface="PMingLiU" panose="02020500000000000000" charset="-120"/>
                <a:cs typeface="PMingLiU" panose="02020500000000000000" charset="-120"/>
              </a:rPr>
              <a:t>Win</a:t>
            </a:r>
            <a:endParaRPr sz="1050" dirty="0">
              <a:latin typeface="PMingLiU" panose="02020500000000000000" charset="-120"/>
              <a:cs typeface="PMingLiU" panose="02020500000000000000" charset="-120"/>
            </a:endParaRPr>
          </a:p>
        </p:txBody>
      </p:sp>
      <p:sp>
        <p:nvSpPr>
          <p:cNvPr id="32" name="object 32"/>
          <p:cNvSpPr txBox="1"/>
          <p:nvPr/>
        </p:nvSpPr>
        <p:spPr>
          <a:xfrm>
            <a:off x="3775852" y="5748691"/>
            <a:ext cx="267970" cy="167640"/>
          </a:xfrm>
          <a:prstGeom prst="rect">
            <a:avLst/>
          </a:prstGeom>
        </p:spPr>
        <p:txBody>
          <a:bodyPr vert="horz" wrap="square" lIns="0" tIns="6350" rIns="0" bIns="0" rtlCol="0">
            <a:spAutoFit/>
          </a:bodyPr>
          <a:lstStyle/>
          <a:p>
            <a:pPr marL="6350">
              <a:spcBef>
                <a:spcPts val="50"/>
              </a:spcBef>
            </a:pPr>
            <a:r>
              <a:rPr sz="1050" spc="88" dirty="0">
                <a:solidFill>
                  <a:srgbClr val="212121"/>
                </a:solidFill>
                <a:latin typeface="PMingLiU" panose="02020500000000000000" charset="-120"/>
                <a:cs typeface="PMingLiU" panose="02020500000000000000" charset="-120"/>
              </a:rPr>
              <a:t>Win</a:t>
            </a:r>
            <a:endParaRPr sz="1050">
              <a:latin typeface="PMingLiU" panose="02020500000000000000" charset="-120"/>
              <a:cs typeface="PMingLiU" panose="02020500000000000000" charset="-120"/>
            </a:endParaRPr>
          </a:p>
        </p:txBody>
      </p:sp>
      <p:sp>
        <p:nvSpPr>
          <p:cNvPr id="33" name="object 33"/>
          <p:cNvSpPr txBox="1"/>
          <p:nvPr/>
        </p:nvSpPr>
        <p:spPr>
          <a:xfrm>
            <a:off x="3108325" y="6670675"/>
            <a:ext cx="146050" cy="436880"/>
          </a:xfrm>
          <a:prstGeom prst="rect">
            <a:avLst/>
          </a:prstGeom>
        </p:spPr>
        <p:txBody>
          <a:bodyPr vert="horz" wrap="square" lIns="0" tIns="33020" rIns="0" bIns="0" rtlCol="0">
            <a:spAutoFit/>
          </a:bodyPr>
          <a:lstStyle/>
          <a:p>
            <a:pPr marL="6350" marR="3175" algn="just">
              <a:lnSpc>
                <a:spcPts val="1050"/>
              </a:lnSpc>
              <a:spcBef>
                <a:spcPts val="260"/>
              </a:spcBef>
            </a:pPr>
            <a:r>
              <a:rPr sz="1050" spc="-25" dirty="0">
                <a:solidFill>
                  <a:srgbClr val="212121"/>
                </a:solidFill>
                <a:latin typeface="Microsoft JhengHei"/>
                <a:cs typeface="Microsoft JhengHei"/>
              </a:rPr>
              <a:t>分数低</a:t>
            </a:r>
            <a:endParaRPr sz="1050">
              <a:latin typeface="Microsoft JhengHei"/>
              <a:cs typeface="Microsoft JhengHei"/>
            </a:endParaRPr>
          </a:p>
        </p:txBody>
      </p:sp>
      <p:sp>
        <p:nvSpPr>
          <p:cNvPr id="34" name="object 34"/>
          <p:cNvSpPr/>
          <p:nvPr/>
        </p:nvSpPr>
        <p:spPr>
          <a:xfrm>
            <a:off x="2036325" y="5583238"/>
            <a:ext cx="2793683" cy="2036763"/>
          </a:xfrm>
          <a:custGeom>
            <a:avLst/>
            <a:gdLst/>
            <a:ahLst/>
            <a:cxnLst/>
            <a:rect l="l" t="t" r="r" b="b"/>
            <a:pathLst>
              <a:path w="5587365" h="4073525">
                <a:moveTo>
                  <a:pt x="5586971" y="3412121"/>
                </a:moveTo>
                <a:lnTo>
                  <a:pt x="5582120" y="3393389"/>
                </a:lnTo>
                <a:lnTo>
                  <a:pt x="5567553" y="3378924"/>
                </a:lnTo>
                <a:lnTo>
                  <a:pt x="5211953" y="3178899"/>
                </a:lnTo>
                <a:lnTo>
                  <a:pt x="5197564" y="3174238"/>
                </a:lnTo>
                <a:lnTo>
                  <a:pt x="5182997" y="3175406"/>
                </a:lnTo>
                <a:lnTo>
                  <a:pt x="5169941" y="3181959"/>
                </a:lnTo>
                <a:lnTo>
                  <a:pt x="5160073" y="3193427"/>
                </a:lnTo>
                <a:lnTo>
                  <a:pt x="5158994" y="3195472"/>
                </a:lnTo>
                <a:lnTo>
                  <a:pt x="5155260" y="3209455"/>
                </a:lnTo>
                <a:lnTo>
                  <a:pt x="5156886" y="3223412"/>
                </a:lnTo>
                <a:lnTo>
                  <a:pt x="5163477" y="3235858"/>
                </a:lnTo>
                <a:lnTo>
                  <a:pt x="5174589" y="3245307"/>
                </a:lnTo>
                <a:lnTo>
                  <a:pt x="5403418" y="3374034"/>
                </a:lnTo>
                <a:lnTo>
                  <a:pt x="578891" y="3374034"/>
                </a:lnTo>
                <a:lnTo>
                  <a:pt x="581774" y="183591"/>
                </a:lnTo>
                <a:lnTo>
                  <a:pt x="710298" y="412534"/>
                </a:lnTo>
                <a:lnTo>
                  <a:pt x="719734" y="423659"/>
                </a:lnTo>
                <a:lnTo>
                  <a:pt x="732180" y="430263"/>
                </a:lnTo>
                <a:lnTo>
                  <a:pt x="746125" y="431901"/>
                </a:lnTo>
                <a:lnTo>
                  <a:pt x="760107" y="428180"/>
                </a:lnTo>
                <a:lnTo>
                  <a:pt x="762165" y="427113"/>
                </a:lnTo>
                <a:lnTo>
                  <a:pt x="773633" y="417245"/>
                </a:lnTo>
                <a:lnTo>
                  <a:pt x="780199" y="404190"/>
                </a:lnTo>
                <a:lnTo>
                  <a:pt x="781392" y="389636"/>
                </a:lnTo>
                <a:lnTo>
                  <a:pt x="776744" y="375234"/>
                </a:lnTo>
                <a:lnTo>
                  <a:pt x="577037" y="19456"/>
                </a:lnTo>
                <a:lnTo>
                  <a:pt x="562571" y="4876"/>
                </a:lnTo>
                <a:lnTo>
                  <a:pt x="543852" y="0"/>
                </a:lnTo>
                <a:lnTo>
                  <a:pt x="525106" y="4838"/>
                </a:lnTo>
                <a:lnTo>
                  <a:pt x="510628" y="19392"/>
                </a:lnTo>
                <a:lnTo>
                  <a:pt x="310273" y="374815"/>
                </a:lnTo>
                <a:lnTo>
                  <a:pt x="305600" y="389204"/>
                </a:lnTo>
                <a:lnTo>
                  <a:pt x="306768" y="403771"/>
                </a:lnTo>
                <a:lnTo>
                  <a:pt x="339153" y="431393"/>
                </a:lnTo>
                <a:lnTo>
                  <a:pt x="376656" y="412229"/>
                </a:lnTo>
                <a:lnTo>
                  <a:pt x="505587" y="183502"/>
                </a:lnTo>
                <a:lnTo>
                  <a:pt x="502704" y="3374034"/>
                </a:lnTo>
                <a:lnTo>
                  <a:pt x="38100" y="3374021"/>
                </a:lnTo>
                <a:lnTo>
                  <a:pt x="2997" y="3397300"/>
                </a:lnTo>
                <a:lnTo>
                  <a:pt x="0" y="3412121"/>
                </a:lnTo>
                <a:lnTo>
                  <a:pt x="2997" y="3426955"/>
                </a:lnTo>
                <a:lnTo>
                  <a:pt x="11163" y="3439071"/>
                </a:lnTo>
                <a:lnTo>
                  <a:pt x="23266" y="3447237"/>
                </a:lnTo>
                <a:lnTo>
                  <a:pt x="38100" y="3450221"/>
                </a:lnTo>
                <a:lnTo>
                  <a:pt x="502627" y="3450221"/>
                </a:lnTo>
                <a:lnTo>
                  <a:pt x="502107" y="4035399"/>
                </a:lnTo>
                <a:lnTo>
                  <a:pt x="505091" y="4050233"/>
                </a:lnTo>
                <a:lnTo>
                  <a:pt x="513245" y="4062349"/>
                </a:lnTo>
                <a:lnTo>
                  <a:pt x="525348" y="4070527"/>
                </a:lnTo>
                <a:lnTo>
                  <a:pt x="540169" y="4073525"/>
                </a:lnTo>
                <a:lnTo>
                  <a:pt x="555002" y="4070553"/>
                </a:lnTo>
                <a:lnTo>
                  <a:pt x="567131" y="4062399"/>
                </a:lnTo>
                <a:lnTo>
                  <a:pt x="575297" y="4050296"/>
                </a:lnTo>
                <a:lnTo>
                  <a:pt x="578307" y="4035463"/>
                </a:lnTo>
                <a:lnTo>
                  <a:pt x="578827" y="3450221"/>
                </a:lnTo>
                <a:lnTo>
                  <a:pt x="5403443" y="3450221"/>
                </a:lnTo>
                <a:lnTo>
                  <a:pt x="5174589" y="3578949"/>
                </a:lnTo>
                <a:lnTo>
                  <a:pt x="5163134" y="3588829"/>
                </a:lnTo>
                <a:lnTo>
                  <a:pt x="5156581" y="3601872"/>
                </a:lnTo>
                <a:lnTo>
                  <a:pt x="5155400" y="3616439"/>
                </a:lnTo>
                <a:lnTo>
                  <a:pt x="5160073" y="3630828"/>
                </a:lnTo>
                <a:lnTo>
                  <a:pt x="5169941" y="3642283"/>
                </a:lnTo>
                <a:lnTo>
                  <a:pt x="5182997" y="3648837"/>
                </a:lnTo>
                <a:lnTo>
                  <a:pt x="5197564" y="3650018"/>
                </a:lnTo>
                <a:lnTo>
                  <a:pt x="5211953" y="3645357"/>
                </a:lnTo>
                <a:lnTo>
                  <a:pt x="5567553" y="3445332"/>
                </a:lnTo>
                <a:lnTo>
                  <a:pt x="5582120" y="3430854"/>
                </a:lnTo>
                <a:lnTo>
                  <a:pt x="5586971" y="3412121"/>
                </a:lnTo>
                <a:close/>
              </a:path>
            </a:pathLst>
          </a:custGeom>
          <a:solidFill>
            <a:srgbClr val="212121"/>
          </a:solidFill>
        </p:spPr>
        <p:txBody>
          <a:bodyPr wrap="square" lIns="0" tIns="0" rIns="0" bIns="0" rtlCol="0"/>
          <a:lstStyle/>
          <a:p>
            <a:endParaRPr sz="900"/>
          </a:p>
        </p:txBody>
      </p:sp>
      <p:pic>
        <p:nvPicPr>
          <p:cNvPr id="35" name="object 35"/>
          <p:cNvPicPr/>
          <p:nvPr/>
        </p:nvPicPr>
        <p:blipFill>
          <a:blip r:embed="rId2" cstate="print"/>
          <a:stretch>
            <a:fillRect/>
          </a:stretch>
        </p:blipFill>
        <p:spPr>
          <a:xfrm>
            <a:off x="3189837" y="8851900"/>
            <a:ext cx="486698" cy="2921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PMingLiU" panose="02020500000000000000" charset="-120"/>
                <a:cs typeface="PMingLiU" panose="02020500000000000000" charset="-120"/>
              </a:rPr>
              <a:t>宫了了的思维工具箱</a:t>
            </a:r>
            <a:endParaRPr sz="900">
              <a:latin typeface="PMingLiU" panose="02020500000000000000" charset="-120"/>
              <a:cs typeface="PMingLiU" panose="02020500000000000000" charset="-120"/>
            </a:endParaRPr>
          </a:p>
        </p:txBody>
      </p:sp>
      <p:sp>
        <p:nvSpPr>
          <p:cNvPr id="3" name="object 3"/>
          <p:cNvSpPr txBox="1"/>
          <p:nvPr/>
        </p:nvSpPr>
        <p:spPr>
          <a:xfrm>
            <a:off x="1479550" y="3150870"/>
            <a:ext cx="3902075" cy="376555"/>
          </a:xfrm>
          <a:prstGeom prst="rect">
            <a:avLst/>
          </a:prstGeom>
        </p:spPr>
        <p:txBody>
          <a:bodyPr vert="horz" wrap="square" lIns="0" tIns="6350" rIns="0" bIns="0" rtlCol="0">
            <a:spAutoFit/>
          </a:bodyPr>
          <a:lstStyle/>
          <a:p>
            <a:pPr marL="6350" marR="2540">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我们不是靠职业与工作来定义自己是谁，我们借以谋生的方式无法代表我们这个人。时常问问自己，你是谁？</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4" name="object 4"/>
          <p:cNvSpPr txBox="1"/>
          <p:nvPr/>
        </p:nvSpPr>
        <p:spPr>
          <a:xfrm>
            <a:off x="1708150" y="7437120"/>
            <a:ext cx="3442653" cy="376555"/>
          </a:xfrm>
          <a:prstGeom prst="rect">
            <a:avLst/>
          </a:prstGeom>
        </p:spPr>
        <p:txBody>
          <a:bodyPr vert="horz" wrap="square" lIns="0" tIns="6350" rIns="0" bIns="0" rtlCol="0">
            <a:spAutoFit/>
          </a:bodyPr>
          <a:lstStyle/>
          <a:p>
            <a:pPr marL="6350" marR="2540">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大型组织有时不符合人性，小型组织具有人性，各自独立、又互相合作，可以逆向授权，组织要始于人性。</a:t>
            </a:r>
            <a:endParaRPr sz="105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5" name="object 5"/>
          <p:cNvSpPr/>
          <p:nvPr/>
        </p:nvSpPr>
        <p:spPr>
          <a:xfrm>
            <a:off x="1492250" y="1219200"/>
            <a:ext cx="387033" cy="386715"/>
          </a:xfrm>
          <a:custGeom>
            <a:avLst/>
            <a:gdLst/>
            <a:ahLst/>
            <a:cxnLst/>
            <a:rect l="l" t="t" r="r" b="b"/>
            <a:pathLst>
              <a:path w="774064" h="773430">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4" h="773430">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4" h="773430">
                <a:moveTo>
                  <a:pt x="385104" y="0"/>
                </a:moveTo>
                <a:lnTo>
                  <a:pt x="336798" y="3000"/>
                </a:lnTo>
                <a:lnTo>
                  <a:pt x="433411" y="3000"/>
                </a:lnTo>
                <a:lnTo>
                  <a:pt x="385104" y="0"/>
                </a:lnTo>
                <a:close/>
              </a:path>
            </a:pathLst>
          </a:custGeom>
          <a:solidFill>
            <a:srgbClr val="11A766"/>
          </a:solidFill>
        </p:spPr>
        <p:txBody>
          <a:bodyPr wrap="square" lIns="0" tIns="0" rIns="0" bIns="0" rtlCol="0"/>
          <a:lstStyle/>
          <a:p>
            <a:endParaRPr sz="900"/>
          </a:p>
        </p:txBody>
      </p:sp>
      <p:sp>
        <p:nvSpPr>
          <p:cNvPr id="6" name="object 6"/>
          <p:cNvSpPr txBox="1"/>
          <p:nvPr/>
        </p:nvSpPr>
        <p:spPr>
          <a:xfrm>
            <a:off x="1537597" y="1287088"/>
            <a:ext cx="630927" cy="283210"/>
          </a:xfrm>
          <a:prstGeom prst="rect">
            <a:avLst/>
          </a:prstGeom>
        </p:spPr>
        <p:txBody>
          <a:bodyPr vert="horz" wrap="square" lIns="0" tIns="6350" rIns="0" bIns="0" rtlCol="0">
            <a:spAutoFit/>
          </a:bodyPr>
          <a:lstStyle/>
          <a:p>
            <a:pPr marL="6350">
              <a:spcBef>
                <a:spcPts val="50"/>
              </a:spcBef>
            </a:pPr>
            <a:r>
              <a:rPr b="1" spc="228"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09</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7" name="object 7"/>
          <p:cNvSpPr/>
          <p:nvPr/>
        </p:nvSpPr>
        <p:spPr>
          <a:xfrm>
            <a:off x="1885950" y="1257300"/>
            <a:ext cx="3098800" cy="336550"/>
          </a:xfrm>
          <a:custGeom>
            <a:avLst/>
            <a:gdLst/>
            <a:ahLst/>
            <a:cxnLst/>
            <a:rect l="l" t="t" r="r" b="b"/>
            <a:pathLst>
              <a:path w="6197600" h="673100">
                <a:moveTo>
                  <a:pt x="5861050" y="0"/>
                </a:moveTo>
                <a:lnTo>
                  <a:pt x="336550" y="0"/>
                </a:lnTo>
                <a:lnTo>
                  <a:pt x="290882" y="3072"/>
                </a:lnTo>
                <a:lnTo>
                  <a:pt x="247081" y="12021"/>
                </a:lnTo>
                <a:lnTo>
                  <a:pt x="205549" y="26446"/>
                </a:lnTo>
                <a:lnTo>
                  <a:pt x="166687" y="45947"/>
                </a:lnTo>
                <a:lnTo>
                  <a:pt x="130894" y="70122"/>
                </a:lnTo>
                <a:lnTo>
                  <a:pt x="98573" y="98571"/>
                </a:lnTo>
                <a:lnTo>
                  <a:pt x="70124" y="130891"/>
                </a:lnTo>
                <a:lnTo>
                  <a:pt x="45949" y="166684"/>
                </a:lnTo>
                <a:lnTo>
                  <a:pt x="26447" y="205547"/>
                </a:lnTo>
                <a:lnTo>
                  <a:pt x="12021" y="247079"/>
                </a:lnTo>
                <a:lnTo>
                  <a:pt x="3072" y="290880"/>
                </a:lnTo>
                <a:lnTo>
                  <a:pt x="0" y="336550"/>
                </a:lnTo>
                <a:lnTo>
                  <a:pt x="3072" y="382219"/>
                </a:lnTo>
                <a:lnTo>
                  <a:pt x="12021" y="426020"/>
                </a:lnTo>
                <a:lnTo>
                  <a:pt x="26447" y="467552"/>
                </a:lnTo>
                <a:lnTo>
                  <a:pt x="45949" y="506415"/>
                </a:lnTo>
                <a:lnTo>
                  <a:pt x="70124" y="542208"/>
                </a:lnTo>
                <a:lnTo>
                  <a:pt x="98573" y="574528"/>
                </a:lnTo>
                <a:lnTo>
                  <a:pt x="130894" y="602977"/>
                </a:lnTo>
                <a:lnTo>
                  <a:pt x="166687" y="627152"/>
                </a:lnTo>
                <a:lnTo>
                  <a:pt x="205549" y="646653"/>
                </a:lnTo>
                <a:lnTo>
                  <a:pt x="247081" y="661078"/>
                </a:lnTo>
                <a:lnTo>
                  <a:pt x="290882" y="670027"/>
                </a:lnTo>
                <a:lnTo>
                  <a:pt x="336550" y="673100"/>
                </a:lnTo>
                <a:lnTo>
                  <a:pt x="5861050" y="673100"/>
                </a:lnTo>
                <a:lnTo>
                  <a:pt x="5906717" y="670027"/>
                </a:lnTo>
                <a:lnTo>
                  <a:pt x="5950518" y="661078"/>
                </a:lnTo>
                <a:lnTo>
                  <a:pt x="5992050" y="646653"/>
                </a:lnTo>
                <a:lnTo>
                  <a:pt x="6030912" y="627152"/>
                </a:lnTo>
                <a:lnTo>
                  <a:pt x="6066705" y="602977"/>
                </a:lnTo>
                <a:lnTo>
                  <a:pt x="6099026" y="574528"/>
                </a:lnTo>
                <a:lnTo>
                  <a:pt x="6127475" y="542208"/>
                </a:lnTo>
                <a:lnTo>
                  <a:pt x="6151650" y="506415"/>
                </a:lnTo>
                <a:lnTo>
                  <a:pt x="6171152" y="467552"/>
                </a:lnTo>
                <a:lnTo>
                  <a:pt x="6185578" y="426020"/>
                </a:lnTo>
                <a:lnTo>
                  <a:pt x="6194527" y="382219"/>
                </a:lnTo>
                <a:lnTo>
                  <a:pt x="6197600" y="336550"/>
                </a:lnTo>
                <a:lnTo>
                  <a:pt x="6194527" y="290880"/>
                </a:lnTo>
                <a:lnTo>
                  <a:pt x="6185578" y="247079"/>
                </a:lnTo>
                <a:lnTo>
                  <a:pt x="6171152" y="205547"/>
                </a:lnTo>
                <a:lnTo>
                  <a:pt x="6151650" y="166684"/>
                </a:lnTo>
                <a:lnTo>
                  <a:pt x="6127475" y="130891"/>
                </a:lnTo>
                <a:lnTo>
                  <a:pt x="6099026" y="98571"/>
                </a:lnTo>
                <a:lnTo>
                  <a:pt x="6066705" y="70122"/>
                </a:lnTo>
                <a:lnTo>
                  <a:pt x="6030912" y="45947"/>
                </a:lnTo>
                <a:lnTo>
                  <a:pt x="5992050" y="26446"/>
                </a:lnTo>
                <a:lnTo>
                  <a:pt x="5950518" y="12021"/>
                </a:lnTo>
                <a:lnTo>
                  <a:pt x="5906717" y="3072"/>
                </a:lnTo>
                <a:lnTo>
                  <a:pt x="5861050" y="0"/>
                </a:lnTo>
                <a:close/>
              </a:path>
            </a:pathLst>
          </a:custGeom>
          <a:solidFill>
            <a:srgbClr val="212121"/>
          </a:solidFill>
        </p:spPr>
        <p:txBody>
          <a:bodyPr wrap="square" lIns="0" tIns="0" rIns="0" bIns="0" rtlCol="0"/>
          <a:lstStyle/>
          <a:p>
            <a:endParaRPr sz="900"/>
          </a:p>
        </p:txBody>
      </p:sp>
      <p:sp>
        <p:nvSpPr>
          <p:cNvPr id="8" name="object 8"/>
          <p:cNvSpPr txBox="1"/>
          <p:nvPr/>
        </p:nvSpPr>
        <p:spPr>
          <a:xfrm>
            <a:off x="1936635" y="1299932"/>
            <a:ext cx="3182303" cy="465455"/>
          </a:xfrm>
          <a:prstGeom prst="rect">
            <a:avLst/>
          </a:prstGeom>
        </p:spPr>
        <p:txBody>
          <a:bodyPr vert="horz" wrap="square" lIns="0" tIns="6350" rIns="0" bIns="0" rtlCol="0">
            <a:spAutoFit/>
          </a:bodyPr>
          <a:lstStyle/>
          <a:p>
            <a:pPr marL="328930">
              <a:spcBef>
                <a:spcPts val="50"/>
              </a:spcBef>
            </a:pPr>
            <a:r>
              <a:rPr sz="1500" b="1" spc="-8" dirty="0">
                <a:solidFill>
                  <a:srgbClr val="FFFFFF"/>
                </a:solidFill>
                <a:latin typeface="江城圆体 600W" panose="020B0800000000000000" pitchFamily="34" charset="-128"/>
                <a:ea typeface="江城圆体 600W" panose="020B0800000000000000" pitchFamily="34" charset="-128"/>
                <a:cs typeface="Microsoft JhengHei"/>
              </a:rPr>
              <a:t>你是谁，比你做什么更重要</a:t>
            </a:r>
            <a:endParaRPr sz="1500" b="1" dirty="0">
              <a:latin typeface="江城圆体 600W" panose="020B0800000000000000" pitchFamily="34" charset="-128"/>
              <a:ea typeface="江城圆体 600W" panose="020B0800000000000000" pitchFamily="34" charset="-128"/>
              <a:cs typeface="Microsoft JhengHei"/>
            </a:endParaRPr>
          </a:p>
          <a:p>
            <a:pPr marL="6350">
              <a:spcBef>
                <a:spcPts val="700"/>
              </a:spcBef>
            </a:pPr>
            <a:r>
              <a:rPr sz="900" b="1" spc="-18" dirty="0">
                <a:solidFill>
                  <a:srgbClr val="212121"/>
                </a:solidFill>
                <a:latin typeface="江城圆体 600W" panose="020B0800000000000000" pitchFamily="34" charset="-128"/>
                <a:ea typeface="江城圆体 600W" panose="020B0800000000000000" pitchFamily="34" charset="-128"/>
                <a:cs typeface="Microsoft JhengHei"/>
              </a:rPr>
              <a:t>Who</a:t>
            </a:r>
            <a:r>
              <a:rPr sz="900" b="1" dirty="0">
                <a:solidFill>
                  <a:srgbClr val="212121"/>
                </a:solidFill>
                <a:latin typeface="江城圆体 600W" panose="020B0800000000000000" pitchFamily="34" charset="-128"/>
                <a:ea typeface="江城圆体 600W" panose="020B0800000000000000" pitchFamily="34" charset="-128"/>
                <a:cs typeface="Microsoft JhengHei"/>
              </a:rPr>
              <a:t> you</a:t>
            </a:r>
            <a:r>
              <a:rPr sz="900" b="1" spc="3"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35" dirty="0">
                <a:solidFill>
                  <a:srgbClr val="212121"/>
                </a:solidFill>
                <a:latin typeface="江城圆体 600W" panose="020B0800000000000000" pitchFamily="34" charset="-128"/>
                <a:ea typeface="江城圆体 600W" panose="020B0800000000000000" pitchFamily="34" charset="-128"/>
                <a:cs typeface="Microsoft JhengHei"/>
              </a:rPr>
              <a:t>are</a:t>
            </a:r>
            <a:r>
              <a:rPr sz="900" b="1" spc="3"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35" dirty="0">
                <a:solidFill>
                  <a:srgbClr val="212121"/>
                </a:solidFill>
                <a:latin typeface="江城圆体 600W" panose="020B0800000000000000" pitchFamily="34" charset="-128"/>
                <a:ea typeface="江城圆体 600W" panose="020B0800000000000000" pitchFamily="34" charset="-128"/>
                <a:cs typeface="Microsoft JhengHei"/>
              </a:rPr>
              <a:t>is</a:t>
            </a:r>
            <a:r>
              <a:rPr sz="900" b="1" spc="3" dirty="0">
                <a:solidFill>
                  <a:srgbClr val="212121"/>
                </a:solidFill>
                <a:latin typeface="江城圆体 600W" panose="020B0800000000000000" pitchFamily="34" charset="-128"/>
                <a:ea typeface="江城圆体 600W" panose="020B0800000000000000" pitchFamily="34" charset="-128"/>
                <a:cs typeface="Microsoft JhengHei"/>
              </a:rPr>
              <a:t> </a:t>
            </a:r>
            <a:r>
              <a:rPr sz="900" b="1" dirty="0">
                <a:solidFill>
                  <a:srgbClr val="212121"/>
                </a:solidFill>
                <a:latin typeface="江城圆体 600W" panose="020B0800000000000000" pitchFamily="34" charset="-128"/>
                <a:ea typeface="江城圆体 600W" panose="020B0800000000000000" pitchFamily="34" charset="-128"/>
                <a:cs typeface="Microsoft JhengHei"/>
              </a:rPr>
              <a:t>more</a:t>
            </a:r>
            <a:r>
              <a:rPr sz="900" b="1" spc="3"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33" dirty="0">
                <a:solidFill>
                  <a:srgbClr val="212121"/>
                </a:solidFill>
                <a:latin typeface="江城圆体 600W" panose="020B0800000000000000" pitchFamily="34" charset="-128"/>
                <a:ea typeface="江城圆体 600W" panose="020B0800000000000000" pitchFamily="34" charset="-128"/>
                <a:cs typeface="Microsoft JhengHei"/>
              </a:rPr>
              <a:t>important</a:t>
            </a:r>
            <a:r>
              <a:rPr sz="900" b="1" spc="3"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33" dirty="0">
                <a:solidFill>
                  <a:srgbClr val="212121"/>
                </a:solidFill>
                <a:latin typeface="江城圆体 600W" panose="020B0800000000000000" pitchFamily="34" charset="-128"/>
                <a:ea typeface="江城圆体 600W" panose="020B0800000000000000" pitchFamily="34" charset="-128"/>
                <a:cs typeface="Microsoft JhengHei"/>
              </a:rPr>
              <a:t>than</a:t>
            </a:r>
            <a:r>
              <a:rPr sz="900" b="1" spc="3"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45" dirty="0">
                <a:solidFill>
                  <a:srgbClr val="212121"/>
                </a:solidFill>
                <a:latin typeface="江城圆体 600W" panose="020B0800000000000000" pitchFamily="34" charset="-128"/>
                <a:ea typeface="江城圆体 600W" panose="020B0800000000000000" pitchFamily="34" charset="-128"/>
                <a:cs typeface="Microsoft JhengHei"/>
              </a:rPr>
              <a:t>what</a:t>
            </a:r>
            <a:r>
              <a:rPr sz="900" b="1" spc="3" dirty="0">
                <a:solidFill>
                  <a:srgbClr val="212121"/>
                </a:solidFill>
                <a:latin typeface="江城圆体 600W" panose="020B0800000000000000" pitchFamily="34" charset="-128"/>
                <a:ea typeface="江城圆体 600W" panose="020B0800000000000000" pitchFamily="34" charset="-128"/>
                <a:cs typeface="Microsoft JhengHei"/>
              </a:rPr>
              <a:t> </a:t>
            </a:r>
            <a:r>
              <a:rPr sz="900" b="1" dirty="0">
                <a:solidFill>
                  <a:srgbClr val="212121"/>
                </a:solidFill>
                <a:latin typeface="江城圆体 600W" panose="020B0800000000000000" pitchFamily="34" charset="-128"/>
                <a:ea typeface="江城圆体 600W" panose="020B0800000000000000" pitchFamily="34" charset="-128"/>
                <a:cs typeface="Microsoft JhengHei"/>
              </a:rPr>
              <a:t>you</a:t>
            </a:r>
            <a:r>
              <a:rPr sz="900" b="1" spc="3"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13" dirty="0">
                <a:solidFill>
                  <a:srgbClr val="212121"/>
                </a:solidFill>
                <a:latin typeface="江城圆体 600W" panose="020B0800000000000000" pitchFamily="34" charset="-128"/>
                <a:ea typeface="江城圆体 600W" panose="020B0800000000000000" pitchFamily="34" charset="-128"/>
                <a:cs typeface="Microsoft JhengHei"/>
              </a:rPr>
              <a:t>do</a:t>
            </a:r>
            <a:endParaRPr sz="900" b="1" dirty="0">
              <a:latin typeface="江城圆体 600W" panose="020B0800000000000000" pitchFamily="34" charset="-128"/>
              <a:ea typeface="江城圆体 600W" panose="020B0800000000000000" pitchFamily="34" charset="-128"/>
              <a:cs typeface="Microsoft JhengHei"/>
            </a:endParaRPr>
          </a:p>
        </p:txBody>
      </p:sp>
      <p:sp>
        <p:nvSpPr>
          <p:cNvPr id="9" name="object 9"/>
          <p:cNvSpPr/>
          <p:nvPr/>
        </p:nvSpPr>
        <p:spPr>
          <a:xfrm>
            <a:off x="1809750" y="4362450"/>
            <a:ext cx="387033" cy="386715"/>
          </a:xfrm>
          <a:custGeom>
            <a:avLst/>
            <a:gdLst/>
            <a:ahLst/>
            <a:cxnLst/>
            <a:rect l="l" t="t" r="r" b="b"/>
            <a:pathLst>
              <a:path w="774064" h="773429">
                <a:moveTo>
                  <a:pt x="766838" y="714573"/>
                </a:moveTo>
                <a:lnTo>
                  <a:pt x="584610" y="714573"/>
                </a:lnTo>
                <a:lnTo>
                  <a:pt x="613492" y="715671"/>
                </a:lnTo>
                <a:lnTo>
                  <a:pt x="656308" y="733669"/>
                </a:lnTo>
                <a:lnTo>
                  <a:pt x="703243" y="756683"/>
                </a:lnTo>
                <a:lnTo>
                  <a:pt x="744482" y="772826"/>
                </a:lnTo>
                <a:lnTo>
                  <a:pt x="770209" y="770214"/>
                </a:lnTo>
                <a:lnTo>
                  <a:pt x="773628" y="741225"/>
                </a:lnTo>
                <a:lnTo>
                  <a:pt x="766838" y="714573"/>
                </a:lnTo>
                <a:close/>
              </a:path>
              <a:path w="774064" h="773429">
                <a:moveTo>
                  <a:pt x="385104" y="0"/>
                </a:moveTo>
                <a:lnTo>
                  <a:pt x="336798" y="3000"/>
                </a:lnTo>
                <a:lnTo>
                  <a:pt x="290282" y="11761"/>
                </a:lnTo>
                <a:lnTo>
                  <a:pt x="245917" y="25922"/>
                </a:lnTo>
                <a:lnTo>
                  <a:pt x="204065" y="45121"/>
                </a:lnTo>
                <a:lnTo>
                  <a:pt x="165086" y="68998"/>
                </a:lnTo>
                <a:lnTo>
                  <a:pt x="129341" y="97192"/>
                </a:lnTo>
                <a:lnTo>
                  <a:pt x="97191" y="129342"/>
                </a:lnTo>
                <a:lnTo>
                  <a:pt x="68998" y="165087"/>
                </a:lnTo>
                <a:lnTo>
                  <a:pt x="45121" y="204066"/>
                </a:lnTo>
                <a:lnTo>
                  <a:pt x="25921" y="245919"/>
                </a:lnTo>
                <a:lnTo>
                  <a:pt x="11761" y="290283"/>
                </a:lnTo>
                <a:lnTo>
                  <a:pt x="3000" y="336800"/>
                </a:lnTo>
                <a:lnTo>
                  <a:pt x="0" y="385107"/>
                </a:lnTo>
                <a:lnTo>
                  <a:pt x="3000" y="433414"/>
                </a:lnTo>
                <a:lnTo>
                  <a:pt x="11761" y="479930"/>
                </a:lnTo>
                <a:lnTo>
                  <a:pt x="25921" y="524295"/>
                </a:lnTo>
                <a:lnTo>
                  <a:pt x="45121" y="566148"/>
                </a:lnTo>
                <a:lnTo>
                  <a:pt x="68998" y="605127"/>
                </a:lnTo>
                <a:lnTo>
                  <a:pt x="97191" y="640872"/>
                </a:lnTo>
                <a:lnTo>
                  <a:pt x="129341" y="673022"/>
                </a:lnTo>
                <a:lnTo>
                  <a:pt x="165086" y="701216"/>
                </a:lnTo>
                <a:lnTo>
                  <a:pt x="204065" y="725093"/>
                </a:lnTo>
                <a:lnTo>
                  <a:pt x="245917" y="744292"/>
                </a:lnTo>
                <a:lnTo>
                  <a:pt x="290282" y="758452"/>
                </a:lnTo>
                <a:lnTo>
                  <a:pt x="336798" y="767213"/>
                </a:lnTo>
                <a:lnTo>
                  <a:pt x="385104" y="770214"/>
                </a:lnTo>
                <a:lnTo>
                  <a:pt x="438906" y="766486"/>
                </a:lnTo>
                <a:lnTo>
                  <a:pt x="490425" y="755635"/>
                </a:lnTo>
                <a:lnTo>
                  <a:pt x="539160" y="738163"/>
                </a:lnTo>
                <a:lnTo>
                  <a:pt x="584610" y="714573"/>
                </a:lnTo>
                <a:lnTo>
                  <a:pt x="766838" y="714573"/>
                </a:lnTo>
                <a:lnTo>
                  <a:pt x="761491" y="693585"/>
                </a:lnTo>
                <a:lnTo>
                  <a:pt x="743535" y="639255"/>
                </a:lnTo>
                <a:lnTo>
                  <a:pt x="729499" y="590198"/>
                </a:lnTo>
                <a:lnTo>
                  <a:pt x="729122" y="558375"/>
                </a:lnTo>
                <a:lnTo>
                  <a:pt x="746630" y="518094"/>
                </a:lnTo>
                <a:lnTo>
                  <a:pt x="759521" y="475581"/>
                </a:lnTo>
                <a:lnTo>
                  <a:pt x="767485" y="431148"/>
                </a:lnTo>
                <a:lnTo>
                  <a:pt x="770209" y="385107"/>
                </a:lnTo>
                <a:lnTo>
                  <a:pt x="767208" y="336800"/>
                </a:lnTo>
                <a:lnTo>
                  <a:pt x="758447" y="290283"/>
                </a:lnTo>
                <a:lnTo>
                  <a:pt x="744287" y="245919"/>
                </a:lnTo>
                <a:lnTo>
                  <a:pt x="725088" y="204066"/>
                </a:lnTo>
                <a:lnTo>
                  <a:pt x="701211" y="165087"/>
                </a:lnTo>
                <a:lnTo>
                  <a:pt x="673017" y="129342"/>
                </a:lnTo>
                <a:lnTo>
                  <a:pt x="640867" y="97192"/>
                </a:lnTo>
                <a:lnTo>
                  <a:pt x="605122" y="68998"/>
                </a:lnTo>
                <a:lnTo>
                  <a:pt x="566144" y="45121"/>
                </a:lnTo>
                <a:lnTo>
                  <a:pt x="524291" y="25922"/>
                </a:lnTo>
                <a:lnTo>
                  <a:pt x="479927" y="11761"/>
                </a:lnTo>
                <a:lnTo>
                  <a:pt x="433411" y="3000"/>
                </a:lnTo>
                <a:lnTo>
                  <a:pt x="385104" y="0"/>
                </a:lnTo>
                <a:close/>
              </a:path>
            </a:pathLst>
          </a:custGeom>
          <a:solidFill>
            <a:srgbClr val="11A766"/>
          </a:solidFill>
        </p:spPr>
        <p:txBody>
          <a:bodyPr wrap="square" lIns="0" tIns="0" rIns="0" bIns="0" rtlCol="0"/>
          <a:lstStyle/>
          <a:p>
            <a:endParaRPr sz="900"/>
          </a:p>
        </p:txBody>
      </p:sp>
      <p:sp>
        <p:nvSpPr>
          <p:cNvPr id="10" name="object 10"/>
          <p:cNvSpPr txBox="1"/>
          <p:nvPr/>
        </p:nvSpPr>
        <p:spPr>
          <a:xfrm>
            <a:off x="1833564" y="4424261"/>
            <a:ext cx="559597" cy="283210"/>
          </a:xfrm>
          <a:prstGeom prst="rect">
            <a:avLst/>
          </a:prstGeom>
        </p:spPr>
        <p:txBody>
          <a:bodyPr vert="horz" wrap="square" lIns="0" tIns="6350" rIns="0" bIns="0" rtlCol="0">
            <a:spAutoFit/>
          </a:bodyPr>
          <a:lstStyle/>
          <a:p>
            <a:pPr marL="6350">
              <a:spcBef>
                <a:spcPts val="50"/>
              </a:spcBef>
            </a:pPr>
            <a:r>
              <a:rPr b="1" spc="228"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10</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1" name="object 11"/>
          <p:cNvSpPr/>
          <p:nvPr/>
        </p:nvSpPr>
        <p:spPr>
          <a:xfrm>
            <a:off x="2203450" y="4400550"/>
            <a:ext cx="2470150" cy="336550"/>
          </a:xfrm>
          <a:custGeom>
            <a:avLst/>
            <a:gdLst/>
            <a:ahLst/>
            <a:cxnLst/>
            <a:rect l="l" t="t" r="r" b="b"/>
            <a:pathLst>
              <a:path w="4940300" h="673100">
                <a:moveTo>
                  <a:pt x="4603750" y="0"/>
                </a:moveTo>
                <a:lnTo>
                  <a:pt x="336550" y="0"/>
                </a:lnTo>
                <a:lnTo>
                  <a:pt x="290882" y="3072"/>
                </a:lnTo>
                <a:lnTo>
                  <a:pt x="247081" y="12021"/>
                </a:lnTo>
                <a:lnTo>
                  <a:pt x="205549" y="26447"/>
                </a:lnTo>
                <a:lnTo>
                  <a:pt x="166687" y="45949"/>
                </a:lnTo>
                <a:lnTo>
                  <a:pt x="130894" y="70124"/>
                </a:lnTo>
                <a:lnTo>
                  <a:pt x="98573" y="98573"/>
                </a:lnTo>
                <a:lnTo>
                  <a:pt x="70124" y="130894"/>
                </a:lnTo>
                <a:lnTo>
                  <a:pt x="45949" y="166687"/>
                </a:lnTo>
                <a:lnTo>
                  <a:pt x="26447" y="205549"/>
                </a:lnTo>
                <a:lnTo>
                  <a:pt x="12021" y="247081"/>
                </a:lnTo>
                <a:lnTo>
                  <a:pt x="3072" y="290882"/>
                </a:lnTo>
                <a:lnTo>
                  <a:pt x="0" y="336550"/>
                </a:lnTo>
                <a:lnTo>
                  <a:pt x="3072" y="382217"/>
                </a:lnTo>
                <a:lnTo>
                  <a:pt x="12021" y="426018"/>
                </a:lnTo>
                <a:lnTo>
                  <a:pt x="26447" y="467550"/>
                </a:lnTo>
                <a:lnTo>
                  <a:pt x="45949" y="506412"/>
                </a:lnTo>
                <a:lnTo>
                  <a:pt x="70124" y="542205"/>
                </a:lnTo>
                <a:lnTo>
                  <a:pt x="98573" y="574526"/>
                </a:lnTo>
                <a:lnTo>
                  <a:pt x="130894" y="602975"/>
                </a:lnTo>
                <a:lnTo>
                  <a:pt x="166687" y="627150"/>
                </a:lnTo>
                <a:lnTo>
                  <a:pt x="205549" y="646652"/>
                </a:lnTo>
                <a:lnTo>
                  <a:pt x="247081" y="661078"/>
                </a:lnTo>
                <a:lnTo>
                  <a:pt x="290882" y="670027"/>
                </a:lnTo>
                <a:lnTo>
                  <a:pt x="336550" y="673100"/>
                </a:lnTo>
                <a:lnTo>
                  <a:pt x="4603750" y="673100"/>
                </a:lnTo>
                <a:lnTo>
                  <a:pt x="4649417" y="670027"/>
                </a:lnTo>
                <a:lnTo>
                  <a:pt x="4693218" y="661078"/>
                </a:lnTo>
                <a:lnTo>
                  <a:pt x="4734750" y="646652"/>
                </a:lnTo>
                <a:lnTo>
                  <a:pt x="4773612" y="627150"/>
                </a:lnTo>
                <a:lnTo>
                  <a:pt x="4809405" y="602975"/>
                </a:lnTo>
                <a:lnTo>
                  <a:pt x="4841726" y="574526"/>
                </a:lnTo>
                <a:lnTo>
                  <a:pt x="4870175" y="542205"/>
                </a:lnTo>
                <a:lnTo>
                  <a:pt x="4894350" y="506412"/>
                </a:lnTo>
                <a:lnTo>
                  <a:pt x="4913852" y="467550"/>
                </a:lnTo>
                <a:lnTo>
                  <a:pt x="4928278" y="426018"/>
                </a:lnTo>
                <a:lnTo>
                  <a:pt x="4937227" y="382217"/>
                </a:lnTo>
                <a:lnTo>
                  <a:pt x="4940300" y="336550"/>
                </a:lnTo>
                <a:lnTo>
                  <a:pt x="4937227" y="290882"/>
                </a:lnTo>
                <a:lnTo>
                  <a:pt x="4928278" y="247081"/>
                </a:lnTo>
                <a:lnTo>
                  <a:pt x="4913852" y="205549"/>
                </a:lnTo>
                <a:lnTo>
                  <a:pt x="4894350" y="166687"/>
                </a:lnTo>
                <a:lnTo>
                  <a:pt x="4870175" y="130894"/>
                </a:lnTo>
                <a:lnTo>
                  <a:pt x="4841726" y="98573"/>
                </a:lnTo>
                <a:lnTo>
                  <a:pt x="4809405" y="70124"/>
                </a:lnTo>
                <a:lnTo>
                  <a:pt x="4773612" y="45949"/>
                </a:lnTo>
                <a:lnTo>
                  <a:pt x="4734750" y="26447"/>
                </a:lnTo>
                <a:lnTo>
                  <a:pt x="4693218" y="12021"/>
                </a:lnTo>
                <a:lnTo>
                  <a:pt x="4649417" y="3072"/>
                </a:lnTo>
                <a:lnTo>
                  <a:pt x="4603750" y="0"/>
                </a:lnTo>
                <a:close/>
              </a:path>
            </a:pathLst>
          </a:custGeom>
          <a:solidFill>
            <a:srgbClr val="212121"/>
          </a:solidFill>
        </p:spPr>
        <p:txBody>
          <a:bodyPr wrap="square" lIns="0" tIns="0" rIns="0" bIns="0" rtlCol="0"/>
          <a:lstStyle/>
          <a:p>
            <a:endParaRPr sz="900"/>
          </a:p>
        </p:txBody>
      </p:sp>
      <p:sp>
        <p:nvSpPr>
          <p:cNvPr id="12" name="object 12"/>
          <p:cNvSpPr txBox="1"/>
          <p:nvPr/>
        </p:nvSpPr>
        <p:spPr>
          <a:xfrm>
            <a:off x="2839121" y="4461107"/>
            <a:ext cx="1143257" cy="465455"/>
          </a:xfrm>
          <a:prstGeom prst="rect">
            <a:avLst/>
          </a:prstGeom>
        </p:spPr>
        <p:txBody>
          <a:bodyPr vert="horz" wrap="square" lIns="0" tIns="6350" rIns="0" bIns="0" rtlCol="0">
            <a:spAutoFit/>
          </a:bodyPr>
          <a:lstStyle/>
          <a:p>
            <a:pPr marL="25400" algn="ctr">
              <a:spcBef>
                <a:spcPts val="50"/>
              </a:spcBef>
            </a:pPr>
            <a:r>
              <a:rPr sz="1500" b="1" spc="-10" dirty="0">
                <a:solidFill>
                  <a:srgbClr val="FFFFFF"/>
                </a:solidFill>
                <a:latin typeface="江城圆体 600W" panose="020B0800000000000000" pitchFamily="34" charset="-128"/>
                <a:ea typeface="江城圆体 600W" panose="020B0800000000000000" pitchFamily="34" charset="-128"/>
                <a:cs typeface="Microsoft JhengHei"/>
              </a:rPr>
              <a:t>小即是美</a:t>
            </a:r>
            <a:endParaRPr sz="1500" b="1" dirty="0">
              <a:latin typeface="江城圆体 600W" panose="020B0800000000000000" pitchFamily="34" charset="-128"/>
              <a:ea typeface="江城圆体 600W" panose="020B0800000000000000" pitchFamily="34" charset="-128"/>
              <a:cs typeface="Microsoft JhengHei"/>
            </a:endParaRPr>
          </a:p>
          <a:p>
            <a:pPr algn="ctr">
              <a:spcBef>
                <a:spcPts val="700"/>
              </a:spcBef>
            </a:pPr>
            <a:r>
              <a:rPr sz="900" b="1" spc="40" dirty="0">
                <a:solidFill>
                  <a:srgbClr val="212121"/>
                </a:solidFill>
                <a:latin typeface="江城圆体 600W" panose="020B0800000000000000" pitchFamily="34" charset="-128"/>
                <a:ea typeface="江城圆体 600W" panose="020B0800000000000000" pitchFamily="34" charset="-128"/>
                <a:cs typeface="Microsoft JhengHei"/>
              </a:rPr>
              <a:t>Small</a:t>
            </a:r>
            <a:r>
              <a:rPr sz="900" b="1" spc="-20"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35" dirty="0">
                <a:solidFill>
                  <a:srgbClr val="212121"/>
                </a:solidFill>
                <a:latin typeface="江城圆体 600W" panose="020B0800000000000000" pitchFamily="34" charset="-128"/>
                <a:ea typeface="江城圆体 600W" panose="020B0800000000000000" pitchFamily="34" charset="-128"/>
                <a:cs typeface="Microsoft JhengHei"/>
              </a:rPr>
              <a:t>is</a:t>
            </a:r>
            <a:r>
              <a:rPr sz="900" b="1" spc="-18"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23" dirty="0">
                <a:solidFill>
                  <a:srgbClr val="212121"/>
                </a:solidFill>
                <a:latin typeface="江城圆体 600W" panose="020B0800000000000000" pitchFamily="34" charset="-128"/>
                <a:ea typeface="江城圆体 600W" panose="020B0800000000000000" pitchFamily="34" charset="-128"/>
                <a:cs typeface="Microsoft JhengHei"/>
              </a:rPr>
              <a:t>beautiful</a:t>
            </a:r>
            <a:endParaRPr sz="900" b="1" dirty="0">
              <a:latin typeface="江城圆体 600W" panose="020B0800000000000000" pitchFamily="34" charset="-128"/>
              <a:ea typeface="江城圆体 600W" panose="020B0800000000000000" pitchFamily="34" charset="-128"/>
              <a:cs typeface="Microsoft JhengHei"/>
            </a:endParaRPr>
          </a:p>
        </p:txBody>
      </p:sp>
      <p:sp>
        <p:nvSpPr>
          <p:cNvPr id="13" name="object 13"/>
          <p:cNvSpPr txBox="1"/>
          <p:nvPr/>
        </p:nvSpPr>
        <p:spPr>
          <a:xfrm>
            <a:off x="1917700" y="5581650"/>
            <a:ext cx="412750" cy="167640"/>
          </a:xfrm>
          <a:prstGeom prst="rect">
            <a:avLst/>
          </a:prstGeom>
        </p:spPr>
        <p:txBody>
          <a:bodyPr vert="horz" wrap="square" lIns="0" tIns="6350" rIns="0" bIns="0" rtlCol="0">
            <a:spAutoFit/>
          </a:bodyPr>
          <a:lstStyle/>
          <a:p>
            <a:pPr marL="6350">
              <a:spcBef>
                <a:spcPts val="50"/>
              </a:spcBef>
            </a:pPr>
            <a:r>
              <a:rPr sz="1050" spc="-10" dirty="0">
                <a:solidFill>
                  <a:srgbClr val="212121"/>
                </a:solidFill>
                <a:latin typeface="Microsoft JhengHei"/>
                <a:cs typeface="Microsoft JhengHei"/>
              </a:rPr>
              <a:t>小公司</a:t>
            </a:r>
            <a:endParaRPr sz="1050">
              <a:latin typeface="Microsoft JhengHei"/>
              <a:cs typeface="Microsoft JhengHei"/>
            </a:endParaRPr>
          </a:p>
        </p:txBody>
      </p:sp>
      <p:sp>
        <p:nvSpPr>
          <p:cNvPr id="14" name="object 14"/>
          <p:cNvSpPr txBox="1"/>
          <p:nvPr/>
        </p:nvSpPr>
        <p:spPr>
          <a:xfrm>
            <a:off x="4485665" y="5530850"/>
            <a:ext cx="407670" cy="270510"/>
          </a:xfrm>
          <a:prstGeom prst="rect">
            <a:avLst/>
          </a:prstGeom>
        </p:spPr>
        <p:txBody>
          <a:bodyPr vert="horz" wrap="square" lIns="0" tIns="6350" rIns="0" bIns="0" rtlCol="0">
            <a:spAutoFit/>
          </a:bodyPr>
          <a:lstStyle/>
          <a:p>
            <a:pPr algn="ctr">
              <a:lnSpc>
                <a:spcPts val="1180"/>
              </a:lnSpc>
              <a:spcBef>
                <a:spcPts val="50"/>
              </a:spcBef>
            </a:pPr>
            <a:r>
              <a:rPr sz="1050" spc="-13" dirty="0">
                <a:solidFill>
                  <a:srgbClr val="212121"/>
                </a:solidFill>
                <a:latin typeface="Microsoft JhengHei"/>
                <a:cs typeface="Microsoft JhengHei"/>
              </a:rPr>
              <a:t>灵活</a:t>
            </a:r>
            <a:endParaRPr sz="1050">
              <a:latin typeface="Microsoft JhengHei"/>
              <a:cs typeface="Microsoft JhengHei"/>
            </a:endParaRPr>
          </a:p>
          <a:p>
            <a:pPr algn="ctr">
              <a:lnSpc>
                <a:spcPts val="880"/>
              </a:lnSpc>
            </a:pPr>
            <a:r>
              <a:rPr sz="800" spc="25" dirty="0">
                <a:solidFill>
                  <a:srgbClr val="212121"/>
                </a:solidFill>
                <a:latin typeface="Microsoft JhengHei"/>
                <a:cs typeface="Microsoft JhengHei"/>
              </a:rPr>
              <a:t>Flexible</a:t>
            </a:r>
            <a:endParaRPr sz="800">
              <a:latin typeface="Microsoft JhengHei"/>
              <a:cs typeface="Microsoft JhengHei"/>
            </a:endParaRPr>
          </a:p>
        </p:txBody>
      </p:sp>
      <p:sp>
        <p:nvSpPr>
          <p:cNvPr id="15" name="object 15"/>
          <p:cNvSpPr txBox="1"/>
          <p:nvPr/>
        </p:nvSpPr>
        <p:spPr>
          <a:xfrm>
            <a:off x="4533900" y="6311900"/>
            <a:ext cx="288290" cy="270510"/>
          </a:xfrm>
          <a:prstGeom prst="rect">
            <a:avLst/>
          </a:prstGeom>
        </p:spPr>
        <p:txBody>
          <a:bodyPr vert="horz" wrap="square" lIns="0" tIns="6350" rIns="0" bIns="0" rtlCol="0">
            <a:spAutoFit/>
          </a:bodyPr>
          <a:lstStyle/>
          <a:p>
            <a:pPr marL="6350">
              <a:lnSpc>
                <a:spcPts val="1180"/>
              </a:lnSpc>
              <a:spcBef>
                <a:spcPts val="50"/>
              </a:spcBef>
            </a:pPr>
            <a:r>
              <a:rPr sz="1050" spc="-13" dirty="0">
                <a:solidFill>
                  <a:srgbClr val="212121"/>
                </a:solidFill>
                <a:latin typeface="Microsoft JhengHei"/>
                <a:cs typeface="Microsoft JhengHei"/>
              </a:rPr>
              <a:t>规则</a:t>
            </a:r>
            <a:endParaRPr sz="1050">
              <a:latin typeface="Microsoft JhengHei"/>
              <a:cs typeface="Microsoft JhengHei"/>
            </a:endParaRPr>
          </a:p>
          <a:p>
            <a:pPr marL="6350">
              <a:lnSpc>
                <a:spcPts val="880"/>
              </a:lnSpc>
            </a:pPr>
            <a:r>
              <a:rPr sz="800" spc="23" dirty="0">
                <a:solidFill>
                  <a:srgbClr val="212121"/>
                </a:solidFill>
                <a:latin typeface="Microsoft JhengHei"/>
                <a:cs typeface="Microsoft JhengHei"/>
              </a:rPr>
              <a:t>Rules</a:t>
            </a:r>
            <a:endParaRPr sz="800">
              <a:latin typeface="Microsoft JhengHei"/>
              <a:cs typeface="Microsoft JhengHei"/>
            </a:endParaRPr>
          </a:p>
        </p:txBody>
      </p:sp>
      <p:sp>
        <p:nvSpPr>
          <p:cNvPr id="17" name="object 17"/>
          <p:cNvSpPr txBox="1"/>
          <p:nvPr/>
        </p:nvSpPr>
        <p:spPr>
          <a:xfrm>
            <a:off x="3073400" y="5600700"/>
            <a:ext cx="736600"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Microsoft JhengHei"/>
                <a:cs typeface="Microsoft JhengHei"/>
              </a:rPr>
              <a:t>Human</a:t>
            </a:r>
            <a:r>
              <a:rPr sz="800" spc="63" dirty="0">
                <a:solidFill>
                  <a:srgbClr val="212121"/>
                </a:solidFill>
                <a:latin typeface="Microsoft JhengHei"/>
                <a:cs typeface="Microsoft JhengHei"/>
              </a:rPr>
              <a:t> </a:t>
            </a:r>
            <a:r>
              <a:rPr sz="800" spc="23" dirty="0">
                <a:solidFill>
                  <a:srgbClr val="212121"/>
                </a:solidFill>
                <a:latin typeface="Microsoft JhengHei"/>
                <a:cs typeface="Microsoft JhengHei"/>
              </a:rPr>
              <a:t>nature</a:t>
            </a:r>
            <a:endParaRPr sz="800" dirty="0">
              <a:latin typeface="Microsoft JhengHei"/>
              <a:cs typeface="Microsoft JhengHei"/>
            </a:endParaRPr>
          </a:p>
        </p:txBody>
      </p:sp>
      <p:sp>
        <p:nvSpPr>
          <p:cNvPr id="18" name="object 18"/>
          <p:cNvSpPr txBox="1"/>
          <p:nvPr/>
        </p:nvSpPr>
        <p:spPr>
          <a:xfrm>
            <a:off x="1962150" y="6369050"/>
            <a:ext cx="412750" cy="167640"/>
          </a:xfrm>
          <a:prstGeom prst="rect">
            <a:avLst/>
          </a:prstGeom>
        </p:spPr>
        <p:txBody>
          <a:bodyPr vert="horz" wrap="square" lIns="0" tIns="6350" rIns="0" bIns="0" rtlCol="0">
            <a:spAutoFit/>
          </a:bodyPr>
          <a:lstStyle/>
          <a:p>
            <a:pPr marL="6350">
              <a:spcBef>
                <a:spcPts val="50"/>
              </a:spcBef>
            </a:pPr>
            <a:r>
              <a:rPr sz="1050" spc="-10" dirty="0">
                <a:solidFill>
                  <a:srgbClr val="212121"/>
                </a:solidFill>
                <a:latin typeface="Microsoft JhengHei"/>
                <a:cs typeface="Microsoft JhengHei"/>
              </a:rPr>
              <a:t>大公司</a:t>
            </a:r>
            <a:endParaRPr sz="1050">
              <a:latin typeface="Microsoft JhengHei"/>
              <a:cs typeface="Microsoft JhengHei"/>
            </a:endParaRPr>
          </a:p>
        </p:txBody>
      </p:sp>
      <p:sp>
        <p:nvSpPr>
          <p:cNvPr id="19" name="object 19"/>
          <p:cNvSpPr/>
          <p:nvPr/>
        </p:nvSpPr>
        <p:spPr>
          <a:xfrm>
            <a:off x="1962079" y="6820448"/>
            <a:ext cx="2978150" cy="215900"/>
          </a:xfrm>
          <a:custGeom>
            <a:avLst/>
            <a:gdLst/>
            <a:ahLst/>
            <a:cxnLst/>
            <a:rect l="l" t="t" r="r" b="b"/>
            <a:pathLst>
              <a:path w="5956300" h="431800">
                <a:moveTo>
                  <a:pt x="5554078" y="0"/>
                </a:moveTo>
                <a:lnTo>
                  <a:pt x="5550080" y="0"/>
                </a:lnTo>
                <a:lnTo>
                  <a:pt x="5548157" y="71"/>
                </a:lnTo>
                <a:lnTo>
                  <a:pt x="5524322" y="177812"/>
                </a:lnTo>
                <a:lnTo>
                  <a:pt x="38100" y="177800"/>
                </a:lnTo>
                <a:lnTo>
                  <a:pt x="23270" y="180794"/>
                </a:lnTo>
                <a:lnTo>
                  <a:pt x="11159" y="188959"/>
                </a:lnTo>
                <a:lnTo>
                  <a:pt x="2994" y="201070"/>
                </a:lnTo>
                <a:lnTo>
                  <a:pt x="0" y="215900"/>
                </a:lnTo>
                <a:lnTo>
                  <a:pt x="2994" y="230730"/>
                </a:lnTo>
                <a:lnTo>
                  <a:pt x="11159" y="242840"/>
                </a:lnTo>
                <a:lnTo>
                  <a:pt x="23270" y="251005"/>
                </a:lnTo>
                <a:lnTo>
                  <a:pt x="38100" y="254000"/>
                </a:lnTo>
                <a:lnTo>
                  <a:pt x="5524322" y="254000"/>
                </a:lnTo>
                <a:lnTo>
                  <a:pt x="5524323" y="410036"/>
                </a:lnTo>
                <a:lnTo>
                  <a:pt x="5551726" y="431748"/>
                </a:lnTo>
                <a:lnTo>
                  <a:pt x="5561599" y="429075"/>
                </a:lnTo>
                <a:lnTo>
                  <a:pt x="5946863" y="236443"/>
                </a:lnTo>
                <a:lnTo>
                  <a:pt x="5950905" y="232401"/>
                </a:lnTo>
                <a:lnTo>
                  <a:pt x="5953398" y="227416"/>
                </a:lnTo>
                <a:lnTo>
                  <a:pt x="5956071" y="217543"/>
                </a:lnTo>
                <a:lnTo>
                  <a:pt x="5954795" y="207752"/>
                </a:lnTo>
                <a:lnTo>
                  <a:pt x="5949941" y="199153"/>
                </a:lnTo>
                <a:lnTo>
                  <a:pt x="5941879" y="192859"/>
                </a:lnTo>
                <a:lnTo>
                  <a:pt x="5558022" y="930"/>
                </a:lnTo>
                <a:lnTo>
                  <a:pt x="5554078" y="0"/>
                </a:lnTo>
                <a:close/>
              </a:path>
            </a:pathLst>
          </a:custGeom>
          <a:solidFill>
            <a:srgbClr val="212121"/>
          </a:solidFill>
        </p:spPr>
        <p:txBody>
          <a:bodyPr wrap="square" lIns="0" tIns="0" rIns="0" bIns="0" rtlCol="0"/>
          <a:lstStyle/>
          <a:p>
            <a:endParaRPr sz="900"/>
          </a:p>
        </p:txBody>
      </p:sp>
      <p:sp>
        <p:nvSpPr>
          <p:cNvPr id="20" name="object 20"/>
          <p:cNvSpPr/>
          <p:nvPr/>
        </p:nvSpPr>
        <p:spPr>
          <a:xfrm>
            <a:off x="2413137" y="5454513"/>
            <a:ext cx="2008188" cy="446405"/>
          </a:xfrm>
          <a:custGeom>
            <a:avLst/>
            <a:gdLst/>
            <a:ahLst/>
            <a:cxnLst/>
            <a:rect l="l" t="t" r="r" b="b"/>
            <a:pathLst>
              <a:path w="4016375" h="892809">
                <a:moveTo>
                  <a:pt x="4016123" y="0"/>
                </a:moveTo>
                <a:lnTo>
                  <a:pt x="4016123" y="892471"/>
                </a:lnTo>
                <a:lnTo>
                  <a:pt x="0" y="892471"/>
                </a:lnTo>
                <a:lnTo>
                  <a:pt x="0" y="0"/>
                </a:lnTo>
                <a:lnTo>
                  <a:pt x="4016123" y="0"/>
                </a:lnTo>
                <a:close/>
              </a:path>
            </a:pathLst>
          </a:custGeom>
          <a:ln w="50800" cap="rnd">
            <a:solidFill>
              <a:srgbClr val="11A766"/>
            </a:solidFill>
          </a:ln>
        </p:spPr>
        <p:txBody>
          <a:bodyPr wrap="square" lIns="0" tIns="0" rIns="0" bIns="0" rtlCol="0"/>
          <a:lstStyle/>
          <a:p>
            <a:endParaRPr sz="900"/>
          </a:p>
        </p:txBody>
      </p:sp>
      <p:sp>
        <p:nvSpPr>
          <p:cNvPr id="21" name="object 21"/>
          <p:cNvSpPr/>
          <p:nvPr/>
        </p:nvSpPr>
        <p:spPr>
          <a:xfrm>
            <a:off x="2308427" y="4983780"/>
            <a:ext cx="215900" cy="2207895"/>
          </a:xfrm>
          <a:custGeom>
            <a:avLst/>
            <a:gdLst/>
            <a:ahLst/>
            <a:cxnLst/>
            <a:rect l="l" t="t" r="r" b="b"/>
            <a:pathLst>
              <a:path w="431800" h="4415790">
                <a:moveTo>
                  <a:pt x="214240" y="0"/>
                </a:moveTo>
                <a:lnTo>
                  <a:pt x="2674" y="394453"/>
                </a:lnTo>
                <a:lnTo>
                  <a:pt x="0" y="404325"/>
                </a:lnTo>
                <a:lnTo>
                  <a:pt x="1274" y="414117"/>
                </a:lnTo>
                <a:lnTo>
                  <a:pt x="177757" y="431746"/>
                </a:lnTo>
                <a:lnTo>
                  <a:pt x="177396" y="4377086"/>
                </a:lnTo>
                <a:lnTo>
                  <a:pt x="180390" y="4391917"/>
                </a:lnTo>
                <a:lnTo>
                  <a:pt x="188554" y="4404029"/>
                </a:lnTo>
                <a:lnTo>
                  <a:pt x="200663" y="4412195"/>
                </a:lnTo>
                <a:lnTo>
                  <a:pt x="215493" y="4415190"/>
                </a:lnTo>
                <a:lnTo>
                  <a:pt x="230324" y="4412197"/>
                </a:lnTo>
                <a:lnTo>
                  <a:pt x="242435" y="4404033"/>
                </a:lnTo>
                <a:lnTo>
                  <a:pt x="250601" y="4391923"/>
                </a:lnTo>
                <a:lnTo>
                  <a:pt x="253596" y="4377094"/>
                </a:lnTo>
                <a:lnTo>
                  <a:pt x="253944" y="431759"/>
                </a:lnTo>
                <a:lnTo>
                  <a:pt x="405988" y="431764"/>
                </a:lnTo>
                <a:lnTo>
                  <a:pt x="431748" y="402010"/>
                </a:lnTo>
                <a:lnTo>
                  <a:pt x="430817" y="398067"/>
                </a:lnTo>
                <a:lnTo>
                  <a:pt x="238923" y="14194"/>
                </a:lnTo>
                <a:lnTo>
                  <a:pt x="232630" y="6131"/>
                </a:lnTo>
                <a:lnTo>
                  <a:pt x="224032" y="1276"/>
                </a:lnTo>
                <a:lnTo>
                  <a:pt x="214240" y="0"/>
                </a:lnTo>
                <a:close/>
              </a:path>
            </a:pathLst>
          </a:custGeom>
          <a:solidFill>
            <a:srgbClr val="212121"/>
          </a:solidFill>
        </p:spPr>
        <p:txBody>
          <a:bodyPr wrap="square" lIns="0" tIns="0" rIns="0" bIns="0" rtlCol="0"/>
          <a:lstStyle/>
          <a:p>
            <a:endParaRPr sz="900"/>
          </a:p>
        </p:txBody>
      </p:sp>
      <p:sp>
        <p:nvSpPr>
          <p:cNvPr id="22" name="object 22"/>
          <p:cNvSpPr txBox="1"/>
          <p:nvPr/>
        </p:nvSpPr>
        <p:spPr>
          <a:xfrm>
            <a:off x="1847850" y="2254250"/>
            <a:ext cx="698500" cy="283210"/>
          </a:xfrm>
          <a:prstGeom prst="rect">
            <a:avLst/>
          </a:prstGeom>
        </p:spPr>
        <p:txBody>
          <a:bodyPr vert="horz" wrap="square" lIns="0" tIns="6350" rIns="0" bIns="0" rtlCol="0">
            <a:spAutoFit/>
          </a:bodyPr>
          <a:lstStyle/>
          <a:p>
            <a:pPr marL="6350">
              <a:spcBef>
                <a:spcPts val="50"/>
              </a:spcBef>
            </a:pPr>
            <a:r>
              <a:rPr b="1" spc="-10" dirty="0">
                <a:solidFill>
                  <a:srgbClr val="11A766"/>
                </a:solidFill>
                <a:latin typeface="江城圆体 600W" panose="020B0800000000000000" pitchFamily="34" charset="-128"/>
                <a:ea typeface="江城圆体 600W" panose="020B0800000000000000" pitchFamily="34" charset="-128"/>
                <a:cs typeface="Microsoft JhengHei"/>
              </a:rPr>
              <a:t>你是谁</a:t>
            </a:r>
            <a:endParaRPr b="1" dirty="0">
              <a:latin typeface="江城圆体 600W" panose="020B0800000000000000" pitchFamily="34" charset="-128"/>
              <a:ea typeface="江城圆体 600W" panose="020B0800000000000000" pitchFamily="34" charset="-128"/>
              <a:cs typeface="Microsoft JhengHei"/>
            </a:endParaRPr>
          </a:p>
        </p:txBody>
      </p:sp>
      <p:sp>
        <p:nvSpPr>
          <p:cNvPr id="23" name="object 23"/>
          <p:cNvSpPr txBox="1"/>
          <p:nvPr/>
        </p:nvSpPr>
        <p:spPr>
          <a:xfrm>
            <a:off x="4244975" y="2241550"/>
            <a:ext cx="927100" cy="283210"/>
          </a:xfrm>
          <a:prstGeom prst="rect">
            <a:avLst/>
          </a:prstGeom>
        </p:spPr>
        <p:txBody>
          <a:bodyPr vert="horz" wrap="square" lIns="0" tIns="6350" rIns="0" bIns="0" rtlCol="0">
            <a:spAutoFit/>
          </a:bodyPr>
          <a:lstStyle/>
          <a:p>
            <a:pPr marL="6350">
              <a:spcBef>
                <a:spcPts val="50"/>
              </a:spcBef>
            </a:pPr>
            <a:r>
              <a:rPr b="1" spc="-8" dirty="0">
                <a:solidFill>
                  <a:srgbClr val="11A766"/>
                </a:solidFill>
                <a:latin typeface="江城圆体 600W" panose="020B0800000000000000" pitchFamily="34" charset="-128"/>
                <a:ea typeface="江城圆体 600W" panose="020B0800000000000000" pitchFamily="34" charset="-128"/>
                <a:cs typeface="Microsoft JhengHei"/>
              </a:rPr>
              <a:t>你做什么</a:t>
            </a:r>
            <a:endParaRPr b="1" dirty="0">
              <a:latin typeface="江城圆体 600W" panose="020B0800000000000000" pitchFamily="34" charset="-128"/>
              <a:ea typeface="江城圆体 600W" panose="020B0800000000000000" pitchFamily="34" charset="-128"/>
              <a:cs typeface="Microsoft JhengHei"/>
            </a:endParaRPr>
          </a:p>
        </p:txBody>
      </p:sp>
      <p:sp>
        <p:nvSpPr>
          <p:cNvPr id="24" name="object 24"/>
          <p:cNvSpPr txBox="1"/>
          <p:nvPr/>
        </p:nvSpPr>
        <p:spPr>
          <a:xfrm>
            <a:off x="984250" y="2387600"/>
            <a:ext cx="4933950" cy="455930"/>
          </a:xfrm>
          <a:prstGeom prst="rect">
            <a:avLst/>
          </a:prstGeom>
        </p:spPr>
        <p:txBody>
          <a:bodyPr vert="horz" wrap="square" lIns="0" tIns="6350" rIns="0" bIns="0" rtlCol="0">
            <a:spAutoFit/>
          </a:bodyPr>
          <a:lstStyle/>
          <a:p>
            <a:pPr marL="19050">
              <a:spcBef>
                <a:spcPts val="50"/>
              </a:spcBef>
              <a:tabLst>
                <a:tab pos="2044065" algn="l"/>
                <a:tab pos="4533265" algn="l"/>
              </a:tabLst>
            </a:pPr>
            <a:r>
              <a:rPr sz="4500" b="1" baseline="11000" dirty="0">
                <a:solidFill>
                  <a:srgbClr val="212121"/>
                </a:solidFill>
                <a:latin typeface="江城圆体 700W" panose="020B0800000000000000" pitchFamily="34" charset="-128"/>
                <a:ea typeface="江城圆体 700W" panose="020B0800000000000000" pitchFamily="34" charset="-128"/>
                <a:cs typeface="PMingLiU" panose="02020500000000000000" charset="-120"/>
              </a:rPr>
              <a:t>（</a:t>
            </a:r>
            <a:r>
              <a:rPr sz="4500" b="1" spc="199" baseline="11000" dirty="0">
                <a:solidFill>
                  <a:srgbClr val="212121"/>
                </a:solidFill>
                <a:latin typeface="江城圆体 700W" panose="020B0800000000000000" pitchFamily="34" charset="-128"/>
                <a:ea typeface="江城圆体 700W" panose="020B0800000000000000" pitchFamily="34" charset="-128"/>
                <a:cs typeface="PMingLiU" panose="02020500000000000000" charset="-120"/>
              </a:rPr>
              <a:t> </a:t>
            </a:r>
            <a:r>
              <a:rPr sz="2700" b="1" spc="-45" baseline="-3000" dirty="0">
                <a:solidFill>
                  <a:srgbClr val="11A766"/>
                </a:solidFill>
                <a:latin typeface="江城圆体 700W" panose="020B0800000000000000" pitchFamily="34" charset="-128"/>
                <a:ea typeface="江城圆体 700W" panose="020B0800000000000000" pitchFamily="34" charset="-128"/>
                <a:cs typeface="Microsoft JhengHei"/>
              </a:rPr>
              <a:t>Who</a:t>
            </a:r>
            <a:r>
              <a:rPr sz="2700" b="1" spc="-71" baseline="-3000" dirty="0">
                <a:solidFill>
                  <a:srgbClr val="11A766"/>
                </a:solidFill>
                <a:latin typeface="江城圆体 700W" panose="020B0800000000000000" pitchFamily="34" charset="-128"/>
                <a:ea typeface="江城圆体 700W" panose="020B0800000000000000" pitchFamily="34" charset="-128"/>
                <a:cs typeface="Microsoft JhengHei"/>
              </a:rPr>
              <a:t> </a:t>
            </a:r>
            <a:r>
              <a:rPr sz="2700" b="1" spc="60" baseline="-3000" dirty="0">
                <a:solidFill>
                  <a:srgbClr val="11A766"/>
                </a:solidFill>
                <a:latin typeface="江城圆体 700W" panose="020B0800000000000000" pitchFamily="34" charset="-128"/>
                <a:ea typeface="江城圆体 700W" panose="020B0800000000000000" pitchFamily="34" charset="-128"/>
                <a:cs typeface="Microsoft JhengHei"/>
              </a:rPr>
              <a:t>you</a:t>
            </a:r>
            <a:r>
              <a:rPr sz="2700" b="1" spc="-71" baseline="-3000" dirty="0">
                <a:solidFill>
                  <a:srgbClr val="11A766"/>
                </a:solidFill>
                <a:latin typeface="江城圆体 700W" panose="020B0800000000000000" pitchFamily="34" charset="-128"/>
                <a:ea typeface="江城圆体 700W" panose="020B0800000000000000" pitchFamily="34" charset="-128"/>
                <a:cs typeface="Microsoft JhengHei"/>
              </a:rPr>
              <a:t> </a:t>
            </a:r>
            <a:r>
              <a:rPr sz="2700" b="1" spc="86" baseline="-3000" dirty="0">
                <a:solidFill>
                  <a:srgbClr val="11A766"/>
                </a:solidFill>
                <a:latin typeface="江城圆体 700W" panose="020B0800000000000000" pitchFamily="34" charset="-128"/>
                <a:ea typeface="江城圆体 700W" panose="020B0800000000000000" pitchFamily="34" charset="-128"/>
                <a:cs typeface="Microsoft JhengHei"/>
              </a:rPr>
              <a:t>are</a:t>
            </a:r>
            <a:r>
              <a:rPr sz="2700" b="1" baseline="-3000" dirty="0">
                <a:solidFill>
                  <a:srgbClr val="11A766"/>
                </a:solidFill>
                <a:latin typeface="江城圆体 700W" panose="020B0800000000000000" pitchFamily="34" charset="-128"/>
                <a:ea typeface="江城圆体 700W" panose="020B0800000000000000" pitchFamily="34" charset="-128"/>
                <a:cs typeface="Microsoft JhengHei"/>
              </a:rPr>
              <a:t>	</a:t>
            </a:r>
            <a:r>
              <a:rPr sz="4500" b="1" spc="-544" baseline="11000" dirty="0">
                <a:solidFill>
                  <a:srgbClr val="212121"/>
                </a:solidFill>
                <a:latin typeface="江城圆体 700W" panose="020B0800000000000000" pitchFamily="34" charset="-128"/>
                <a:ea typeface="江城圆体 700W" panose="020B0800000000000000" pitchFamily="34" charset="-128"/>
                <a:cs typeface="PMingLiU" panose="02020500000000000000" charset="-120"/>
              </a:rPr>
              <a:t>）</a:t>
            </a:r>
            <a:r>
              <a:rPr sz="4500" b="1" spc="-668" baseline="11000" dirty="0">
                <a:solidFill>
                  <a:srgbClr val="212121"/>
                </a:solidFill>
                <a:latin typeface="江城圆体 700W" panose="020B0800000000000000" pitchFamily="34" charset="-128"/>
                <a:ea typeface="江城圆体 700W" panose="020B0800000000000000" pitchFamily="34" charset="-128"/>
                <a:cs typeface="PMingLiU" panose="02020500000000000000" charset="-120"/>
              </a:rPr>
              <a:t>&gt;</a:t>
            </a:r>
            <a:r>
              <a:rPr sz="4500" b="1" spc="79" baseline="11000" dirty="0">
                <a:solidFill>
                  <a:srgbClr val="212121"/>
                </a:solidFill>
                <a:latin typeface="江城圆体 700W" panose="020B0800000000000000" pitchFamily="34" charset="-128"/>
                <a:ea typeface="江城圆体 700W" panose="020B0800000000000000" pitchFamily="34" charset="-128"/>
                <a:cs typeface="PMingLiU" panose="02020500000000000000" charset="-120"/>
              </a:rPr>
              <a:t>（</a:t>
            </a:r>
            <a:r>
              <a:rPr sz="4500" b="1" spc="158" baseline="11000" dirty="0">
                <a:solidFill>
                  <a:srgbClr val="212121"/>
                </a:solidFill>
                <a:latin typeface="江城圆体 700W" panose="020B0800000000000000" pitchFamily="34" charset="-128"/>
                <a:ea typeface="江城圆体 700W" panose="020B0800000000000000" pitchFamily="34" charset="-128"/>
                <a:cs typeface="PMingLiU" panose="02020500000000000000" charset="-120"/>
              </a:rPr>
              <a:t> </a:t>
            </a:r>
            <a:r>
              <a:rPr b="1" dirty="0">
                <a:solidFill>
                  <a:srgbClr val="11A766"/>
                </a:solidFill>
                <a:latin typeface="江城圆体 700W" panose="020B0800000000000000" pitchFamily="34" charset="-128"/>
                <a:ea typeface="江城圆体 700W" panose="020B0800000000000000" pitchFamily="34" charset="-128"/>
                <a:cs typeface="Microsoft JhengHei"/>
              </a:rPr>
              <a:t>What</a:t>
            </a:r>
            <a:r>
              <a:rPr b="1" spc="-30" dirty="0">
                <a:solidFill>
                  <a:srgbClr val="11A766"/>
                </a:solidFill>
                <a:latin typeface="江城圆体 700W" panose="020B0800000000000000" pitchFamily="34" charset="-128"/>
                <a:ea typeface="江城圆体 700W" panose="020B0800000000000000" pitchFamily="34" charset="-128"/>
                <a:cs typeface="Microsoft JhengHei"/>
              </a:rPr>
              <a:t> </a:t>
            </a:r>
            <a:r>
              <a:rPr b="1" spc="40" dirty="0">
                <a:solidFill>
                  <a:srgbClr val="11A766"/>
                </a:solidFill>
                <a:latin typeface="江城圆体 700W" panose="020B0800000000000000" pitchFamily="34" charset="-128"/>
                <a:ea typeface="江城圆体 700W" panose="020B0800000000000000" pitchFamily="34" charset="-128"/>
                <a:cs typeface="Microsoft JhengHei"/>
              </a:rPr>
              <a:t>you</a:t>
            </a:r>
            <a:r>
              <a:rPr b="1" spc="-33" dirty="0">
                <a:solidFill>
                  <a:srgbClr val="11A766"/>
                </a:solidFill>
                <a:latin typeface="江城圆体 700W" panose="020B0800000000000000" pitchFamily="34" charset="-128"/>
                <a:ea typeface="江城圆体 700W" panose="020B0800000000000000" pitchFamily="34" charset="-128"/>
                <a:cs typeface="Microsoft JhengHei"/>
              </a:rPr>
              <a:t> </a:t>
            </a:r>
            <a:r>
              <a:rPr b="1" spc="-13" dirty="0">
                <a:solidFill>
                  <a:srgbClr val="11A766"/>
                </a:solidFill>
                <a:latin typeface="江城圆体 700W" panose="020B0800000000000000" pitchFamily="34" charset="-128"/>
                <a:ea typeface="江城圆体 700W" panose="020B0800000000000000" pitchFamily="34" charset="-128"/>
                <a:cs typeface="Microsoft JhengHei"/>
              </a:rPr>
              <a:t>do</a:t>
            </a:r>
            <a:r>
              <a:rPr b="1" dirty="0">
                <a:solidFill>
                  <a:srgbClr val="11A766"/>
                </a:solidFill>
                <a:latin typeface="江城圆体 700W" panose="020B0800000000000000" pitchFamily="34" charset="-128"/>
                <a:ea typeface="江城圆体 700W" panose="020B0800000000000000" pitchFamily="34" charset="-128"/>
                <a:cs typeface="Microsoft JhengHei"/>
              </a:rPr>
              <a:t>	</a:t>
            </a:r>
            <a:r>
              <a:rPr sz="4500" b="1" spc="-38" baseline="11000" dirty="0">
                <a:solidFill>
                  <a:srgbClr val="212121"/>
                </a:solidFill>
                <a:latin typeface="江城圆体 700W" panose="020B0800000000000000" pitchFamily="34" charset="-128"/>
                <a:ea typeface="江城圆体 700W" panose="020B0800000000000000" pitchFamily="34" charset="-128"/>
                <a:cs typeface="PMingLiU" panose="02020500000000000000" charset="-120"/>
              </a:rPr>
              <a:t>）</a:t>
            </a:r>
            <a:endParaRPr sz="4500" b="1" baseline="11000" dirty="0">
              <a:latin typeface="江城圆体 700W" panose="020B0800000000000000" pitchFamily="34" charset="-128"/>
              <a:ea typeface="江城圆体 700W" panose="020B0800000000000000" pitchFamily="34" charset="-128"/>
              <a:cs typeface="PMingLiU" panose="02020500000000000000" charset="-120"/>
            </a:endParaRPr>
          </a:p>
        </p:txBody>
      </p:sp>
      <p:pic>
        <p:nvPicPr>
          <p:cNvPr id="25" name="object 25"/>
          <p:cNvPicPr/>
          <p:nvPr/>
        </p:nvPicPr>
        <p:blipFill>
          <a:blip r:embed="rId2" cstate="print"/>
          <a:stretch>
            <a:fillRect/>
          </a:stretch>
        </p:blipFill>
        <p:spPr>
          <a:xfrm>
            <a:off x="3189837" y="8851900"/>
            <a:ext cx="486698" cy="292100"/>
          </a:xfrm>
          <a:prstGeom prst="rect">
            <a:avLst/>
          </a:prstGeom>
        </p:spPr>
      </p:pic>
      <p:sp>
        <p:nvSpPr>
          <p:cNvPr id="26" name="object 20"/>
          <p:cNvSpPr/>
          <p:nvPr/>
        </p:nvSpPr>
        <p:spPr>
          <a:xfrm>
            <a:off x="2413137" y="6220632"/>
            <a:ext cx="2008188" cy="446405"/>
          </a:xfrm>
          <a:custGeom>
            <a:avLst/>
            <a:gdLst/>
            <a:ahLst/>
            <a:cxnLst/>
            <a:rect l="l" t="t" r="r" b="b"/>
            <a:pathLst>
              <a:path w="4016375" h="892809">
                <a:moveTo>
                  <a:pt x="4016123" y="0"/>
                </a:moveTo>
                <a:lnTo>
                  <a:pt x="4016123" y="892471"/>
                </a:lnTo>
                <a:lnTo>
                  <a:pt x="0" y="892471"/>
                </a:lnTo>
                <a:lnTo>
                  <a:pt x="0" y="0"/>
                </a:lnTo>
                <a:lnTo>
                  <a:pt x="4016123" y="0"/>
                </a:lnTo>
                <a:close/>
              </a:path>
            </a:pathLst>
          </a:custGeom>
          <a:ln w="50800" cap="rnd">
            <a:solidFill>
              <a:schemeClr val="tx1"/>
            </a:solidFill>
          </a:ln>
        </p:spPr>
        <p:txBody>
          <a:bodyPr wrap="square" lIns="0" tIns="0" rIns="0" bIns="0" rtlCol="0"/>
          <a:lstStyle/>
          <a:p>
            <a:endParaRPr sz="900"/>
          </a:p>
        </p:txBody>
      </p:sp>
      <p:cxnSp>
        <p:nvCxnSpPr>
          <p:cNvPr id="28" name="直线连接符 27"/>
          <p:cNvCxnSpPr/>
          <p:nvPr/>
        </p:nvCxnSpPr>
        <p:spPr>
          <a:xfrm>
            <a:off x="2933947" y="6221606"/>
            <a:ext cx="0" cy="446405"/>
          </a:xfrm>
          <a:prstGeom prst="line">
            <a:avLst/>
          </a:prstGeom>
          <a:ln w="508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线连接符 28"/>
          <p:cNvCxnSpPr/>
          <p:nvPr/>
        </p:nvCxnSpPr>
        <p:spPr>
          <a:xfrm>
            <a:off x="3429000" y="6220632"/>
            <a:ext cx="0" cy="446405"/>
          </a:xfrm>
          <a:prstGeom prst="line">
            <a:avLst/>
          </a:prstGeom>
          <a:ln w="508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线连接符 29"/>
          <p:cNvCxnSpPr/>
          <p:nvPr/>
        </p:nvCxnSpPr>
        <p:spPr>
          <a:xfrm>
            <a:off x="3949048" y="6220632"/>
            <a:ext cx="0" cy="446405"/>
          </a:xfrm>
          <a:prstGeom prst="line">
            <a:avLst/>
          </a:prstGeom>
          <a:ln w="5080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object 17"/>
          <p:cNvSpPr txBox="1"/>
          <p:nvPr/>
        </p:nvSpPr>
        <p:spPr>
          <a:xfrm>
            <a:off x="2352599" y="6379072"/>
            <a:ext cx="534107" cy="128905"/>
          </a:xfrm>
          <a:prstGeom prst="rect">
            <a:avLst/>
          </a:prstGeom>
        </p:spPr>
        <p:txBody>
          <a:bodyPr vert="horz" wrap="square" lIns="0" tIns="6350" rIns="0" bIns="0" rtlCol="0">
            <a:spAutoFit/>
          </a:bodyPr>
          <a:lstStyle/>
          <a:p>
            <a:pPr marL="217170">
              <a:lnSpc>
                <a:spcPct val="100000"/>
              </a:lnSpc>
            </a:pPr>
            <a:r>
              <a:rPr lang="en-US" altLang="zh-CN" sz="800" spc="-10" dirty="0">
                <a:solidFill>
                  <a:srgbClr val="212121"/>
                </a:solidFill>
                <a:latin typeface="Microsoft JhengHei"/>
                <a:cs typeface="Microsoft JhengHei"/>
              </a:rPr>
              <a:t>Rule1</a:t>
            </a:r>
            <a:endParaRPr lang="en-US" altLang="zh-CN" sz="800" dirty="0">
              <a:latin typeface="Microsoft JhengHei"/>
              <a:cs typeface="Microsoft JhengHei"/>
            </a:endParaRPr>
          </a:p>
        </p:txBody>
      </p:sp>
      <p:sp>
        <p:nvSpPr>
          <p:cNvPr id="32" name="object 17"/>
          <p:cNvSpPr txBox="1"/>
          <p:nvPr/>
        </p:nvSpPr>
        <p:spPr>
          <a:xfrm>
            <a:off x="2830393" y="6387310"/>
            <a:ext cx="534107" cy="128905"/>
          </a:xfrm>
          <a:prstGeom prst="rect">
            <a:avLst/>
          </a:prstGeom>
        </p:spPr>
        <p:txBody>
          <a:bodyPr vert="horz" wrap="square" lIns="0" tIns="6350" rIns="0" bIns="0" rtlCol="0">
            <a:spAutoFit/>
          </a:bodyPr>
          <a:lstStyle/>
          <a:p>
            <a:pPr marL="217170">
              <a:lnSpc>
                <a:spcPct val="100000"/>
              </a:lnSpc>
            </a:pPr>
            <a:r>
              <a:rPr lang="en-US" altLang="zh-CN" sz="800" spc="-10" dirty="0">
                <a:solidFill>
                  <a:srgbClr val="212121"/>
                </a:solidFill>
                <a:latin typeface="Microsoft JhengHei"/>
                <a:cs typeface="Microsoft JhengHei"/>
              </a:rPr>
              <a:t>Rule2</a:t>
            </a:r>
            <a:endParaRPr lang="en-US" altLang="zh-CN" sz="800" dirty="0">
              <a:latin typeface="Microsoft JhengHei"/>
              <a:cs typeface="Microsoft JhengHei"/>
            </a:endParaRPr>
          </a:p>
        </p:txBody>
      </p:sp>
      <p:sp>
        <p:nvSpPr>
          <p:cNvPr id="33" name="object 17"/>
          <p:cNvSpPr txBox="1"/>
          <p:nvPr/>
        </p:nvSpPr>
        <p:spPr>
          <a:xfrm>
            <a:off x="3332901" y="6387310"/>
            <a:ext cx="534107" cy="128905"/>
          </a:xfrm>
          <a:prstGeom prst="rect">
            <a:avLst/>
          </a:prstGeom>
        </p:spPr>
        <p:txBody>
          <a:bodyPr vert="horz" wrap="square" lIns="0" tIns="6350" rIns="0" bIns="0" rtlCol="0">
            <a:spAutoFit/>
          </a:bodyPr>
          <a:lstStyle/>
          <a:p>
            <a:pPr marL="217170">
              <a:lnSpc>
                <a:spcPct val="100000"/>
              </a:lnSpc>
            </a:pPr>
            <a:r>
              <a:rPr lang="en-US" altLang="zh-CN" sz="800" spc="-10" dirty="0">
                <a:solidFill>
                  <a:srgbClr val="212121"/>
                </a:solidFill>
                <a:latin typeface="Microsoft JhengHei"/>
                <a:cs typeface="Microsoft JhengHei"/>
              </a:rPr>
              <a:t>Rule3</a:t>
            </a:r>
            <a:endParaRPr lang="en-US" altLang="zh-CN" sz="800" dirty="0">
              <a:latin typeface="Microsoft JhengHei"/>
              <a:cs typeface="Microsoft JhengHei"/>
            </a:endParaRPr>
          </a:p>
        </p:txBody>
      </p:sp>
      <p:sp>
        <p:nvSpPr>
          <p:cNvPr id="34" name="object 17"/>
          <p:cNvSpPr txBox="1"/>
          <p:nvPr/>
        </p:nvSpPr>
        <p:spPr>
          <a:xfrm>
            <a:off x="3835410" y="6387310"/>
            <a:ext cx="534107" cy="128905"/>
          </a:xfrm>
          <a:prstGeom prst="rect">
            <a:avLst/>
          </a:prstGeom>
        </p:spPr>
        <p:txBody>
          <a:bodyPr vert="horz" wrap="square" lIns="0" tIns="6350" rIns="0" bIns="0" rtlCol="0">
            <a:spAutoFit/>
          </a:bodyPr>
          <a:lstStyle/>
          <a:p>
            <a:pPr marL="217170">
              <a:lnSpc>
                <a:spcPct val="100000"/>
              </a:lnSpc>
            </a:pPr>
            <a:r>
              <a:rPr lang="en-US" altLang="zh-CN" sz="800" spc="-10" dirty="0">
                <a:solidFill>
                  <a:srgbClr val="212121"/>
                </a:solidFill>
                <a:latin typeface="Microsoft JhengHei"/>
                <a:cs typeface="Microsoft JhengHei"/>
              </a:rPr>
              <a:t>Rule4</a:t>
            </a:r>
            <a:endParaRPr lang="en-US" altLang="zh-CN" sz="800" dirty="0">
              <a:latin typeface="Microsoft JhengHei"/>
              <a:cs typeface="Microsoft JhengHe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
        <p:nvSpPr>
          <p:cNvPr id="3" name="object 3"/>
          <p:cNvSpPr txBox="1"/>
          <p:nvPr/>
        </p:nvSpPr>
        <p:spPr>
          <a:xfrm>
            <a:off x="1536700" y="7716520"/>
            <a:ext cx="3788410" cy="561975"/>
          </a:xfrm>
          <a:prstGeom prst="rect">
            <a:avLst/>
          </a:prstGeom>
        </p:spPr>
        <p:txBody>
          <a:bodyPr vert="horz" wrap="square" lIns="0" tIns="6350" rIns="0" bIns="0" rtlCol="0">
            <a:spAutoFit/>
          </a:bodyPr>
          <a:lstStyle/>
          <a:p>
            <a:pPr marL="6350" marR="2540" algn="just">
              <a:lnSpc>
                <a:spcPct val="115000"/>
              </a:lnSpc>
              <a:spcBef>
                <a:spcPts val="50"/>
              </a:spcBef>
            </a:pPr>
            <a:r>
              <a:rPr sz="1050" spc="-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很多时候，我们会习惯性听从看不见的「他们」制定的规则，但是无论「他们」是谁，是何方圣神，你仍然有自己应该站出来做</a:t>
            </a:r>
            <a:r>
              <a:rPr sz="1050" spc="-2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的事。</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4" name="object 4"/>
          <p:cNvSpPr/>
          <p:nvPr/>
        </p:nvSpPr>
        <p:spPr>
          <a:xfrm>
            <a:off x="1797050" y="1028700"/>
            <a:ext cx="387033" cy="386715"/>
          </a:xfrm>
          <a:custGeom>
            <a:avLst/>
            <a:gdLst/>
            <a:ahLst/>
            <a:cxnLst/>
            <a:rect l="l" t="t" r="r" b="b"/>
            <a:pathLst>
              <a:path w="774064" h="773430">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4" h="773430">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4" h="773430">
                <a:moveTo>
                  <a:pt x="385104" y="0"/>
                </a:moveTo>
                <a:lnTo>
                  <a:pt x="336798" y="3000"/>
                </a:lnTo>
                <a:lnTo>
                  <a:pt x="433411" y="3000"/>
                </a:lnTo>
                <a:lnTo>
                  <a:pt x="385104" y="0"/>
                </a:lnTo>
                <a:close/>
              </a:path>
            </a:pathLst>
          </a:custGeom>
          <a:solidFill>
            <a:srgbClr val="11A766"/>
          </a:solidFill>
        </p:spPr>
        <p:txBody>
          <a:bodyPr wrap="square" lIns="0" tIns="0" rIns="0" bIns="0" rtlCol="0"/>
          <a:lstStyle/>
          <a:p>
            <a:endParaRPr sz="900"/>
          </a:p>
        </p:txBody>
      </p:sp>
      <p:sp>
        <p:nvSpPr>
          <p:cNvPr id="5" name="object 5"/>
          <p:cNvSpPr txBox="1"/>
          <p:nvPr/>
        </p:nvSpPr>
        <p:spPr>
          <a:xfrm>
            <a:off x="1846320" y="1094382"/>
            <a:ext cx="370024"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11</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6" name="object 6"/>
          <p:cNvSpPr/>
          <p:nvPr/>
        </p:nvSpPr>
        <p:spPr>
          <a:xfrm>
            <a:off x="2197100" y="1066800"/>
            <a:ext cx="2470150" cy="336550"/>
          </a:xfrm>
          <a:custGeom>
            <a:avLst/>
            <a:gdLst/>
            <a:ahLst/>
            <a:cxnLst/>
            <a:rect l="l" t="t" r="r" b="b"/>
            <a:pathLst>
              <a:path w="4940300" h="673100">
                <a:moveTo>
                  <a:pt x="4603750" y="0"/>
                </a:moveTo>
                <a:lnTo>
                  <a:pt x="336550" y="0"/>
                </a:lnTo>
                <a:lnTo>
                  <a:pt x="290882" y="3072"/>
                </a:lnTo>
                <a:lnTo>
                  <a:pt x="247081" y="12021"/>
                </a:lnTo>
                <a:lnTo>
                  <a:pt x="205549" y="26446"/>
                </a:lnTo>
                <a:lnTo>
                  <a:pt x="166687" y="45947"/>
                </a:lnTo>
                <a:lnTo>
                  <a:pt x="130894" y="70122"/>
                </a:lnTo>
                <a:lnTo>
                  <a:pt x="98573" y="98571"/>
                </a:lnTo>
                <a:lnTo>
                  <a:pt x="70124" y="130891"/>
                </a:lnTo>
                <a:lnTo>
                  <a:pt x="45949" y="166684"/>
                </a:lnTo>
                <a:lnTo>
                  <a:pt x="26447" y="205547"/>
                </a:lnTo>
                <a:lnTo>
                  <a:pt x="12021" y="247079"/>
                </a:lnTo>
                <a:lnTo>
                  <a:pt x="3072" y="290880"/>
                </a:lnTo>
                <a:lnTo>
                  <a:pt x="0" y="336550"/>
                </a:lnTo>
                <a:lnTo>
                  <a:pt x="3072" y="382219"/>
                </a:lnTo>
                <a:lnTo>
                  <a:pt x="12021" y="426020"/>
                </a:lnTo>
                <a:lnTo>
                  <a:pt x="26447" y="467552"/>
                </a:lnTo>
                <a:lnTo>
                  <a:pt x="45949" y="506415"/>
                </a:lnTo>
                <a:lnTo>
                  <a:pt x="70124" y="542208"/>
                </a:lnTo>
                <a:lnTo>
                  <a:pt x="98573" y="574528"/>
                </a:lnTo>
                <a:lnTo>
                  <a:pt x="130894" y="602977"/>
                </a:lnTo>
                <a:lnTo>
                  <a:pt x="166687" y="627152"/>
                </a:lnTo>
                <a:lnTo>
                  <a:pt x="205549" y="646653"/>
                </a:lnTo>
                <a:lnTo>
                  <a:pt x="247081" y="661078"/>
                </a:lnTo>
                <a:lnTo>
                  <a:pt x="290882" y="670027"/>
                </a:lnTo>
                <a:lnTo>
                  <a:pt x="336550" y="673100"/>
                </a:lnTo>
                <a:lnTo>
                  <a:pt x="4603750" y="673100"/>
                </a:lnTo>
                <a:lnTo>
                  <a:pt x="4649417" y="670027"/>
                </a:lnTo>
                <a:lnTo>
                  <a:pt x="4693218" y="661078"/>
                </a:lnTo>
                <a:lnTo>
                  <a:pt x="4734750" y="646653"/>
                </a:lnTo>
                <a:lnTo>
                  <a:pt x="4773612" y="627152"/>
                </a:lnTo>
                <a:lnTo>
                  <a:pt x="4809405" y="602977"/>
                </a:lnTo>
                <a:lnTo>
                  <a:pt x="4841726" y="574528"/>
                </a:lnTo>
                <a:lnTo>
                  <a:pt x="4870175" y="542208"/>
                </a:lnTo>
                <a:lnTo>
                  <a:pt x="4894350" y="506415"/>
                </a:lnTo>
                <a:lnTo>
                  <a:pt x="4913852" y="467552"/>
                </a:lnTo>
                <a:lnTo>
                  <a:pt x="4928278" y="426020"/>
                </a:lnTo>
                <a:lnTo>
                  <a:pt x="4937227" y="382219"/>
                </a:lnTo>
                <a:lnTo>
                  <a:pt x="4940300" y="336550"/>
                </a:lnTo>
                <a:lnTo>
                  <a:pt x="4937227" y="290880"/>
                </a:lnTo>
                <a:lnTo>
                  <a:pt x="4928278" y="247079"/>
                </a:lnTo>
                <a:lnTo>
                  <a:pt x="4913852" y="205547"/>
                </a:lnTo>
                <a:lnTo>
                  <a:pt x="4894350" y="166684"/>
                </a:lnTo>
                <a:lnTo>
                  <a:pt x="4870175" y="130891"/>
                </a:lnTo>
                <a:lnTo>
                  <a:pt x="4841726" y="98571"/>
                </a:lnTo>
                <a:lnTo>
                  <a:pt x="4809405" y="70122"/>
                </a:lnTo>
                <a:lnTo>
                  <a:pt x="4773612" y="45947"/>
                </a:lnTo>
                <a:lnTo>
                  <a:pt x="4734750" y="26446"/>
                </a:lnTo>
                <a:lnTo>
                  <a:pt x="4693218" y="12021"/>
                </a:lnTo>
                <a:lnTo>
                  <a:pt x="4649417" y="3072"/>
                </a:lnTo>
                <a:lnTo>
                  <a:pt x="4603750" y="0"/>
                </a:lnTo>
                <a:close/>
              </a:path>
            </a:pathLst>
          </a:custGeom>
          <a:solidFill>
            <a:srgbClr val="212121"/>
          </a:solidFill>
        </p:spPr>
        <p:txBody>
          <a:bodyPr wrap="square" lIns="0" tIns="0" rIns="0" bIns="0" rtlCol="0"/>
          <a:lstStyle/>
          <a:p>
            <a:endParaRPr sz="900"/>
          </a:p>
        </p:txBody>
      </p:sp>
      <p:sp>
        <p:nvSpPr>
          <p:cNvPr id="7" name="object 7"/>
          <p:cNvSpPr txBox="1"/>
          <p:nvPr/>
        </p:nvSpPr>
        <p:spPr>
          <a:xfrm>
            <a:off x="2452245" y="1005080"/>
            <a:ext cx="1930593" cy="579120"/>
          </a:xfrm>
          <a:prstGeom prst="rect">
            <a:avLst/>
          </a:prstGeom>
        </p:spPr>
        <p:txBody>
          <a:bodyPr vert="horz" wrap="square" lIns="0" tIns="133350" rIns="0" bIns="0" rtlCol="0">
            <a:spAutoFit/>
          </a:bodyPr>
          <a:lstStyle/>
          <a:p>
            <a:pPr marL="6350" algn="ctr">
              <a:spcBef>
                <a:spcPts val="1050"/>
              </a:spcBef>
            </a:pPr>
            <a:r>
              <a:rPr sz="1500" b="1" spc="-10" dirty="0">
                <a:solidFill>
                  <a:srgbClr val="FFFFFF"/>
                </a:solidFill>
                <a:latin typeface="江城圆体 600W" panose="020B0800000000000000" pitchFamily="34" charset="-128"/>
                <a:ea typeface="江城圆体 600W" panose="020B0800000000000000" pitchFamily="34" charset="-128"/>
                <a:cs typeface="Microsoft JhengHei"/>
              </a:rPr>
              <a:t>你不是工作机器</a:t>
            </a:r>
            <a:endParaRPr sz="1500" b="1" dirty="0">
              <a:latin typeface="江城圆体 600W" panose="020B0800000000000000" pitchFamily="34" charset="-128"/>
              <a:ea typeface="江城圆体 600W" panose="020B0800000000000000" pitchFamily="34" charset="-128"/>
              <a:cs typeface="Microsoft JhengHei"/>
            </a:endParaRPr>
          </a:p>
          <a:p>
            <a:pPr algn="ctr">
              <a:spcBef>
                <a:spcPts val="600"/>
              </a:spcBef>
            </a:pPr>
            <a:r>
              <a:rPr sz="900" b="1" dirty="0">
                <a:solidFill>
                  <a:srgbClr val="212121"/>
                </a:solidFill>
                <a:latin typeface="江城圆体 600W" panose="020B0800000000000000" pitchFamily="34" charset="-128"/>
                <a:ea typeface="江城圆体 600W" panose="020B0800000000000000" pitchFamily="34" charset="-128"/>
                <a:cs typeface="Microsoft JhengHei"/>
              </a:rPr>
              <a:t>You're</a:t>
            </a:r>
            <a:r>
              <a:rPr sz="900" b="1" spc="30" dirty="0">
                <a:solidFill>
                  <a:srgbClr val="212121"/>
                </a:solidFill>
                <a:latin typeface="江城圆体 600W" panose="020B0800000000000000" pitchFamily="34" charset="-128"/>
                <a:ea typeface="江城圆体 600W" panose="020B0800000000000000" pitchFamily="34" charset="-128"/>
                <a:cs typeface="Microsoft JhengHei"/>
              </a:rPr>
              <a:t> </a:t>
            </a:r>
            <a:r>
              <a:rPr sz="900" b="1" dirty="0">
                <a:solidFill>
                  <a:srgbClr val="212121"/>
                </a:solidFill>
                <a:latin typeface="江城圆体 600W" panose="020B0800000000000000" pitchFamily="34" charset="-128"/>
                <a:ea typeface="江城圆体 600W" panose="020B0800000000000000" pitchFamily="34" charset="-128"/>
                <a:cs typeface="Microsoft JhengHei"/>
              </a:rPr>
              <a:t>not</a:t>
            </a:r>
            <a:r>
              <a:rPr sz="900" b="1" spc="33" dirty="0">
                <a:solidFill>
                  <a:srgbClr val="212121"/>
                </a:solidFill>
                <a:latin typeface="江城圆体 600W" panose="020B0800000000000000" pitchFamily="34" charset="-128"/>
                <a:ea typeface="江城圆体 600W" panose="020B0800000000000000" pitchFamily="34" charset="-128"/>
                <a:cs typeface="Microsoft JhengHei"/>
              </a:rPr>
              <a:t> a </a:t>
            </a:r>
            <a:r>
              <a:rPr sz="900" b="1" spc="45" dirty="0">
                <a:solidFill>
                  <a:srgbClr val="212121"/>
                </a:solidFill>
                <a:latin typeface="江城圆体 600W" panose="020B0800000000000000" pitchFamily="34" charset="-128"/>
                <a:ea typeface="江城圆体 600W" panose="020B0800000000000000" pitchFamily="34" charset="-128"/>
                <a:cs typeface="Microsoft JhengHei"/>
              </a:rPr>
              <a:t>work</a:t>
            </a:r>
            <a:r>
              <a:rPr sz="900" b="1" spc="30"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20" dirty="0">
                <a:solidFill>
                  <a:srgbClr val="212121"/>
                </a:solidFill>
                <a:latin typeface="江城圆体 600W" panose="020B0800000000000000" pitchFamily="34" charset="-128"/>
                <a:ea typeface="江城圆体 600W" panose="020B0800000000000000" pitchFamily="34" charset="-128"/>
                <a:cs typeface="Microsoft JhengHei"/>
              </a:rPr>
              <a:t>machine</a:t>
            </a:r>
            <a:endParaRPr sz="900" b="1" dirty="0">
              <a:latin typeface="江城圆体 600W" panose="020B0800000000000000" pitchFamily="34" charset="-128"/>
              <a:ea typeface="江城圆体 600W" panose="020B0800000000000000" pitchFamily="34" charset="-128"/>
              <a:cs typeface="Microsoft JhengHei"/>
            </a:endParaRPr>
          </a:p>
        </p:txBody>
      </p:sp>
      <p:sp>
        <p:nvSpPr>
          <p:cNvPr id="8" name="object 8"/>
          <p:cNvSpPr/>
          <p:nvPr/>
        </p:nvSpPr>
        <p:spPr>
          <a:xfrm>
            <a:off x="1809750" y="4737100"/>
            <a:ext cx="387033" cy="386715"/>
          </a:xfrm>
          <a:custGeom>
            <a:avLst/>
            <a:gdLst/>
            <a:ahLst/>
            <a:cxnLst/>
            <a:rect l="l" t="t" r="r" b="b"/>
            <a:pathLst>
              <a:path w="774064" h="773429">
                <a:moveTo>
                  <a:pt x="766838" y="714573"/>
                </a:moveTo>
                <a:lnTo>
                  <a:pt x="584610" y="714573"/>
                </a:lnTo>
                <a:lnTo>
                  <a:pt x="613492" y="715671"/>
                </a:lnTo>
                <a:lnTo>
                  <a:pt x="656308" y="733669"/>
                </a:lnTo>
                <a:lnTo>
                  <a:pt x="703243" y="756683"/>
                </a:lnTo>
                <a:lnTo>
                  <a:pt x="744482" y="772826"/>
                </a:lnTo>
                <a:lnTo>
                  <a:pt x="770209" y="770214"/>
                </a:lnTo>
                <a:lnTo>
                  <a:pt x="773628" y="741225"/>
                </a:lnTo>
                <a:lnTo>
                  <a:pt x="766838" y="714573"/>
                </a:lnTo>
                <a:close/>
              </a:path>
              <a:path w="774064" h="773429">
                <a:moveTo>
                  <a:pt x="385104" y="0"/>
                </a:moveTo>
                <a:lnTo>
                  <a:pt x="336798" y="3000"/>
                </a:lnTo>
                <a:lnTo>
                  <a:pt x="290282" y="11761"/>
                </a:lnTo>
                <a:lnTo>
                  <a:pt x="245917" y="25922"/>
                </a:lnTo>
                <a:lnTo>
                  <a:pt x="204065" y="45121"/>
                </a:lnTo>
                <a:lnTo>
                  <a:pt x="165086" y="68998"/>
                </a:lnTo>
                <a:lnTo>
                  <a:pt x="129341" y="97192"/>
                </a:lnTo>
                <a:lnTo>
                  <a:pt x="97191" y="129342"/>
                </a:lnTo>
                <a:lnTo>
                  <a:pt x="68998" y="165087"/>
                </a:lnTo>
                <a:lnTo>
                  <a:pt x="45121" y="204066"/>
                </a:lnTo>
                <a:lnTo>
                  <a:pt x="25921" y="245919"/>
                </a:lnTo>
                <a:lnTo>
                  <a:pt x="11761" y="290283"/>
                </a:lnTo>
                <a:lnTo>
                  <a:pt x="3000" y="336800"/>
                </a:lnTo>
                <a:lnTo>
                  <a:pt x="0" y="385107"/>
                </a:lnTo>
                <a:lnTo>
                  <a:pt x="3000" y="433414"/>
                </a:lnTo>
                <a:lnTo>
                  <a:pt x="11761" y="479930"/>
                </a:lnTo>
                <a:lnTo>
                  <a:pt x="25921" y="524295"/>
                </a:lnTo>
                <a:lnTo>
                  <a:pt x="45121" y="566148"/>
                </a:lnTo>
                <a:lnTo>
                  <a:pt x="68998" y="605127"/>
                </a:lnTo>
                <a:lnTo>
                  <a:pt x="97191" y="640872"/>
                </a:lnTo>
                <a:lnTo>
                  <a:pt x="129341" y="673022"/>
                </a:lnTo>
                <a:lnTo>
                  <a:pt x="165086" y="701216"/>
                </a:lnTo>
                <a:lnTo>
                  <a:pt x="204065" y="725093"/>
                </a:lnTo>
                <a:lnTo>
                  <a:pt x="245917" y="744292"/>
                </a:lnTo>
                <a:lnTo>
                  <a:pt x="290282" y="758452"/>
                </a:lnTo>
                <a:lnTo>
                  <a:pt x="336798" y="767213"/>
                </a:lnTo>
                <a:lnTo>
                  <a:pt x="385104" y="770214"/>
                </a:lnTo>
                <a:lnTo>
                  <a:pt x="438906" y="766486"/>
                </a:lnTo>
                <a:lnTo>
                  <a:pt x="490425" y="755635"/>
                </a:lnTo>
                <a:lnTo>
                  <a:pt x="539160" y="738163"/>
                </a:lnTo>
                <a:lnTo>
                  <a:pt x="584610" y="714573"/>
                </a:lnTo>
                <a:lnTo>
                  <a:pt x="766838" y="714573"/>
                </a:lnTo>
                <a:lnTo>
                  <a:pt x="761491" y="693585"/>
                </a:lnTo>
                <a:lnTo>
                  <a:pt x="743535" y="639255"/>
                </a:lnTo>
                <a:lnTo>
                  <a:pt x="729499" y="590198"/>
                </a:lnTo>
                <a:lnTo>
                  <a:pt x="729122" y="558375"/>
                </a:lnTo>
                <a:lnTo>
                  <a:pt x="746630" y="518094"/>
                </a:lnTo>
                <a:lnTo>
                  <a:pt x="759521" y="475581"/>
                </a:lnTo>
                <a:lnTo>
                  <a:pt x="767485" y="431148"/>
                </a:lnTo>
                <a:lnTo>
                  <a:pt x="770209" y="385107"/>
                </a:lnTo>
                <a:lnTo>
                  <a:pt x="767208" y="336800"/>
                </a:lnTo>
                <a:lnTo>
                  <a:pt x="758447" y="290283"/>
                </a:lnTo>
                <a:lnTo>
                  <a:pt x="744287" y="245919"/>
                </a:lnTo>
                <a:lnTo>
                  <a:pt x="725088" y="204066"/>
                </a:lnTo>
                <a:lnTo>
                  <a:pt x="701211" y="165087"/>
                </a:lnTo>
                <a:lnTo>
                  <a:pt x="673017" y="129342"/>
                </a:lnTo>
                <a:lnTo>
                  <a:pt x="640867" y="97192"/>
                </a:lnTo>
                <a:lnTo>
                  <a:pt x="605122" y="68998"/>
                </a:lnTo>
                <a:lnTo>
                  <a:pt x="566144" y="45121"/>
                </a:lnTo>
                <a:lnTo>
                  <a:pt x="524291" y="25922"/>
                </a:lnTo>
                <a:lnTo>
                  <a:pt x="479927" y="11761"/>
                </a:lnTo>
                <a:lnTo>
                  <a:pt x="433411" y="3000"/>
                </a:lnTo>
                <a:lnTo>
                  <a:pt x="385104" y="0"/>
                </a:lnTo>
                <a:close/>
              </a:path>
            </a:pathLst>
          </a:custGeom>
          <a:solidFill>
            <a:srgbClr val="11A766"/>
          </a:solidFill>
        </p:spPr>
        <p:txBody>
          <a:bodyPr wrap="square" lIns="0" tIns="0" rIns="0" bIns="0" rtlCol="0"/>
          <a:lstStyle/>
          <a:p>
            <a:endParaRPr sz="900"/>
          </a:p>
        </p:txBody>
      </p:sp>
      <p:sp>
        <p:nvSpPr>
          <p:cNvPr id="9" name="object 9"/>
          <p:cNvSpPr txBox="1"/>
          <p:nvPr/>
        </p:nvSpPr>
        <p:spPr>
          <a:xfrm>
            <a:off x="1857885" y="4801770"/>
            <a:ext cx="370024"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12</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0" name="object 10"/>
          <p:cNvSpPr/>
          <p:nvPr/>
        </p:nvSpPr>
        <p:spPr>
          <a:xfrm>
            <a:off x="2203450" y="4775200"/>
            <a:ext cx="2470150" cy="336550"/>
          </a:xfrm>
          <a:custGeom>
            <a:avLst/>
            <a:gdLst/>
            <a:ahLst/>
            <a:cxnLst/>
            <a:rect l="l" t="t" r="r" b="b"/>
            <a:pathLst>
              <a:path w="4940300" h="673100">
                <a:moveTo>
                  <a:pt x="4603750" y="0"/>
                </a:moveTo>
                <a:lnTo>
                  <a:pt x="336550" y="0"/>
                </a:lnTo>
                <a:lnTo>
                  <a:pt x="290882" y="3072"/>
                </a:lnTo>
                <a:lnTo>
                  <a:pt x="247081" y="12021"/>
                </a:lnTo>
                <a:lnTo>
                  <a:pt x="205549" y="26447"/>
                </a:lnTo>
                <a:lnTo>
                  <a:pt x="166687" y="45949"/>
                </a:lnTo>
                <a:lnTo>
                  <a:pt x="130894" y="70124"/>
                </a:lnTo>
                <a:lnTo>
                  <a:pt x="98573" y="98573"/>
                </a:lnTo>
                <a:lnTo>
                  <a:pt x="70124" y="130894"/>
                </a:lnTo>
                <a:lnTo>
                  <a:pt x="45949" y="166687"/>
                </a:lnTo>
                <a:lnTo>
                  <a:pt x="26447" y="205549"/>
                </a:lnTo>
                <a:lnTo>
                  <a:pt x="12021" y="247081"/>
                </a:lnTo>
                <a:lnTo>
                  <a:pt x="3072" y="290882"/>
                </a:lnTo>
                <a:lnTo>
                  <a:pt x="0" y="336550"/>
                </a:lnTo>
                <a:lnTo>
                  <a:pt x="3072" y="382217"/>
                </a:lnTo>
                <a:lnTo>
                  <a:pt x="12021" y="426018"/>
                </a:lnTo>
                <a:lnTo>
                  <a:pt x="26447" y="467550"/>
                </a:lnTo>
                <a:lnTo>
                  <a:pt x="45949" y="506412"/>
                </a:lnTo>
                <a:lnTo>
                  <a:pt x="70124" y="542205"/>
                </a:lnTo>
                <a:lnTo>
                  <a:pt x="98573" y="574526"/>
                </a:lnTo>
                <a:lnTo>
                  <a:pt x="130894" y="602975"/>
                </a:lnTo>
                <a:lnTo>
                  <a:pt x="166687" y="627150"/>
                </a:lnTo>
                <a:lnTo>
                  <a:pt x="205549" y="646652"/>
                </a:lnTo>
                <a:lnTo>
                  <a:pt x="247081" y="661078"/>
                </a:lnTo>
                <a:lnTo>
                  <a:pt x="290882" y="670027"/>
                </a:lnTo>
                <a:lnTo>
                  <a:pt x="336550" y="673100"/>
                </a:lnTo>
                <a:lnTo>
                  <a:pt x="4603750" y="673100"/>
                </a:lnTo>
                <a:lnTo>
                  <a:pt x="4649417" y="670027"/>
                </a:lnTo>
                <a:lnTo>
                  <a:pt x="4693218" y="661078"/>
                </a:lnTo>
                <a:lnTo>
                  <a:pt x="4734750" y="646652"/>
                </a:lnTo>
                <a:lnTo>
                  <a:pt x="4773612" y="627150"/>
                </a:lnTo>
                <a:lnTo>
                  <a:pt x="4809405" y="602975"/>
                </a:lnTo>
                <a:lnTo>
                  <a:pt x="4841726" y="574526"/>
                </a:lnTo>
                <a:lnTo>
                  <a:pt x="4870175" y="542205"/>
                </a:lnTo>
                <a:lnTo>
                  <a:pt x="4894350" y="506412"/>
                </a:lnTo>
                <a:lnTo>
                  <a:pt x="4913852" y="467550"/>
                </a:lnTo>
                <a:lnTo>
                  <a:pt x="4928278" y="426018"/>
                </a:lnTo>
                <a:lnTo>
                  <a:pt x="4937227" y="382217"/>
                </a:lnTo>
                <a:lnTo>
                  <a:pt x="4940300" y="336550"/>
                </a:lnTo>
                <a:lnTo>
                  <a:pt x="4937227" y="290882"/>
                </a:lnTo>
                <a:lnTo>
                  <a:pt x="4928278" y="247081"/>
                </a:lnTo>
                <a:lnTo>
                  <a:pt x="4913852" y="205549"/>
                </a:lnTo>
                <a:lnTo>
                  <a:pt x="4894350" y="166687"/>
                </a:lnTo>
                <a:lnTo>
                  <a:pt x="4870175" y="130894"/>
                </a:lnTo>
                <a:lnTo>
                  <a:pt x="4841726" y="98573"/>
                </a:lnTo>
                <a:lnTo>
                  <a:pt x="4809405" y="70124"/>
                </a:lnTo>
                <a:lnTo>
                  <a:pt x="4773612" y="45949"/>
                </a:lnTo>
                <a:lnTo>
                  <a:pt x="4734750" y="26447"/>
                </a:lnTo>
                <a:lnTo>
                  <a:pt x="4693218" y="12021"/>
                </a:lnTo>
                <a:lnTo>
                  <a:pt x="4649417" y="3072"/>
                </a:lnTo>
                <a:lnTo>
                  <a:pt x="4603750" y="0"/>
                </a:lnTo>
                <a:close/>
              </a:path>
            </a:pathLst>
          </a:custGeom>
          <a:solidFill>
            <a:srgbClr val="212121"/>
          </a:solidFill>
        </p:spPr>
        <p:txBody>
          <a:bodyPr wrap="square" lIns="0" tIns="0" rIns="0" bIns="0" rtlCol="0"/>
          <a:lstStyle/>
          <a:p>
            <a:endParaRPr sz="900"/>
          </a:p>
        </p:txBody>
      </p:sp>
      <p:sp>
        <p:nvSpPr>
          <p:cNvPr id="11" name="object 11"/>
          <p:cNvSpPr txBox="1"/>
          <p:nvPr/>
        </p:nvSpPr>
        <p:spPr>
          <a:xfrm>
            <a:off x="2318008" y="4718197"/>
            <a:ext cx="2158269" cy="579120"/>
          </a:xfrm>
          <a:prstGeom prst="rect">
            <a:avLst/>
          </a:prstGeom>
        </p:spPr>
        <p:txBody>
          <a:bodyPr vert="horz" wrap="square" lIns="0" tIns="133350" rIns="0" bIns="0" rtlCol="0">
            <a:spAutoFit/>
          </a:bodyPr>
          <a:lstStyle/>
          <a:p>
            <a:pPr algn="ctr">
              <a:spcBef>
                <a:spcPts val="1050"/>
              </a:spcBef>
            </a:pPr>
            <a:r>
              <a:rPr sz="1500" b="1" spc="-10" dirty="0">
                <a:solidFill>
                  <a:srgbClr val="FFFFFF"/>
                </a:solidFill>
                <a:latin typeface="江城圆体 600W" panose="020B0800000000000000" pitchFamily="34" charset="-128"/>
                <a:ea typeface="江城圆体 600W" panose="020B0800000000000000" pitchFamily="34" charset="-128"/>
                <a:cs typeface="Microsoft JhengHei"/>
              </a:rPr>
              <a:t>你和社会的关系</a:t>
            </a:r>
            <a:endParaRPr sz="1500" b="1" dirty="0">
              <a:latin typeface="江城圆体 600W" panose="020B0800000000000000" pitchFamily="34" charset="-128"/>
              <a:ea typeface="江城圆体 600W" panose="020B0800000000000000" pitchFamily="34" charset="-128"/>
              <a:cs typeface="Microsoft JhengHei"/>
            </a:endParaRPr>
          </a:p>
          <a:p>
            <a:pPr algn="ctr">
              <a:spcBef>
                <a:spcPts val="600"/>
              </a:spcBef>
            </a:pPr>
            <a:r>
              <a:rPr sz="900" b="1" dirty="0">
                <a:solidFill>
                  <a:srgbClr val="212121"/>
                </a:solidFill>
                <a:latin typeface="江城圆体 600W" panose="020B0800000000000000" pitchFamily="34" charset="-128"/>
                <a:ea typeface="江城圆体 600W" panose="020B0800000000000000" pitchFamily="34" charset="-128"/>
                <a:cs typeface="Microsoft JhengHei"/>
              </a:rPr>
              <a:t>Your</a:t>
            </a:r>
            <a:r>
              <a:rPr sz="900" b="1" spc="5"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28" dirty="0">
                <a:solidFill>
                  <a:srgbClr val="212121"/>
                </a:solidFill>
                <a:latin typeface="江城圆体 600W" panose="020B0800000000000000" pitchFamily="34" charset="-128"/>
                <a:ea typeface="江城圆体 600W" panose="020B0800000000000000" pitchFamily="34" charset="-128"/>
                <a:cs typeface="Microsoft JhengHei"/>
              </a:rPr>
              <a:t>relationship</a:t>
            </a:r>
            <a:r>
              <a:rPr sz="900" b="1" spc="8"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48" dirty="0">
                <a:solidFill>
                  <a:srgbClr val="212121"/>
                </a:solidFill>
                <a:latin typeface="江城圆体 600W" panose="020B0800000000000000" pitchFamily="34" charset="-128"/>
                <a:ea typeface="江城圆体 600W" panose="020B0800000000000000" pitchFamily="34" charset="-128"/>
                <a:cs typeface="Microsoft JhengHei"/>
              </a:rPr>
              <a:t>with</a:t>
            </a:r>
            <a:r>
              <a:rPr sz="900" b="1" spc="8"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23" dirty="0">
                <a:solidFill>
                  <a:srgbClr val="212121"/>
                </a:solidFill>
                <a:latin typeface="江城圆体 600W" panose="020B0800000000000000" pitchFamily="34" charset="-128"/>
                <a:ea typeface="江城圆体 600W" panose="020B0800000000000000" pitchFamily="34" charset="-128"/>
                <a:cs typeface="Microsoft JhengHei"/>
              </a:rPr>
              <a:t>society</a:t>
            </a:r>
            <a:endParaRPr sz="900" b="1" dirty="0">
              <a:latin typeface="江城圆体 600W" panose="020B0800000000000000" pitchFamily="34" charset="-128"/>
              <a:ea typeface="江城圆体 600W" panose="020B0800000000000000" pitchFamily="34" charset="-128"/>
              <a:cs typeface="Microsoft JhengHei"/>
            </a:endParaRPr>
          </a:p>
        </p:txBody>
      </p:sp>
      <p:sp>
        <p:nvSpPr>
          <p:cNvPr id="12" name="object 12"/>
          <p:cNvSpPr txBox="1"/>
          <p:nvPr/>
        </p:nvSpPr>
        <p:spPr>
          <a:xfrm>
            <a:off x="2956435" y="2925709"/>
            <a:ext cx="632460"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Your</a:t>
            </a:r>
            <a:r>
              <a:rPr sz="1050" spc="43" dirty="0">
                <a:solidFill>
                  <a:srgbClr val="212121"/>
                </a:solidFill>
                <a:latin typeface="江城圆体 400W" panose="020B0800000000000000" pitchFamily="34" charset="-128"/>
                <a:ea typeface="江城圆体 400W" panose="020B0800000000000000" pitchFamily="34" charset="-128"/>
                <a:cs typeface="Microsoft JhengHei"/>
              </a:rPr>
              <a:t> </a:t>
            </a:r>
            <a:r>
              <a:rPr sz="1050" spc="20" dirty="0">
                <a:solidFill>
                  <a:srgbClr val="212121"/>
                </a:solidFill>
                <a:latin typeface="江城圆体 400W" panose="020B0800000000000000" pitchFamily="34" charset="-128"/>
                <a:ea typeface="江城圆体 400W" panose="020B0800000000000000" pitchFamily="34" charset="-128"/>
                <a:cs typeface="Microsoft JhengHei"/>
              </a:rPr>
              <a:t>best</a:t>
            </a:r>
            <a:endParaRPr sz="1050">
              <a:latin typeface="江城圆体 400W" panose="020B0800000000000000" pitchFamily="34" charset="-128"/>
              <a:ea typeface="江城圆体 400W" panose="020B0800000000000000" pitchFamily="34" charset="-128"/>
              <a:cs typeface="Microsoft JhengHei"/>
            </a:endParaRPr>
          </a:p>
        </p:txBody>
      </p:sp>
      <p:sp>
        <p:nvSpPr>
          <p:cNvPr id="13" name="object 13"/>
          <p:cNvSpPr txBox="1"/>
          <p:nvPr/>
        </p:nvSpPr>
        <p:spPr>
          <a:xfrm>
            <a:off x="1857885" y="3217809"/>
            <a:ext cx="632460"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Your</a:t>
            </a:r>
            <a:r>
              <a:rPr sz="1050" spc="43" dirty="0">
                <a:solidFill>
                  <a:srgbClr val="212121"/>
                </a:solidFill>
                <a:latin typeface="江城圆体 400W" panose="020B0800000000000000" pitchFamily="34" charset="-128"/>
                <a:ea typeface="江城圆体 400W" panose="020B0800000000000000" pitchFamily="34" charset="-128"/>
                <a:cs typeface="Microsoft JhengHei"/>
              </a:rPr>
              <a:t> </a:t>
            </a:r>
            <a:r>
              <a:rPr sz="1050" spc="20" dirty="0">
                <a:solidFill>
                  <a:srgbClr val="212121"/>
                </a:solidFill>
                <a:latin typeface="江城圆体 400W" panose="020B0800000000000000" pitchFamily="34" charset="-128"/>
                <a:ea typeface="江城圆体 400W" panose="020B0800000000000000" pitchFamily="34" charset="-128"/>
                <a:cs typeface="Microsoft JhengHei"/>
              </a:rPr>
              <a:t>best</a:t>
            </a:r>
            <a:endParaRPr sz="1050">
              <a:latin typeface="江城圆体 400W" panose="020B0800000000000000" pitchFamily="34" charset="-128"/>
              <a:ea typeface="江城圆体 400W" panose="020B0800000000000000" pitchFamily="34" charset="-128"/>
              <a:cs typeface="Microsoft JhengHei"/>
            </a:endParaRPr>
          </a:p>
        </p:txBody>
      </p:sp>
      <p:sp>
        <p:nvSpPr>
          <p:cNvPr id="14" name="object 14"/>
          <p:cNvSpPr txBox="1"/>
          <p:nvPr/>
        </p:nvSpPr>
        <p:spPr>
          <a:xfrm>
            <a:off x="2429385" y="1852561"/>
            <a:ext cx="1635760" cy="50927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Your</a:t>
            </a:r>
            <a:r>
              <a:rPr sz="1050" spc="43" dirty="0">
                <a:solidFill>
                  <a:srgbClr val="212121"/>
                </a:solidFill>
                <a:latin typeface="江城圆体 400W" panose="020B0800000000000000" pitchFamily="34" charset="-128"/>
                <a:ea typeface="江城圆体 400W" panose="020B0800000000000000" pitchFamily="34" charset="-128"/>
                <a:cs typeface="Microsoft JhengHei"/>
              </a:rPr>
              <a:t> </a:t>
            </a:r>
            <a:r>
              <a:rPr sz="1050" spc="20" dirty="0">
                <a:solidFill>
                  <a:srgbClr val="212121"/>
                </a:solidFill>
                <a:latin typeface="江城圆体 400W" panose="020B0800000000000000" pitchFamily="34" charset="-128"/>
                <a:ea typeface="江城圆体 400W" panose="020B0800000000000000" pitchFamily="34" charset="-128"/>
                <a:cs typeface="Microsoft JhengHei"/>
              </a:rPr>
              <a:t>best</a:t>
            </a:r>
            <a:endParaRPr sz="1050">
              <a:latin typeface="江城圆体 400W" panose="020B0800000000000000" pitchFamily="34" charset="-128"/>
              <a:ea typeface="江城圆体 400W" panose="020B0800000000000000" pitchFamily="34" charset="-128"/>
              <a:cs typeface="Microsoft JhengHei"/>
            </a:endParaRPr>
          </a:p>
          <a:p>
            <a:pPr>
              <a:spcBef>
                <a:spcPts val="25"/>
              </a:spcBef>
            </a:pPr>
            <a:endParaRPr sz="1150">
              <a:latin typeface="江城圆体 400W" panose="020B0800000000000000" pitchFamily="34" charset="-128"/>
              <a:ea typeface="江城圆体 400W" panose="020B0800000000000000" pitchFamily="34" charset="-128"/>
              <a:cs typeface="Microsoft JhengHei"/>
            </a:endParaRPr>
          </a:p>
          <a:p>
            <a:pPr marL="1009015"/>
            <a:r>
              <a:rPr sz="1050" dirty="0">
                <a:solidFill>
                  <a:srgbClr val="212121"/>
                </a:solidFill>
                <a:latin typeface="江城圆体 400W" panose="020B0800000000000000" pitchFamily="34" charset="-128"/>
                <a:ea typeface="江城圆体 400W" panose="020B0800000000000000" pitchFamily="34" charset="-128"/>
                <a:cs typeface="Microsoft JhengHei"/>
              </a:rPr>
              <a:t>Your</a:t>
            </a:r>
            <a:r>
              <a:rPr sz="1050" spc="43" dirty="0">
                <a:solidFill>
                  <a:srgbClr val="212121"/>
                </a:solidFill>
                <a:latin typeface="江城圆体 400W" panose="020B0800000000000000" pitchFamily="34" charset="-128"/>
                <a:ea typeface="江城圆体 400W" panose="020B0800000000000000" pitchFamily="34" charset="-128"/>
                <a:cs typeface="Microsoft JhengHei"/>
              </a:rPr>
              <a:t> </a:t>
            </a:r>
            <a:r>
              <a:rPr sz="1050" spc="20" dirty="0">
                <a:solidFill>
                  <a:srgbClr val="212121"/>
                </a:solidFill>
                <a:latin typeface="江城圆体 400W" panose="020B0800000000000000" pitchFamily="34" charset="-128"/>
                <a:ea typeface="江城圆体 400W" panose="020B0800000000000000" pitchFamily="34" charset="-128"/>
                <a:cs typeface="Microsoft JhengHei"/>
              </a:rPr>
              <a:t>best</a:t>
            </a:r>
            <a:endParaRPr sz="1050">
              <a:latin typeface="江城圆体 400W" panose="020B0800000000000000" pitchFamily="34" charset="-128"/>
              <a:ea typeface="江城圆体 400W" panose="020B0800000000000000" pitchFamily="34" charset="-128"/>
              <a:cs typeface="Microsoft JhengHei"/>
            </a:endParaRPr>
          </a:p>
        </p:txBody>
      </p:sp>
      <p:sp>
        <p:nvSpPr>
          <p:cNvPr id="15" name="object 15"/>
          <p:cNvSpPr txBox="1"/>
          <p:nvPr/>
        </p:nvSpPr>
        <p:spPr>
          <a:xfrm>
            <a:off x="3972435" y="2919359"/>
            <a:ext cx="632460"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Your</a:t>
            </a:r>
            <a:r>
              <a:rPr sz="1050" spc="43" dirty="0">
                <a:solidFill>
                  <a:srgbClr val="212121"/>
                </a:solidFill>
                <a:latin typeface="江城圆体 400W" panose="020B0800000000000000" pitchFamily="34" charset="-128"/>
                <a:ea typeface="江城圆体 400W" panose="020B0800000000000000" pitchFamily="34" charset="-128"/>
                <a:cs typeface="Microsoft JhengHei"/>
              </a:rPr>
              <a:t> </a:t>
            </a:r>
            <a:r>
              <a:rPr sz="1050" spc="20" dirty="0">
                <a:solidFill>
                  <a:srgbClr val="212121"/>
                </a:solidFill>
                <a:latin typeface="江城圆体 400W" panose="020B0800000000000000" pitchFamily="34" charset="-128"/>
                <a:ea typeface="江城圆体 400W" panose="020B0800000000000000" pitchFamily="34" charset="-128"/>
                <a:cs typeface="Microsoft JhengHei"/>
              </a:rPr>
              <a:t>best</a:t>
            </a:r>
            <a:endParaRPr sz="1050" dirty="0">
              <a:latin typeface="江城圆体 400W" panose="020B0800000000000000" pitchFamily="34" charset="-128"/>
              <a:ea typeface="江城圆体 400W" panose="020B0800000000000000" pitchFamily="34" charset="-128"/>
              <a:cs typeface="Microsoft JhengHei"/>
            </a:endParaRPr>
          </a:p>
        </p:txBody>
      </p:sp>
      <p:grpSp>
        <p:nvGrpSpPr>
          <p:cNvPr id="16" name="object 16"/>
          <p:cNvGrpSpPr/>
          <p:nvPr/>
        </p:nvGrpSpPr>
        <p:grpSpPr>
          <a:xfrm>
            <a:off x="2022214" y="2044700"/>
            <a:ext cx="2521585" cy="1206500"/>
            <a:chOff x="4044427" y="4089400"/>
            <a:chExt cx="5043170" cy="2413000"/>
          </a:xfrm>
        </p:grpSpPr>
        <p:sp>
          <p:nvSpPr>
            <p:cNvPr id="17" name="object 17"/>
            <p:cNvSpPr/>
            <p:nvPr/>
          </p:nvSpPr>
          <p:spPr>
            <a:xfrm>
              <a:off x="4112158" y="4172633"/>
              <a:ext cx="4937125" cy="2219960"/>
            </a:xfrm>
            <a:custGeom>
              <a:avLst/>
              <a:gdLst/>
              <a:ahLst/>
              <a:cxnLst/>
              <a:rect l="l" t="t" r="r" b="b"/>
              <a:pathLst>
                <a:path w="4937125" h="2219960">
                  <a:moveTo>
                    <a:pt x="0" y="2219845"/>
                  </a:moveTo>
                  <a:lnTo>
                    <a:pt x="39522" y="2218786"/>
                  </a:lnTo>
                  <a:lnTo>
                    <a:pt x="77518" y="2214584"/>
                  </a:lnTo>
                  <a:lnTo>
                    <a:pt x="149118" y="2197127"/>
                  </a:lnTo>
                  <a:lnTo>
                    <a:pt x="215180" y="2168236"/>
                  </a:lnTo>
                  <a:lnTo>
                    <a:pt x="276082" y="2128670"/>
                  </a:lnTo>
                  <a:lnTo>
                    <a:pt x="332205" y="2079191"/>
                  </a:lnTo>
                  <a:lnTo>
                    <a:pt x="358592" y="2050971"/>
                  </a:lnTo>
                  <a:lnTo>
                    <a:pt x="383928" y="2020559"/>
                  </a:lnTo>
                  <a:lnTo>
                    <a:pt x="408258" y="1988048"/>
                  </a:lnTo>
                  <a:lnTo>
                    <a:pt x="431631" y="1953535"/>
                  </a:lnTo>
                  <a:lnTo>
                    <a:pt x="454094" y="1917114"/>
                  </a:lnTo>
                  <a:lnTo>
                    <a:pt x="475694" y="1878880"/>
                  </a:lnTo>
                  <a:lnTo>
                    <a:pt x="496479" y="1838928"/>
                  </a:lnTo>
                  <a:lnTo>
                    <a:pt x="516496" y="1797354"/>
                  </a:lnTo>
                  <a:lnTo>
                    <a:pt x="535794" y="1754252"/>
                  </a:lnTo>
                  <a:lnTo>
                    <a:pt x="554418" y="1709718"/>
                  </a:lnTo>
                  <a:lnTo>
                    <a:pt x="572417" y="1663847"/>
                  </a:lnTo>
                  <a:lnTo>
                    <a:pt x="589839" y="1616733"/>
                  </a:lnTo>
                  <a:lnTo>
                    <a:pt x="606730" y="1568473"/>
                  </a:lnTo>
                  <a:lnTo>
                    <a:pt x="623138" y="1519160"/>
                  </a:lnTo>
                  <a:lnTo>
                    <a:pt x="639111" y="1468890"/>
                  </a:lnTo>
                  <a:lnTo>
                    <a:pt x="654696" y="1417759"/>
                  </a:lnTo>
                  <a:lnTo>
                    <a:pt x="669940" y="1365861"/>
                  </a:lnTo>
                  <a:lnTo>
                    <a:pt x="684892" y="1313291"/>
                  </a:lnTo>
                  <a:lnTo>
                    <a:pt x="699598" y="1260144"/>
                  </a:lnTo>
                  <a:lnTo>
                    <a:pt x="714106" y="1206516"/>
                  </a:lnTo>
                  <a:lnTo>
                    <a:pt x="728463" y="1152502"/>
                  </a:lnTo>
                  <a:lnTo>
                    <a:pt x="742717" y="1098196"/>
                  </a:lnTo>
                  <a:lnTo>
                    <a:pt x="756915" y="1043694"/>
                  </a:lnTo>
                  <a:lnTo>
                    <a:pt x="771106" y="989091"/>
                  </a:lnTo>
                  <a:lnTo>
                    <a:pt x="785335" y="934482"/>
                  </a:lnTo>
                  <a:lnTo>
                    <a:pt x="799598" y="881587"/>
                  </a:lnTo>
                  <a:lnTo>
                    <a:pt x="814635" y="829110"/>
                  </a:lnTo>
                  <a:lnTo>
                    <a:pt x="830421" y="777169"/>
                  </a:lnTo>
                  <a:lnTo>
                    <a:pt x="846933" y="725883"/>
                  </a:lnTo>
                  <a:lnTo>
                    <a:pt x="864147" y="675371"/>
                  </a:lnTo>
                  <a:lnTo>
                    <a:pt x="882039" y="625751"/>
                  </a:lnTo>
                  <a:lnTo>
                    <a:pt x="900586" y="577141"/>
                  </a:lnTo>
                  <a:lnTo>
                    <a:pt x="919764" y="529662"/>
                  </a:lnTo>
                  <a:lnTo>
                    <a:pt x="939549" y="483431"/>
                  </a:lnTo>
                  <a:lnTo>
                    <a:pt x="959917" y="438566"/>
                  </a:lnTo>
                  <a:lnTo>
                    <a:pt x="980845" y="395188"/>
                  </a:lnTo>
                  <a:lnTo>
                    <a:pt x="1002309" y="353413"/>
                  </a:lnTo>
                  <a:lnTo>
                    <a:pt x="1024284" y="313362"/>
                  </a:lnTo>
                  <a:lnTo>
                    <a:pt x="1046749" y="275152"/>
                  </a:lnTo>
                  <a:lnTo>
                    <a:pt x="1069678" y="238902"/>
                  </a:lnTo>
                  <a:lnTo>
                    <a:pt x="1093048" y="204732"/>
                  </a:lnTo>
                  <a:lnTo>
                    <a:pt x="1116835" y="172759"/>
                  </a:lnTo>
                  <a:lnTo>
                    <a:pt x="1141015" y="143102"/>
                  </a:lnTo>
                  <a:lnTo>
                    <a:pt x="1190462" y="91211"/>
                  </a:lnTo>
                  <a:lnTo>
                    <a:pt x="1241197" y="50010"/>
                  </a:lnTo>
                  <a:lnTo>
                    <a:pt x="1293031" y="20446"/>
                  </a:lnTo>
                  <a:lnTo>
                    <a:pt x="1345774" y="3470"/>
                  </a:lnTo>
                  <a:lnTo>
                    <a:pt x="1372427" y="0"/>
                  </a:lnTo>
                  <a:lnTo>
                    <a:pt x="1399237" y="31"/>
                  </a:lnTo>
                  <a:lnTo>
                    <a:pt x="1453228" y="11078"/>
                  </a:lnTo>
                  <a:lnTo>
                    <a:pt x="1507558" y="37561"/>
                  </a:lnTo>
                  <a:lnTo>
                    <a:pt x="1562038" y="80427"/>
                  </a:lnTo>
                  <a:lnTo>
                    <a:pt x="1589275" y="108302"/>
                  </a:lnTo>
                  <a:lnTo>
                    <a:pt x="1616477" y="140628"/>
                  </a:lnTo>
                  <a:lnTo>
                    <a:pt x="1641179" y="173819"/>
                  </a:lnTo>
                  <a:lnTo>
                    <a:pt x="1665141" y="209414"/>
                  </a:lnTo>
                  <a:lnTo>
                    <a:pt x="1688411" y="247239"/>
                  </a:lnTo>
                  <a:lnTo>
                    <a:pt x="1711038" y="287122"/>
                  </a:lnTo>
                  <a:lnTo>
                    <a:pt x="1733069" y="328887"/>
                  </a:lnTo>
                  <a:lnTo>
                    <a:pt x="1754552" y="372364"/>
                  </a:lnTo>
                  <a:lnTo>
                    <a:pt x="1775534" y="417377"/>
                  </a:lnTo>
                  <a:lnTo>
                    <a:pt x="1796063" y="463753"/>
                  </a:lnTo>
                  <a:lnTo>
                    <a:pt x="1816188" y="511319"/>
                  </a:lnTo>
                  <a:lnTo>
                    <a:pt x="1835955" y="559902"/>
                  </a:lnTo>
                  <a:lnTo>
                    <a:pt x="1855412" y="609328"/>
                  </a:lnTo>
                  <a:lnTo>
                    <a:pt x="1874608" y="659424"/>
                  </a:lnTo>
                  <a:lnTo>
                    <a:pt x="1893590" y="710016"/>
                  </a:lnTo>
                  <a:lnTo>
                    <a:pt x="1912405" y="760931"/>
                  </a:lnTo>
                  <a:lnTo>
                    <a:pt x="1931102" y="811996"/>
                  </a:lnTo>
                  <a:lnTo>
                    <a:pt x="1949728" y="863037"/>
                  </a:lnTo>
                  <a:lnTo>
                    <a:pt x="1968331" y="913880"/>
                  </a:lnTo>
                  <a:lnTo>
                    <a:pt x="1986959" y="964353"/>
                  </a:lnTo>
                  <a:lnTo>
                    <a:pt x="2005660" y="1014281"/>
                  </a:lnTo>
                  <a:lnTo>
                    <a:pt x="2024480" y="1063492"/>
                  </a:lnTo>
                  <a:lnTo>
                    <a:pt x="2043469" y="1111812"/>
                  </a:lnTo>
                  <a:lnTo>
                    <a:pt x="2062673" y="1159067"/>
                  </a:lnTo>
                  <a:lnTo>
                    <a:pt x="2082140" y="1205085"/>
                  </a:lnTo>
                  <a:lnTo>
                    <a:pt x="2101919" y="1249692"/>
                  </a:lnTo>
                  <a:lnTo>
                    <a:pt x="2122057" y="1292714"/>
                  </a:lnTo>
                  <a:lnTo>
                    <a:pt x="2142602" y="1333978"/>
                  </a:lnTo>
                  <a:lnTo>
                    <a:pt x="2163601" y="1373310"/>
                  </a:lnTo>
                  <a:lnTo>
                    <a:pt x="2185102" y="1410538"/>
                  </a:lnTo>
                  <a:lnTo>
                    <a:pt x="2207153" y="1445487"/>
                  </a:lnTo>
                  <a:lnTo>
                    <a:pt x="2229802" y="1477985"/>
                  </a:lnTo>
                  <a:lnTo>
                    <a:pt x="2277084" y="1534932"/>
                  </a:lnTo>
                  <a:lnTo>
                    <a:pt x="2327330" y="1579990"/>
                  </a:lnTo>
                  <a:lnTo>
                    <a:pt x="2380921" y="1611774"/>
                  </a:lnTo>
                  <a:lnTo>
                    <a:pt x="2438240" y="1628896"/>
                  </a:lnTo>
                  <a:lnTo>
                    <a:pt x="2468417" y="1631525"/>
                  </a:lnTo>
                  <a:lnTo>
                    <a:pt x="2506224" y="1629873"/>
                  </a:lnTo>
                  <a:lnTo>
                    <a:pt x="2577228" y="1613315"/>
                  </a:lnTo>
                  <a:lnTo>
                    <a:pt x="2642843" y="1581152"/>
                  </a:lnTo>
                  <a:lnTo>
                    <a:pt x="2703974" y="1535859"/>
                  </a:lnTo>
                  <a:lnTo>
                    <a:pt x="2733140" y="1509062"/>
                  </a:lnTo>
                  <a:lnTo>
                    <a:pt x="2761525" y="1479911"/>
                  </a:lnTo>
                  <a:lnTo>
                    <a:pt x="2789240" y="1448715"/>
                  </a:lnTo>
                  <a:lnTo>
                    <a:pt x="2816401" y="1415784"/>
                  </a:lnTo>
                  <a:lnTo>
                    <a:pt x="2843119" y="1381427"/>
                  </a:lnTo>
                  <a:lnTo>
                    <a:pt x="2869507" y="1345953"/>
                  </a:lnTo>
                  <a:lnTo>
                    <a:pt x="2895680" y="1309673"/>
                  </a:lnTo>
                  <a:lnTo>
                    <a:pt x="2921749" y="1272895"/>
                  </a:lnTo>
                  <a:lnTo>
                    <a:pt x="2947829" y="1235929"/>
                  </a:lnTo>
                  <a:lnTo>
                    <a:pt x="2974032" y="1199085"/>
                  </a:lnTo>
                  <a:lnTo>
                    <a:pt x="3000471" y="1162671"/>
                  </a:lnTo>
                  <a:lnTo>
                    <a:pt x="3027260" y="1126998"/>
                  </a:lnTo>
                  <a:lnTo>
                    <a:pt x="3054512" y="1092375"/>
                  </a:lnTo>
                  <a:lnTo>
                    <a:pt x="3082339" y="1059111"/>
                  </a:lnTo>
                  <a:lnTo>
                    <a:pt x="3110855" y="1027516"/>
                  </a:lnTo>
                  <a:lnTo>
                    <a:pt x="3140174" y="997898"/>
                  </a:lnTo>
                  <a:lnTo>
                    <a:pt x="3170407" y="970569"/>
                  </a:lnTo>
                  <a:lnTo>
                    <a:pt x="3201669" y="945837"/>
                  </a:lnTo>
                  <a:lnTo>
                    <a:pt x="3234072" y="924011"/>
                  </a:lnTo>
                  <a:lnTo>
                    <a:pt x="3267730" y="905401"/>
                  </a:lnTo>
                  <a:lnTo>
                    <a:pt x="3302755" y="890317"/>
                  </a:lnTo>
                  <a:lnTo>
                    <a:pt x="3339262" y="879067"/>
                  </a:lnTo>
                  <a:lnTo>
                    <a:pt x="3377362" y="871962"/>
                  </a:lnTo>
                  <a:lnTo>
                    <a:pt x="3417169" y="869311"/>
                  </a:lnTo>
                  <a:lnTo>
                    <a:pt x="3461174" y="871345"/>
                  </a:lnTo>
                  <a:lnTo>
                    <a:pt x="3503157" y="877946"/>
                  </a:lnTo>
                  <a:lnTo>
                    <a:pt x="3543246" y="888795"/>
                  </a:lnTo>
                  <a:lnTo>
                    <a:pt x="3581571" y="903573"/>
                  </a:lnTo>
                  <a:lnTo>
                    <a:pt x="3618261" y="921960"/>
                  </a:lnTo>
                  <a:lnTo>
                    <a:pt x="3653447" y="943638"/>
                  </a:lnTo>
                  <a:lnTo>
                    <a:pt x="3687256" y="968287"/>
                  </a:lnTo>
                  <a:lnTo>
                    <a:pt x="3719819" y="995589"/>
                  </a:lnTo>
                  <a:lnTo>
                    <a:pt x="3751264" y="1025225"/>
                  </a:lnTo>
                  <a:lnTo>
                    <a:pt x="3781722" y="1056875"/>
                  </a:lnTo>
                  <a:lnTo>
                    <a:pt x="3811321" y="1090220"/>
                  </a:lnTo>
                  <a:lnTo>
                    <a:pt x="3840190" y="1124942"/>
                  </a:lnTo>
                  <a:lnTo>
                    <a:pt x="3868460" y="1160721"/>
                  </a:lnTo>
                  <a:lnTo>
                    <a:pt x="3896259" y="1197239"/>
                  </a:lnTo>
                  <a:lnTo>
                    <a:pt x="3923717" y="1234176"/>
                  </a:lnTo>
                  <a:lnTo>
                    <a:pt x="3950962" y="1271213"/>
                  </a:lnTo>
                  <a:lnTo>
                    <a:pt x="3978126" y="1308031"/>
                  </a:lnTo>
                  <a:lnTo>
                    <a:pt x="4005336" y="1344311"/>
                  </a:lnTo>
                  <a:lnTo>
                    <a:pt x="4032722" y="1379735"/>
                  </a:lnTo>
                  <a:lnTo>
                    <a:pt x="4060413" y="1413982"/>
                  </a:lnTo>
                  <a:lnTo>
                    <a:pt x="4088539" y="1446734"/>
                  </a:lnTo>
                  <a:lnTo>
                    <a:pt x="4117229" y="1477673"/>
                  </a:lnTo>
                  <a:lnTo>
                    <a:pt x="4146613" y="1506478"/>
                  </a:lnTo>
                  <a:lnTo>
                    <a:pt x="4176819" y="1532832"/>
                  </a:lnTo>
                  <a:lnTo>
                    <a:pt x="4207977" y="1556414"/>
                  </a:lnTo>
                  <a:lnTo>
                    <a:pt x="4240217" y="1576906"/>
                  </a:lnTo>
                  <a:lnTo>
                    <a:pt x="4308458" y="1607343"/>
                  </a:lnTo>
                  <a:lnTo>
                    <a:pt x="4349619" y="1617954"/>
                  </a:lnTo>
                  <a:lnTo>
                    <a:pt x="4390194" y="1623388"/>
                  </a:lnTo>
                  <a:lnTo>
                    <a:pt x="4430085" y="1623894"/>
                  </a:lnTo>
                  <a:lnTo>
                    <a:pt x="4469196" y="1619719"/>
                  </a:lnTo>
                  <a:lnTo>
                    <a:pt x="4507429" y="1611110"/>
                  </a:lnTo>
                  <a:lnTo>
                    <a:pt x="4544685" y="1598315"/>
                  </a:lnTo>
                  <a:lnTo>
                    <a:pt x="4580867" y="1581583"/>
                  </a:lnTo>
                  <a:lnTo>
                    <a:pt x="4615878" y="1561159"/>
                  </a:lnTo>
                  <a:lnTo>
                    <a:pt x="4649621" y="1537293"/>
                  </a:lnTo>
                  <a:lnTo>
                    <a:pt x="4681996" y="1510231"/>
                  </a:lnTo>
                  <a:lnTo>
                    <a:pt x="4712908" y="1480221"/>
                  </a:lnTo>
                  <a:lnTo>
                    <a:pt x="4742258" y="1447510"/>
                  </a:lnTo>
                  <a:lnTo>
                    <a:pt x="4769948" y="1412347"/>
                  </a:lnTo>
                  <a:lnTo>
                    <a:pt x="4795882" y="1374979"/>
                  </a:lnTo>
                  <a:lnTo>
                    <a:pt x="4819961" y="1335653"/>
                  </a:lnTo>
                  <a:lnTo>
                    <a:pt x="4842088" y="1294618"/>
                  </a:lnTo>
                  <a:lnTo>
                    <a:pt x="4862166" y="1252119"/>
                  </a:lnTo>
                  <a:lnTo>
                    <a:pt x="4880096" y="1208406"/>
                  </a:lnTo>
                  <a:lnTo>
                    <a:pt x="4895781" y="1163726"/>
                  </a:lnTo>
                  <a:lnTo>
                    <a:pt x="4909123" y="1118326"/>
                  </a:lnTo>
                  <a:lnTo>
                    <a:pt x="4920025" y="1072455"/>
                  </a:lnTo>
                  <a:lnTo>
                    <a:pt x="4928390" y="1026358"/>
                  </a:lnTo>
                  <a:lnTo>
                    <a:pt x="4934119" y="980285"/>
                  </a:lnTo>
                  <a:lnTo>
                    <a:pt x="4937116" y="934482"/>
                  </a:lnTo>
                </a:path>
              </a:pathLst>
            </a:custGeom>
            <a:ln w="76200" cap="rnd">
              <a:solidFill>
                <a:srgbClr val="11A766"/>
              </a:solidFill>
            </a:ln>
          </p:spPr>
          <p:txBody>
            <a:bodyPr wrap="square" lIns="0" tIns="0" rIns="0" bIns="0" rtlCol="0"/>
            <a:lstStyle/>
            <a:p>
              <a:endParaRPr sz="900" dirty="0"/>
            </a:p>
          </p:txBody>
        </p:sp>
        <p:pic>
          <p:nvPicPr>
            <p:cNvPr id="18" name="object 18"/>
            <p:cNvPicPr/>
            <p:nvPr/>
          </p:nvPicPr>
          <p:blipFill>
            <a:blip r:embed="rId2" cstate="print"/>
            <a:stretch>
              <a:fillRect/>
            </a:stretch>
          </p:blipFill>
          <p:spPr>
            <a:xfrm>
              <a:off x="4044427" y="6309401"/>
              <a:ext cx="192998" cy="192998"/>
            </a:xfrm>
            <a:prstGeom prst="rect">
              <a:avLst/>
            </a:prstGeom>
          </p:spPr>
        </p:pic>
        <p:pic>
          <p:nvPicPr>
            <p:cNvPr id="19" name="object 19"/>
            <p:cNvPicPr/>
            <p:nvPr/>
          </p:nvPicPr>
          <p:blipFill>
            <a:blip r:embed="rId3" cstate="print"/>
            <a:stretch>
              <a:fillRect/>
            </a:stretch>
          </p:blipFill>
          <p:spPr>
            <a:xfrm>
              <a:off x="5379802" y="4089400"/>
              <a:ext cx="192998" cy="192998"/>
            </a:xfrm>
            <a:prstGeom prst="rect">
              <a:avLst/>
            </a:prstGeom>
          </p:spPr>
        </p:pic>
        <p:pic>
          <p:nvPicPr>
            <p:cNvPr id="20" name="object 20"/>
            <p:cNvPicPr/>
            <p:nvPr/>
          </p:nvPicPr>
          <p:blipFill>
            <a:blip r:embed="rId2" cstate="print"/>
            <a:stretch>
              <a:fillRect/>
            </a:stretch>
          </p:blipFill>
          <p:spPr>
            <a:xfrm>
              <a:off x="6464715" y="5709170"/>
              <a:ext cx="192998" cy="192998"/>
            </a:xfrm>
            <a:prstGeom prst="rect">
              <a:avLst/>
            </a:prstGeom>
          </p:spPr>
        </p:pic>
        <p:pic>
          <p:nvPicPr>
            <p:cNvPr id="21" name="object 21"/>
            <p:cNvPicPr/>
            <p:nvPr/>
          </p:nvPicPr>
          <p:blipFill>
            <a:blip r:embed="rId4" cstate="print"/>
            <a:stretch>
              <a:fillRect/>
            </a:stretch>
          </p:blipFill>
          <p:spPr>
            <a:xfrm>
              <a:off x="7432830" y="4934673"/>
              <a:ext cx="192998" cy="192998"/>
            </a:xfrm>
            <a:prstGeom prst="rect">
              <a:avLst/>
            </a:prstGeom>
          </p:spPr>
        </p:pic>
        <p:pic>
          <p:nvPicPr>
            <p:cNvPr id="22" name="object 22"/>
            <p:cNvPicPr/>
            <p:nvPr/>
          </p:nvPicPr>
          <p:blipFill>
            <a:blip r:embed="rId4" cstate="print"/>
            <a:stretch>
              <a:fillRect/>
            </a:stretch>
          </p:blipFill>
          <p:spPr>
            <a:xfrm>
              <a:off x="8465694" y="5696470"/>
              <a:ext cx="192998" cy="192998"/>
            </a:xfrm>
            <a:prstGeom prst="rect">
              <a:avLst/>
            </a:prstGeom>
          </p:spPr>
        </p:pic>
      </p:grpSp>
      <p:grpSp>
        <p:nvGrpSpPr>
          <p:cNvPr id="23" name="object 23"/>
          <p:cNvGrpSpPr/>
          <p:nvPr/>
        </p:nvGrpSpPr>
        <p:grpSpPr>
          <a:xfrm>
            <a:off x="1587500" y="1858108"/>
            <a:ext cx="3287078" cy="1793240"/>
            <a:chOff x="3175000" y="3716215"/>
            <a:chExt cx="6574155" cy="3586479"/>
          </a:xfrm>
        </p:grpSpPr>
        <p:sp>
          <p:nvSpPr>
            <p:cNvPr id="24" name="object 24"/>
            <p:cNvSpPr/>
            <p:nvPr/>
          </p:nvSpPr>
          <p:spPr>
            <a:xfrm>
              <a:off x="3207487" y="3716215"/>
              <a:ext cx="431800" cy="3586479"/>
            </a:xfrm>
            <a:custGeom>
              <a:avLst/>
              <a:gdLst/>
              <a:ahLst/>
              <a:cxnLst/>
              <a:rect l="l" t="t" r="r" b="b"/>
              <a:pathLst>
                <a:path w="431800" h="3586479">
                  <a:moveTo>
                    <a:pt x="213475" y="0"/>
                  </a:moveTo>
                  <a:lnTo>
                    <a:pt x="2656" y="394850"/>
                  </a:lnTo>
                  <a:lnTo>
                    <a:pt x="0" y="404729"/>
                  </a:lnTo>
                  <a:lnTo>
                    <a:pt x="1293" y="414518"/>
                  </a:lnTo>
                  <a:lnTo>
                    <a:pt x="6163" y="423109"/>
                  </a:lnTo>
                  <a:lnTo>
                    <a:pt x="14237" y="429394"/>
                  </a:lnTo>
                  <a:lnTo>
                    <a:pt x="17815" y="431172"/>
                  </a:lnTo>
                  <a:lnTo>
                    <a:pt x="21761" y="432099"/>
                  </a:lnTo>
                  <a:lnTo>
                    <a:pt x="177799" y="431820"/>
                  </a:lnTo>
                  <a:lnTo>
                    <a:pt x="183412" y="3548253"/>
                  </a:lnTo>
                  <a:lnTo>
                    <a:pt x="186433" y="3563078"/>
                  </a:lnTo>
                  <a:lnTo>
                    <a:pt x="194620" y="3575174"/>
                  </a:lnTo>
                  <a:lnTo>
                    <a:pt x="206745" y="3583317"/>
                  </a:lnTo>
                  <a:lnTo>
                    <a:pt x="221581" y="3586284"/>
                  </a:lnTo>
                  <a:lnTo>
                    <a:pt x="236406" y="3583263"/>
                  </a:lnTo>
                  <a:lnTo>
                    <a:pt x="248502" y="3575076"/>
                  </a:lnTo>
                  <a:lnTo>
                    <a:pt x="256645" y="3562951"/>
                  </a:lnTo>
                  <a:lnTo>
                    <a:pt x="259612" y="3548115"/>
                  </a:lnTo>
                  <a:lnTo>
                    <a:pt x="253986" y="431693"/>
                  </a:lnTo>
                  <a:lnTo>
                    <a:pt x="406039" y="431401"/>
                  </a:lnTo>
                  <a:lnTo>
                    <a:pt x="431750" y="405594"/>
                  </a:lnTo>
                  <a:lnTo>
                    <a:pt x="431743" y="401594"/>
                  </a:lnTo>
                  <a:lnTo>
                    <a:pt x="430804" y="397657"/>
                  </a:lnTo>
                  <a:lnTo>
                    <a:pt x="238186" y="14142"/>
                  </a:lnTo>
                  <a:lnTo>
                    <a:pt x="231877" y="6093"/>
                  </a:lnTo>
                  <a:lnTo>
                    <a:pt x="223269" y="1257"/>
                  </a:lnTo>
                  <a:lnTo>
                    <a:pt x="213475" y="0"/>
                  </a:lnTo>
                  <a:close/>
                </a:path>
              </a:pathLst>
            </a:custGeom>
            <a:solidFill>
              <a:srgbClr val="212121"/>
            </a:solidFill>
          </p:spPr>
          <p:txBody>
            <a:bodyPr wrap="square" lIns="0" tIns="0" rIns="0" bIns="0" rtlCol="0"/>
            <a:lstStyle/>
            <a:p>
              <a:endParaRPr sz="900"/>
            </a:p>
          </p:txBody>
        </p:sp>
        <p:sp>
          <p:nvSpPr>
            <p:cNvPr id="25" name="object 25"/>
            <p:cNvSpPr/>
            <p:nvPr/>
          </p:nvSpPr>
          <p:spPr>
            <a:xfrm>
              <a:off x="3175000" y="6825199"/>
              <a:ext cx="6574155" cy="431800"/>
            </a:xfrm>
            <a:custGeom>
              <a:avLst/>
              <a:gdLst/>
              <a:ahLst/>
              <a:cxnLst/>
              <a:rect l="l" t="t" r="r" b="b"/>
              <a:pathLst>
                <a:path w="6574155" h="431800">
                  <a:moveTo>
                    <a:pt x="6172682" y="11"/>
                  </a:moveTo>
                  <a:lnTo>
                    <a:pt x="6142850" y="25681"/>
                  </a:lnTo>
                  <a:lnTo>
                    <a:pt x="6142405" y="177732"/>
                  </a:lnTo>
                  <a:lnTo>
                    <a:pt x="38211" y="159800"/>
                  </a:lnTo>
                  <a:lnTo>
                    <a:pt x="23373" y="162750"/>
                  </a:lnTo>
                  <a:lnTo>
                    <a:pt x="11238" y="170880"/>
                  </a:lnTo>
                  <a:lnTo>
                    <a:pt x="3037" y="182966"/>
                  </a:lnTo>
                  <a:lnTo>
                    <a:pt x="0" y="197788"/>
                  </a:lnTo>
                  <a:lnTo>
                    <a:pt x="2950" y="212627"/>
                  </a:lnTo>
                  <a:lnTo>
                    <a:pt x="11079" y="224761"/>
                  </a:lnTo>
                  <a:lnTo>
                    <a:pt x="23166" y="232962"/>
                  </a:lnTo>
                  <a:lnTo>
                    <a:pt x="37988" y="236000"/>
                  </a:lnTo>
                  <a:lnTo>
                    <a:pt x="6142177" y="253919"/>
                  </a:lnTo>
                  <a:lnTo>
                    <a:pt x="6141722" y="409958"/>
                  </a:lnTo>
                  <a:lnTo>
                    <a:pt x="6169062" y="431750"/>
                  </a:lnTo>
                  <a:lnTo>
                    <a:pt x="6178942" y="429106"/>
                  </a:lnTo>
                  <a:lnTo>
                    <a:pt x="6564770" y="237606"/>
                  </a:lnTo>
                  <a:lnTo>
                    <a:pt x="6568824" y="233577"/>
                  </a:lnTo>
                  <a:lnTo>
                    <a:pt x="6571331" y="228598"/>
                  </a:lnTo>
                  <a:lnTo>
                    <a:pt x="6574034" y="218734"/>
                  </a:lnTo>
                  <a:lnTo>
                    <a:pt x="6572786" y="208939"/>
                  </a:lnTo>
                  <a:lnTo>
                    <a:pt x="6567957" y="200326"/>
                  </a:lnTo>
                  <a:lnTo>
                    <a:pt x="6559914" y="194009"/>
                  </a:lnTo>
                  <a:lnTo>
                    <a:pt x="6176623" y="953"/>
                  </a:lnTo>
                  <a:lnTo>
                    <a:pt x="6172682" y="11"/>
                  </a:lnTo>
                  <a:close/>
                </a:path>
              </a:pathLst>
            </a:custGeom>
            <a:solidFill>
              <a:srgbClr val="212121"/>
            </a:solidFill>
          </p:spPr>
          <p:txBody>
            <a:bodyPr wrap="square" lIns="0" tIns="0" rIns="0" bIns="0" rtlCol="0"/>
            <a:lstStyle/>
            <a:p>
              <a:endParaRPr sz="900"/>
            </a:p>
          </p:txBody>
        </p:sp>
      </p:grpSp>
      <p:sp>
        <p:nvSpPr>
          <p:cNvPr id="26" name="object 26"/>
          <p:cNvSpPr txBox="1"/>
          <p:nvPr/>
        </p:nvSpPr>
        <p:spPr>
          <a:xfrm>
            <a:off x="1479550" y="3371641"/>
            <a:ext cx="3902075" cy="360045"/>
          </a:xfrm>
          <a:prstGeom prst="rect">
            <a:avLst/>
          </a:prstGeom>
        </p:spPr>
        <p:txBody>
          <a:bodyPr vert="horz" wrap="square" lIns="0" tIns="6350" rIns="0" bIns="0" rtlCol="0">
            <a:spAutoFit/>
          </a:bodyPr>
          <a:lstStyle/>
          <a:p>
            <a:pPr marL="3441065">
              <a:lnSpc>
                <a:spcPts val="1180"/>
              </a:lnSpc>
              <a:spcBef>
                <a:spcPts val="50"/>
              </a:spcBef>
            </a:pPr>
            <a:r>
              <a:rPr sz="1050" spc="-1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时间</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3449320">
              <a:lnSpc>
                <a:spcPts val="880"/>
              </a:lnSpc>
            </a:pPr>
            <a:r>
              <a:rPr sz="800" spc="2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Time</a:t>
            </a:r>
            <a:endParaRPr sz="80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40"/>
              </a:spcBef>
            </a:pPr>
            <a:endParaRPr sz="5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27" name="object 27"/>
          <p:cNvSpPr/>
          <p:nvPr/>
        </p:nvSpPr>
        <p:spPr>
          <a:xfrm>
            <a:off x="2451100" y="5511800"/>
            <a:ext cx="1955800" cy="1955800"/>
          </a:xfrm>
          <a:custGeom>
            <a:avLst/>
            <a:gdLst/>
            <a:ahLst/>
            <a:cxnLst/>
            <a:rect l="l" t="t" r="r" b="b"/>
            <a:pathLst>
              <a:path w="3911600" h="3911600">
                <a:moveTo>
                  <a:pt x="1955800" y="3911600"/>
                </a:moveTo>
                <a:lnTo>
                  <a:pt x="2004026" y="3911017"/>
                </a:lnTo>
                <a:lnTo>
                  <a:pt x="2051966" y="3909277"/>
                </a:lnTo>
                <a:lnTo>
                  <a:pt x="2099605" y="3906393"/>
                </a:lnTo>
                <a:lnTo>
                  <a:pt x="2146931" y="3902379"/>
                </a:lnTo>
                <a:lnTo>
                  <a:pt x="2193930" y="3897249"/>
                </a:lnTo>
                <a:lnTo>
                  <a:pt x="2240589" y="3891015"/>
                </a:lnTo>
                <a:lnTo>
                  <a:pt x="2286894" y="3883691"/>
                </a:lnTo>
                <a:lnTo>
                  <a:pt x="2332832" y="3875290"/>
                </a:lnTo>
                <a:lnTo>
                  <a:pt x="2378390" y="3865826"/>
                </a:lnTo>
                <a:lnTo>
                  <a:pt x="2423553" y="3855312"/>
                </a:lnTo>
                <a:lnTo>
                  <a:pt x="2468310" y="3843761"/>
                </a:lnTo>
                <a:lnTo>
                  <a:pt x="2512646" y="3831188"/>
                </a:lnTo>
                <a:lnTo>
                  <a:pt x="2556548" y="3817605"/>
                </a:lnTo>
                <a:lnTo>
                  <a:pt x="2600002" y="3803025"/>
                </a:lnTo>
                <a:lnTo>
                  <a:pt x="2642996" y="3787462"/>
                </a:lnTo>
                <a:lnTo>
                  <a:pt x="2685515" y="3770930"/>
                </a:lnTo>
                <a:lnTo>
                  <a:pt x="2727547" y="3753442"/>
                </a:lnTo>
                <a:lnTo>
                  <a:pt x="2769078" y="3735011"/>
                </a:lnTo>
                <a:lnTo>
                  <a:pt x="2810094" y="3715651"/>
                </a:lnTo>
                <a:lnTo>
                  <a:pt x="2850583" y="3695374"/>
                </a:lnTo>
                <a:lnTo>
                  <a:pt x="2890531" y="3674195"/>
                </a:lnTo>
                <a:lnTo>
                  <a:pt x="2929924" y="3652127"/>
                </a:lnTo>
                <a:lnTo>
                  <a:pt x="2968749" y="3629183"/>
                </a:lnTo>
                <a:lnTo>
                  <a:pt x="3006993" y="3605376"/>
                </a:lnTo>
                <a:lnTo>
                  <a:pt x="3044642" y="3580721"/>
                </a:lnTo>
                <a:lnTo>
                  <a:pt x="3081684" y="3555229"/>
                </a:lnTo>
                <a:lnTo>
                  <a:pt x="3118103" y="3528916"/>
                </a:lnTo>
                <a:lnTo>
                  <a:pt x="3153888" y="3501793"/>
                </a:lnTo>
                <a:lnTo>
                  <a:pt x="3189025" y="3473875"/>
                </a:lnTo>
                <a:lnTo>
                  <a:pt x="3223500" y="3445175"/>
                </a:lnTo>
                <a:lnTo>
                  <a:pt x="3257300" y="3415707"/>
                </a:lnTo>
                <a:lnTo>
                  <a:pt x="3290412" y="3385482"/>
                </a:lnTo>
                <a:lnTo>
                  <a:pt x="3322822" y="3354516"/>
                </a:lnTo>
                <a:lnTo>
                  <a:pt x="3354516" y="3322822"/>
                </a:lnTo>
                <a:lnTo>
                  <a:pt x="3385482" y="3290412"/>
                </a:lnTo>
                <a:lnTo>
                  <a:pt x="3415707" y="3257300"/>
                </a:lnTo>
                <a:lnTo>
                  <a:pt x="3445175" y="3223500"/>
                </a:lnTo>
                <a:lnTo>
                  <a:pt x="3473875" y="3189025"/>
                </a:lnTo>
                <a:lnTo>
                  <a:pt x="3501793" y="3153888"/>
                </a:lnTo>
                <a:lnTo>
                  <a:pt x="3528916" y="3118103"/>
                </a:lnTo>
                <a:lnTo>
                  <a:pt x="3555229" y="3081684"/>
                </a:lnTo>
                <a:lnTo>
                  <a:pt x="3580721" y="3044642"/>
                </a:lnTo>
                <a:lnTo>
                  <a:pt x="3605376" y="3006993"/>
                </a:lnTo>
                <a:lnTo>
                  <a:pt x="3629183" y="2968749"/>
                </a:lnTo>
                <a:lnTo>
                  <a:pt x="3652127" y="2929924"/>
                </a:lnTo>
                <a:lnTo>
                  <a:pt x="3674195" y="2890531"/>
                </a:lnTo>
                <a:lnTo>
                  <a:pt x="3695374" y="2850583"/>
                </a:lnTo>
                <a:lnTo>
                  <a:pt x="3715651" y="2810094"/>
                </a:lnTo>
                <a:lnTo>
                  <a:pt x="3735011" y="2769078"/>
                </a:lnTo>
                <a:lnTo>
                  <a:pt x="3753442" y="2727547"/>
                </a:lnTo>
                <a:lnTo>
                  <a:pt x="3770930" y="2685515"/>
                </a:lnTo>
                <a:lnTo>
                  <a:pt x="3787462" y="2642996"/>
                </a:lnTo>
                <a:lnTo>
                  <a:pt x="3803025" y="2600002"/>
                </a:lnTo>
                <a:lnTo>
                  <a:pt x="3817605" y="2556548"/>
                </a:lnTo>
                <a:lnTo>
                  <a:pt x="3831188" y="2512646"/>
                </a:lnTo>
                <a:lnTo>
                  <a:pt x="3843761" y="2468310"/>
                </a:lnTo>
                <a:lnTo>
                  <a:pt x="3855312" y="2423553"/>
                </a:lnTo>
                <a:lnTo>
                  <a:pt x="3865826" y="2378390"/>
                </a:lnTo>
                <a:lnTo>
                  <a:pt x="3875290" y="2332832"/>
                </a:lnTo>
                <a:lnTo>
                  <a:pt x="3883691" y="2286894"/>
                </a:lnTo>
                <a:lnTo>
                  <a:pt x="3891015" y="2240589"/>
                </a:lnTo>
                <a:lnTo>
                  <a:pt x="3897249" y="2193930"/>
                </a:lnTo>
                <a:lnTo>
                  <a:pt x="3902379" y="2146931"/>
                </a:lnTo>
                <a:lnTo>
                  <a:pt x="3906393" y="2099605"/>
                </a:lnTo>
                <a:lnTo>
                  <a:pt x="3909277" y="2051966"/>
                </a:lnTo>
                <a:lnTo>
                  <a:pt x="3911017" y="2004026"/>
                </a:lnTo>
                <a:lnTo>
                  <a:pt x="3911600" y="1955800"/>
                </a:lnTo>
                <a:lnTo>
                  <a:pt x="3911017" y="1907573"/>
                </a:lnTo>
                <a:lnTo>
                  <a:pt x="3909277" y="1859633"/>
                </a:lnTo>
                <a:lnTo>
                  <a:pt x="3906393" y="1811994"/>
                </a:lnTo>
                <a:lnTo>
                  <a:pt x="3902379" y="1764668"/>
                </a:lnTo>
                <a:lnTo>
                  <a:pt x="3897249" y="1717669"/>
                </a:lnTo>
                <a:lnTo>
                  <a:pt x="3891015" y="1671010"/>
                </a:lnTo>
                <a:lnTo>
                  <a:pt x="3883691" y="1624705"/>
                </a:lnTo>
                <a:lnTo>
                  <a:pt x="3875290" y="1578767"/>
                </a:lnTo>
                <a:lnTo>
                  <a:pt x="3865826" y="1533209"/>
                </a:lnTo>
                <a:lnTo>
                  <a:pt x="3855312" y="1488046"/>
                </a:lnTo>
                <a:lnTo>
                  <a:pt x="3843761" y="1443289"/>
                </a:lnTo>
                <a:lnTo>
                  <a:pt x="3831188" y="1398953"/>
                </a:lnTo>
                <a:lnTo>
                  <a:pt x="3817605" y="1355052"/>
                </a:lnTo>
                <a:lnTo>
                  <a:pt x="3803025" y="1311597"/>
                </a:lnTo>
                <a:lnTo>
                  <a:pt x="3787462" y="1268604"/>
                </a:lnTo>
                <a:lnTo>
                  <a:pt x="3770930" y="1226084"/>
                </a:lnTo>
                <a:lnTo>
                  <a:pt x="3753442" y="1184052"/>
                </a:lnTo>
                <a:lnTo>
                  <a:pt x="3735011" y="1142521"/>
                </a:lnTo>
                <a:lnTo>
                  <a:pt x="3715651" y="1101505"/>
                </a:lnTo>
                <a:lnTo>
                  <a:pt x="3695374" y="1061016"/>
                </a:lnTo>
                <a:lnTo>
                  <a:pt x="3674195" y="1021068"/>
                </a:lnTo>
                <a:lnTo>
                  <a:pt x="3652127" y="981675"/>
                </a:lnTo>
                <a:lnTo>
                  <a:pt x="3629183" y="942850"/>
                </a:lnTo>
                <a:lnTo>
                  <a:pt x="3605376" y="904606"/>
                </a:lnTo>
                <a:lnTo>
                  <a:pt x="3580721" y="866957"/>
                </a:lnTo>
                <a:lnTo>
                  <a:pt x="3555229" y="829916"/>
                </a:lnTo>
                <a:lnTo>
                  <a:pt x="3528916" y="793496"/>
                </a:lnTo>
                <a:lnTo>
                  <a:pt x="3501793" y="757711"/>
                </a:lnTo>
                <a:lnTo>
                  <a:pt x="3473875" y="722574"/>
                </a:lnTo>
                <a:lnTo>
                  <a:pt x="3445175" y="688099"/>
                </a:lnTo>
                <a:lnTo>
                  <a:pt x="3415707" y="654299"/>
                </a:lnTo>
                <a:lnTo>
                  <a:pt x="3385482" y="621187"/>
                </a:lnTo>
                <a:lnTo>
                  <a:pt x="3354516" y="588778"/>
                </a:lnTo>
                <a:lnTo>
                  <a:pt x="3322822" y="557083"/>
                </a:lnTo>
                <a:lnTo>
                  <a:pt x="3290412" y="526117"/>
                </a:lnTo>
                <a:lnTo>
                  <a:pt x="3257300" y="495893"/>
                </a:lnTo>
                <a:lnTo>
                  <a:pt x="3223500" y="466424"/>
                </a:lnTo>
                <a:lnTo>
                  <a:pt x="3189025" y="437724"/>
                </a:lnTo>
                <a:lnTo>
                  <a:pt x="3153888" y="409806"/>
                </a:lnTo>
                <a:lnTo>
                  <a:pt x="3118103" y="382683"/>
                </a:lnTo>
                <a:lnTo>
                  <a:pt x="3081684" y="356370"/>
                </a:lnTo>
                <a:lnTo>
                  <a:pt x="3044642" y="330878"/>
                </a:lnTo>
                <a:lnTo>
                  <a:pt x="3006993" y="306223"/>
                </a:lnTo>
                <a:lnTo>
                  <a:pt x="2968749" y="282416"/>
                </a:lnTo>
                <a:lnTo>
                  <a:pt x="2929924" y="259472"/>
                </a:lnTo>
                <a:lnTo>
                  <a:pt x="2890531" y="237404"/>
                </a:lnTo>
                <a:lnTo>
                  <a:pt x="2850583" y="216225"/>
                </a:lnTo>
                <a:lnTo>
                  <a:pt x="2810094" y="195948"/>
                </a:lnTo>
                <a:lnTo>
                  <a:pt x="2769078" y="176588"/>
                </a:lnTo>
                <a:lnTo>
                  <a:pt x="2727547" y="158157"/>
                </a:lnTo>
                <a:lnTo>
                  <a:pt x="2685515" y="140669"/>
                </a:lnTo>
                <a:lnTo>
                  <a:pt x="2642996" y="124137"/>
                </a:lnTo>
                <a:lnTo>
                  <a:pt x="2600002" y="108574"/>
                </a:lnTo>
                <a:lnTo>
                  <a:pt x="2556548" y="93994"/>
                </a:lnTo>
                <a:lnTo>
                  <a:pt x="2512646" y="80411"/>
                </a:lnTo>
                <a:lnTo>
                  <a:pt x="2468310" y="67838"/>
                </a:lnTo>
                <a:lnTo>
                  <a:pt x="2423553" y="56287"/>
                </a:lnTo>
                <a:lnTo>
                  <a:pt x="2378390" y="45773"/>
                </a:lnTo>
                <a:lnTo>
                  <a:pt x="2332832" y="36309"/>
                </a:lnTo>
                <a:lnTo>
                  <a:pt x="2286894" y="27909"/>
                </a:lnTo>
                <a:lnTo>
                  <a:pt x="2240589" y="20584"/>
                </a:lnTo>
                <a:lnTo>
                  <a:pt x="2193930" y="14350"/>
                </a:lnTo>
                <a:lnTo>
                  <a:pt x="2146931" y="9220"/>
                </a:lnTo>
                <a:lnTo>
                  <a:pt x="2099605" y="5206"/>
                </a:lnTo>
                <a:lnTo>
                  <a:pt x="2051966" y="2322"/>
                </a:lnTo>
                <a:lnTo>
                  <a:pt x="2004026" y="582"/>
                </a:lnTo>
                <a:lnTo>
                  <a:pt x="1955800" y="0"/>
                </a:lnTo>
                <a:lnTo>
                  <a:pt x="1907573" y="582"/>
                </a:lnTo>
                <a:lnTo>
                  <a:pt x="1859633" y="2322"/>
                </a:lnTo>
                <a:lnTo>
                  <a:pt x="1811994" y="5206"/>
                </a:lnTo>
                <a:lnTo>
                  <a:pt x="1764668" y="9220"/>
                </a:lnTo>
                <a:lnTo>
                  <a:pt x="1717669" y="14350"/>
                </a:lnTo>
                <a:lnTo>
                  <a:pt x="1671010" y="20584"/>
                </a:lnTo>
                <a:lnTo>
                  <a:pt x="1624705" y="27909"/>
                </a:lnTo>
                <a:lnTo>
                  <a:pt x="1578767" y="36309"/>
                </a:lnTo>
                <a:lnTo>
                  <a:pt x="1533209" y="45773"/>
                </a:lnTo>
                <a:lnTo>
                  <a:pt x="1488046" y="56287"/>
                </a:lnTo>
                <a:lnTo>
                  <a:pt x="1443289" y="67838"/>
                </a:lnTo>
                <a:lnTo>
                  <a:pt x="1398953" y="80411"/>
                </a:lnTo>
                <a:lnTo>
                  <a:pt x="1355052" y="93994"/>
                </a:lnTo>
                <a:lnTo>
                  <a:pt x="1311597" y="108574"/>
                </a:lnTo>
                <a:lnTo>
                  <a:pt x="1268604" y="124137"/>
                </a:lnTo>
                <a:lnTo>
                  <a:pt x="1226084" y="140669"/>
                </a:lnTo>
                <a:lnTo>
                  <a:pt x="1184052" y="158157"/>
                </a:lnTo>
                <a:lnTo>
                  <a:pt x="1142521" y="176588"/>
                </a:lnTo>
                <a:lnTo>
                  <a:pt x="1101505" y="195948"/>
                </a:lnTo>
                <a:lnTo>
                  <a:pt x="1061016" y="216225"/>
                </a:lnTo>
                <a:lnTo>
                  <a:pt x="1021068" y="237404"/>
                </a:lnTo>
                <a:lnTo>
                  <a:pt x="981675" y="259472"/>
                </a:lnTo>
                <a:lnTo>
                  <a:pt x="942850" y="282416"/>
                </a:lnTo>
                <a:lnTo>
                  <a:pt x="904606" y="306223"/>
                </a:lnTo>
                <a:lnTo>
                  <a:pt x="866957" y="330878"/>
                </a:lnTo>
                <a:lnTo>
                  <a:pt x="829916" y="356370"/>
                </a:lnTo>
                <a:lnTo>
                  <a:pt x="793496" y="382683"/>
                </a:lnTo>
                <a:lnTo>
                  <a:pt x="757711" y="409806"/>
                </a:lnTo>
                <a:lnTo>
                  <a:pt x="722574" y="437724"/>
                </a:lnTo>
                <a:lnTo>
                  <a:pt x="688099" y="466424"/>
                </a:lnTo>
                <a:lnTo>
                  <a:pt x="654299" y="495893"/>
                </a:lnTo>
                <a:lnTo>
                  <a:pt x="621187" y="526117"/>
                </a:lnTo>
                <a:lnTo>
                  <a:pt x="588778" y="557083"/>
                </a:lnTo>
                <a:lnTo>
                  <a:pt x="557083" y="588778"/>
                </a:lnTo>
                <a:lnTo>
                  <a:pt x="526117" y="621187"/>
                </a:lnTo>
                <a:lnTo>
                  <a:pt x="495893" y="654299"/>
                </a:lnTo>
                <a:lnTo>
                  <a:pt x="466424" y="688099"/>
                </a:lnTo>
                <a:lnTo>
                  <a:pt x="437724" y="722574"/>
                </a:lnTo>
                <a:lnTo>
                  <a:pt x="409806" y="757711"/>
                </a:lnTo>
                <a:lnTo>
                  <a:pt x="382683" y="793496"/>
                </a:lnTo>
                <a:lnTo>
                  <a:pt x="356370" y="829916"/>
                </a:lnTo>
                <a:lnTo>
                  <a:pt x="330878" y="866957"/>
                </a:lnTo>
                <a:lnTo>
                  <a:pt x="306223" y="904606"/>
                </a:lnTo>
                <a:lnTo>
                  <a:pt x="282416" y="942850"/>
                </a:lnTo>
                <a:lnTo>
                  <a:pt x="259472" y="981675"/>
                </a:lnTo>
                <a:lnTo>
                  <a:pt x="237404" y="1021068"/>
                </a:lnTo>
                <a:lnTo>
                  <a:pt x="216225" y="1061016"/>
                </a:lnTo>
                <a:lnTo>
                  <a:pt x="195948" y="1101505"/>
                </a:lnTo>
                <a:lnTo>
                  <a:pt x="176588" y="1142521"/>
                </a:lnTo>
                <a:lnTo>
                  <a:pt x="158157" y="1184052"/>
                </a:lnTo>
                <a:lnTo>
                  <a:pt x="140669" y="1226084"/>
                </a:lnTo>
                <a:lnTo>
                  <a:pt x="124137" y="1268604"/>
                </a:lnTo>
                <a:lnTo>
                  <a:pt x="108574" y="1311597"/>
                </a:lnTo>
                <a:lnTo>
                  <a:pt x="93994" y="1355052"/>
                </a:lnTo>
                <a:lnTo>
                  <a:pt x="80411" y="1398953"/>
                </a:lnTo>
                <a:lnTo>
                  <a:pt x="67838" y="1443289"/>
                </a:lnTo>
                <a:lnTo>
                  <a:pt x="56287" y="1488046"/>
                </a:lnTo>
                <a:lnTo>
                  <a:pt x="45773" y="1533209"/>
                </a:lnTo>
                <a:lnTo>
                  <a:pt x="36309" y="1578767"/>
                </a:lnTo>
                <a:lnTo>
                  <a:pt x="27909" y="1624705"/>
                </a:lnTo>
                <a:lnTo>
                  <a:pt x="20584" y="1671010"/>
                </a:lnTo>
                <a:lnTo>
                  <a:pt x="14350" y="1717669"/>
                </a:lnTo>
                <a:lnTo>
                  <a:pt x="9220" y="1764668"/>
                </a:lnTo>
                <a:lnTo>
                  <a:pt x="5206" y="1811994"/>
                </a:lnTo>
                <a:lnTo>
                  <a:pt x="2322" y="1859633"/>
                </a:lnTo>
                <a:lnTo>
                  <a:pt x="582" y="1907573"/>
                </a:lnTo>
                <a:lnTo>
                  <a:pt x="0" y="1955800"/>
                </a:lnTo>
                <a:lnTo>
                  <a:pt x="582" y="2004026"/>
                </a:lnTo>
                <a:lnTo>
                  <a:pt x="2322" y="2051966"/>
                </a:lnTo>
                <a:lnTo>
                  <a:pt x="5206" y="2099605"/>
                </a:lnTo>
                <a:lnTo>
                  <a:pt x="9220" y="2146931"/>
                </a:lnTo>
                <a:lnTo>
                  <a:pt x="14350" y="2193930"/>
                </a:lnTo>
                <a:lnTo>
                  <a:pt x="20584" y="2240589"/>
                </a:lnTo>
                <a:lnTo>
                  <a:pt x="27909" y="2286894"/>
                </a:lnTo>
                <a:lnTo>
                  <a:pt x="36309" y="2332832"/>
                </a:lnTo>
                <a:lnTo>
                  <a:pt x="45773" y="2378390"/>
                </a:lnTo>
                <a:lnTo>
                  <a:pt x="56287" y="2423553"/>
                </a:lnTo>
                <a:lnTo>
                  <a:pt x="67838" y="2468310"/>
                </a:lnTo>
                <a:lnTo>
                  <a:pt x="80411" y="2512646"/>
                </a:lnTo>
                <a:lnTo>
                  <a:pt x="93994" y="2556548"/>
                </a:lnTo>
                <a:lnTo>
                  <a:pt x="108574" y="2600002"/>
                </a:lnTo>
                <a:lnTo>
                  <a:pt x="124137" y="2642996"/>
                </a:lnTo>
                <a:lnTo>
                  <a:pt x="140669" y="2685515"/>
                </a:lnTo>
                <a:lnTo>
                  <a:pt x="158157" y="2727547"/>
                </a:lnTo>
                <a:lnTo>
                  <a:pt x="176588" y="2769078"/>
                </a:lnTo>
                <a:lnTo>
                  <a:pt x="195948" y="2810094"/>
                </a:lnTo>
                <a:lnTo>
                  <a:pt x="216225" y="2850583"/>
                </a:lnTo>
                <a:lnTo>
                  <a:pt x="237404" y="2890531"/>
                </a:lnTo>
                <a:lnTo>
                  <a:pt x="259472" y="2929924"/>
                </a:lnTo>
                <a:lnTo>
                  <a:pt x="282416" y="2968749"/>
                </a:lnTo>
                <a:lnTo>
                  <a:pt x="306223" y="3006993"/>
                </a:lnTo>
                <a:lnTo>
                  <a:pt x="330878" y="3044642"/>
                </a:lnTo>
                <a:lnTo>
                  <a:pt x="356370" y="3081684"/>
                </a:lnTo>
                <a:lnTo>
                  <a:pt x="382683" y="3118103"/>
                </a:lnTo>
                <a:lnTo>
                  <a:pt x="409806" y="3153888"/>
                </a:lnTo>
                <a:lnTo>
                  <a:pt x="437724" y="3189025"/>
                </a:lnTo>
                <a:lnTo>
                  <a:pt x="466424" y="3223500"/>
                </a:lnTo>
                <a:lnTo>
                  <a:pt x="495893" y="3257300"/>
                </a:lnTo>
                <a:lnTo>
                  <a:pt x="526117" y="3290412"/>
                </a:lnTo>
                <a:lnTo>
                  <a:pt x="557083" y="3322822"/>
                </a:lnTo>
                <a:lnTo>
                  <a:pt x="588778" y="3354516"/>
                </a:lnTo>
                <a:lnTo>
                  <a:pt x="621187" y="3385482"/>
                </a:lnTo>
                <a:lnTo>
                  <a:pt x="654299" y="3415707"/>
                </a:lnTo>
                <a:lnTo>
                  <a:pt x="688099" y="3445175"/>
                </a:lnTo>
                <a:lnTo>
                  <a:pt x="722574" y="3473875"/>
                </a:lnTo>
                <a:lnTo>
                  <a:pt x="757711" y="3501793"/>
                </a:lnTo>
                <a:lnTo>
                  <a:pt x="793496" y="3528916"/>
                </a:lnTo>
                <a:lnTo>
                  <a:pt x="829916" y="3555229"/>
                </a:lnTo>
                <a:lnTo>
                  <a:pt x="866957" y="3580721"/>
                </a:lnTo>
                <a:lnTo>
                  <a:pt x="904606" y="3605376"/>
                </a:lnTo>
                <a:lnTo>
                  <a:pt x="942850" y="3629183"/>
                </a:lnTo>
                <a:lnTo>
                  <a:pt x="981675" y="3652127"/>
                </a:lnTo>
                <a:lnTo>
                  <a:pt x="1021068" y="3674195"/>
                </a:lnTo>
                <a:lnTo>
                  <a:pt x="1061016" y="3695374"/>
                </a:lnTo>
                <a:lnTo>
                  <a:pt x="1101505" y="3715651"/>
                </a:lnTo>
                <a:lnTo>
                  <a:pt x="1142521" y="3735011"/>
                </a:lnTo>
                <a:lnTo>
                  <a:pt x="1184052" y="3753442"/>
                </a:lnTo>
                <a:lnTo>
                  <a:pt x="1226084" y="3770930"/>
                </a:lnTo>
                <a:lnTo>
                  <a:pt x="1268604" y="3787462"/>
                </a:lnTo>
                <a:lnTo>
                  <a:pt x="1311597" y="3803025"/>
                </a:lnTo>
                <a:lnTo>
                  <a:pt x="1355052" y="3817605"/>
                </a:lnTo>
                <a:lnTo>
                  <a:pt x="1398953" y="3831188"/>
                </a:lnTo>
                <a:lnTo>
                  <a:pt x="1443289" y="3843761"/>
                </a:lnTo>
                <a:lnTo>
                  <a:pt x="1488046" y="3855312"/>
                </a:lnTo>
                <a:lnTo>
                  <a:pt x="1533209" y="3865826"/>
                </a:lnTo>
                <a:lnTo>
                  <a:pt x="1578767" y="3875290"/>
                </a:lnTo>
                <a:lnTo>
                  <a:pt x="1624705" y="3883691"/>
                </a:lnTo>
                <a:lnTo>
                  <a:pt x="1671010" y="3891015"/>
                </a:lnTo>
                <a:lnTo>
                  <a:pt x="1717669" y="3897249"/>
                </a:lnTo>
                <a:lnTo>
                  <a:pt x="1764668" y="3902379"/>
                </a:lnTo>
                <a:lnTo>
                  <a:pt x="1811994" y="3906393"/>
                </a:lnTo>
                <a:lnTo>
                  <a:pt x="1859633" y="3909277"/>
                </a:lnTo>
                <a:lnTo>
                  <a:pt x="1907573" y="3911017"/>
                </a:lnTo>
                <a:lnTo>
                  <a:pt x="1955800" y="3911600"/>
                </a:lnTo>
                <a:close/>
              </a:path>
            </a:pathLst>
          </a:custGeom>
          <a:ln w="76200" cap="rnd">
            <a:solidFill>
              <a:srgbClr val="212121"/>
            </a:solidFill>
          </a:ln>
        </p:spPr>
        <p:txBody>
          <a:bodyPr wrap="square" lIns="0" tIns="0" rIns="0" bIns="0" rtlCol="0"/>
          <a:lstStyle/>
          <a:p>
            <a:endParaRPr sz="900"/>
          </a:p>
        </p:txBody>
      </p:sp>
      <p:sp>
        <p:nvSpPr>
          <p:cNvPr id="28" name="object 28"/>
          <p:cNvSpPr txBox="1"/>
          <p:nvPr/>
        </p:nvSpPr>
        <p:spPr>
          <a:xfrm>
            <a:off x="2878317" y="5980222"/>
            <a:ext cx="384175" cy="270510"/>
          </a:xfrm>
          <a:prstGeom prst="rect">
            <a:avLst/>
          </a:prstGeom>
        </p:spPr>
        <p:txBody>
          <a:bodyPr vert="horz" wrap="square" lIns="0" tIns="6350" rIns="0" bIns="0" rtlCol="0">
            <a:spAutoFit/>
          </a:bodyPr>
          <a:lstStyle/>
          <a:p>
            <a:pPr algn="ctr">
              <a:lnSpc>
                <a:spcPts val="1180"/>
              </a:lnSpc>
              <a:spcBef>
                <a:spcPts val="50"/>
              </a:spcBef>
            </a:pPr>
            <a:r>
              <a:rPr sz="1050" spc="-13" dirty="0">
                <a:solidFill>
                  <a:srgbClr val="212121"/>
                </a:solidFill>
                <a:latin typeface="Microsoft JhengHei"/>
                <a:cs typeface="Microsoft JhengHei"/>
              </a:rPr>
              <a:t>社会</a:t>
            </a:r>
            <a:endParaRPr sz="1050">
              <a:latin typeface="Microsoft JhengHei"/>
              <a:cs typeface="Microsoft JhengHei"/>
            </a:endParaRPr>
          </a:p>
          <a:p>
            <a:pPr algn="ctr">
              <a:lnSpc>
                <a:spcPts val="880"/>
              </a:lnSpc>
            </a:pPr>
            <a:r>
              <a:rPr sz="800" spc="20" dirty="0">
                <a:solidFill>
                  <a:srgbClr val="212121"/>
                </a:solidFill>
                <a:latin typeface="Microsoft JhengHei"/>
                <a:cs typeface="Microsoft JhengHei"/>
              </a:rPr>
              <a:t>Society</a:t>
            </a:r>
            <a:endParaRPr sz="800">
              <a:latin typeface="Microsoft JhengHei"/>
              <a:cs typeface="Microsoft JhengHei"/>
            </a:endParaRPr>
          </a:p>
        </p:txBody>
      </p:sp>
      <p:sp>
        <p:nvSpPr>
          <p:cNvPr id="29" name="object 29"/>
          <p:cNvSpPr txBox="1"/>
          <p:nvPr/>
        </p:nvSpPr>
        <p:spPr>
          <a:xfrm>
            <a:off x="4066845" y="6614795"/>
            <a:ext cx="200343" cy="270510"/>
          </a:xfrm>
          <a:prstGeom prst="rect">
            <a:avLst/>
          </a:prstGeom>
        </p:spPr>
        <p:txBody>
          <a:bodyPr vert="horz" wrap="square" lIns="0" tIns="6350" rIns="0" bIns="0" rtlCol="0">
            <a:spAutoFit/>
          </a:bodyPr>
          <a:lstStyle/>
          <a:p>
            <a:pPr marL="33655">
              <a:lnSpc>
                <a:spcPts val="1180"/>
              </a:lnSpc>
              <a:spcBef>
                <a:spcPts val="50"/>
              </a:spcBef>
            </a:pPr>
            <a:r>
              <a:rPr sz="1050" dirty="0">
                <a:solidFill>
                  <a:srgbClr val="212121"/>
                </a:solidFill>
                <a:latin typeface="Microsoft JhengHei"/>
                <a:cs typeface="Microsoft JhengHei"/>
              </a:rPr>
              <a:t>你</a:t>
            </a:r>
            <a:endParaRPr sz="1050">
              <a:latin typeface="Microsoft JhengHei"/>
              <a:cs typeface="Microsoft JhengHei"/>
            </a:endParaRPr>
          </a:p>
          <a:p>
            <a:pPr marL="6350">
              <a:lnSpc>
                <a:spcPts val="880"/>
              </a:lnSpc>
            </a:pPr>
            <a:r>
              <a:rPr sz="800" spc="-13" dirty="0">
                <a:solidFill>
                  <a:srgbClr val="212121"/>
                </a:solidFill>
                <a:latin typeface="Microsoft JhengHei"/>
                <a:cs typeface="Microsoft JhengHei"/>
              </a:rPr>
              <a:t>You</a:t>
            </a:r>
            <a:endParaRPr sz="800">
              <a:latin typeface="Microsoft JhengHei"/>
              <a:cs typeface="Microsoft JhengHei"/>
            </a:endParaRPr>
          </a:p>
        </p:txBody>
      </p:sp>
      <p:sp>
        <p:nvSpPr>
          <p:cNvPr id="30" name="object 30"/>
          <p:cNvSpPr/>
          <p:nvPr/>
        </p:nvSpPr>
        <p:spPr>
          <a:xfrm>
            <a:off x="3873500" y="6686550"/>
            <a:ext cx="152400" cy="152400"/>
          </a:xfrm>
          <a:custGeom>
            <a:avLst/>
            <a:gdLst/>
            <a:ahLst/>
            <a:cxnLst/>
            <a:rect l="l" t="t" r="r" b="b"/>
            <a:pathLst>
              <a:path w="304800" h="304800">
                <a:moveTo>
                  <a:pt x="152400" y="0"/>
                </a:moveTo>
                <a:lnTo>
                  <a:pt x="104229" y="7769"/>
                </a:lnTo>
                <a:lnTo>
                  <a:pt x="62394" y="29404"/>
                </a:lnTo>
                <a:lnTo>
                  <a:pt x="29404" y="62394"/>
                </a:lnTo>
                <a:lnTo>
                  <a:pt x="7769" y="104229"/>
                </a:lnTo>
                <a:lnTo>
                  <a:pt x="0" y="152400"/>
                </a:lnTo>
                <a:lnTo>
                  <a:pt x="7769" y="200570"/>
                </a:lnTo>
                <a:lnTo>
                  <a:pt x="29404" y="242405"/>
                </a:lnTo>
                <a:lnTo>
                  <a:pt x="62394" y="275395"/>
                </a:lnTo>
                <a:lnTo>
                  <a:pt x="104229" y="297030"/>
                </a:lnTo>
                <a:lnTo>
                  <a:pt x="152400" y="304800"/>
                </a:lnTo>
                <a:lnTo>
                  <a:pt x="200570" y="297030"/>
                </a:lnTo>
                <a:lnTo>
                  <a:pt x="242405" y="275395"/>
                </a:lnTo>
                <a:lnTo>
                  <a:pt x="275395" y="242405"/>
                </a:lnTo>
                <a:lnTo>
                  <a:pt x="297030" y="200570"/>
                </a:lnTo>
                <a:lnTo>
                  <a:pt x="304800" y="152400"/>
                </a:lnTo>
                <a:lnTo>
                  <a:pt x="297030" y="104229"/>
                </a:lnTo>
                <a:lnTo>
                  <a:pt x="275395" y="62394"/>
                </a:lnTo>
                <a:lnTo>
                  <a:pt x="242405" y="29404"/>
                </a:lnTo>
                <a:lnTo>
                  <a:pt x="200570" y="7769"/>
                </a:lnTo>
                <a:lnTo>
                  <a:pt x="152400" y="0"/>
                </a:lnTo>
                <a:close/>
              </a:path>
            </a:pathLst>
          </a:custGeom>
          <a:solidFill>
            <a:srgbClr val="11A766"/>
          </a:solidFill>
        </p:spPr>
        <p:txBody>
          <a:bodyPr wrap="square" lIns="0" tIns="0" rIns="0" bIns="0" rtlCol="0"/>
          <a:lstStyle/>
          <a:p>
            <a:endParaRPr sz="900"/>
          </a:p>
        </p:txBody>
      </p:sp>
      <p:pic>
        <p:nvPicPr>
          <p:cNvPr id="31" name="object 31"/>
          <p:cNvPicPr/>
          <p:nvPr/>
        </p:nvPicPr>
        <p:blipFill>
          <a:blip r:embed="rId5" cstate="print"/>
          <a:stretch>
            <a:fillRect/>
          </a:stretch>
        </p:blipFill>
        <p:spPr>
          <a:xfrm>
            <a:off x="3189837" y="8851900"/>
            <a:ext cx="486698" cy="292100"/>
          </a:xfrm>
          <a:prstGeom prst="rect">
            <a:avLst/>
          </a:prstGeom>
        </p:spPr>
      </p:pic>
      <p:sp>
        <p:nvSpPr>
          <p:cNvPr id="33" name="文本框 32"/>
          <p:cNvSpPr txBox="1"/>
          <p:nvPr/>
        </p:nvSpPr>
        <p:spPr>
          <a:xfrm>
            <a:off x="1603743" y="3860234"/>
            <a:ext cx="3615957" cy="461645"/>
          </a:xfrm>
          <a:prstGeom prst="rect">
            <a:avLst/>
          </a:prstGeom>
          <a:noFill/>
        </p:spPr>
        <p:txBody>
          <a:bodyPr wrap="square">
            <a:spAutoFit/>
          </a:bodyPr>
          <a:lstStyle/>
          <a:p>
            <a:pPr marL="6350" marR="2540">
              <a:lnSpc>
                <a:spcPct val="115000"/>
              </a:lnSpc>
            </a:pPr>
            <a:r>
              <a:rPr lang="zh-CN" altLang="en-US" sz="1050" spc="-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组织应该多用「领导」，少用「管理」，我们是人，是个体，不是</a:t>
            </a:r>
            <a:r>
              <a:rPr lang="zh-CN" altLang="en-US" sz="1050" spc="-2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物件，不是公司的奴隶。</a:t>
            </a:r>
            <a:endParaRPr lang="zh-CN" altLang="en-US"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858000" cy="9144000"/>
          </a:xfrm>
          <a:custGeom>
            <a:avLst/>
            <a:gdLst/>
            <a:ahLst/>
            <a:cxnLst/>
            <a:rect l="l" t="t" r="r" b="b"/>
            <a:pathLst>
              <a:path w="13716000" h="18288000">
                <a:moveTo>
                  <a:pt x="13716000" y="0"/>
                </a:moveTo>
                <a:lnTo>
                  <a:pt x="0" y="0"/>
                </a:lnTo>
                <a:lnTo>
                  <a:pt x="0" y="18288000"/>
                </a:lnTo>
                <a:lnTo>
                  <a:pt x="13716000" y="18288000"/>
                </a:lnTo>
                <a:lnTo>
                  <a:pt x="13716000" y="0"/>
                </a:lnTo>
                <a:close/>
              </a:path>
            </a:pathLst>
          </a:custGeom>
          <a:solidFill>
            <a:srgbClr val="FBF5EA"/>
          </a:solidFill>
        </p:spPr>
        <p:txBody>
          <a:bodyPr wrap="square" lIns="0" tIns="0" rIns="0" bIns="0" rtlCol="0"/>
          <a:lstStyle/>
          <a:p>
            <a:pPr marL="6350">
              <a:spcBef>
                <a:spcPts val="50"/>
              </a:spcBef>
            </a:pPr>
            <a:endParaRPr lang="en-US" altLang="zh-CN" sz="900" b="1" dirty="0">
              <a:latin typeface="江城圆体 600W" panose="020B0800000000000000" pitchFamily="34" charset="-128"/>
              <a:ea typeface="江城圆体 600W" panose="020B0800000000000000" pitchFamily="34" charset="-128"/>
              <a:cs typeface="Microsoft JhengHei"/>
            </a:endParaRPr>
          </a:p>
        </p:txBody>
      </p:sp>
      <p:sp>
        <p:nvSpPr>
          <p:cNvPr id="3" name="object 3"/>
          <p:cNvSpPr/>
          <p:nvPr/>
        </p:nvSpPr>
        <p:spPr>
          <a:xfrm>
            <a:off x="339725" y="352425"/>
            <a:ext cx="6172200" cy="8439150"/>
          </a:xfrm>
          <a:custGeom>
            <a:avLst/>
            <a:gdLst/>
            <a:ahLst/>
            <a:cxnLst/>
            <a:rect l="l" t="t" r="r" b="b"/>
            <a:pathLst>
              <a:path w="12344400" h="16878300">
                <a:moveTo>
                  <a:pt x="12344400" y="0"/>
                </a:moveTo>
                <a:lnTo>
                  <a:pt x="0" y="0"/>
                </a:lnTo>
                <a:lnTo>
                  <a:pt x="0" y="16878300"/>
                </a:lnTo>
                <a:lnTo>
                  <a:pt x="12344400" y="16878300"/>
                </a:lnTo>
                <a:lnTo>
                  <a:pt x="12344400" y="0"/>
                </a:lnTo>
                <a:close/>
              </a:path>
            </a:pathLst>
          </a:custGeom>
          <a:solidFill>
            <a:srgbClr val="FFFFFF"/>
          </a:solidFill>
        </p:spPr>
        <p:txBody>
          <a:bodyPr wrap="square" lIns="0" tIns="0" rIns="0" bIns="0" rtlCol="0"/>
          <a:lstStyle/>
          <a:p>
            <a:endParaRPr sz="900"/>
          </a:p>
        </p:txBody>
      </p:sp>
      <p:sp>
        <p:nvSpPr>
          <p:cNvPr id="4" name="object 4"/>
          <p:cNvSpPr/>
          <p:nvPr/>
        </p:nvSpPr>
        <p:spPr>
          <a:xfrm>
            <a:off x="2901950" y="342900"/>
            <a:ext cx="1060450" cy="349250"/>
          </a:xfrm>
          <a:custGeom>
            <a:avLst/>
            <a:gdLst/>
            <a:ahLst/>
            <a:cxnLst/>
            <a:rect l="l" t="t" r="r" b="b"/>
            <a:pathLst>
              <a:path w="2120900" h="698500">
                <a:moveTo>
                  <a:pt x="2120900" y="0"/>
                </a:moveTo>
                <a:lnTo>
                  <a:pt x="0" y="0"/>
                </a:lnTo>
                <a:lnTo>
                  <a:pt x="0" y="444500"/>
                </a:lnTo>
                <a:lnTo>
                  <a:pt x="4092" y="490157"/>
                </a:lnTo>
                <a:lnTo>
                  <a:pt x="15890" y="533130"/>
                </a:lnTo>
                <a:lnTo>
                  <a:pt x="34678" y="572700"/>
                </a:lnTo>
                <a:lnTo>
                  <a:pt x="59737" y="608150"/>
                </a:lnTo>
                <a:lnTo>
                  <a:pt x="90351" y="638763"/>
                </a:lnTo>
                <a:lnTo>
                  <a:pt x="125801" y="663822"/>
                </a:lnTo>
                <a:lnTo>
                  <a:pt x="165371" y="682609"/>
                </a:lnTo>
                <a:lnTo>
                  <a:pt x="208343" y="694407"/>
                </a:lnTo>
                <a:lnTo>
                  <a:pt x="254000" y="698500"/>
                </a:lnTo>
                <a:lnTo>
                  <a:pt x="1866900" y="698500"/>
                </a:lnTo>
                <a:lnTo>
                  <a:pt x="1912556" y="694407"/>
                </a:lnTo>
                <a:lnTo>
                  <a:pt x="1955528" y="682609"/>
                </a:lnTo>
                <a:lnTo>
                  <a:pt x="1995098" y="663822"/>
                </a:lnTo>
                <a:lnTo>
                  <a:pt x="2030548" y="638763"/>
                </a:lnTo>
                <a:lnTo>
                  <a:pt x="2061162" y="608150"/>
                </a:lnTo>
                <a:lnTo>
                  <a:pt x="2086221" y="572700"/>
                </a:lnTo>
                <a:lnTo>
                  <a:pt x="2105009" y="533130"/>
                </a:lnTo>
                <a:lnTo>
                  <a:pt x="2116807" y="490157"/>
                </a:lnTo>
                <a:lnTo>
                  <a:pt x="2120900" y="444500"/>
                </a:lnTo>
                <a:lnTo>
                  <a:pt x="2120900" y="0"/>
                </a:lnTo>
                <a:close/>
              </a:path>
            </a:pathLst>
          </a:custGeom>
          <a:solidFill>
            <a:srgbClr val="212121"/>
          </a:solidFill>
        </p:spPr>
        <p:txBody>
          <a:bodyPr wrap="square" lIns="0" tIns="0" rIns="0" bIns="0" rtlCol="0"/>
          <a:lstStyle/>
          <a:p>
            <a:endParaRPr sz="900"/>
          </a:p>
        </p:txBody>
      </p:sp>
      <p:grpSp>
        <p:nvGrpSpPr>
          <p:cNvPr id="10" name="object 10"/>
          <p:cNvGrpSpPr/>
          <p:nvPr/>
        </p:nvGrpSpPr>
        <p:grpSpPr>
          <a:xfrm>
            <a:off x="2349500" y="5327650"/>
            <a:ext cx="2145348" cy="2100898"/>
            <a:chOff x="4699000" y="10655300"/>
            <a:chExt cx="4290695" cy="4201795"/>
          </a:xfrm>
        </p:grpSpPr>
        <p:sp>
          <p:nvSpPr>
            <p:cNvPr id="11" name="object 11"/>
            <p:cNvSpPr/>
            <p:nvPr/>
          </p:nvSpPr>
          <p:spPr>
            <a:xfrm>
              <a:off x="6464300" y="12344400"/>
              <a:ext cx="734695" cy="823594"/>
            </a:xfrm>
            <a:custGeom>
              <a:avLst/>
              <a:gdLst/>
              <a:ahLst/>
              <a:cxnLst/>
              <a:rect l="l" t="t" r="r" b="b"/>
              <a:pathLst>
                <a:path w="734695" h="823594">
                  <a:moveTo>
                    <a:pt x="348129" y="0"/>
                  </a:moveTo>
                  <a:lnTo>
                    <a:pt x="300154" y="913"/>
                  </a:lnTo>
                  <a:lnTo>
                    <a:pt x="252641" y="3630"/>
                  </a:lnTo>
                  <a:lnTo>
                    <a:pt x="205622" y="8120"/>
                  </a:lnTo>
                  <a:lnTo>
                    <a:pt x="159130" y="14349"/>
                  </a:lnTo>
                  <a:lnTo>
                    <a:pt x="113199" y="22284"/>
                  </a:lnTo>
                  <a:lnTo>
                    <a:pt x="67861" y="31893"/>
                  </a:lnTo>
                  <a:lnTo>
                    <a:pt x="52319" y="79925"/>
                  </a:lnTo>
                  <a:lnTo>
                    <a:pt x="38706" y="128791"/>
                  </a:lnTo>
                  <a:lnTo>
                    <a:pt x="27065" y="178448"/>
                  </a:lnTo>
                  <a:lnTo>
                    <a:pt x="17440" y="228851"/>
                  </a:lnTo>
                  <a:lnTo>
                    <a:pt x="9877" y="279955"/>
                  </a:lnTo>
                  <a:lnTo>
                    <a:pt x="4419" y="331716"/>
                  </a:lnTo>
                  <a:lnTo>
                    <a:pt x="1112" y="384089"/>
                  </a:lnTo>
                  <a:lnTo>
                    <a:pt x="0" y="437029"/>
                  </a:lnTo>
                  <a:lnTo>
                    <a:pt x="1067" y="488889"/>
                  </a:lnTo>
                  <a:lnTo>
                    <a:pt x="4241" y="540206"/>
                  </a:lnTo>
                  <a:lnTo>
                    <a:pt x="9480" y="590936"/>
                  </a:lnTo>
                  <a:lnTo>
                    <a:pt x="16742" y="641038"/>
                  </a:lnTo>
                  <a:lnTo>
                    <a:pt x="25985" y="690471"/>
                  </a:lnTo>
                  <a:lnTo>
                    <a:pt x="37167" y="739192"/>
                  </a:lnTo>
                  <a:lnTo>
                    <a:pt x="50247" y="787159"/>
                  </a:lnTo>
                  <a:lnTo>
                    <a:pt x="98309" y="798023"/>
                  </a:lnTo>
                  <a:lnTo>
                    <a:pt x="147059" y="807001"/>
                  </a:lnTo>
                  <a:lnTo>
                    <a:pt x="196455" y="814053"/>
                  </a:lnTo>
                  <a:lnTo>
                    <a:pt x="246460" y="819140"/>
                  </a:lnTo>
                  <a:lnTo>
                    <a:pt x="297031" y="822222"/>
                  </a:lnTo>
                  <a:lnTo>
                    <a:pt x="348129" y="823258"/>
                  </a:lnTo>
                  <a:lnTo>
                    <a:pt x="398290" y="822260"/>
                  </a:lnTo>
                  <a:lnTo>
                    <a:pt x="447944" y="819290"/>
                  </a:lnTo>
                  <a:lnTo>
                    <a:pt x="497054" y="814386"/>
                  </a:lnTo>
                  <a:lnTo>
                    <a:pt x="545581" y="807586"/>
                  </a:lnTo>
                  <a:lnTo>
                    <a:pt x="593488" y="798927"/>
                  </a:lnTo>
                  <a:lnTo>
                    <a:pt x="640737" y="788448"/>
                  </a:lnTo>
                  <a:lnTo>
                    <a:pt x="687292" y="776185"/>
                  </a:lnTo>
                  <a:lnTo>
                    <a:pt x="699552" y="729635"/>
                  </a:lnTo>
                  <a:lnTo>
                    <a:pt x="710029" y="682388"/>
                  </a:lnTo>
                  <a:lnTo>
                    <a:pt x="718687" y="634482"/>
                  </a:lnTo>
                  <a:lnTo>
                    <a:pt x="725486" y="585955"/>
                  </a:lnTo>
                  <a:lnTo>
                    <a:pt x="730390" y="536845"/>
                  </a:lnTo>
                  <a:lnTo>
                    <a:pt x="733360" y="487191"/>
                  </a:lnTo>
                  <a:lnTo>
                    <a:pt x="734358" y="437029"/>
                  </a:lnTo>
                  <a:lnTo>
                    <a:pt x="733305" y="385527"/>
                  </a:lnTo>
                  <a:lnTo>
                    <a:pt x="730175" y="334560"/>
                  </a:lnTo>
                  <a:lnTo>
                    <a:pt x="725008" y="284170"/>
                  </a:lnTo>
                  <a:lnTo>
                    <a:pt x="717845" y="234397"/>
                  </a:lnTo>
                  <a:lnTo>
                    <a:pt x="708728" y="185283"/>
                  </a:lnTo>
                  <a:lnTo>
                    <a:pt x="697697" y="136869"/>
                  </a:lnTo>
                  <a:lnTo>
                    <a:pt x="684794" y="89195"/>
                  </a:lnTo>
                  <a:lnTo>
                    <a:pt x="670059" y="42302"/>
                  </a:lnTo>
                  <a:lnTo>
                    <a:pt x="618304" y="29589"/>
                  </a:lnTo>
                  <a:lnTo>
                    <a:pt x="565720" y="19073"/>
                  </a:lnTo>
                  <a:lnTo>
                    <a:pt x="512360" y="10805"/>
                  </a:lnTo>
                  <a:lnTo>
                    <a:pt x="458274" y="4836"/>
                  </a:lnTo>
                  <a:lnTo>
                    <a:pt x="403514" y="1217"/>
                  </a:lnTo>
                  <a:lnTo>
                    <a:pt x="348129" y="0"/>
                  </a:lnTo>
                  <a:close/>
                </a:path>
              </a:pathLst>
            </a:custGeom>
            <a:solidFill>
              <a:srgbClr val="11A766"/>
            </a:solidFill>
          </p:spPr>
          <p:txBody>
            <a:bodyPr wrap="square" lIns="0" tIns="0" rIns="0" bIns="0" rtlCol="0"/>
            <a:lstStyle/>
            <a:p>
              <a:endParaRPr sz="900"/>
            </a:p>
          </p:txBody>
        </p:sp>
        <p:sp>
          <p:nvSpPr>
            <p:cNvPr id="12" name="object 12"/>
            <p:cNvSpPr/>
            <p:nvPr/>
          </p:nvSpPr>
          <p:spPr>
            <a:xfrm>
              <a:off x="5588000" y="10693400"/>
              <a:ext cx="2474595" cy="2474595"/>
            </a:xfrm>
            <a:custGeom>
              <a:avLst/>
              <a:gdLst/>
              <a:ahLst/>
              <a:cxnLst/>
              <a:rect l="l" t="t" r="r" b="b"/>
              <a:pathLst>
                <a:path w="2474595" h="2474594">
                  <a:moveTo>
                    <a:pt x="1237129" y="2474258"/>
                  </a:moveTo>
                  <a:lnTo>
                    <a:pt x="1285707" y="2473322"/>
                  </a:lnTo>
                  <a:lnTo>
                    <a:pt x="1333810" y="2470536"/>
                  </a:lnTo>
                  <a:lnTo>
                    <a:pt x="1381404" y="2465935"/>
                  </a:lnTo>
                  <a:lnTo>
                    <a:pt x="1428456" y="2459553"/>
                  </a:lnTo>
                  <a:lnTo>
                    <a:pt x="1474929" y="2451425"/>
                  </a:lnTo>
                  <a:lnTo>
                    <a:pt x="1520791" y="2441585"/>
                  </a:lnTo>
                  <a:lnTo>
                    <a:pt x="1566007" y="2430067"/>
                  </a:lnTo>
                  <a:lnTo>
                    <a:pt x="1610542" y="2416905"/>
                  </a:lnTo>
                  <a:lnTo>
                    <a:pt x="1654362" y="2402135"/>
                  </a:lnTo>
                  <a:lnTo>
                    <a:pt x="1697432" y="2385790"/>
                  </a:lnTo>
                  <a:lnTo>
                    <a:pt x="1739719" y="2367905"/>
                  </a:lnTo>
                  <a:lnTo>
                    <a:pt x="1781187" y="2348515"/>
                  </a:lnTo>
                  <a:lnTo>
                    <a:pt x="1821803" y="2327653"/>
                  </a:lnTo>
                  <a:lnTo>
                    <a:pt x="1861532" y="2305354"/>
                  </a:lnTo>
                  <a:lnTo>
                    <a:pt x="1900339" y="2281652"/>
                  </a:lnTo>
                  <a:lnTo>
                    <a:pt x="1938191" y="2256582"/>
                  </a:lnTo>
                  <a:lnTo>
                    <a:pt x="1975053" y="2230178"/>
                  </a:lnTo>
                  <a:lnTo>
                    <a:pt x="2010890" y="2202475"/>
                  </a:lnTo>
                  <a:lnTo>
                    <a:pt x="2045669" y="2173506"/>
                  </a:lnTo>
                  <a:lnTo>
                    <a:pt x="2079354" y="2143307"/>
                  </a:lnTo>
                  <a:lnTo>
                    <a:pt x="2111911" y="2111911"/>
                  </a:lnTo>
                  <a:lnTo>
                    <a:pt x="2143307" y="2079354"/>
                  </a:lnTo>
                  <a:lnTo>
                    <a:pt x="2173506" y="2045669"/>
                  </a:lnTo>
                  <a:lnTo>
                    <a:pt x="2202475" y="2010890"/>
                  </a:lnTo>
                  <a:lnTo>
                    <a:pt x="2230178" y="1975053"/>
                  </a:lnTo>
                  <a:lnTo>
                    <a:pt x="2256582" y="1938191"/>
                  </a:lnTo>
                  <a:lnTo>
                    <a:pt x="2281652" y="1900339"/>
                  </a:lnTo>
                  <a:lnTo>
                    <a:pt x="2305354" y="1861532"/>
                  </a:lnTo>
                  <a:lnTo>
                    <a:pt x="2327653" y="1821803"/>
                  </a:lnTo>
                  <a:lnTo>
                    <a:pt x="2348515" y="1781187"/>
                  </a:lnTo>
                  <a:lnTo>
                    <a:pt x="2367905" y="1739719"/>
                  </a:lnTo>
                  <a:lnTo>
                    <a:pt x="2385790" y="1697432"/>
                  </a:lnTo>
                  <a:lnTo>
                    <a:pt x="2402135" y="1654362"/>
                  </a:lnTo>
                  <a:lnTo>
                    <a:pt x="2416905" y="1610542"/>
                  </a:lnTo>
                  <a:lnTo>
                    <a:pt x="2430067" y="1566007"/>
                  </a:lnTo>
                  <a:lnTo>
                    <a:pt x="2441585" y="1520791"/>
                  </a:lnTo>
                  <a:lnTo>
                    <a:pt x="2451425" y="1474929"/>
                  </a:lnTo>
                  <a:lnTo>
                    <a:pt x="2459553" y="1428456"/>
                  </a:lnTo>
                  <a:lnTo>
                    <a:pt x="2465935" y="1381404"/>
                  </a:lnTo>
                  <a:lnTo>
                    <a:pt x="2470536" y="1333810"/>
                  </a:lnTo>
                  <a:lnTo>
                    <a:pt x="2473322" y="1285707"/>
                  </a:lnTo>
                  <a:lnTo>
                    <a:pt x="2474258" y="1237129"/>
                  </a:lnTo>
                  <a:lnTo>
                    <a:pt x="2473322" y="1188551"/>
                  </a:lnTo>
                  <a:lnTo>
                    <a:pt x="2470536" y="1140448"/>
                  </a:lnTo>
                  <a:lnTo>
                    <a:pt x="2465935" y="1092853"/>
                  </a:lnTo>
                  <a:lnTo>
                    <a:pt x="2459553" y="1045802"/>
                  </a:lnTo>
                  <a:lnTo>
                    <a:pt x="2451425" y="999328"/>
                  </a:lnTo>
                  <a:lnTo>
                    <a:pt x="2441585" y="953466"/>
                  </a:lnTo>
                  <a:lnTo>
                    <a:pt x="2430067" y="908251"/>
                  </a:lnTo>
                  <a:lnTo>
                    <a:pt x="2416905" y="863716"/>
                  </a:lnTo>
                  <a:lnTo>
                    <a:pt x="2402135" y="819896"/>
                  </a:lnTo>
                  <a:lnTo>
                    <a:pt x="2385790" y="776826"/>
                  </a:lnTo>
                  <a:lnTo>
                    <a:pt x="2367905" y="734539"/>
                  </a:lnTo>
                  <a:lnTo>
                    <a:pt x="2348515" y="693071"/>
                  </a:lnTo>
                  <a:lnTo>
                    <a:pt x="2327653" y="652455"/>
                  </a:lnTo>
                  <a:lnTo>
                    <a:pt x="2305354" y="612726"/>
                  </a:lnTo>
                  <a:lnTo>
                    <a:pt x="2281652" y="573918"/>
                  </a:lnTo>
                  <a:lnTo>
                    <a:pt x="2256582" y="536067"/>
                  </a:lnTo>
                  <a:lnTo>
                    <a:pt x="2230178" y="499205"/>
                  </a:lnTo>
                  <a:lnTo>
                    <a:pt x="2202475" y="463368"/>
                  </a:lnTo>
                  <a:lnTo>
                    <a:pt x="2173506" y="428589"/>
                  </a:lnTo>
                  <a:lnTo>
                    <a:pt x="2143307" y="394904"/>
                  </a:lnTo>
                  <a:lnTo>
                    <a:pt x="2111911" y="362346"/>
                  </a:lnTo>
                  <a:lnTo>
                    <a:pt x="2079354" y="330951"/>
                  </a:lnTo>
                  <a:lnTo>
                    <a:pt x="2045669" y="300751"/>
                  </a:lnTo>
                  <a:lnTo>
                    <a:pt x="2010890" y="271783"/>
                  </a:lnTo>
                  <a:lnTo>
                    <a:pt x="1975053" y="244080"/>
                  </a:lnTo>
                  <a:lnTo>
                    <a:pt x="1938191" y="217676"/>
                  </a:lnTo>
                  <a:lnTo>
                    <a:pt x="1900339" y="192606"/>
                  </a:lnTo>
                  <a:lnTo>
                    <a:pt x="1861532" y="168904"/>
                  </a:lnTo>
                  <a:lnTo>
                    <a:pt x="1821803" y="146605"/>
                  </a:lnTo>
                  <a:lnTo>
                    <a:pt x="1781187" y="125743"/>
                  </a:lnTo>
                  <a:lnTo>
                    <a:pt x="1739719" y="106352"/>
                  </a:lnTo>
                  <a:lnTo>
                    <a:pt x="1697432" y="88467"/>
                  </a:lnTo>
                  <a:lnTo>
                    <a:pt x="1654362" y="72122"/>
                  </a:lnTo>
                  <a:lnTo>
                    <a:pt x="1610542" y="57352"/>
                  </a:lnTo>
                  <a:lnTo>
                    <a:pt x="1566007" y="44191"/>
                  </a:lnTo>
                  <a:lnTo>
                    <a:pt x="1520791" y="32673"/>
                  </a:lnTo>
                  <a:lnTo>
                    <a:pt x="1474929" y="22833"/>
                  </a:lnTo>
                  <a:lnTo>
                    <a:pt x="1428456" y="14704"/>
                  </a:lnTo>
                  <a:lnTo>
                    <a:pt x="1381404" y="8323"/>
                  </a:lnTo>
                  <a:lnTo>
                    <a:pt x="1333810" y="3722"/>
                  </a:lnTo>
                  <a:lnTo>
                    <a:pt x="1285707" y="936"/>
                  </a:lnTo>
                  <a:lnTo>
                    <a:pt x="1237129" y="0"/>
                  </a:lnTo>
                  <a:lnTo>
                    <a:pt x="1188551" y="936"/>
                  </a:lnTo>
                  <a:lnTo>
                    <a:pt x="1140448" y="3722"/>
                  </a:lnTo>
                  <a:lnTo>
                    <a:pt x="1092853" y="8323"/>
                  </a:lnTo>
                  <a:lnTo>
                    <a:pt x="1045802" y="14704"/>
                  </a:lnTo>
                  <a:lnTo>
                    <a:pt x="999328" y="22833"/>
                  </a:lnTo>
                  <a:lnTo>
                    <a:pt x="953466" y="32673"/>
                  </a:lnTo>
                  <a:lnTo>
                    <a:pt x="908251" y="44191"/>
                  </a:lnTo>
                  <a:lnTo>
                    <a:pt x="863716" y="57352"/>
                  </a:lnTo>
                  <a:lnTo>
                    <a:pt x="819896" y="72122"/>
                  </a:lnTo>
                  <a:lnTo>
                    <a:pt x="776826" y="88467"/>
                  </a:lnTo>
                  <a:lnTo>
                    <a:pt x="734539" y="106352"/>
                  </a:lnTo>
                  <a:lnTo>
                    <a:pt x="693071" y="125743"/>
                  </a:lnTo>
                  <a:lnTo>
                    <a:pt x="652455" y="146605"/>
                  </a:lnTo>
                  <a:lnTo>
                    <a:pt x="612726" y="168904"/>
                  </a:lnTo>
                  <a:lnTo>
                    <a:pt x="573918" y="192606"/>
                  </a:lnTo>
                  <a:lnTo>
                    <a:pt x="536067" y="217676"/>
                  </a:lnTo>
                  <a:lnTo>
                    <a:pt x="499205" y="244080"/>
                  </a:lnTo>
                  <a:lnTo>
                    <a:pt x="463368" y="271783"/>
                  </a:lnTo>
                  <a:lnTo>
                    <a:pt x="428589" y="300751"/>
                  </a:lnTo>
                  <a:lnTo>
                    <a:pt x="394904" y="330951"/>
                  </a:lnTo>
                  <a:lnTo>
                    <a:pt x="362346" y="362346"/>
                  </a:lnTo>
                  <a:lnTo>
                    <a:pt x="330951" y="394904"/>
                  </a:lnTo>
                  <a:lnTo>
                    <a:pt x="300751" y="428589"/>
                  </a:lnTo>
                  <a:lnTo>
                    <a:pt x="271783" y="463368"/>
                  </a:lnTo>
                  <a:lnTo>
                    <a:pt x="244080" y="499205"/>
                  </a:lnTo>
                  <a:lnTo>
                    <a:pt x="217676" y="536067"/>
                  </a:lnTo>
                  <a:lnTo>
                    <a:pt x="192606" y="573918"/>
                  </a:lnTo>
                  <a:lnTo>
                    <a:pt x="168904" y="612726"/>
                  </a:lnTo>
                  <a:lnTo>
                    <a:pt x="146605" y="652455"/>
                  </a:lnTo>
                  <a:lnTo>
                    <a:pt x="125743" y="693071"/>
                  </a:lnTo>
                  <a:lnTo>
                    <a:pt x="106352" y="734539"/>
                  </a:lnTo>
                  <a:lnTo>
                    <a:pt x="88467" y="776826"/>
                  </a:lnTo>
                  <a:lnTo>
                    <a:pt x="72122" y="819896"/>
                  </a:lnTo>
                  <a:lnTo>
                    <a:pt x="57352" y="863716"/>
                  </a:lnTo>
                  <a:lnTo>
                    <a:pt x="44191" y="908251"/>
                  </a:lnTo>
                  <a:lnTo>
                    <a:pt x="32673" y="953466"/>
                  </a:lnTo>
                  <a:lnTo>
                    <a:pt x="22833" y="999328"/>
                  </a:lnTo>
                  <a:lnTo>
                    <a:pt x="14704" y="1045802"/>
                  </a:lnTo>
                  <a:lnTo>
                    <a:pt x="8323" y="1092853"/>
                  </a:lnTo>
                  <a:lnTo>
                    <a:pt x="3722" y="1140448"/>
                  </a:lnTo>
                  <a:lnTo>
                    <a:pt x="936" y="1188551"/>
                  </a:lnTo>
                  <a:lnTo>
                    <a:pt x="0" y="1237129"/>
                  </a:lnTo>
                  <a:lnTo>
                    <a:pt x="936" y="1285707"/>
                  </a:lnTo>
                  <a:lnTo>
                    <a:pt x="3722" y="1333810"/>
                  </a:lnTo>
                  <a:lnTo>
                    <a:pt x="8323" y="1381404"/>
                  </a:lnTo>
                  <a:lnTo>
                    <a:pt x="14704" y="1428456"/>
                  </a:lnTo>
                  <a:lnTo>
                    <a:pt x="22833" y="1474929"/>
                  </a:lnTo>
                  <a:lnTo>
                    <a:pt x="32673" y="1520791"/>
                  </a:lnTo>
                  <a:lnTo>
                    <a:pt x="44191" y="1566007"/>
                  </a:lnTo>
                  <a:lnTo>
                    <a:pt x="57352" y="1610542"/>
                  </a:lnTo>
                  <a:lnTo>
                    <a:pt x="72122" y="1654362"/>
                  </a:lnTo>
                  <a:lnTo>
                    <a:pt x="88467" y="1697432"/>
                  </a:lnTo>
                  <a:lnTo>
                    <a:pt x="106352" y="1739719"/>
                  </a:lnTo>
                  <a:lnTo>
                    <a:pt x="125743" y="1781187"/>
                  </a:lnTo>
                  <a:lnTo>
                    <a:pt x="146605" y="1821803"/>
                  </a:lnTo>
                  <a:lnTo>
                    <a:pt x="168904" y="1861532"/>
                  </a:lnTo>
                  <a:lnTo>
                    <a:pt x="192606" y="1900339"/>
                  </a:lnTo>
                  <a:lnTo>
                    <a:pt x="217676" y="1938191"/>
                  </a:lnTo>
                  <a:lnTo>
                    <a:pt x="244080" y="1975053"/>
                  </a:lnTo>
                  <a:lnTo>
                    <a:pt x="271783" y="2010890"/>
                  </a:lnTo>
                  <a:lnTo>
                    <a:pt x="300751" y="2045669"/>
                  </a:lnTo>
                  <a:lnTo>
                    <a:pt x="330951" y="2079354"/>
                  </a:lnTo>
                  <a:lnTo>
                    <a:pt x="362346" y="2111911"/>
                  </a:lnTo>
                  <a:lnTo>
                    <a:pt x="394904" y="2143307"/>
                  </a:lnTo>
                  <a:lnTo>
                    <a:pt x="428589" y="2173506"/>
                  </a:lnTo>
                  <a:lnTo>
                    <a:pt x="463368" y="2202475"/>
                  </a:lnTo>
                  <a:lnTo>
                    <a:pt x="499205" y="2230178"/>
                  </a:lnTo>
                  <a:lnTo>
                    <a:pt x="536067" y="2256582"/>
                  </a:lnTo>
                  <a:lnTo>
                    <a:pt x="573918" y="2281652"/>
                  </a:lnTo>
                  <a:lnTo>
                    <a:pt x="612726" y="2305354"/>
                  </a:lnTo>
                  <a:lnTo>
                    <a:pt x="652455" y="2327653"/>
                  </a:lnTo>
                  <a:lnTo>
                    <a:pt x="693071" y="2348515"/>
                  </a:lnTo>
                  <a:lnTo>
                    <a:pt x="734539" y="2367905"/>
                  </a:lnTo>
                  <a:lnTo>
                    <a:pt x="776826" y="2385790"/>
                  </a:lnTo>
                  <a:lnTo>
                    <a:pt x="819896" y="2402135"/>
                  </a:lnTo>
                  <a:lnTo>
                    <a:pt x="863716" y="2416905"/>
                  </a:lnTo>
                  <a:lnTo>
                    <a:pt x="908251" y="2430067"/>
                  </a:lnTo>
                  <a:lnTo>
                    <a:pt x="953466" y="2441585"/>
                  </a:lnTo>
                  <a:lnTo>
                    <a:pt x="999328" y="2451425"/>
                  </a:lnTo>
                  <a:lnTo>
                    <a:pt x="1045802" y="2459553"/>
                  </a:lnTo>
                  <a:lnTo>
                    <a:pt x="1092853" y="2465935"/>
                  </a:lnTo>
                  <a:lnTo>
                    <a:pt x="1140448" y="2470536"/>
                  </a:lnTo>
                  <a:lnTo>
                    <a:pt x="1188551" y="2473322"/>
                  </a:lnTo>
                  <a:lnTo>
                    <a:pt x="1237129" y="2474258"/>
                  </a:lnTo>
                  <a:close/>
                </a:path>
              </a:pathLst>
            </a:custGeom>
            <a:ln w="50800" cap="rnd">
              <a:solidFill>
                <a:srgbClr val="212121"/>
              </a:solidFill>
            </a:ln>
          </p:spPr>
          <p:txBody>
            <a:bodyPr wrap="square" lIns="0" tIns="0" rIns="0" bIns="0" rtlCol="0"/>
            <a:lstStyle/>
            <a:p>
              <a:endParaRPr sz="900"/>
            </a:p>
          </p:txBody>
        </p:sp>
        <p:sp>
          <p:nvSpPr>
            <p:cNvPr id="13" name="object 13"/>
            <p:cNvSpPr/>
            <p:nvPr/>
          </p:nvSpPr>
          <p:spPr>
            <a:xfrm>
              <a:off x="5588000" y="12344400"/>
              <a:ext cx="2474595" cy="2474595"/>
            </a:xfrm>
            <a:custGeom>
              <a:avLst/>
              <a:gdLst/>
              <a:ahLst/>
              <a:cxnLst/>
              <a:rect l="l" t="t" r="r" b="b"/>
              <a:pathLst>
                <a:path w="2474595" h="2474594">
                  <a:moveTo>
                    <a:pt x="1237129" y="2474258"/>
                  </a:moveTo>
                  <a:lnTo>
                    <a:pt x="1285707" y="2473322"/>
                  </a:lnTo>
                  <a:lnTo>
                    <a:pt x="1333810" y="2470536"/>
                  </a:lnTo>
                  <a:lnTo>
                    <a:pt x="1381404" y="2465935"/>
                  </a:lnTo>
                  <a:lnTo>
                    <a:pt x="1428456" y="2459553"/>
                  </a:lnTo>
                  <a:lnTo>
                    <a:pt x="1474929" y="2451425"/>
                  </a:lnTo>
                  <a:lnTo>
                    <a:pt x="1520791" y="2441585"/>
                  </a:lnTo>
                  <a:lnTo>
                    <a:pt x="1566007" y="2430067"/>
                  </a:lnTo>
                  <a:lnTo>
                    <a:pt x="1610542" y="2416905"/>
                  </a:lnTo>
                  <a:lnTo>
                    <a:pt x="1654362" y="2402135"/>
                  </a:lnTo>
                  <a:lnTo>
                    <a:pt x="1697432" y="2385790"/>
                  </a:lnTo>
                  <a:lnTo>
                    <a:pt x="1739719" y="2367905"/>
                  </a:lnTo>
                  <a:lnTo>
                    <a:pt x="1781187" y="2348515"/>
                  </a:lnTo>
                  <a:lnTo>
                    <a:pt x="1821803" y="2327653"/>
                  </a:lnTo>
                  <a:lnTo>
                    <a:pt x="1861532" y="2305354"/>
                  </a:lnTo>
                  <a:lnTo>
                    <a:pt x="1900339" y="2281652"/>
                  </a:lnTo>
                  <a:lnTo>
                    <a:pt x="1938191" y="2256582"/>
                  </a:lnTo>
                  <a:lnTo>
                    <a:pt x="1975053" y="2230178"/>
                  </a:lnTo>
                  <a:lnTo>
                    <a:pt x="2010890" y="2202475"/>
                  </a:lnTo>
                  <a:lnTo>
                    <a:pt x="2045669" y="2173506"/>
                  </a:lnTo>
                  <a:lnTo>
                    <a:pt x="2079354" y="2143307"/>
                  </a:lnTo>
                  <a:lnTo>
                    <a:pt x="2111911" y="2111911"/>
                  </a:lnTo>
                  <a:lnTo>
                    <a:pt x="2143307" y="2079354"/>
                  </a:lnTo>
                  <a:lnTo>
                    <a:pt x="2173506" y="2045669"/>
                  </a:lnTo>
                  <a:lnTo>
                    <a:pt x="2202475" y="2010890"/>
                  </a:lnTo>
                  <a:lnTo>
                    <a:pt x="2230178" y="1975053"/>
                  </a:lnTo>
                  <a:lnTo>
                    <a:pt x="2256582" y="1938191"/>
                  </a:lnTo>
                  <a:lnTo>
                    <a:pt x="2281652" y="1900339"/>
                  </a:lnTo>
                  <a:lnTo>
                    <a:pt x="2305354" y="1861532"/>
                  </a:lnTo>
                  <a:lnTo>
                    <a:pt x="2327653" y="1821803"/>
                  </a:lnTo>
                  <a:lnTo>
                    <a:pt x="2348515" y="1781187"/>
                  </a:lnTo>
                  <a:lnTo>
                    <a:pt x="2367905" y="1739719"/>
                  </a:lnTo>
                  <a:lnTo>
                    <a:pt x="2385790" y="1697432"/>
                  </a:lnTo>
                  <a:lnTo>
                    <a:pt x="2402135" y="1654362"/>
                  </a:lnTo>
                  <a:lnTo>
                    <a:pt x="2416905" y="1610542"/>
                  </a:lnTo>
                  <a:lnTo>
                    <a:pt x="2430067" y="1566007"/>
                  </a:lnTo>
                  <a:lnTo>
                    <a:pt x="2441585" y="1520791"/>
                  </a:lnTo>
                  <a:lnTo>
                    <a:pt x="2451425" y="1474929"/>
                  </a:lnTo>
                  <a:lnTo>
                    <a:pt x="2459553" y="1428456"/>
                  </a:lnTo>
                  <a:lnTo>
                    <a:pt x="2465935" y="1381404"/>
                  </a:lnTo>
                  <a:lnTo>
                    <a:pt x="2470536" y="1333810"/>
                  </a:lnTo>
                  <a:lnTo>
                    <a:pt x="2473322" y="1285707"/>
                  </a:lnTo>
                  <a:lnTo>
                    <a:pt x="2474258" y="1237129"/>
                  </a:lnTo>
                  <a:lnTo>
                    <a:pt x="2473322" y="1188551"/>
                  </a:lnTo>
                  <a:lnTo>
                    <a:pt x="2470536" y="1140448"/>
                  </a:lnTo>
                  <a:lnTo>
                    <a:pt x="2465935" y="1092853"/>
                  </a:lnTo>
                  <a:lnTo>
                    <a:pt x="2459553" y="1045802"/>
                  </a:lnTo>
                  <a:lnTo>
                    <a:pt x="2451425" y="999328"/>
                  </a:lnTo>
                  <a:lnTo>
                    <a:pt x="2441585" y="953466"/>
                  </a:lnTo>
                  <a:lnTo>
                    <a:pt x="2430067" y="908251"/>
                  </a:lnTo>
                  <a:lnTo>
                    <a:pt x="2416905" y="863716"/>
                  </a:lnTo>
                  <a:lnTo>
                    <a:pt x="2402135" y="819896"/>
                  </a:lnTo>
                  <a:lnTo>
                    <a:pt x="2385790" y="776826"/>
                  </a:lnTo>
                  <a:lnTo>
                    <a:pt x="2367905" y="734539"/>
                  </a:lnTo>
                  <a:lnTo>
                    <a:pt x="2348515" y="693071"/>
                  </a:lnTo>
                  <a:lnTo>
                    <a:pt x="2327653" y="652455"/>
                  </a:lnTo>
                  <a:lnTo>
                    <a:pt x="2305354" y="612726"/>
                  </a:lnTo>
                  <a:lnTo>
                    <a:pt x="2281652" y="573918"/>
                  </a:lnTo>
                  <a:lnTo>
                    <a:pt x="2256582" y="536067"/>
                  </a:lnTo>
                  <a:lnTo>
                    <a:pt x="2230178" y="499205"/>
                  </a:lnTo>
                  <a:lnTo>
                    <a:pt x="2202475" y="463368"/>
                  </a:lnTo>
                  <a:lnTo>
                    <a:pt x="2173506" y="428589"/>
                  </a:lnTo>
                  <a:lnTo>
                    <a:pt x="2143307" y="394904"/>
                  </a:lnTo>
                  <a:lnTo>
                    <a:pt x="2111911" y="362346"/>
                  </a:lnTo>
                  <a:lnTo>
                    <a:pt x="2079354" y="330951"/>
                  </a:lnTo>
                  <a:lnTo>
                    <a:pt x="2045669" y="300751"/>
                  </a:lnTo>
                  <a:lnTo>
                    <a:pt x="2010890" y="271783"/>
                  </a:lnTo>
                  <a:lnTo>
                    <a:pt x="1975053" y="244080"/>
                  </a:lnTo>
                  <a:lnTo>
                    <a:pt x="1938191" y="217676"/>
                  </a:lnTo>
                  <a:lnTo>
                    <a:pt x="1900339" y="192606"/>
                  </a:lnTo>
                  <a:lnTo>
                    <a:pt x="1861532" y="168904"/>
                  </a:lnTo>
                  <a:lnTo>
                    <a:pt x="1821803" y="146605"/>
                  </a:lnTo>
                  <a:lnTo>
                    <a:pt x="1781187" y="125743"/>
                  </a:lnTo>
                  <a:lnTo>
                    <a:pt x="1739719" y="106352"/>
                  </a:lnTo>
                  <a:lnTo>
                    <a:pt x="1697432" y="88467"/>
                  </a:lnTo>
                  <a:lnTo>
                    <a:pt x="1654362" y="72122"/>
                  </a:lnTo>
                  <a:lnTo>
                    <a:pt x="1610542" y="57352"/>
                  </a:lnTo>
                  <a:lnTo>
                    <a:pt x="1566007" y="44191"/>
                  </a:lnTo>
                  <a:lnTo>
                    <a:pt x="1520791" y="32673"/>
                  </a:lnTo>
                  <a:lnTo>
                    <a:pt x="1474929" y="22833"/>
                  </a:lnTo>
                  <a:lnTo>
                    <a:pt x="1428456" y="14704"/>
                  </a:lnTo>
                  <a:lnTo>
                    <a:pt x="1381404" y="8323"/>
                  </a:lnTo>
                  <a:lnTo>
                    <a:pt x="1333810" y="3722"/>
                  </a:lnTo>
                  <a:lnTo>
                    <a:pt x="1285707" y="936"/>
                  </a:lnTo>
                  <a:lnTo>
                    <a:pt x="1237129" y="0"/>
                  </a:lnTo>
                  <a:lnTo>
                    <a:pt x="1188551" y="936"/>
                  </a:lnTo>
                  <a:lnTo>
                    <a:pt x="1140448" y="3722"/>
                  </a:lnTo>
                  <a:lnTo>
                    <a:pt x="1092853" y="8323"/>
                  </a:lnTo>
                  <a:lnTo>
                    <a:pt x="1045802" y="14704"/>
                  </a:lnTo>
                  <a:lnTo>
                    <a:pt x="999328" y="22833"/>
                  </a:lnTo>
                  <a:lnTo>
                    <a:pt x="953466" y="32673"/>
                  </a:lnTo>
                  <a:lnTo>
                    <a:pt x="908251" y="44191"/>
                  </a:lnTo>
                  <a:lnTo>
                    <a:pt x="863716" y="57352"/>
                  </a:lnTo>
                  <a:lnTo>
                    <a:pt x="819896" y="72122"/>
                  </a:lnTo>
                  <a:lnTo>
                    <a:pt x="776826" y="88467"/>
                  </a:lnTo>
                  <a:lnTo>
                    <a:pt x="734539" y="106352"/>
                  </a:lnTo>
                  <a:lnTo>
                    <a:pt x="693071" y="125743"/>
                  </a:lnTo>
                  <a:lnTo>
                    <a:pt x="652455" y="146605"/>
                  </a:lnTo>
                  <a:lnTo>
                    <a:pt x="612726" y="168904"/>
                  </a:lnTo>
                  <a:lnTo>
                    <a:pt x="573918" y="192606"/>
                  </a:lnTo>
                  <a:lnTo>
                    <a:pt x="536067" y="217676"/>
                  </a:lnTo>
                  <a:lnTo>
                    <a:pt x="499205" y="244080"/>
                  </a:lnTo>
                  <a:lnTo>
                    <a:pt x="463368" y="271783"/>
                  </a:lnTo>
                  <a:lnTo>
                    <a:pt x="428589" y="300751"/>
                  </a:lnTo>
                  <a:lnTo>
                    <a:pt x="394904" y="330951"/>
                  </a:lnTo>
                  <a:lnTo>
                    <a:pt x="362346" y="362346"/>
                  </a:lnTo>
                  <a:lnTo>
                    <a:pt x="330951" y="394904"/>
                  </a:lnTo>
                  <a:lnTo>
                    <a:pt x="300751" y="428589"/>
                  </a:lnTo>
                  <a:lnTo>
                    <a:pt x="271783" y="463368"/>
                  </a:lnTo>
                  <a:lnTo>
                    <a:pt x="244080" y="499205"/>
                  </a:lnTo>
                  <a:lnTo>
                    <a:pt x="217676" y="536067"/>
                  </a:lnTo>
                  <a:lnTo>
                    <a:pt x="192606" y="573918"/>
                  </a:lnTo>
                  <a:lnTo>
                    <a:pt x="168904" y="612726"/>
                  </a:lnTo>
                  <a:lnTo>
                    <a:pt x="146605" y="652455"/>
                  </a:lnTo>
                  <a:lnTo>
                    <a:pt x="125743" y="693071"/>
                  </a:lnTo>
                  <a:lnTo>
                    <a:pt x="106352" y="734539"/>
                  </a:lnTo>
                  <a:lnTo>
                    <a:pt x="88467" y="776826"/>
                  </a:lnTo>
                  <a:lnTo>
                    <a:pt x="72122" y="819896"/>
                  </a:lnTo>
                  <a:lnTo>
                    <a:pt x="57352" y="863716"/>
                  </a:lnTo>
                  <a:lnTo>
                    <a:pt x="44191" y="908251"/>
                  </a:lnTo>
                  <a:lnTo>
                    <a:pt x="32673" y="953466"/>
                  </a:lnTo>
                  <a:lnTo>
                    <a:pt x="22833" y="999328"/>
                  </a:lnTo>
                  <a:lnTo>
                    <a:pt x="14704" y="1045802"/>
                  </a:lnTo>
                  <a:lnTo>
                    <a:pt x="8323" y="1092853"/>
                  </a:lnTo>
                  <a:lnTo>
                    <a:pt x="3722" y="1140448"/>
                  </a:lnTo>
                  <a:lnTo>
                    <a:pt x="936" y="1188551"/>
                  </a:lnTo>
                  <a:lnTo>
                    <a:pt x="0" y="1237129"/>
                  </a:lnTo>
                  <a:lnTo>
                    <a:pt x="936" y="1285707"/>
                  </a:lnTo>
                  <a:lnTo>
                    <a:pt x="3722" y="1333810"/>
                  </a:lnTo>
                  <a:lnTo>
                    <a:pt x="8323" y="1381404"/>
                  </a:lnTo>
                  <a:lnTo>
                    <a:pt x="14704" y="1428456"/>
                  </a:lnTo>
                  <a:lnTo>
                    <a:pt x="22833" y="1474929"/>
                  </a:lnTo>
                  <a:lnTo>
                    <a:pt x="32673" y="1520791"/>
                  </a:lnTo>
                  <a:lnTo>
                    <a:pt x="44191" y="1566007"/>
                  </a:lnTo>
                  <a:lnTo>
                    <a:pt x="57352" y="1610542"/>
                  </a:lnTo>
                  <a:lnTo>
                    <a:pt x="72122" y="1654362"/>
                  </a:lnTo>
                  <a:lnTo>
                    <a:pt x="88467" y="1697432"/>
                  </a:lnTo>
                  <a:lnTo>
                    <a:pt x="106352" y="1739719"/>
                  </a:lnTo>
                  <a:lnTo>
                    <a:pt x="125743" y="1781187"/>
                  </a:lnTo>
                  <a:lnTo>
                    <a:pt x="146605" y="1821803"/>
                  </a:lnTo>
                  <a:lnTo>
                    <a:pt x="168904" y="1861532"/>
                  </a:lnTo>
                  <a:lnTo>
                    <a:pt x="192606" y="1900339"/>
                  </a:lnTo>
                  <a:lnTo>
                    <a:pt x="217676" y="1938191"/>
                  </a:lnTo>
                  <a:lnTo>
                    <a:pt x="244080" y="1975053"/>
                  </a:lnTo>
                  <a:lnTo>
                    <a:pt x="271783" y="2010890"/>
                  </a:lnTo>
                  <a:lnTo>
                    <a:pt x="300751" y="2045669"/>
                  </a:lnTo>
                  <a:lnTo>
                    <a:pt x="330951" y="2079354"/>
                  </a:lnTo>
                  <a:lnTo>
                    <a:pt x="362346" y="2111911"/>
                  </a:lnTo>
                  <a:lnTo>
                    <a:pt x="394904" y="2143307"/>
                  </a:lnTo>
                  <a:lnTo>
                    <a:pt x="428589" y="2173506"/>
                  </a:lnTo>
                  <a:lnTo>
                    <a:pt x="463368" y="2202475"/>
                  </a:lnTo>
                  <a:lnTo>
                    <a:pt x="499205" y="2230178"/>
                  </a:lnTo>
                  <a:lnTo>
                    <a:pt x="536067" y="2256582"/>
                  </a:lnTo>
                  <a:lnTo>
                    <a:pt x="573918" y="2281652"/>
                  </a:lnTo>
                  <a:lnTo>
                    <a:pt x="612726" y="2305354"/>
                  </a:lnTo>
                  <a:lnTo>
                    <a:pt x="652455" y="2327653"/>
                  </a:lnTo>
                  <a:lnTo>
                    <a:pt x="693071" y="2348515"/>
                  </a:lnTo>
                  <a:lnTo>
                    <a:pt x="734539" y="2367905"/>
                  </a:lnTo>
                  <a:lnTo>
                    <a:pt x="776826" y="2385790"/>
                  </a:lnTo>
                  <a:lnTo>
                    <a:pt x="819896" y="2402135"/>
                  </a:lnTo>
                  <a:lnTo>
                    <a:pt x="863716" y="2416905"/>
                  </a:lnTo>
                  <a:lnTo>
                    <a:pt x="908251" y="2430067"/>
                  </a:lnTo>
                  <a:lnTo>
                    <a:pt x="953466" y="2441585"/>
                  </a:lnTo>
                  <a:lnTo>
                    <a:pt x="999328" y="2451425"/>
                  </a:lnTo>
                  <a:lnTo>
                    <a:pt x="1045802" y="2459553"/>
                  </a:lnTo>
                  <a:lnTo>
                    <a:pt x="1092853" y="2465935"/>
                  </a:lnTo>
                  <a:lnTo>
                    <a:pt x="1140448" y="2470536"/>
                  </a:lnTo>
                  <a:lnTo>
                    <a:pt x="1188551" y="2473322"/>
                  </a:lnTo>
                  <a:lnTo>
                    <a:pt x="1237129" y="2474258"/>
                  </a:lnTo>
                  <a:close/>
                </a:path>
              </a:pathLst>
            </a:custGeom>
            <a:ln w="50800" cap="rnd">
              <a:solidFill>
                <a:srgbClr val="212121"/>
              </a:solidFill>
            </a:ln>
          </p:spPr>
          <p:txBody>
            <a:bodyPr wrap="square" lIns="0" tIns="0" rIns="0" bIns="0" rtlCol="0"/>
            <a:lstStyle/>
            <a:p>
              <a:endParaRPr sz="900"/>
            </a:p>
          </p:txBody>
        </p:sp>
        <p:sp>
          <p:nvSpPr>
            <p:cNvPr id="14" name="object 14"/>
            <p:cNvSpPr/>
            <p:nvPr/>
          </p:nvSpPr>
          <p:spPr>
            <a:xfrm>
              <a:off x="4737100" y="11544300"/>
              <a:ext cx="2474595" cy="2474595"/>
            </a:xfrm>
            <a:custGeom>
              <a:avLst/>
              <a:gdLst/>
              <a:ahLst/>
              <a:cxnLst/>
              <a:rect l="l" t="t" r="r" b="b"/>
              <a:pathLst>
                <a:path w="2474595" h="2474594">
                  <a:moveTo>
                    <a:pt x="1237129" y="2474258"/>
                  </a:moveTo>
                  <a:lnTo>
                    <a:pt x="1285707" y="2473322"/>
                  </a:lnTo>
                  <a:lnTo>
                    <a:pt x="1333810" y="2470536"/>
                  </a:lnTo>
                  <a:lnTo>
                    <a:pt x="1381404" y="2465935"/>
                  </a:lnTo>
                  <a:lnTo>
                    <a:pt x="1428456" y="2459553"/>
                  </a:lnTo>
                  <a:lnTo>
                    <a:pt x="1474929" y="2451425"/>
                  </a:lnTo>
                  <a:lnTo>
                    <a:pt x="1520791" y="2441585"/>
                  </a:lnTo>
                  <a:lnTo>
                    <a:pt x="1566007" y="2430067"/>
                  </a:lnTo>
                  <a:lnTo>
                    <a:pt x="1610542" y="2416905"/>
                  </a:lnTo>
                  <a:lnTo>
                    <a:pt x="1654362" y="2402135"/>
                  </a:lnTo>
                  <a:lnTo>
                    <a:pt x="1697432" y="2385790"/>
                  </a:lnTo>
                  <a:lnTo>
                    <a:pt x="1739719" y="2367905"/>
                  </a:lnTo>
                  <a:lnTo>
                    <a:pt x="1781187" y="2348515"/>
                  </a:lnTo>
                  <a:lnTo>
                    <a:pt x="1821803" y="2327653"/>
                  </a:lnTo>
                  <a:lnTo>
                    <a:pt x="1861532" y="2305354"/>
                  </a:lnTo>
                  <a:lnTo>
                    <a:pt x="1900339" y="2281652"/>
                  </a:lnTo>
                  <a:lnTo>
                    <a:pt x="1938191" y="2256582"/>
                  </a:lnTo>
                  <a:lnTo>
                    <a:pt x="1975053" y="2230178"/>
                  </a:lnTo>
                  <a:lnTo>
                    <a:pt x="2010890" y="2202475"/>
                  </a:lnTo>
                  <a:lnTo>
                    <a:pt x="2045669" y="2173506"/>
                  </a:lnTo>
                  <a:lnTo>
                    <a:pt x="2079354" y="2143307"/>
                  </a:lnTo>
                  <a:lnTo>
                    <a:pt x="2111911" y="2111911"/>
                  </a:lnTo>
                  <a:lnTo>
                    <a:pt x="2143307" y="2079354"/>
                  </a:lnTo>
                  <a:lnTo>
                    <a:pt x="2173506" y="2045669"/>
                  </a:lnTo>
                  <a:lnTo>
                    <a:pt x="2202475" y="2010890"/>
                  </a:lnTo>
                  <a:lnTo>
                    <a:pt x="2230178" y="1975053"/>
                  </a:lnTo>
                  <a:lnTo>
                    <a:pt x="2256582" y="1938191"/>
                  </a:lnTo>
                  <a:lnTo>
                    <a:pt x="2281652" y="1900339"/>
                  </a:lnTo>
                  <a:lnTo>
                    <a:pt x="2305354" y="1861532"/>
                  </a:lnTo>
                  <a:lnTo>
                    <a:pt x="2327653" y="1821803"/>
                  </a:lnTo>
                  <a:lnTo>
                    <a:pt x="2348515" y="1781187"/>
                  </a:lnTo>
                  <a:lnTo>
                    <a:pt x="2367905" y="1739719"/>
                  </a:lnTo>
                  <a:lnTo>
                    <a:pt x="2385790" y="1697432"/>
                  </a:lnTo>
                  <a:lnTo>
                    <a:pt x="2402135" y="1654362"/>
                  </a:lnTo>
                  <a:lnTo>
                    <a:pt x="2416905" y="1610542"/>
                  </a:lnTo>
                  <a:lnTo>
                    <a:pt x="2430067" y="1566007"/>
                  </a:lnTo>
                  <a:lnTo>
                    <a:pt x="2441585" y="1520791"/>
                  </a:lnTo>
                  <a:lnTo>
                    <a:pt x="2451425" y="1474929"/>
                  </a:lnTo>
                  <a:lnTo>
                    <a:pt x="2459553" y="1428456"/>
                  </a:lnTo>
                  <a:lnTo>
                    <a:pt x="2465935" y="1381404"/>
                  </a:lnTo>
                  <a:lnTo>
                    <a:pt x="2470536" y="1333810"/>
                  </a:lnTo>
                  <a:lnTo>
                    <a:pt x="2473322" y="1285707"/>
                  </a:lnTo>
                  <a:lnTo>
                    <a:pt x="2474258" y="1237129"/>
                  </a:lnTo>
                  <a:lnTo>
                    <a:pt x="2473322" y="1188551"/>
                  </a:lnTo>
                  <a:lnTo>
                    <a:pt x="2470536" y="1140448"/>
                  </a:lnTo>
                  <a:lnTo>
                    <a:pt x="2465935" y="1092853"/>
                  </a:lnTo>
                  <a:lnTo>
                    <a:pt x="2459553" y="1045802"/>
                  </a:lnTo>
                  <a:lnTo>
                    <a:pt x="2451425" y="999328"/>
                  </a:lnTo>
                  <a:lnTo>
                    <a:pt x="2441585" y="953466"/>
                  </a:lnTo>
                  <a:lnTo>
                    <a:pt x="2430067" y="908251"/>
                  </a:lnTo>
                  <a:lnTo>
                    <a:pt x="2416905" y="863716"/>
                  </a:lnTo>
                  <a:lnTo>
                    <a:pt x="2402135" y="819896"/>
                  </a:lnTo>
                  <a:lnTo>
                    <a:pt x="2385790" y="776826"/>
                  </a:lnTo>
                  <a:lnTo>
                    <a:pt x="2367905" y="734539"/>
                  </a:lnTo>
                  <a:lnTo>
                    <a:pt x="2348515" y="693071"/>
                  </a:lnTo>
                  <a:lnTo>
                    <a:pt x="2327653" y="652455"/>
                  </a:lnTo>
                  <a:lnTo>
                    <a:pt x="2305354" y="612726"/>
                  </a:lnTo>
                  <a:lnTo>
                    <a:pt x="2281652" y="573918"/>
                  </a:lnTo>
                  <a:lnTo>
                    <a:pt x="2256582" y="536067"/>
                  </a:lnTo>
                  <a:lnTo>
                    <a:pt x="2230178" y="499205"/>
                  </a:lnTo>
                  <a:lnTo>
                    <a:pt x="2202475" y="463368"/>
                  </a:lnTo>
                  <a:lnTo>
                    <a:pt x="2173506" y="428589"/>
                  </a:lnTo>
                  <a:lnTo>
                    <a:pt x="2143307" y="394904"/>
                  </a:lnTo>
                  <a:lnTo>
                    <a:pt x="2111911" y="362346"/>
                  </a:lnTo>
                  <a:lnTo>
                    <a:pt x="2079354" y="330951"/>
                  </a:lnTo>
                  <a:lnTo>
                    <a:pt x="2045669" y="300751"/>
                  </a:lnTo>
                  <a:lnTo>
                    <a:pt x="2010890" y="271783"/>
                  </a:lnTo>
                  <a:lnTo>
                    <a:pt x="1975053" y="244080"/>
                  </a:lnTo>
                  <a:lnTo>
                    <a:pt x="1938191" y="217676"/>
                  </a:lnTo>
                  <a:lnTo>
                    <a:pt x="1900339" y="192606"/>
                  </a:lnTo>
                  <a:lnTo>
                    <a:pt x="1861532" y="168904"/>
                  </a:lnTo>
                  <a:lnTo>
                    <a:pt x="1821803" y="146605"/>
                  </a:lnTo>
                  <a:lnTo>
                    <a:pt x="1781187" y="125743"/>
                  </a:lnTo>
                  <a:lnTo>
                    <a:pt x="1739719" y="106352"/>
                  </a:lnTo>
                  <a:lnTo>
                    <a:pt x="1697432" y="88467"/>
                  </a:lnTo>
                  <a:lnTo>
                    <a:pt x="1654362" y="72122"/>
                  </a:lnTo>
                  <a:lnTo>
                    <a:pt x="1610542" y="57352"/>
                  </a:lnTo>
                  <a:lnTo>
                    <a:pt x="1566007" y="44191"/>
                  </a:lnTo>
                  <a:lnTo>
                    <a:pt x="1520791" y="32673"/>
                  </a:lnTo>
                  <a:lnTo>
                    <a:pt x="1474929" y="22833"/>
                  </a:lnTo>
                  <a:lnTo>
                    <a:pt x="1428456" y="14704"/>
                  </a:lnTo>
                  <a:lnTo>
                    <a:pt x="1381404" y="8323"/>
                  </a:lnTo>
                  <a:lnTo>
                    <a:pt x="1333810" y="3722"/>
                  </a:lnTo>
                  <a:lnTo>
                    <a:pt x="1285707" y="936"/>
                  </a:lnTo>
                  <a:lnTo>
                    <a:pt x="1237129" y="0"/>
                  </a:lnTo>
                  <a:lnTo>
                    <a:pt x="1188551" y="936"/>
                  </a:lnTo>
                  <a:lnTo>
                    <a:pt x="1140448" y="3722"/>
                  </a:lnTo>
                  <a:lnTo>
                    <a:pt x="1092853" y="8323"/>
                  </a:lnTo>
                  <a:lnTo>
                    <a:pt x="1045802" y="14704"/>
                  </a:lnTo>
                  <a:lnTo>
                    <a:pt x="999328" y="22833"/>
                  </a:lnTo>
                  <a:lnTo>
                    <a:pt x="953466" y="32673"/>
                  </a:lnTo>
                  <a:lnTo>
                    <a:pt x="908251" y="44191"/>
                  </a:lnTo>
                  <a:lnTo>
                    <a:pt x="863716" y="57352"/>
                  </a:lnTo>
                  <a:lnTo>
                    <a:pt x="819896" y="72122"/>
                  </a:lnTo>
                  <a:lnTo>
                    <a:pt x="776826" y="88467"/>
                  </a:lnTo>
                  <a:lnTo>
                    <a:pt x="734539" y="106352"/>
                  </a:lnTo>
                  <a:lnTo>
                    <a:pt x="693071" y="125743"/>
                  </a:lnTo>
                  <a:lnTo>
                    <a:pt x="652455" y="146605"/>
                  </a:lnTo>
                  <a:lnTo>
                    <a:pt x="612726" y="168904"/>
                  </a:lnTo>
                  <a:lnTo>
                    <a:pt x="573918" y="192606"/>
                  </a:lnTo>
                  <a:lnTo>
                    <a:pt x="536067" y="217676"/>
                  </a:lnTo>
                  <a:lnTo>
                    <a:pt x="499205" y="244080"/>
                  </a:lnTo>
                  <a:lnTo>
                    <a:pt x="463368" y="271783"/>
                  </a:lnTo>
                  <a:lnTo>
                    <a:pt x="428589" y="300751"/>
                  </a:lnTo>
                  <a:lnTo>
                    <a:pt x="394904" y="330951"/>
                  </a:lnTo>
                  <a:lnTo>
                    <a:pt x="362346" y="362346"/>
                  </a:lnTo>
                  <a:lnTo>
                    <a:pt x="330951" y="394904"/>
                  </a:lnTo>
                  <a:lnTo>
                    <a:pt x="300751" y="428589"/>
                  </a:lnTo>
                  <a:lnTo>
                    <a:pt x="271783" y="463368"/>
                  </a:lnTo>
                  <a:lnTo>
                    <a:pt x="244080" y="499205"/>
                  </a:lnTo>
                  <a:lnTo>
                    <a:pt x="217676" y="536067"/>
                  </a:lnTo>
                  <a:lnTo>
                    <a:pt x="192606" y="573918"/>
                  </a:lnTo>
                  <a:lnTo>
                    <a:pt x="168904" y="612726"/>
                  </a:lnTo>
                  <a:lnTo>
                    <a:pt x="146605" y="652455"/>
                  </a:lnTo>
                  <a:lnTo>
                    <a:pt x="125743" y="693071"/>
                  </a:lnTo>
                  <a:lnTo>
                    <a:pt x="106352" y="734539"/>
                  </a:lnTo>
                  <a:lnTo>
                    <a:pt x="88467" y="776826"/>
                  </a:lnTo>
                  <a:lnTo>
                    <a:pt x="72122" y="819896"/>
                  </a:lnTo>
                  <a:lnTo>
                    <a:pt x="57352" y="863716"/>
                  </a:lnTo>
                  <a:lnTo>
                    <a:pt x="44191" y="908251"/>
                  </a:lnTo>
                  <a:lnTo>
                    <a:pt x="32673" y="953466"/>
                  </a:lnTo>
                  <a:lnTo>
                    <a:pt x="22833" y="999328"/>
                  </a:lnTo>
                  <a:lnTo>
                    <a:pt x="14704" y="1045802"/>
                  </a:lnTo>
                  <a:lnTo>
                    <a:pt x="8323" y="1092853"/>
                  </a:lnTo>
                  <a:lnTo>
                    <a:pt x="3722" y="1140448"/>
                  </a:lnTo>
                  <a:lnTo>
                    <a:pt x="936" y="1188551"/>
                  </a:lnTo>
                  <a:lnTo>
                    <a:pt x="0" y="1237129"/>
                  </a:lnTo>
                  <a:lnTo>
                    <a:pt x="936" y="1285707"/>
                  </a:lnTo>
                  <a:lnTo>
                    <a:pt x="3722" y="1333810"/>
                  </a:lnTo>
                  <a:lnTo>
                    <a:pt x="8323" y="1381404"/>
                  </a:lnTo>
                  <a:lnTo>
                    <a:pt x="14704" y="1428456"/>
                  </a:lnTo>
                  <a:lnTo>
                    <a:pt x="22833" y="1474929"/>
                  </a:lnTo>
                  <a:lnTo>
                    <a:pt x="32673" y="1520791"/>
                  </a:lnTo>
                  <a:lnTo>
                    <a:pt x="44191" y="1566007"/>
                  </a:lnTo>
                  <a:lnTo>
                    <a:pt x="57352" y="1610542"/>
                  </a:lnTo>
                  <a:lnTo>
                    <a:pt x="72122" y="1654362"/>
                  </a:lnTo>
                  <a:lnTo>
                    <a:pt x="88467" y="1697432"/>
                  </a:lnTo>
                  <a:lnTo>
                    <a:pt x="106352" y="1739719"/>
                  </a:lnTo>
                  <a:lnTo>
                    <a:pt x="125743" y="1781187"/>
                  </a:lnTo>
                  <a:lnTo>
                    <a:pt x="146605" y="1821803"/>
                  </a:lnTo>
                  <a:lnTo>
                    <a:pt x="168904" y="1861532"/>
                  </a:lnTo>
                  <a:lnTo>
                    <a:pt x="192606" y="1900339"/>
                  </a:lnTo>
                  <a:lnTo>
                    <a:pt x="217676" y="1938191"/>
                  </a:lnTo>
                  <a:lnTo>
                    <a:pt x="244080" y="1975053"/>
                  </a:lnTo>
                  <a:lnTo>
                    <a:pt x="271783" y="2010890"/>
                  </a:lnTo>
                  <a:lnTo>
                    <a:pt x="300751" y="2045669"/>
                  </a:lnTo>
                  <a:lnTo>
                    <a:pt x="330951" y="2079354"/>
                  </a:lnTo>
                  <a:lnTo>
                    <a:pt x="362346" y="2111911"/>
                  </a:lnTo>
                  <a:lnTo>
                    <a:pt x="394904" y="2143307"/>
                  </a:lnTo>
                  <a:lnTo>
                    <a:pt x="428589" y="2173506"/>
                  </a:lnTo>
                  <a:lnTo>
                    <a:pt x="463368" y="2202475"/>
                  </a:lnTo>
                  <a:lnTo>
                    <a:pt x="499205" y="2230178"/>
                  </a:lnTo>
                  <a:lnTo>
                    <a:pt x="536067" y="2256582"/>
                  </a:lnTo>
                  <a:lnTo>
                    <a:pt x="573918" y="2281652"/>
                  </a:lnTo>
                  <a:lnTo>
                    <a:pt x="612726" y="2305354"/>
                  </a:lnTo>
                  <a:lnTo>
                    <a:pt x="652455" y="2327653"/>
                  </a:lnTo>
                  <a:lnTo>
                    <a:pt x="693071" y="2348515"/>
                  </a:lnTo>
                  <a:lnTo>
                    <a:pt x="734539" y="2367905"/>
                  </a:lnTo>
                  <a:lnTo>
                    <a:pt x="776826" y="2385790"/>
                  </a:lnTo>
                  <a:lnTo>
                    <a:pt x="819896" y="2402135"/>
                  </a:lnTo>
                  <a:lnTo>
                    <a:pt x="863716" y="2416905"/>
                  </a:lnTo>
                  <a:lnTo>
                    <a:pt x="908251" y="2430067"/>
                  </a:lnTo>
                  <a:lnTo>
                    <a:pt x="953466" y="2441585"/>
                  </a:lnTo>
                  <a:lnTo>
                    <a:pt x="999328" y="2451425"/>
                  </a:lnTo>
                  <a:lnTo>
                    <a:pt x="1045802" y="2459553"/>
                  </a:lnTo>
                  <a:lnTo>
                    <a:pt x="1092853" y="2465935"/>
                  </a:lnTo>
                  <a:lnTo>
                    <a:pt x="1140448" y="2470536"/>
                  </a:lnTo>
                  <a:lnTo>
                    <a:pt x="1188551" y="2473322"/>
                  </a:lnTo>
                  <a:lnTo>
                    <a:pt x="1237129" y="2474258"/>
                  </a:lnTo>
                  <a:close/>
                </a:path>
              </a:pathLst>
            </a:custGeom>
            <a:ln w="50800" cap="rnd">
              <a:solidFill>
                <a:srgbClr val="212121"/>
              </a:solidFill>
            </a:ln>
          </p:spPr>
          <p:txBody>
            <a:bodyPr wrap="square" lIns="0" tIns="0" rIns="0" bIns="0" rtlCol="0"/>
            <a:lstStyle/>
            <a:p>
              <a:endParaRPr sz="900"/>
            </a:p>
          </p:txBody>
        </p:sp>
        <p:sp>
          <p:nvSpPr>
            <p:cNvPr id="15" name="object 15"/>
            <p:cNvSpPr/>
            <p:nvPr/>
          </p:nvSpPr>
          <p:spPr>
            <a:xfrm>
              <a:off x="6477000" y="11544300"/>
              <a:ext cx="2474595" cy="2474595"/>
            </a:xfrm>
            <a:custGeom>
              <a:avLst/>
              <a:gdLst/>
              <a:ahLst/>
              <a:cxnLst/>
              <a:rect l="l" t="t" r="r" b="b"/>
              <a:pathLst>
                <a:path w="2474595" h="2474594">
                  <a:moveTo>
                    <a:pt x="1237129" y="2474258"/>
                  </a:moveTo>
                  <a:lnTo>
                    <a:pt x="1285707" y="2473322"/>
                  </a:lnTo>
                  <a:lnTo>
                    <a:pt x="1333810" y="2470536"/>
                  </a:lnTo>
                  <a:lnTo>
                    <a:pt x="1381404" y="2465935"/>
                  </a:lnTo>
                  <a:lnTo>
                    <a:pt x="1428456" y="2459553"/>
                  </a:lnTo>
                  <a:lnTo>
                    <a:pt x="1474929" y="2451425"/>
                  </a:lnTo>
                  <a:lnTo>
                    <a:pt x="1520791" y="2441585"/>
                  </a:lnTo>
                  <a:lnTo>
                    <a:pt x="1566007" y="2430067"/>
                  </a:lnTo>
                  <a:lnTo>
                    <a:pt x="1610542" y="2416905"/>
                  </a:lnTo>
                  <a:lnTo>
                    <a:pt x="1654362" y="2402135"/>
                  </a:lnTo>
                  <a:lnTo>
                    <a:pt x="1697432" y="2385790"/>
                  </a:lnTo>
                  <a:lnTo>
                    <a:pt x="1739719" y="2367905"/>
                  </a:lnTo>
                  <a:lnTo>
                    <a:pt x="1781187" y="2348515"/>
                  </a:lnTo>
                  <a:lnTo>
                    <a:pt x="1821803" y="2327653"/>
                  </a:lnTo>
                  <a:lnTo>
                    <a:pt x="1861532" y="2305354"/>
                  </a:lnTo>
                  <a:lnTo>
                    <a:pt x="1900339" y="2281652"/>
                  </a:lnTo>
                  <a:lnTo>
                    <a:pt x="1938191" y="2256582"/>
                  </a:lnTo>
                  <a:lnTo>
                    <a:pt x="1975053" y="2230178"/>
                  </a:lnTo>
                  <a:lnTo>
                    <a:pt x="2010890" y="2202475"/>
                  </a:lnTo>
                  <a:lnTo>
                    <a:pt x="2045669" y="2173506"/>
                  </a:lnTo>
                  <a:lnTo>
                    <a:pt x="2079354" y="2143307"/>
                  </a:lnTo>
                  <a:lnTo>
                    <a:pt x="2111911" y="2111911"/>
                  </a:lnTo>
                  <a:lnTo>
                    <a:pt x="2143307" y="2079354"/>
                  </a:lnTo>
                  <a:lnTo>
                    <a:pt x="2173506" y="2045669"/>
                  </a:lnTo>
                  <a:lnTo>
                    <a:pt x="2202475" y="2010890"/>
                  </a:lnTo>
                  <a:lnTo>
                    <a:pt x="2230178" y="1975053"/>
                  </a:lnTo>
                  <a:lnTo>
                    <a:pt x="2256582" y="1938191"/>
                  </a:lnTo>
                  <a:lnTo>
                    <a:pt x="2281652" y="1900339"/>
                  </a:lnTo>
                  <a:lnTo>
                    <a:pt x="2305354" y="1861532"/>
                  </a:lnTo>
                  <a:lnTo>
                    <a:pt x="2327653" y="1821803"/>
                  </a:lnTo>
                  <a:lnTo>
                    <a:pt x="2348515" y="1781187"/>
                  </a:lnTo>
                  <a:lnTo>
                    <a:pt x="2367905" y="1739719"/>
                  </a:lnTo>
                  <a:lnTo>
                    <a:pt x="2385790" y="1697432"/>
                  </a:lnTo>
                  <a:lnTo>
                    <a:pt x="2402135" y="1654362"/>
                  </a:lnTo>
                  <a:lnTo>
                    <a:pt x="2416905" y="1610542"/>
                  </a:lnTo>
                  <a:lnTo>
                    <a:pt x="2430067" y="1566007"/>
                  </a:lnTo>
                  <a:lnTo>
                    <a:pt x="2441585" y="1520791"/>
                  </a:lnTo>
                  <a:lnTo>
                    <a:pt x="2451425" y="1474929"/>
                  </a:lnTo>
                  <a:lnTo>
                    <a:pt x="2459553" y="1428456"/>
                  </a:lnTo>
                  <a:lnTo>
                    <a:pt x="2465935" y="1381404"/>
                  </a:lnTo>
                  <a:lnTo>
                    <a:pt x="2470536" y="1333810"/>
                  </a:lnTo>
                  <a:lnTo>
                    <a:pt x="2473322" y="1285707"/>
                  </a:lnTo>
                  <a:lnTo>
                    <a:pt x="2474258" y="1237129"/>
                  </a:lnTo>
                  <a:lnTo>
                    <a:pt x="2473322" y="1188551"/>
                  </a:lnTo>
                  <a:lnTo>
                    <a:pt x="2470536" y="1140448"/>
                  </a:lnTo>
                  <a:lnTo>
                    <a:pt x="2465935" y="1092853"/>
                  </a:lnTo>
                  <a:lnTo>
                    <a:pt x="2459553" y="1045802"/>
                  </a:lnTo>
                  <a:lnTo>
                    <a:pt x="2451425" y="999328"/>
                  </a:lnTo>
                  <a:lnTo>
                    <a:pt x="2441585" y="953466"/>
                  </a:lnTo>
                  <a:lnTo>
                    <a:pt x="2430067" y="908251"/>
                  </a:lnTo>
                  <a:lnTo>
                    <a:pt x="2416905" y="863716"/>
                  </a:lnTo>
                  <a:lnTo>
                    <a:pt x="2402135" y="819896"/>
                  </a:lnTo>
                  <a:lnTo>
                    <a:pt x="2385790" y="776826"/>
                  </a:lnTo>
                  <a:lnTo>
                    <a:pt x="2367905" y="734539"/>
                  </a:lnTo>
                  <a:lnTo>
                    <a:pt x="2348515" y="693071"/>
                  </a:lnTo>
                  <a:lnTo>
                    <a:pt x="2327653" y="652455"/>
                  </a:lnTo>
                  <a:lnTo>
                    <a:pt x="2305354" y="612726"/>
                  </a:lnTo>
                  <a:lnTo>
                    <a:pt x="2281652" y="573918"/>
                  </a:lnTo>
                  <a:lnTo>
                    <a:pt x="2256582" y="536067"/>
                  </a:lnTo>
                  <a:lnTo>
                    <a:pt x="2230178" y="499205"/>
                  </a:lnTo>
                  <a:lnTo>
                    <a:pt x="2202475" y="463368"/>
                  </a:lnTo>
                  <a:lnTo>
                    <a:pt x="2173506" y="428589"/>
                  </a:lnTo>
                  <a:lnTo>
                    <a:pt x="2143307" y="394904"/>
                  </a:lnTo>
                  <a:lnTo>
                    <a:pt x="2111911" y="362346"/>
                  </a:lnTo>
                  <a:lnTo>
                    <a:pt x="2079354" y="330951"/>
                  </a:lnTo>
                  <a:lnTo>
                    <a:pt x="2045669" y="300751"/>
                  </a:lnTo>
                  <a:lnTo>
                    <a:pt x="2010890" y="271783"/>
                  </a:lnTo>
                  <a:lnTo>
                    <a:pt x="1975053" y="244080"/>
                  </a:lnTo>
                  <a:lnTo>
                    <a:pt x="1938191" y="217676"/>
                  </a:lnTo>
                  <a:lnTo>
                    <a:pt x="1900339" y="192606"/>
                  </a:lnTo>
                  <a:lnTo>
                    <a:pt x="1861532" y="168904"/>
                  </a:lnTo>
                  <a:lnTo>
                    <a:pt x="1821803" y="146605"/>
                  </a:lnTo>
                  <a:lnTo>
                    <a:pt x="1781187" y="125743"/>
                  </a:lnTo>
                  <a:lnTo>
                    <a:pt x="1739719" y="106352"/>
                  </a:lnTo>
                  <a:lnTo>
                    <a:pt x="1697432" y="88467"/>
                  </a:lnTo>
                  <a:lnTo>
                    <a:pt x="1654362" y="72122"/>
                  </a:lnTo>
                  <a:lnTo>
                    <a:pt x="1610542" y="57352"/>
                  </a:lnTo>
                  <a:lnTo>
                    <a:pt x="1566007" y="44191"/>
                  </a:lnTo>
                  <a:lnTo>
                    <a:pt x="1520791" y="32673"/>
                  </a:lnTo>
                  <a:lnTo>
                    <a:pt x="1474929" y="22833"/>
                  </a:lnTo>
                  <a:lnTo>
                    <a:pt x="1428456" y="14704"/>
                  </a:lnTo>
                  <a:lnTo>
                    <a:pt x="1381404" y="8323"/>
                  </a:lnTo>
                  <a:lnTo>
                    <a:pt x="1333810" y="3722"/>
                  </a:lnTo>
                  <a:lnTo>
                    <a:pt x="1285707" y="936"/>
                  </a:lnTo>
                  <a:lnTo>
                    <a:pt x="1237129" y="0"/>
                  </a:lnTo>
                  <a:lnTo>
                    <a:pt x="1188551" y="936"/>
                  </a:lnTo>
                  <a:lnTo>
                    <a:pt x="1140448" y="3722"/>
                  </a:lnTo>
                  <a:lnTo>
                    <a:pt x="1092853" y="8323"/>
                  </a:lnTo>
                  <a:lnTo>
                    <a:pt x="1045802" y="14704"/>
                  </a:lnTo>
                  <a:lnTo>
                    <a:pt x="999328" y="22833"/>
                  </a:lnTo>
                  <a:lnTo>
                    <a:pt x="953466" y="32673"/>
                  </a:lnTo>
                  <a:lnTo>
                    <a:pt x="908251" y="44191"/>
                  </a:lnTo>
                  <a:lnTo>
                    <a:pt x="863716" y="57352"/>
                  </a:lnTo>
                  <a:lnTo>
                    <a:pt x="819896" y="72122"/>
                  </a:lnTo>
                  <a:lnTo>
                    <a:pt x="776826" y="88467"/>
                  </a:lnTo>
                  <a:lnTo>
                    <a:pt x="734539" y="106352"/>
                  </a:lnTo>
                  <a:lnTo>
                    <a:pt x="693071" y="125743"/>
                  </a:lnTo>
                  <a:lnTo>
                    <a:pt x="652455" y="146605"/>
                  </a:lnTo>
                  <a:lnTo>
                    <a:pt x="612726" y="168904"/>
                  </a:lnTo>
                  <a:lnTo>
                    <a:pt x="573918" y="192606"/>
                  </a:lnTo>
                  <a:lnTo>
                    <a:pt x="536067" y="217676"/>
                  </a:lnTo>
                  <a:lnTo>
                    <a:pt x="499205" y="244080"/>
                  </a:lnTo>
                  <a:lnTo>
                    <a:pt x="463368" y="271783"/>
                  </a:lnTo>
                  <a:lnTo>
                    <a:pt x="428589" y="300751"/>
                  </a:lnTo>
                  <a:lnTo>
                    <a:pt x="394904" y="330951"/>
                  </a:lnTo>
                  <a:lnTo>
                    <a:pt x="362346" y="362346"/>
                  </a:lnTo>
                  <a:lnTo>
                    <a:pt x="330951" y="394904"/>
                  </a:lnTo>
                  <a:lnTo>
                    <a:pt x="300751" y="428589"/>
                  </a:lnTo>
                  <a:lnTo>
                    <a:pt x="271783" y="463368"/>
                  </a:lnTo>
                  <a:lnTo>
                    <a:pt x="244080" y="499205"/>
                  </a:lnTo>
                  <a:lnTo>
                    <a:pt x="217676" y="536067"/>
                  </a:lnTo>
                  <a:lnTo>
                    <a:pt x="192606" y="573918"/>
                  </a:lnTo>
                  <a:lnTo>
                    <a:pt x="168904" y="612726"/>
                  </a:lnTo>
                  <a:lnTo>
                    <a:pt x="146605" y="652455"/>
                  </a:lnTo>
                  <a:lnTo>
                    <a:pt x="125743" y="693071"/>
                  </a:lnTo>
                  <a:lnTo>
                    <a:pt x="106352" y="734539"/>
                  </a:lnTo>
                  <a:lnTo>
                    <a:pt x="88467" y="776826"/>
                  </a:lnTo>
                  <a:lnTo>
                    <a:pt x="72122" y="819896"/>
                  </a:lnTo>
                  <a:lnTo>
                    <a:pt x="57352" y="863716"/>
                  </a:lnTo>
                  <a:lnTo>
                    <a:pt x="44191" y="908251"/>
                  </a:lnTo>
                  <a:lnTo>
                    <a:pt x="32673" y="953466"/>
                  </a:lnTo>
                  <a:lnTo>
                    <a:pt x="22833" y="999328"/>
                  </a:lnTo>
                  <a:lnTo>
                    <a:pt x="14704" y="1045802"/>
                  </a:lnTo>
                  <a:lnTo>
                    <a:pt x="8323" y="1092853"/>
                  </a:lnTo>
                  <a:lnTo>
                    <a:pt x="3722" y="1140448"/>
                  </a:lnTo>
                  <a:lnTo>
                    <a:pt x="936" y="1188551"/>
                  </a:lnTo>
                  <a:lnTo>
                    <a:pt x="0" y="1237129"/>
                  </a:lnTo>
                  <a:lnTo>
                    <a:pt x="936" y="1285707"/>
                  </a:lnTo>
                  <a:lnTo>
                    <a:pt x="3722" y="1333810"/>
                  </a:lnTo>
                  <a:lnTo>
                    <a:pt x="8323" y="1381404"/>
                  </a:lnTo>
                  <a:lnTo>
                    <a:pt x="14704" y="1428456"/>
                  </a:lnTo>
                  <a:lnTo>
                    <a:pt x="22833" y="1474929"/>
                  </a:lnTo>
                  <a:lnTo>
                    <a:pt x="32673" y="1520791"/>
                  </a:lnTo>
                  <a:lnTo>
                    <a:pt x="44191" y="1566007"/>
                  </a:lnTo>
                  <a:lnTo>
                    <a:pt x="57352" y="1610542"/>
                  </a:lnTo>
                  <a:lnTo>
                    <a:pt x="72122" y="1654362"/>
                  </a:lnTo>
                  <a:lnTo>
                    <a:pt x="88467" y="1697432"/>
                  </a:lnTo>
                  <a:lnTo>
                    <a:pt x="106352" y="1739719"/>
                  </a:lnTo>
                  <a:lnTo>
                    <a:pt x="125743" y="1781187"/>
                  </a:lnTo>
                  <a:lnTo>
                    <a:pt x="146605" y="1821803"/>
                  </a:lnTo>
                  <a:lnTo>
                    <a:pt x="168904" y="1861532"/>
                  </a:lnTo>
                  <a:lnTo>
                    <a:pt x="192606" y="1900339"/>
                  </a:lnTo>
                  <a:lnTo>
                    <a:pt x="217676" y="1938191"/>
                  </a:lnTo>
                  <a:lnTo>
                    <a:pt x="244080" y="1975053"/>
                  </a:lnTo>
                  <a:lnTo>
                    <a:pt x="271783" y="2010890"/>
                  </a:lnTo>
                  <a:lnTo>
                    <a:pt x="300751" y="2045669"/>
                  </a:lnTo>
                  <a:lnTo>
                    <a:pt x="330951" y="2079354"/>
                  </a:lnTo>
                  <a:lnTo>
                    <a:pt x="362346" y="2111911"/>
                  </a:lnTo>
                  <a:lnTo>
                    <a:pt x="394904" y="2143307"/>
                  </a:lnTo>
                  <a:lnTo>
                    <a:pt x="428589" y="2173506"/>
                  </a:lnTo>
                  <a:lnTo>
                    <a:pt x="463368" y="2202475"/>
                  </a:lnTo>
                  <a:lnTo>
                    <a:pt x="499205" y="2230178"/>
                  </a:lnTo>
                  <a:lnTo>
                    <a:pt x="536067" y="2256582"/>
                  </a:lnTo>
                  <a:lnTo>
                    <a:pt x="573918" y="2281652"/>
                  </a:lnTo>
                  <a:lnTo>
                    <a:pt x="612726" y="2305354"/>
                  </a:lnTo>
                  <a:lnTo>
                    <a:pt x="652455" y="2327653"/>
                  </a:lnTo>
                  <a:lnTo>
                    <a:pt x="693071" y="2348515"/>
                  </a:lnTo>
                  <a:lnTo>
                    <a:pt x="734539" y="2367905"/>
                  </a:lnTo>
                  <a:lnTo>
                    <a:pt x="776826" y="2385790"/>
                  </a:lnTo>
                  <a:lnTo>
                    <a:pt x="819896" y="2402135"/>
                  </a:lnTo>
                  <a:lnTo>
                    <a:pt x="863716" y="2416905"/>
                  </a:lnTo>
                  <a:lnTo>
                    <a:pt x="908251" y="2430067"/>
                  </a:lnTo>
                  <a:lnTo>
                    <a:pt x="953466" y="2441585"/>
                  </a:lnTo>
                  <a:lnTo>
                    <a:pt x="999328" y="2451425"/>
                  </a:lnTo>
                  <a:lnTo>
                    <a:pt x="1045802" y="2459553"/>
                  </a:lnTo>
                  <a:lnTo>
                    <a:pt x="1092853" y="2465935"/>
                  </a:lnTo>
                  <a:lnTo>
                    <a:pt x="1140448" y="2470536"/>
                  </a:lnTo>
                  <a:lnTo>
                    <a:pt x="1188551" y="2473322"/>
                  </a:lnTo>
                  <a:lnTo>
                    <a:pt x="1237129" y="2474258"/>
                  </a:lnTo>
                  <a:close/>
                </a:path>
              </a:pathLst>
            </a:custGeom>
            <a:ln w="50800" cap="rnd">
              <a:solidFill>
                <a:srgbClr val="212121"/>
              </a:solidFill>
            </a:ln>
          </p:spPr>
          <p:txBody>
            <a:bodyPr wrap="square" lIns="0" tIns="0" rIns="0" bIns="0" rtlCol="0"/>
            <a:lstStyle/>
            <a:p>
              <a:endParaRPr sz="900"/>
            </a:p>
          </p:txBody>
        </p:sp>
      </p:grpSp>
      <p:sp>
        <p:nvSpPr>
          <p:cNvPr id="16" name="object 16"/>
          <p:cNvSpPr txBox="1"/>
          <p:nvPr/>
        </p:nvSpPr>
        <p:spPr>
          <a:xfrm>
            <a:off x="3272549" y="6965950"/>
            <a:ext cx="304165" cy="254635"/>
          </a:xfrm>
          <a:prstGeom prst="rect">
            <a:avLst/>
          </a:prstGeom>
        </p:spPr>
        <p:txBody>
          <a:bodyPr vert="horz" wrap="square" lIns="0" tIns="6350" rIns="0" bIns="0" rtlCol="0">
            <a:spAutoFit/>
          </a:bodyPr>
          <a:lstStyle/>
          <a:p>
            <a:pPr marL="18415">
              <a:lnSpc>
                <a:spcPts val="1180"/>
              </a:lnSpc>
              <a:spcBef>
                <a:spcPts val="50"/>
              </a:spcBef>
            </a:pPr>
            <a:r>
              <a:rPr sz="1050" spc="-13" dirty="0">
                <a:solidFill>
                  <a:srgbClr val="212121"/>
                </a:solidFill>
                <a:latin typeface="Microsoft JhengHei"/>
                <a:cs typeface="Microsoft JhengHei"/>
              </a:rPr>
              <a:t>金钱</a:t>
            </a:r>
            <a:endParaRPr sz="1050">
              <a:latin typeface="Microsoft JhengHei"/>
              <a:cs typeface="Microsoft JhengHei"/>
            </a:endParaRPr>
          </a:p>
          <a:p>
            <a:pPr marL="6350">
              <a:lnSpc>
                <a:spcPts val="760"/>
              </a:lnSpc>
            </a:pPr>
            <a:r>
              <a:rPr sz="700" spc="-5" dirty="0">
                <a:solidFill>
                  <a:srgbClr val="212121"/>
                </a:solidFill>
                <a:latin typeface="Microsoft JhengHei"/>
                <a:cs typeface="Microsoft JhengHei"/>
              </a:rPr>
              <a:t>Money</a:t>
            </a:r>
            <a:endParaRPr sz="700">
              <a:latin typeface="Microsoft JhengHei"/>
              <a:cs typeface="Microsoft JhengHei"/>
            </a:endParaRPr>
          </a:p>
        </p:txBody>
      </p:sp>
      <p:sp>
        <p:nvSpPr>
          <p:cNvPr id="17" name="object 17"/>
          <p:cNvSpPr txBox="1"/>
          <p:nvPr/>
        </p:nvSpPr>
        <p:spPr>
          <a:xfrm>
            <a:off x="3286125" y="6280150"/>
            <a:ext cx="279400" cy="167640"/>
          </a:xfrm>
          <a:prstGeom prst="rect">
            <a:avLst/>
          </a:prstGeom>
        </p:spPr>
        <p:txBody>
          <a:bodyPr vert="horz" wrap="square" lIns="0" tIns="6350" rIns="0" bIns="0" rtlCol="0">
            <a:spAutoFit/>
          </a:bodyPr>
          <a:lstStyle/>
          <a:p>
            <a:pPr marL="6350">
              <a:spcBef>
                <a:spcPts val="50"/>
              </a:spcBef>
            </a:pPr>
            <a:r>
              <a:rPr sz="1050" spc="-13" dirty="0">
                <a:solidFill>
                  <a:srgbClr val="FFFFFF"/>
                </a:solidFill>
                <a:latin typeface="Microsoft JhengHei"/>
                <a:cs typeface="Microsoft JhengHei"/>
              </a:rPr>
              <a:t>知足</a:t>
            </a:r>
            <a:endParaRPr sz="1050">
              <a:latin typeface="Microsoft JhengHei"/>
              <a:cs typeface="Microsoft JhengHei"/>
            </a:endParaRPr>
          </a:p>
        </p:txBody>
      </p:sp>
      <p:sp>
        <p:nvSpPr>
          <p:cNvPr id="18" name="object 18"/>
          <p:cNvSpPr txBox="1"/>
          <p:nvPr/>
        </p:nvSpPr>
        <p:spPr>
          <a:xfrm>
            <a:off x="3948925" y="6223000"/>
            <a:ext cx="496888" cy="254635"/>
          </a:xfrm>
          <a:prstGeom prst="rect">
            <a:avLst/>
          </a:prstGeom>
        </p:spPr>
        <p:txBody>
          <a:bodyPr vert="horz" wrap="square" lIns="0" tIns="6350" rIns="0" bIns="0" rtlCol="0">
            <a:spAutoFit/>
          </a:bodyPr>
          <a:lstStyle/>
          <a:p>
            <a:pPr algn="ctr">
              <a:lnSpc>
                <a:spcPts val="1180"/>
              </a:lnSpc>
              <a:spcBef>
                <a:spcPts val="50"/>
              </a:spcBef>
            </a:pPr>
            <a:r>
              <a:rPr sz="1050" spc="-13" dirty="0">
                <a:solidFill>
                  <a:srgbClr val="212121"/>
                </a:solidFill>
                <a:latin typeface="Microsoft JhengHei"/>
                <a:cs typeface="Microsoft JhengHei"/>
              </a:rPr>
              <a:t>兴趣</a:t>
            </a:r>
            <a:endParaRPr sz="1050">
              <a:latin typeface="Microsoft JhengHei"/>
              <a:cs typeface="Microsoft JhengHei"/>
            </a:endParaRPr>
          </a:p>
          <a:p>
            <a:pPr algn="ctr">
              <a:lnSpc>
                <a:spcPts val="760"/>
              </a:lnSpc>
            </a:pPr>
            <a:r>
              <a:rPr sz="700" spc="-5" dirty="0">
                <a:solidFill>
                  <a:srgbClr val="212121"/>
                </a:solidFill>
                <a:latin typeface="Microsoft JhengHei"/>
                <a:cs typeface="Microsoft JhengHei"/>
              </a:rPr>
              <a:t>Interesting</a:t>
            </a:r>
            <a:endParaRPr sz="700">
              <a:latin typeface="Microsoft JhengHei"/>
              <a:cs typeface="Microsoft JhengHei"/>
            </a:endParaRPr>
          </a:p>
        </p:txBody>
      </p:sp>
      <p:sp>
        <p:nvSpPr>
          <p:cNvPr id="19" name="object 19"/>
          <p:cNvSpPr txBox="1"/>
          <p:nvPr/>
        </p:nvSpPr>
        <p:spPr>
          <a:xfrm>
            <a:off x="2463800" y="6223000"/>
            <a:ext cx="279400" cy="254635"/>
          </a:xfrm>
          <a:prstGeom prst="rect">
            <a:avLst/>
          </a:prstGeom>
        </p:spPr>
        <p:txBody>
          <a:bodyPr vert="horz" wrap="square" lIns="0" tIns="6350" rIns="0" bIns="0" rtlCol="0">
            <a:spAutoFit/>
          </a:bodyPr>
          <a:lstStyle/>
          <a:p>
            <a:pPr algn="ctr">
              <a:lnSpc>
                <a:spcPts val="1180"/>
              </a:lnSpc>
              <a:spcBef>
                <a:spcPts val="50"/>
              </a:spcBef>
            </a:pPr>
            <a:r>
              <a:rPr sz="1050" spc="-13" dirty="0">
                <a:solidFill>
                  <a:srgbClr val="212121"/>
                </a:solidFill>
                <a:latin typeface="Microsoft JhengHei"/>
                <a:cs typeface="Microsoft JhengHei"/>
              </a:rPr>
              <a:t>生活</a:t>
            </a:r>
            <a:endParaRPr sz="1050">
              <a:latin typeface="Microsoft JhengHei"/>
              <a:cs typeface="Microsoft JhengHei"/>
            </a:endParaRPr>
          </a:p>
          <a:p>
            <a:pPr algn="ctr">
              <a:lnSpc>
                <a:spcPts val="760"/>
              </a:lnSpc>
            </a:pPr>
            <a:r>
              <a:rPr sz="700" spc="15" dirty="0">
                <a:solidFill>
                  <a:srgbClr val="212121"/>
                </a:solidFill>
                <a:latin typeface="Microsoft JhengHei"/>
                <a:cs typeface="Microsoft JhengHei"/>
              </a:rPr>
              <a:t>life</a:t>
            </a:r>
            <a:endParaRPr sz="700">
              <a:latin typeface="Microsoft JhengHei"/>
              <a:cs typeface="Microsoft JhengHei"/>
            </a:endParaRPr>
          </a:p>
        </p:txBody>
      </p:sp>
      <p:sp>
        <p:nvSpPr>
          <p:cNvPr id="24" name="object 24"/>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Alibaba PuHuiTi" panose="00020600040101010101" pitchFamily="18" charset="-122"/>
              </a:rPr>
              <a:t>宫了了的思维工具箱</a:t>
            </a:r>
            <a:endParaRPr sz="900" dirty="0">
              <a:latin typeface="江城圆体 300W" panose="020B0800000000000000" pitchFamily="34" charset="-128"/>
              <a:ea typeface="江城圆体 300W" panose="020B0800000000000000" pitchFamily="34" charset="-128"/>
              <a:cs typeface="Alibaba PuHuiTi" panose="00020600040101010101" pitchFamily="18" charset="-122"/>
            </a:endParaRPr>
          </a:p>
        </p:txBody>
      </p:sp>
      <p:sp>
        <p:nvSpPr>
          <p:cNvPr id="25" name="object 25"/>
          <p:cNvSpPr txBox="1"/>
          <p:nvPr/>
        </p:nvSpPr>
        <p:spPr>
          <a:xfrm>
            <a:off x="1479550" y="3747770"/>
            <a:ext cx="3893503" cy="377825"/>
          </a:xfrm>
          <a:prstGeom prst="rect">
            <a:avLst/>
          </a:prstGeom>
        </p:spPr>
        <p:txBody>
          <a:bodyPr vert="horz" wrap="square" lIns="0" tIns="30480" rIns="0" bIns="0" rtlCol="0">
            <a:spAutoFit/>
          </a:bodyPr>
          <a:lstStyle/>
          <a:p>
            <a:pPr marL="6350">
              <a:spcBef>
                <a:spcPts val="240"/>
              </a:spcBef>
            </a:pPr>
            <a:r>
              <a:rPr sz="1050" spc="-2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人生就像一条横躺的</a:t>
            </a:r>
            <a:r>
              <a:rPr sz="1050" spc="6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S</a:t>
            </a:r>
            <a:r>
              <a:rPr sz="1050" spc="-2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曲线，在曲线往下走的时候，应该启动第二条</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190"/>
              </a:spcBef>
            </a:pPr>
            <a:r>
              <a:rPr sz="1050" spc="6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S</a:t>
            </a:r>
            <a:r>
              <a:rPr sz="1050" spc="-2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曲线，而且在第一条</a:t>
            </a:r>
            <a:r>
              <a:rPr sz="1050" spc="6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S</a:t>
            </a:r>
            <a:r>
              <a:rPr sz="1050" spc="-2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时，就要预先规划好第二条的启动方式。</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26" name="object 26"/>
          <p:cNvSpPr txBox="1"/>
          <p:nvPr/>
        </p:nvSpPr>
        <p:spPr>
          <a:xfrm>
            <a:off x="1479550" y="7684770"/>
            <a:ext cx="3902075" cy="376555"/>
          </a:xfrm>
          <a:prstGeom prst="rect">
            <a:avLst/>
          </a:prstGeom>
        </p:spPr>
        <p:txBody>
          <a:bodyPr vert="horz" wrap="square" lIns="0" tIns="6350" rIns="0" bIns="0" rtlCol="0">
            <a:spAutoFit/>
          </a:bodyPr>
          <a:lstStyle/>
          <a:p>
            <a:pPr marL="6350" marR="2540">
              <a:lnSpc>
                <a:spcPct val="115000"/>
              </a:lnSpc>
              <a:spcBef>
                <a:spcPts val="50"/>
              </a:spcBef>
            </a:pPr>
            <a:r>
              <a:rPr sz="1050" spc="-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所谓「足够」是指能让我们过舒适的生活。「足够」这个观念适用</a:t>
            </a:r>
            <a:r>
              <a:rPr sz="1050" spc="-2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于人生所有的层面，金钱、工作甚至情感，要经常提醒自己知足。</a:t>
            </a:r>
            <a:endParaRPr sz="105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27" name="object 27"/>
          <p:cNvSpPr/>
          <p:nvPr/>
        </p:nvSpPr>
        <p:spPr>
          <a:xfrm>
            <a:off x="1809750" y="1028700"/>
            <a:ext cx="387033" cy="386715"/>
          </a:xfrm>
          <a:custGeom>
            <a:avLst/>
            <a:gdLst/>
            <a:ahLst/>
            <a:cxnLst/>
            <a:rect l="l" t="t" r="r" b="b"/>
            <a:pathLst>
              <a:path w="774064" h="773430">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4" h="773430">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4" h="773430">
                <a:moveTo>
                  <a:pt x="385104" y="0"/>
                </a:moveTo>
                <a:lnTo>
                  <a:pt x="336798" y="3000"/>
                </a:lnTo>
                <a:lnTo>
                  <a:pt x="433411" y="3000"/>
                </a:lnTo>
                <a:lnTo>
                  <a:pt x="385104" y="0"/>
                </a:lnTo>
                <a:close/>
              </a:path>
            </a:pathLst>
          </a:custGeom>
          <a:solidFill>
            <a:srgbClr val="11A766"/>
          </a:solidFill>
        </p:spPr>
        <p:txBody>
          <a:bodyPr wrap="square" lIns="0" tIns="0" rIns="0" bIns="0" rtlCol="0"/>
          <a:lstStyle/>
          <a:p>
            <a:endParaRPr sz="900"/>
          </a:p>
        </p:txBody>
      </p:sp>
      <p:sp>
        <p:nvSpPr>
          <p:cNvPr id="28" name="object 28"/>
          <p:cNvSpPr txBox="1"/>
          <p:nvPr/>
        </p:nvSpPr>
        <p:spPr>
          <a:xfrm>
            <a:off x="1843577" y="1093370"/>
            <a:ext cx="368358"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13</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9" name="object 29"/>
          <p:cNvSpPr/>
          <p:nvPr/>
        </p:nvSpPr>
        <p:spPr>
          <a:xfrm>
            <a:off x="2203450" y="1066800"/>
            <a:ext cx="2470150" cy="336550"/>
          </a:xfrm>
          <a:custGeom>
            <a:avLst/>
            <a:gdLst/>
            <a:ahLst/>
            <a:cxnLst/>
            <a:rect l="l" t="t" r="r" b="b"/>
            <a:pathLst>
              <a:path w="4940300" h="673100">
                <a:moveTo>
                  <a:pt x="4603750" y="0"/>
                </a:moveTo>
                <a:lnTo>
                  <a:pt x="336550" y="0"/>
                </a:lnTo>
                <a:lnTo>
                  <a:pt x="290882" y="3072"/>
                </a:lnTo>
                <a:lnTo>
                  <a:pt x="247081" y="12021"/>
                </a:lnTo>
                <a:lnTo>
                  <a:pt x="205549" y="26446"/>
                </a:lnTo>
                <a:lnTo>
                  <a:pt x="166687" y="45947"/>
                </a:lnTo>
                <a:lnTo>
                  <a:pt x="130894" y="70122"/>
                </a:lnTo>
                <a:lnTo>
                  <a:pt x="98573" y="98571"/>
                </a:lnTo>
                <a:lnTo>
                  <a:pt x="70124" y="130891"/>
                </a:lnTo>
                <a:lnTo>
                  <a:pt x="45949" y="166684"/>
                </a:lnTo>
                <a:lnTo>
                  <a:pt x="26447" y="205547"/>
                </a:lnTo>
                <a:lnTo>
                  <a:pt x="12021" y="247079"/>
                </a:lnTo>
                <a:lnTo>
                  <a:pt x="3072" y="290880"/>
                </a:lnTo>
                <a:lnTo>
                  <a:pt x="0" y="336550"/>
                </a:lnTo>
                <a:lnTo>
                  <a:pt x="3072" y="382219"/>
                </a:lnTo>
                <a:lnTo>
                  <a:pt x="12021" y="426020"/>
                </a:lnTo>
                <a:lnTo>
                  <a:pt x="26447" y="467552"/>
                </a:lnTo>
                <a:lnTo>
                  <a:pt x="45949" y="506415"/>
                </a:lnTo>
                <a:lnTo>
                  <a:pt x="70124" y="542208"/>
                </a:lnTo>
                <a:lnTo>
                  <a:pt x="98573" y="574528"/>
                </a:lnTo>
                <a:lnTo>
                  <a:pt x="130894" y="602977"/>
                </a:lnTo>
                <a:lnTo>
                  <a:pt x="166687" y="627152"/>
                </a:lnTo>
                <a:lnTo>
                  <a:pt x="205549" y="646653"/>
                </a:lnTo>
                <a:lnTo>
                  <a:pt x="247081" y="661078"/>
                </a:lnTo>
                <a:lnTo>
                  <a:pt x="290882" y="670027"/>
                </a:lnTo>
                <a:lnTo>
                  <a:pt x="336550" y="673100"/>
                </a:lnTo>
                <a:lnTo>
                  <a:pt x="4603750" y="673100"/>
                </a:lnTo>
                <a:lnTo>
                  <a:pt x="4649417" y="670027"/>
                </a:lnTo>
                <a:lnTo>
                  <a:pt x="4693218" y="661078"/>
                </a:lnTo>
                <a:lnTo>
                  <a:pt x="4734750" y="646653"/>
                </a:lnTo>
                <a:lnTo>
                  <a:pt x="4773612" y="627152"/>
                </a:lnTo>
                <a:lnTo>
                  <a:pt x="4809405" y="602977"/>
                </a:lnTo>
                <a:lnTo>
                  <a:pt x="4841726" y="574528"/>
                </a:lnTo>
                <a:lnTo>
                  <a:pt x="4870175" y="542208"/>
                </a:lnTo>
                <a:lnTo>
                  <a:pt x="4894350" y="506415"/>
                </a:lnTo>
                <a:lnTo>
                  <a:pt x="4913852" y="467552"/>
                </a:lnTo>
                <a:lnTo>
                  <a:pt x="4928278" y="426020"/>
                </a:lnTo>
                <a:lnTo>
                  <a:pt x="4937227" y="382219"/>
                </a:lnTo>
                <a:lnTo>
                  <a:pt x="4940300" y="336550"/>
                </a:lnTo>
                <a:lnTo>
                  <a:pt x="4937227" y="290880"/>
                </a:lnTo>
                <a:lnTo>
                  <a:pt x="4928278" y="247079"/>
                </a:lnTo>
                <a:lnTo>
                  <a:pt x="4913852" y="205547"/>
                </a:lnTo>
                <a:lnTo>
                  <a:pt x="4894350" y="166684"/>
                </a:lnTo>
                <a:lnTo>
                  <a:pt x="4870175" y="130891"/>
                </a:lnTo>
                <a:lnTo>
                  <a:pt x="4841726" y="98571"/>
                </a:lnTo>
                <a:lnTo>
                  <a:pt x="4809405" y="70122"/>
                </a:lnTo>
                <a:lnTo>
                  <a:pt x="4773612" y="45947"/>
                </a:lnTo>
                <a:lnTo>
                  <a:pt x="4734750" y="26446"/>
                </a:lnTo>
                <a:lnTo>
                  <a:pt x="4693218" y="12021"/>
                </a:lnTo>
                <a:lnTo>
                  <a:pt x="4649417" y="3072"/>
                </a:lnTo>
                <a:lnTo>
                  <a:pt x="4603750" y="0"/>
                </a:lnTo>
                <a:close/>
              </a:path>
            </a:pathLst>
          </a:custGeom>
          <a:solidFill>
            <a:srgbClr val="212121"/>
          </a:solidFill>
        </p:spPr>
        <p:txBody>
          <a:bodyPr wrap="square" lIns="0" tIns="0" rIns="0" bIns="0" rtlCol="0"/>
          <a:lstStyle/>
          <a:p>
            <a:endParaRPr sz="900"/>
          </a:p>
        </p:txBody>
      </p:sp>
      <p:sp>
        <p:nvSpPr>
          <p:cNvPr id="30" name="object 30"/>
          <p:cNvSpPr txBox="1"/>
          <p:nvPr/>
        </p:nvSpPr>
        <p:spPr>
          <a:xfrm>
            <a:off x="2666102" y="990600"/>
            <a:ext cx="1798310" cy="579120"/>
          </a:xfrm>
          <a:prstGeom prst="rect">
            <a:avLst/>
          </a:prstGeom>
        </p:spPr>
        <p:txBody>
          <a:bodyPr vert="horz" wrap="square" lIns="0" tIns="133350" rIns="0" bIns="0" rtlCol="0">
            <a:spAutoFit/>
          </a:bodyPr>
          <a:lstStyle/>
          <a:p>
            <a:pPr marL="80645">
              <a:spcBef>
                <a:spcPts val="1050"/>
              </a:spcBef>
            </a:pPr>
            <a:r>
              <a:rPr sz="1500" b="1" spc="-10" dirty="0">
                <a:solidFill>
                  <a:srgbClr val="FFFFFF"/>
                </a:solidFill>
                <a:latin typeface="江城圆体 600W" panose="020B0800000000000000" pitchFamily="34" charset="-128"/>
                <a:ea typeface="江城圆体 600W" panose="020B0800000000000000" pitchFamily="34" charset="-128"/>
                <a:cs typeface="Microsoft JhengHei"/>
              </a:rPr>
              <a:t>改变人生的曲线</a:t>
            </a:r>
            <a:endParaRPr sz="1500" b="1" dirty="0">
              <a:latin typeface="江城圆体 600W" panose="020B0800000000000000" pitchFamily="34" charset="-128"/>
              <a:ea typeface="江城圆体 600W" panose="020B0800000000000000" pitchFamily="34" charset="-128"/>
              <a:cs typeface="Microsoft JhengHei"/>
            </a:endParaRPr>
          </a:p>
          <a:p>
            <a:pPr marL="6350">
              <a:spcBef>
                <a:spcPts val="600"/>
              </a:spcBef>
            </a:pPr>
            <a:r>
              <a:rPr sz="900" b="1" spc="30" dirty="0">
                <a:solidFill>
                  <a:srgbClr val="212121"/>
                </a:solidFill>
                <a:latin typeface="江城圆体 600W" panose="020B0800000000000000" pitchFamily="34" charset="-128"/>
                <a:ea typeface="江城圆体 600W" panose="020B0800000000000000" pitchFamily="34" charset="-128"/>
                <a:cs typeface="Microsoft JhengHei"/>
              </a:rPr>
              <a:t>The</a:t>
            </a:r>
            <a:r>
              <a:rPr sz="900" b="1" spc="68" dirty="0">
                <a:solidFill>
                  <a:srgbClr val="212121"/>
                </a:solidFill>
                <a:latin typeface="江城圆体 600W" panose="020B0800000000000000" pitchFamily="34" charset="-128"/>
                <a:ea typeface="江城圆体 600W" panose="020B0800000000000000" pitchFamily="34" charset="-128"/>
                <a:cs typeface="Microsoft JhengHei"/>
              </a:rPr>
              <a:t> </a:t>
            </a:r>
            <a:r>
              <a:rPr sz="900" b="1" dirty="0">
                <a:solidFill>
                  <a:srgbClr val="212121"/>
                </a:solidFill>
                <a:latin typeface="江城圆体 600W" panose="020B0800000000000000" pitchFamily="34" charset="-128"/>
                <a:ea typeface="江城圆体 600W" panose="020B0800000000000000" pitchFamily="34" charset="-128"/>
                <a:cs typeface="Microsoft JhengHei"/>
              </a:rPr>
              <a:t>Life-Changing</a:t>
            </a:r>
            <a:r>
              <a:rPr sz="900" b="1" spc="70"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5" dirty="0">
                <a:solidFill>
                  <a:srgbClr val="212121"/>
                </a:solidFill>
                <a:latin typeface="江城圆体 600W" panose="020B0800000000000000" pitchFamily="34" charset="-128"/>
                <a:ea typeface="江城圆体 600W" panose="020B0800000000000000" pitchFamily="34" charset="-128"/>
                <a:cs typeface="Microsoft JhengHei"/>
              </a:rPr>
              <a:t>Curve</a:t>
            </a:r>
            <a:endParaRPr sz="900" b="1" dirty="0">
              <a:latin typeface="江城圆体 600W" panose="020B0800000000000000" pitchFamily="34" charset="-128"/>
              <a:ea typeface="江城圆体 600W" panose="020B0800000000000000" pitchFamily="34" charset="-128"/>
              <a:cs typeface="Microsoft JhengHei"/>
            </a:endParaRPr>
          </a:p>
        </p:txBody>
      </p:sp>
      <p:sp>
        <p:nvSpPr>
          <p:cNvPr id="31" name="object 31"/>
          <p:cNvSpPr/>
          <p:nvPr/>
        </p:nvSpPr>
        <p:spPr>
          <a:xfrm>
            <a:off x="1936750" y="4610100"/>
            <a:ext cx="387033" cy="386715"/>
          </a:xfrm>
          <a:custGeom>
            <a:avLst/>
            <a:gdLst/>
            <a:ahLst/>
            <a:cxnLst/>
            <a:rect l="l" t="t" r="r" b="b"/>
            <a:pathLst>
              <a:path w="774064" h="773429">
                <a:moveTo>
                  <a:pt x="766838" y="714573"/>
                </a:moveTo>
                <a:lnTo>
                  <a:pt x="584610" y="714573"/>
                </a:lnTo>
                <a:lnTo>
                  <a:pt x="613492" y="715671"/>
                </a:lnTo>
                <a:lnTo>
                  <a:pt x="656308" y="733669"/>
                </a:lnTo>
                <a:lnTo>
                  <a:pt x="703243" y="756683"/>
                </a:lnTo>
                <a:lnTo>
                  <a:pt x="744482" y="772826"/>
                </a:lnTo>
                <a:lnTo>
                  <a:pt x="770209" y="770214"/>
                </a:lnTo>
                <a:lnTo>
                  <a:pt x="773628" y="741225"/>
                </a:lnTo>
                <a:lnTo>
                  <a:pt x="766838" y="714573"/>
                </a:lnTo>
                <a:close/>
              </a:path>
              <a:path w="774064" h="773429">
                <a:moveTo>
                  <a:pt x="385104" y="0"/>
                </a:moveTo>
                <a:lnTo>
                  <a:pt x="336798" y="3000"/>
                </a:lnTo>
                <a:lnTo>
                  <a:pt x="290282" y="11761"/>
                </a:lnTo>
                <a:lnTo>
                  <a:pt x="245917" y="25922"/>
                </a:lnTo>
                <a:lnTo>
                  <a:pt x="204065" y="45121"/>
                </a:lnTo>
                <a:lnTo>
                  <a:pt x="165086" y="68998"/>
                </a:lnTo>
                <a:lnTo>
                  <a:pt x="129341" y="97192"/>
                </a:lnTo>
                <a:lnTo>
                  <a:pt x="97191" y="129342"/>
                </a:lnTo>
                <a:lnTo>
                  <a:pt x="68998" y="165087"/>
                </a:lnTo>
                <a:lnTo>
                  <a:pt x="45121" y="204066"/>
                </a:lnTo>
                <a:lnTo>
                  <a:pt x="25921" y="245919"/>
                </a:lnTo>
                <a:lnTo>
                  <a:pt x="11761" y="290283"/>
                </a:lnTo>
                <a:lnTo>
                  <a:pt x="3000" y="336800"/>
                </a:lnTo>
                <a:lnTo>
                  <a:pt x="0" y="385107"/>
                </a:lnTo>
                <a:lnTo>
                  <a:pt x="3000" y="433414"/>
                </a:lnTo>
                <a:lnTo>
                  <a:pt x="11761" y="479930"/>
                </a:lnTo>
                <a:lnTo>
                  <a:pt x="25921" y="524295"/>
                </a:lnTo>
                <a:lnTo>
                  <a:pt x="45121" y="566148"/>
                </a:lnTo>
                <a:lnTo>
                  <a:pt x="68998" y="605127"/>
                </a:lnTo>
                <a:lnTo>
                  <a:pt x="97191" y="640872"/>
                </a:lnTo>
                <a:lnTo>
                  <a:pt x="129341" y="673022"/>
                </a:lnTo>
                <a:lnTo>
                  <a:pt x="165086" y="701216"/>
                </a:lnTo>
                <a:lnTo>
                  <a:pt x="204065" y="725093"/>
                </a:lnTo>
                <a:lnTo>
                  <a:pt x="245917" y="744292"/>
                </a:lnTo>
                <a:lnTo>
                  <a:pt x="290282" y="758452"/>
                </a:lnTo>
                <a:lnTo>
                  <a:pt x="336798" y="767213"/>
                </a:lnTo>
                <a:lnTo>
                  <a:pt x="385104" y="770214"/>
                </a:lnTo>
                <a:lnTo>
                  <a:pt x="438906" y="766486"/>
                </a:lnTo>
                <a:lnTo>
                  <a:pt x="490425" y="755635"/>
                </a:lnTo>
                <a:lnTo>
                  <a:pt x="539160" y="738163"/>
                </a:lnTo>
                <a:lnTo>
                  <a:pt x="584610" y="714573"/>
                </a:lnTo>
                <a:lnTo>
                  <a:pt x="766838" y="714573"/>
                </a:lnTo>
                <a:lnTo>
                  <a:pt x="761491" y="693585"/>
                </a:lnTo>
                <a:lnTo>
                  <a:pt x="743535" y="639255"/>
                </a:lnTo>
                <a:lnTo>
                  <a:pt x="729499" y="590198"/>
                </a:lnTo>
                <a:lnTo>
                  <a:pt x="729122" y="558375"/>
                </a:lnTo>
                <a:lnTo>
                  <a:pt x="746630" y="518094"/>
                </a:lnTo>
                <a:lnTo>
                  <a:pt x="759521" y="475581"/>
                </a:lnTo>
                <a:lnTo>
                  <a:pt x="767485" y="431148"/>
                </a:lnTo>
                <a:lnTo>
                  <a:pt x="770209" y="385107"/>
                </a:lnTo>
                <a:lnTo>
                  <a:pt x="767208" y="336800"/>
                </a:lnTo>
                <a:lnTo>
                  <a:pt x="758447" y="290283"/>
                </a:lnTo>
                <a:lnTo>
                  <a:pt x="744287" y="245919"/>
                </a:lnTo>
                <a:lnTo>
                  <a:pt x="725088" y="204066"/>
                </a:lnTo>
                <a:lnTo>
                  <a:pt x="701211" y="165087"/>
                </a:lnTo>
                <a:lnTo>
                  <a:pt x="673017" y="129342"/>
                </a:lnTo>
                <a:lnTo>
                  <a:pt x="640867" y="97192"/>
                </a:lnTo>
                <a:lnTo>
                  <a:pt x="605122" y="68998"/>
                </a:lnTo>
                <a:lnTo>
                  <a:pt x="566144" y="45121"/>
                </a:lnTo>
                <a:lnTo>
                  <a:pt x="524291" y="25922"/>
                </a:lnTo>
                <a:lnTo>
                  <a:pt x="479927" y="11761"/>
                </a:lnTo>
                <a:lnTo>
                  <a:pt x="433411" y="3000"/>
                </a:lnTo>
                <a:lnTo>
                  <a:pt x="385104" y="0"/>
                </a:lnTo>
                <a:close/>
              </a:path>
            </a:pathLst>
          </a:custGeom>
          <a:solidFill>
            <a:srgbClr val="11A766"/>
          </a:solidFill>
        </p:spPr>
        <p:txBody>
          <a:bodyPr wrap="square" lIns="0" tIns="0" rIns="0" bIns="0" rtlCol="0"/>
          <a:lstStyle/>
          <a:p>
            <a:endParaRPr sz="900"/>
          </a:p>
        </p:txBody>
      </p:sp>
      <p:sp>
        <p:nvSpPr>
          <p:cNvPr id="32" name="object 32"/>
          <p:cNvSpPr txBox="1"/>
          <p:nvPr/>
        </p:nvSpPr>
        <p:spPr>
          <a:xfrm>
            <a:off x="1984375" y="4669589"/>
            <a:ext cx="368358"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14</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33" name="object 33"/>
          <p:cNvSpPr/>
          <p:nvPr/>
        </p:nvSpPr>
        <p:spPr>
          <a:xfrm>
            <a:off x="2330450" y="4648200"/>
            <a:ext cx="2470150" cy="336550"/>
          </a:xfrm>
          <a:custGeom>
            <a:avLst/>
            <a:gdLst/>
            <a:ahLst/>
            <a:cxnLst/>
            <a:rect l="l" t="t" r="r" b="b"/>
            <a:pathLst>
              <a:path w="4940300" h="673100">
                <a:moveTo>
                  <a:pt x="4603750" y="0"/>
                </a:moveTo>
                <a:lnTo>
                  <a:pt x="336550" y="0"/>
                </a:lnTo>
                <a:lnTo>
                  <a:pt x="290882" y="3072"/>
                </a:lnTo>
                <a:lnTo>
                  <a:pt x="247081" y="12021"/>
                </a:lnTo>
                <a:lnTo>
                  <a:pt x="205549" y="26447"/>
                </a:lnTo>
                <a:lnTo>
                  <a:pt x="166687" y="45949"/>
                </a:lnTo>
                <a:lnTo>
                  <a:pt x="130894" y="70124"/>
                </a:lnTo>
                <a:lnTo>
                  <a:pt x="98573" y="98573"/>
                </a:lnTo>
                <a:lnTo>
                  <a:pt x="70124" y="130894"/>
                </a:lnTo>
                <a:lnTo>
                  <a:pt x="45949" y="166687"/>
                </a:lnTo>
                <a:lnTo>
                  <a:pt x="26447" y="205549"/>
                </a:lnTo>
                <a:lnTo>
                  <a:pt x="12021" y="247081"/>
                </a:lnTo>
                <a:lnTo>
                  <a:pt x="3072" y="290882"/>
                </a:lnTo>
                <a:lnTo>
                  <a:pt x="0" y="336550"/>
                </a:lnTo>
                <a:lnTo>
                  <a:pt x="3072" y="382217"/>
                </a:lnTo>
                <a:lnTo>
                  <a:pt x="12021" y="426018"/>
                </a:lnTo>
                <a:lnTo>
                  <a:pt x="26447" y="467550"/>
                </a:lnTo>
                <a:lnTo>
                  <a:pt x="45949" y="506412"/>
                </a:lnTo>
                <a:lnTo>
                  <a:pt x="70124" y="542205"/>
                </a:lnTo>
                <a:lnTo>
                  <a:pt x="98573" y="574526"/>
                </a:lnTo>
                <a:lnTo>
                  <a:pt x="130894" y="602975"/>
                </a:lnTo>
                <a:lnTo>
                  <a:pt x="166687" y="627150"/>
                </a:lnTo>
                <a:lnTo>
                  <a:pt x="205549" y="646652"/>
                </a:lnTo>
                <a:lnTo>
                  <a:pt x="247081" y="661078"/>
                </a:lnTo>
                <a:lnTo>
                  <a:pt x="290882" y="670027"/>
                </a:lnTo>
                <a:lnTo>
                  <a:pt x="336550" y="673100"/>
                </a:lnTo>
                <a:lnTo>
                  <a:pt x="4603750" y="673100"/>
                </a:lnTo>
                <a:lnTo>
                  <a:pt x="4649417" y="670027"/>
                </a:lnTo>
                <a:lnTo>
                  <a:pt x="4693218" y="661078"/>
                </a:lnTo>
                <a:lnTo>
                  <a:pt x="4734750" y="646652"/>
                </a:lnTo>
                <a:lnTo>
                  <a:pt x="4773612" y="627150"/>
                </a:lnTo>
                <a:lnTo>
                  <a:pt x="4809405" y="602975"/>
                </a:lnTo>
                <a:lnTo>
                  <a:pt x="4841726" y="574526"/>
                </a:lnTo>
                <a:lnTo>
                  <a:pt x="4870175" y="542205"/>
                </a:lnTo>
                <a:lnTo>
                  <a:pt x="4894350" y="506412"/>
                </a:lnTo>
                <a:lnTo>
                  <a:pt x="4913852" y="467550"/>
                </a:lnTo>
                <a:lnTo>
                  <a:pt x="4928278" y="426018"/>
                </a:lnTo>
                <a:lnTo>
                  <a:pt x="4937227" y="382217"/>
                </a:lnTo>
                <a:lnTo>
                  <a:pt x="4940300" y="336550"/>
                </a:lnTo>
                <a:lnTo>
                  <a:pt x="4937227" y="290882"/>
                </a:lnTo>
                <a:lnTo>
                  <a:pt x="4928278" y="247081"/>
                </a:lnTo>
                <a:lnTo>
                  <a:pt x="4913852" y="205549"/>
                </a:lnTo>
                <a:lnTo>
                  <a:pt x="4894350" y="166687"/>
                </a:lnTo>
                <a:lnTo>
                  <a:pt x="4870175" y="130894"/>
                </a:lnTo>
                <a:lnTo>
                  <a:pt x="4841726" y="98573"/>
                </a:lnTo>
                <a:lnTo>
                  <a:pt x="4809405" y="70124"/>
                </a:lnTo>
                <a:lnTo>
                  <a:pt x="4773612" y="45949"/>
                </a:lnTo>
                <a:lnTo>
                  <a:pt x="4734750" y="26447"/>
                </a:lnTo>
                <a:lnTo>
                  <a:pt x="4693218" y="12021"/>
                </a:lnTo>
                <a:lnTo>
                  <a:pt x="4649417" y="3072"/>
                </a:lnTo>
                <a:lnTo>
                  <a:pt x="4603750" y="0"/>
                </a:lnTo>
                <a:close/>
              </a:path>
            </a:pathLst>
          </a:custGeom>
          <a:solidFill>
            <a:srgbClr val="212121"/>
          </a:solidFill>
        </p:spPr>
        <p:txBody>
          <a:bodyPr wrap="square" lIns="0" tIns="0" rIns="0" bIns="0" rtlCol="0"/>
          <a:lstStyle/>
          <a:p>
            <a:endParaRPr sz="900"/>
          </a:p>
        </p:txBody>
      </p:sp>
      <p:sp>
        <p:nvSpPr>
          <p:cNvPr id="34" name="object 34"/>
          <p:cNvSpPr txBox="1"/>
          <p:nvPr/>
        </p:nvSpPr>
        <p:spPr>
          <a:xfrm>
            <a:off x="3155744" y="4699000"/>
            <a:ext cx="980677" cy="236855"/>
          </a:xfrm>
          <a:prstGeom prst="rect">
            <a:avLst/>
          </a:prstGeom>
        </p:spPr>
        <p:txBody>
          <a:bodyPr vert="horz" wrap="square" lIns="0" tIns="6350" rIns="0" bIns="0" rtlCol="0">
            <a:spAutoFit/>
          </a:bodyPr>
          <a:lstStyle/>
          <a:p>
            <a:pPr marL="6350">
              <a:spcBef>
                <a:spcPts val="50"/>
              </a:spcBef>
            </a:pPr>
            <a:r>
              <a:rPr sz="1500" b="1" spc="-10" dirty="0">
                <a:solidFill>
                  <a:srgbClr val="FFFFFF"/>
                </a:solidFill>
                <a:latin typeface="江城圆体 600W" panose="020B0800000000000000" pitchFamily="34" charset="-128"/>
                <a:ea typeface="江城圆体 600W" panose="020B0800000000000000" pitchFamily="34" charset="-128"/>
                <a:cs typeface="Microsoft JhengHei"/>
              </a:rPr>
              <a:t>知足常乐</a:t>
            </a:r>
            <a:endParaRPr sz="1500" b="1">
              <a:latin typeface="江城圆体 600W" panose="020B0800000000000000" pitchFamily="34" charset="-128"/>
              <a:ea typeface="江城圆体 600W" panose="020B0800000000000000" pitchFamily="34" charset="-128"/>
              <a:cs typeface="Microsoft JhengHei"/>
            </a:endParaRPr>
          </a:p>
        </p:txBody>
      </p:sp>
      <p:sp>
        <p:nvSpPr>
          <p:cNvPr id="35" name="object 35"/>
          <p:cNvSpPr txBox="1"/>
          <p:nvPr/>
        </p:nvSpPr>
        <p:spPr>
          <a:xfrm>
            <a:off x="1715960" y="5488186"/>
            <a:ext cx="3390500" cy="254635"/>
          </a:xfrm>
          <a:prstGeom prst="rect">
            <a:avLst/>
          </a:prstGeom>
        </p:spPr>
        <p:txBody>
          <a:bodyPr vert="horz" wrap="square" lIns="0" tIns="6350" rIns="0" bIns="0" rtlCol="0">
            <a:spAutoFit/>
          </a:bodyPr>
          <a:lstStyle/>
          <a:p>
            <a:pPr marL="86995" algn="ctr">
              <a:lnSpc>
                <a:spcPts val="1180"/>
              </a:lnSpc>
            </a:pPr>
            <a:r>
              <a:rPr sz="1050" b="1" spc="-13" dirty="0" err="1">
                <a:solidFill>
                  <a:srgbClr val="212121"/>
                </a:solidFill>
                <a:latin typeface="江城圆体 600W" panose="020B0800000000000000" pitchFamily="34" charset="-128"/>
                <a:ea typeface="江城圆体 600W" panose="020B0800000000000000" pitchFamily="34" charset="-128"/>
                <a:cs typeface="Microsoft JhengHei"/>
              </a:rPr>
              <a:t>工作</a:t>
            </a:r>
            <a:endParaRPr sz="1050" b="1" dirty="0">
              <a:latin typeface="江城圆体 600W" panose="020B0800000000000000" pitchFamily="34" charset="-128"/>
              <a:ea typeface="江城圆体 600W" panose="020B0800000000000000" pitchFamily="34" charset="-128"/>
              <a:cs typeface="Microsoft JhengHei"/>
            </a:endParaRPr>
          </a:p>
          <a:p>
            <a:pPr marL="86995" algn="ctr">
              <a:lnSpc>
                <a:spcPts val="760"/>
              </a:lnSpc>
            </a:pPr>
            <a:r>
              <a:rPr sz="700" b="1" spc="-10" dirty="0">
                <a:solidFill>
                  <a:srgbClr val="212121"/>
                </a:solidFill>
                <a:latin typeface="江城圆体 600W" panose="020B0800000000000000" pitchFamily="34" charset="-128"/>
                <a:ea typeface="江城圆体 600W" panose="020B0800000000000000" pitchFamily="34" charset="-128"/>
                <a:cs typeface="Microsoft JhengHei"/>
              </a:rPr>
              <a:t>Work</a:t>
            </a:r>
            <a:endParaRPr sz="700" b="1" dirty="0">
              <a:latin typeface="江城圆体 600W" panose="020B0800000000000000" pitchFamily="34" charset="-128"/>
              <a:ea typeface="江城圆体 600W" panose="020B0800000000000000" pitchFamily="34" charset="-128"/>
              <a:cs typeface="Microsoft JhengHei"/>
            </a:endParaRPr>
          </a:p>
        </p:txBody>
      </p:sp>
      <p:grpSp>
        <p:nvGrpSpPr>
          <p:cNvPr id="36" name="object 36"/>
          <p:cNvGrpSpPr/>
          <p:nvPr/>
        </p:nvGrpSpPr>
        <p:grpSpPr>
          <a:xfrm>
            <a:off x="2187575" y="1699522"/>
            <a:ext cx="2482215" cy="1932940"/>
            <a:chOff x="4375150" y="3399044"/>
            <a:chExt cx="4964430" cy="3865879"/>
          </a:xfrm>
        </p:grpSpPr>
        <p:sp>
          <p:nvSpPr>
            <p:cNvPr id="37" name="object 37"/>
            <p:cNvSpPr/>
            <p:nvPr/>
          </p:nvSpPr>
          <p:spPr>
            <a:xfrm>
              <a:off x="5046662" y="4954068"/>
              <a:ext cx="3041015" cy="1316355"/>
            </a:xfrm>
            <a:custGeom>
              <a:avLst/>
              <a:gdLst/>
              <a:ahLst/>
              <a:cxnLst/>
              <a:rect l="l" t="t" r="r" b="b"/>
              <a:pathLst>
                <a:path w="3041015" h="1316354">
                  <a:moveTo>
                    <a:pt x="0" y="1283204"/>
                  </a:moveTo>
                  <a:lnTo>
                    <a:pt x="40233" y="1295624"/>
                  </a:lnTo>
                  <a:lnTo>
                    <a:pt x="81214" y="1305139"/>
                  </a:lnTo>
                  <a:lnTo>
                    <a:pt x="122944" y="1311749"/>
                  </a:lnTo>
                  <a:lnTo>
                    <a:pt x="165421" y="1315455"/>
                  </a:lnTo>
                  <a:lnTo>
                    <a:pt x="208647" y="1316256"/>
                  </a:lnTo>
                  <a:lnTo>
                    <a:pt x="252621" y="1314152"/>
                  </a:lnTo>
                  <a:lnTo>
                    <a:pt x="297344" y="1309143"/>
                  </a:lnTo>
                  <a:lnTo>
                    <a:pt x="342814" y="1301230"/>
                  </a:lnTo>
                  <a:lnTo>
                    <a:pt x="389033" y="1290411"/>
                  </a:lnTo>
                  <a:lnTo>
                    <a:pt x="435999" y="1276688"/>
                  </a:lnTo>
                  <a:lnTo>
                    <a:pt x="483714" y="1260060"/>
                  </a:lnTo>
                  <a:lnTo>
                    <a:pt x="532177" y="1240528"/>
                  </a:lnTo>
                  <a:lnTo>
                    <a:pt x="581388" y="1218090"/>
                  </a:lnTo>
                  <a:lnTo>
                    <a:pt x="631348" y="1192748"/>
                  </a:lnTo>
                  <a:lnTo>
                    <a:pt x="682055" y="1164501"/>
                  </a:lnTo>
                  <a:lnTo>
                    <a:pt x="733511" y="1133350"/>
                  </a:lnTo>
                  <a:lnTo>
                    <a:pt x="785715" y="1099293"/>
                  </a:lnTo>
                  <a:lnTo>
                    <a:pt x="838667" y="1062332"/>
                  </a:lnTo>
                  <a:lnTo>
                    <a:pt x="875863" y="1034309"/>
                  </a:lnTo>
                  <a:lnTo>
                    <a:pt x="911733" y="1004906"/>
                  </a:lnTo>
                  <a:lnTo>
                    <a:pt x="946367" y="974238"/>
                  </a:lnTo>
                  <a:lnTo>
                    <a:pt x="979854" y="942420"/>
                  </a:lnTo>
                  <a:lnTo>
                    <a:pt x="1012287" y="909568"/>
                  </a:lnTo>
                  <a:lnTo>
                    <a:pt x="1043754" y="875796"/>
                  </a:lnTo>
                  <a:lnTo>
                    <a:pt x="1074347" y="841221"/>
                  </a:lnTo>
                  <a:lnTo>
                    <a:pt x="1104156" y="805958"/>
                  </a:lnTo>
                  <a:lnTo>
                    <a:pt x="1133271" y="770121"/>
                  </a:lnTo>
                  <a:lnTo>
                    <a:pt x="1161782" y="733827"/>
                  </a:lnTo>
                  <a:lnTo>
                    <a:pt x="1189781" y="697190"/>
                  </a:lnTo>
                  <a:lnTo>
                    <a:pt x="1217356" y="660326"/>
                  </a:lnTo>
                  <a:lnTo>
                    <a:pt x="1244600" y="623350"/>
                  </a:lnTo>
                  <a:lnTo>
                    <a:pt x="1271602" y="586378"/>
                  </a:lnTo>
                  <a:lnTo>
                    <a:pt x="1298452" y="549525"/>
                  </a:lnTo>
                  <a:lnTo>
                    <a:pt x="1325241" y="512906"/>
                  </a:lnTo>
                  <a:lnTo>
                    <a:pt x="1352059" y="476637"/>
                  </a:lnTo>
                  <a:lnTo>
                    <a:pt x="1378997" y="440833"/>
                  </a:lnTo>
                  <a:lnTo>
                    <a:pt x="1406146" y="405609"/>
                  </a:lnTo>
                  <a:lnTo>
                    <a:pt x="1433594" y="371080"/>
                  </a:lnTo>
                  <a:lnTo>
                    <a:pt x="1461434" y="337363"/>
                  </a:lnTo>
                  <a:lnTo>
                    <a:pt x="1489754" y="304572"/>
                  </a:lnTo>
                  <a:lnTo>
                    <a:pt x="1518647" y="272822"/>
                  </a:lnTo>
                  <a:lnTo>
                    <a:pt x="1548201" y="242229"/>
                  </a:lnTo>
                  <a:lnTo>
                    <a:pt x="1578508" y="212909"/>
                  </a:lnTo>
                  <a:lnTo>
                    <a:pt x="1609658" y="184976"/>
                  </a:lnTo>
                  <a:lnTo>
                    <a:pt x="1641740" y="158546"/>
                  </a:lnTo>
                  <a:lnTo>
                    <a:pt x="1674847" y="133735"/>
                  </a:lnTo>
                  <a:lnTo>
                    <a:pt x="1709067" y="110657"/>
                  </a:lnTo>
                  <a:lnTo>
                    <a:pt x="1744492" y="89428"/>
                  </a:lnTo>
                  <a:lnTo>
                    <a:pt x="1781211" y="70163"/>
                  </a:lnTo>
                  <a:lnTo>
                    <a:pt x="1819316" y="52978"/>
                  </a:lnTo>
                  <a:lnTo>
                    <a:pt x="1858896" y="37988"/>
                  </a:lnTo>
                  <a:lnTo>
                    <a:pt x="1900041" y="25309"/>
                  </a:lnTo>
                  <a:lnTo>
                    <a:pt x="1942844" y="15055"/>
                  </a:lnTo>
                  <a:lnTo>
                    <a:pt x="1987393" y="7341"/>
                  </a:lnTo>
                  <a:lnTo>
                    <a:pt x="2033779" y="2285"/>
                  </a:lnTo>
                  <a:lnTo>
                    <a:pt x="2082092" y="0"/>
                  </a:lnTo>
                  <a:lnTo>
                    <a:pt x="2126333" y="296"/>
                  </a:lnTo>
                  <a:lnTo>
                    <a:pt x="2169834" y="2744"/>
                  </a:lnTo>
                  <a:lnTo>
                    <a:pt x="2212594" y="7344"/>
                  </a:lnTo>
                  <a:lnTo>
                    <a:pt x="2254614" y="14095"/>
                  </a:lnTo>
                  <a:lnTo>
                    <a:pt x="2295893" y="22997"/>
                  </a:lnTo>
                  <a:lnTo>
                    <a:pt x="2336431" y="34051"/>
                  </a:lnTo>
                  <a:lnTo>
                    <a:pt x="2376229" y="47255"/>
                  </a:lnTo>
                  <a:lnTo>
                    <a:pt x="2415287" y="62612"/>
                  </a:lnTo>
                  <a:lnTo>
                    <a:pt x="2453604" y="80119"/>
                  </a:lnTo>
                  <a:lnTo>
                    <a:pt x="2491180" y="99778"/>
                  </a:lnTo>
                  <a:lnTo>
                    <a:pt x="2528016" y="121589"/>
                  </a:lnTo>
                  <a:lnTo>
                    <a:pt x="2564111" y="145551"/>
                  </a:lnTo>
                  <a:lnTo>
                    <a:pt x="2599466" y="171664"/>
                  </a:lnTo>
                  <a:lnTo>
                    <a:pt x="2634080" y="199928"/>
                  </a:lnTo>
                  <a:lnTo>
                    <a:pt x="2667954" y="230344"/>
                  </a:lnTo>
                  <a:lnTo>
                    <a:pt x="2701087" y="262911"/>
                  </a:lnTo>
                  <a:lnTo>
                    <a:pt x="2733480" y="297630"/>
                  </a:lnTo>
                  <a:lnTo>
                    <a:pt x="2765132" y="334500"/>
                  </a:lnTo>
                  <a:lnTo>
                    <a:pt x="2796044" y="373521"/>
                  </a:lnTo>
                  <a:lnTo>
                    <a:pt x="2826215" y="414694"/>
                  </a:lnTo>
                  <a:lnTo>
                    <a:pt x="2855646" y="458018"/>
                  </a:lnTo>
                  <a:lnTo>
                    <a:pt x="2884336" y="503493"/>
                  </a:lnTo>
                  <a:lnTo>
                    <a:pt x="2912285" y="551120"/>
                  </a:lnTo>
                  <a:lnTo>
                    <a:pt x="2939495" y="600898"/>
                  </a:lnTo>
                  <a:lnTo>
                    <a:pt x="2965963" y="652827"/>
                  </a:lnTo>
                  <a:lnTo>
                    <a:pt x="2991691" y="706908"/>
                  </a:lnTo>
                  <a:lnTo>
                    <a:pt x="3016679" y="763140"/>
                  </a:lnTo>
                  <a:lnTo>
                    <a:pt x="3040926" y="821524"/>
                  </a:lnTo>
                </a:path>
              </a:pathLst>
            </a:custGeom>
            <a:ln w="76199" cap="rnd">
              <a:solidFill>
                <a:srgbClr val="212121"/>
              </a:solidFill>
            </a:ln>
          </p:spPr>
          <p:txBody>
            <a:bodyPr wrap="square" lIns="0" tIns="0" rIns="0" bIns="0" rtlCol="0"/>
            <a:lstStyle/>
            <a:p>
              <a:endParaRPr sz="900"/>
            </a:p>
          </p:txBody>
        </p:sp>
        <p:sp>
          <p:nvSpPr>
            <p:cNvPr id="38" name="object 38"/>
            <p:cNvSpPr/>
            <p:nvPr/>
          </p:nvSpPr>
          <p:spPr>
            <a:xfrm>
              <a:off x="6822419" y="3755796"/>
              <a:ext cx="2159000" cy="1558290"/>
            </a:xfrm>
            <a:custGeom>
              <a:avLst/>
              <a:gdLst/>
              <a:ahLst/>
              <a:cxnLst/>
              <a:rect l="l" t="t" r="r" b="b"/>
              <a:pathLst>
                <a:path w="2159000" h="1558289">
                  <a:moveTo>
                    <a:pt x="0" y="1475235"/>
                  </a:moveTo>
                  <a:lnTo>
                    <a:pt x="47833" y="1494051"/>
                  </a:lnTo>
                  <a:lnTo>
                    <a:pt x="95086" y="1510444"/>
                  </a:lnTo>
                  <a:lnTo>
                    <a:pt x="141758" y="1524414"/>
                  </a:lnTo>
                  <a:lnTo>
                    <a:pt x="187848" y="1535960"/>
                  </a:lnTo>
                  <a:lnTo>
                    <a:pt x="233358" y="1545084"/>
                  </a:lnTo>
                  <a:lnTo>
                    <a:pt x="278287" y="1551784"/>
                  </a:lnTo>
                  <a:lnTo>
                    <a:pt x="322635" y="1556061"/>
                  </a:lnTo>
                  <a:lnTo>
                    <a:pt x="366402" y="1557915"/>
                  </a:lnTo>
                  <a:lnTo>
                    <a:pt x="409588" y="1557346"/>
                  </a:lnTo>
                  <a:lnTo>
                    <a:pt x="452193" y="1554353"/>
                  </a:lnTo>
                  <a:lnTo>
                    <a:pt x="494217" y="1548938"/>
                  </a:lnTo>
                  <a:lnTo>
                    <a:pt x="535660" y="1541099"/>
                  </a:lnTo>
                  <a:lnTo>
                    <a:pt x="576522" y="1530837"/>
                  </a:lnTo>
                  <a:lnTo>
                    <a:pt x="616804" y="1518152"/>
                  </a:lnTo>
                  <a:lnTo>
                    <a:pt x="656504" y="1503044"/>
                  </a:lnTo>
                  <a:lnTo>
                    <a:pt x="695623" y="1485512"/>
                  </a:lnTo>
                  <a:lnTo>
                    <a:pt x="734161" y="1465558"/>
                  </a:lnTo>
                  <a:lnTo>
                    <a:pt x="772119" y="1443180"/>
                  </a:lnTo>
                  <a:lnTo>
                    <a:pt x="809495" y="1418379"/>
                  </a:lnTo>
                  <a:lnTo>
                    <a:pt x="846291" y="1391155"/>
                  </a:lnTo>
                  <a:lnTo>
                    <a:pt x="882505" y="1361508"/>
                  </a:lnTo>
                  <a:lnTo>
                    <a:pt x="918139" y="1329437"/>
                  </a:lnTo>
                  <a:lnTo>
                    <a:pt x="953192" y="1294944"/>
                  </a:lnTo>
                  <a:lnTo>
                    <a:pt x="987663" y="1258027"/>
                  </a:lnTo>
                  <a:lnTo>
                    <a:pt x="1021554" y="1218687"/>
                  </a:lnTo>
                  <a:lnTo>
                    <a:pt x="1054864" y="1176924"/>
                  </a:lnTo>
                  <a:lnTo>
                    <a:pt x="1087593" y="1132737"/>
                  </a:lnTo>
                  <a:lnTo>
                    <a:pt x="1124338" y="1080582"/>
                  </a:lnTo>
                  <a:lnTo>
                    <a:pt x="1159573" y="1029202"/>
                  </a:lnTo>
                  <a:lnTo>
                    <a:pt x="1193401" y="978634"/>
                  </a:lnTo>
                  <a:lnTo>
                    <a:pt x="1225928" y="928913"/>
                  </a:lnTo>
                  <a:lnTo>
                    <a:pt x="1257257" y="880073"/>
                  </a:lnTo>
                  <a:lnTo>
                    <a:pt x="1287493" y="832151"/>
                  </a:lnTo>
                  <a:lnTo>
                    <a:pt x="1316742" y="785181"/>
                  </a:lnTo>
                  <a:lnTo>
                    <a:pt x="1345106" y="739199"/>
                  </a:lnTo>
                  <a:lnTo>
                    <a:pt x="1372691" y="694240"/>
                  </a:lnTo>
                  <a:lnTo>
                    <a:pt x="1399601" y="650340"/>
                  </a:lnTo>
                  <a:lnTo>
                    <a:pt x="1425941" y="607533"/>
                  </a:lnTo>
                  <a:lnTo>
                    <a:pt x="1451814" y="565855"/>
                  </a:lnTo>
                  <a:lnTo>
                    <a:pt x="1477327" y="525341"/>
                  </a:lnTo>
                  <a:lnTo>
                    <a:pt x="1502583" y="486026"/>
                  </a:lnTo>
                  <a:lnTo>
                    <a:pt x="1527686" y="447947"/>
                  </a:lnTo>
                  <a:lnTo>
                    <a:pt x="1552741" y="411137"/>
                  </a:lnTo>
                  <a:lnTo>
                    <a:pt x="1577853" y="375633"/>
                  </a:lnTo>
                  <a:lnTo>
                    <a:pt x="1603126" y="341470"/>
                  </a:lnTo>
                  <a:lnTo>
                    <a:pt x="1628665" y="308682"/>
                  </a:lnTo>
                  <a:lnTo>
                    <a:pt x="1654574" y="277306"/>
                  </a:lnTo>
                  <a:lnTo>
                    <a:pt x="1680957" y="247376"/>
                  </a:lnTo>
                  <a:lnTo>
                    <a:pt x="1707920" y="218928"/>
                  </a:lnTo>
                  <a:lnTo>
                    <a:pt x="1735566" y="191997"/>
                  </a:lnTo>
                  <a:lnTo>
                    <a:pt x="1764000" y="166618"/>
                  </a:lnTo>
                  <a:lnTo>
                    <a:pt x="1823651" y="120659"/>
                  </a:lnTo>
                  <a:lnTo>
                    <a:pt x="1887708" y="81333"/>
                  </a:lnTo>
                  <a:lnTo>
                    <a:pt x="1957007" y="48922"/>
                  </a:lnTo>
                  <a:lnTo>
                    <a:pt x="1993884" y="35397"/>
                  </a:lnTo>
                  <a:lnTo>
                    <a:pt x="2032384" y="23708"/>
                  </a:lnTo>
                  <a:lnTo>
                    <a:pt x="2072614" y="13888"/>
                  </a:lnTo>
                  <a:lnTo>
                    <a:pt x="2114676" y="5974"/>
                  </a:lnTo>
                  <a:lnTo>
                    <a:pt x="2158676" y="0"/>
                  </a:lnTo>
                </a:path>
              </a:pathLst>
            </a:custGeom>
            <a:ln w="76200" cap="rnd">
              <a:solidFill>
                <a:srgbClr val="11A766"/>
              </a:solidFill>
            </a:ln>
          </p:spPr>
          <p:txBody>
            <a:bodyPr wrap="square" lIns="0" tIns="0" rIns="0" bIns="0" rtlCol="0"/>
            <a:lstStyle/>
            <a:p>
              <a:endParaRPr sz="900"/>
            </a:p>
          </p:txBody>
        </p:sp>
        <p:sp>
          <p:nvSpPr>
            <p:cNvPr id="39" name="object 39"/>
            <p:cNvSpPr/>
            <p:nvPr/>
          </p:nvSpPr>
          <p:spPr>
            <a:xfrm>
              <a:off x="4375150" y="3399052"/>
              <a:ext cx="4964430" cy="3865879"/>
            </a:xfrm>
            <a:custGeom>
              <a:avLst/>
              <a:gdLst/>
              <a:ahLst/>
              <a:cxnLst/>
              <a:rect l="l" t="t" r="r" b="b"/>
              <a:pathLst>
                <a:path w="4964430" h="3865879">
                  <a:moveTo>
                    <a:pt x="4964227" y="3454577"/>
                  </a:moveTo>
                  <a:lnTo>
                    <a:pt x="4566183" y="3237966"/>
                  </a:lnTo>
                  <a:lnTo>
                    <a:pt x="4562233" y="3237026"/>
                  </a:lnTo>
                  <a:lnTo>
                    <a:pt x="4558246" y="3237026"/>
                  </a:lnTo>
                  <a:lnTo>
                    <a:pt x="4532477" y="3262782"/>
                  </a:lnTo>
                  <a:lnTo>
                    <a:pt x="4532477" y="3414839"/>
                  </a:lnTo>
                  <a:lnTo>
                    <a:pt x="462254" y="3414839"/>
                  </a:lnTo>
                  <a:lnTo>
                    <a:pt x="461962" y="431736"/>
                  </a:lnTo>
                  <a:lnTo>
                    <a:pt x="614006" y="431711"/>
                  </a:lnTo>
                  <a:lnTo>
                    <a:pt x="623608" y="429869"/>
                  </a:lnTo>
                  <a:lnTo>
                    <a:pt x="631571" y="424802"/>
                  </a:lnTo>
                  <a:lnTo>
                    <a:pt x="637171" y="417233"/>
                  </a:lnTo>
                  <a:lnTo>
                    <a:pt x="639699" y="407873"/>
                  </a:lnTo>
                  <a:lnTo>
                    <a:pt x="639762" y="405955"/>
                  </a:lnTo>
                  <a:lnTo>
                    <a:pt x="639762" y="401955"/>
                  </a:lnTo>
                  <a:lnTo>
                    <a:pt x="446862" y="14173"/>
                  </a:lnTo>
                  <a:lnTo>
                    <a:pt x="422173" y="0"/>
                  </a:lnTo>
                  <a:lnTo>
                    <a:pt x="412305" y="2667"/>
                  </a:lnTo>
                  <a:lnTo>
                    <a:pt x="407327" y="5156"/>
                  </a:lnTo>
                  <a:lnTo>
                    <a:pt x="403275" y="9194"/>
                  </a:lnTo>
                  <a:lnTo>
                    <a:pt x="210693" y="394474"/>
                  </a:lnTo>
                  <a:lnTo>
                    <a:pt x="208013" y="404355"/>
                  </a:lnTo>
                  <a:lnTo>
                    <a:pt x="209296" y="414147"/>
                  </a:lnTo>
                  <a:lnTo>
                    <a:pt x="214147" y="422744"/>
                  </a:lnTo>
                  <a:lnTo>
                    <a:pt x="222211" y="429031"/>
                  </a:lnTo>
                  <a:lnTo>
                    <a:pt x="225780" y="430822"/>
                  </a:lnTo>
                  <a:lnTo>
                    <a:pt x="229730" y="431749"/>
                  </a:lnTo>
                  <a:lnTo>
                    <a:pt x="385775" y="431749"/>
                  </a:lnTo>
                  <a:lnTo>
                    <a:pt x="386054" y="3414839"/>
                  </a:lnTo>
                  <a:lnTo>
                    <a:pt x="38100" y="3414826"/>
                  </a:lnTo>
                  <a:lnTo>
                    <a:pt x="2984" y="3438106"/>
                  </a:lnTo>
                  <a:lnTo>
                    <a:pt x="0" y="3452926"/>
                  </a:lnTo>
                  <a:lnTo>
                    <a:pt x="2984" y="3467760"/>
                  </a:lnTo>
                  <a:lnTo>
                    <a:pt x="11150" y="3479876"/>
                  </a:lnTo>
                  <a:lnTo>
                    <a:pt x="23266" y="3488042"/>
                  </a:lnTo>
                  <a:lnTo>
                    <a:pt x="38100" y="3491026"/>
                  </a:lnTo>
                  <a:lnTo>
                    <a:pt x="386067" y="3491026"/>
                  </a:lnTo>
                  <a:lnTo>
                    <a:pt x="386105" y="3827259"/>
                  </a:lnTo>
                  <a:lnTo>
                    <a:pt x="389102" y="3842093"/>
                  </a:lnTo>
                  <a:lnTo>
                    <a:pt x="397268" y="3854196"/>
                  </a:lnTo>
                  <a:lnTo>
                    <a:pt x="409384" y="3862362"/>
                  </a:lnTo>
                  <a:lnTo>
                    <a:pt x="424205" y="3865346"/>
                  </a:lnTo>
                  <a:lnTo>
                    <a:pt x="439039" y="3862362"/>
                  </a:lnTo>
                  <a:lnTo>
                    <a:pt x="451154" y="3854196"/>
                  </a:lnTo>
                  <a:lnTo>
                    <a:pt x="459308" y="3842080"/>
                  </a:lnTo>
                  <a:lnTo>
                    <a:pt x="462305" y="3827246"/>
                  </a:lnTo>
                  <a:lnTo>
                    <a:pt x="462267" y="3491026"/>
                  </a:lnTo>
                  <a:lnTo>
                    <a:pt x="4532477" y="3491026"/>
                  </a:lnTo>
                  <a:lnTo>
                    <a:pt x="4532477" y="3647071"/>
                  </a:lnTo>
                  <a:lnTo>
                    <a:pt x="4533417" y="3651008"/>
                  </a:lnTo>
                  <a:lnTo>
                    <a:pt x="4535208" y="3654590"/>
                  </a:lnTo>
                  <a:lnTo>
                    <a:pt x="4541494" y="3662654"/>
                  </a:lnTo>
                  <a:lnTo>
                    <a:pt x="4550092" y="3667506"/>
                  </a:lnTo>
                  <a:lnTo>
                    <a:pt x="4559884" y="3668776"/>
                  </a:lnTo>
                  <a:lnTo>
                    <a:pt x="4569765" y="3666109"/>
                  </a:lnTo>
                  <a:lnTo>
                    <a:pt x="4955019" y="3473475"/>
                  </a:lnTo>
                  <a:lnTo>
                    <a:pt x="4959070" y="3469436"/>
                  </a:lnTo>
                  <a:lnTo>
                    <a:pt x="4961560" y="3464445"/>
                  </a:lnTo>
                  <a:lnTo>
                    <a:pt x="4964227" y="3454577"/>
                  </a:lnTo>
                  <a:close/>
                </a:path>
              </a:pathLst>
            </a:custGeom>
            <a:solidFill>
              <a:srgbClr val="212121"/>
            </a:solidFill>
          </p:spPr>
          <p:txBody>
            <a:bodyPr wrap="square" lIns="0" tIns="0" rIns="0" bIns="0" rtlCol="0"/>
            <a:lstStyle/>
            <a:p>
              <a:endParaRPr sz="900"/>
            </a:p>
          </p:txBody>
        </p:sp>
      </p:grpSp>
      <p:pic>
        <p:nvPicPr>
          <p:cNvPr id="40" name="object 40"/>
          <p:cNvPicPr/>
          <p:nvPr/>
        </p:nvPicPr>
        <p:blipFill>
          <a:blip r:embed="rId2" cstate="print"/>
          <a:stretch>
            <a:fillRect/>
          </a:stretch>
        </p:blipFill>
        <p:spPr>
          <a:xfrm>
            <a:off x="3189837" y="8851900"/>
            <a:ext cx="486698" cy="292100"/>
          </a:xfrm>
          <a:prstGeom prst="rect">
            <a:avLst/>
          </a:prstGeom>
        </p:spPr>
      </p:pic>
      <p:sp>
        <p:nvSpPr>
          <p:cNvPr id="42" name="文本框 41"/>
          <p:cNvSpPr txBox="1"/>
          <p:nvPr/>
        </p:nvSpPr>
        <p:spPr>
          <a:xfrm>
            <a:off x="2025679" y="4989398"/>
            <a:ext cx="3429000" cy="229870"/>
          </a:xfrm>
          <a:prstGeom prst="rect">
            <a:avLst/>
          </a:prstGeom>
          <a:noFill/>
        </p:spPr>
        <p:txBody>
          <a:bodyPr wrap="square">
            <a:spAutoFit/>
          </a:bodyPr>
          <a:lstStyle/>
          <a:p>
            <a:pPr marL="6350">
              <a:spcBef>
                <a:spcPts val="50"/>
              </a:spcBef>
            </a:pPr>
            <a:r>
              <a:rPr lang="en-US" altLang="zh-CN" sz="900" b="1" spc="40" dirty="0">
                <a:solidFill>
                  <a:srgbClr val="212121"/>
                </a:solidFill>
                <a:latin typeface="江城圆体 600W" panose="020B0800000000000000" pitchFamily="34" charset="-128"/>
                <a:ea typeface="江城圆体 600W" panose="020B0800000000000000" pitchFamily="34" charset="-128"/>
                <a:cs typeface="Microsoft JhengHei"/>
              </a:rPr>
              <a:t>know</a:t>
            </a:r>
            <a:r>
              <a:rPr lang="en-US" altLang="zh-CN" sz="900" b="1" spc="-10" dirty="0">
                <a:solidFill>
                  <a:srgbClr val="212121"/>
                </a:solidFill>
                <a:latin typeface="江城圆体 600W" panose="020B0800000000000000" pitchFamily="34" charset="-128"/>
                <a:ea typeface="江城圆体 600W" panose="020B0800000000000000" pitchFamily="34" charset="-128"/>
                <a:cs typeface="Microsoft JhengHei"/>
              </a:rPr>
              <a:t> </a:t>
            </a:r>
            <a:r>
              <a:rPr lang="en-US" altLang="zh-CN" sz="900" b="1" spc="48" dirty="0">
                <a:solidFill>
                  <a:srgbClr val="212121"/>
                </a:solidFill>
                <a:latin typeface="江城圆体 600W" panose="020B0800000000000000" pitchFamily="34" charset="-128"/>
                <a:ea typeface="江城圆体 600W" panose="020B0800000000000000" pitchFamily="34" charset="-128"/>
                <a:cs typeface="Microsoft JhengHei"/>
              </a:rPr>
              <a:t>what's</a:t>
            </a:r>
            <a:r>
              <a:rPr lang="en-US" altLang="zh-CN" sz="900" b="1" spc="-8" dirty="0">
                <a:solidFill>
                  <a:srgbClr val="212121"/>
                </a:solidFill>
                <a:latin typeface="江城圆体 600W" panose="020B0800000000000000" pitchFamily="34" charset="-128"/>
                <a:ea typeface="江城圆体 600W" panose="020B0800000000000000" pitchFamily="34" charset="-128"/>
                <a:cs typeface="Microsoft JhengHei"/>
              </a:rPr>
              <a:t> </a:t>
            </a:r>
            <a:r>
              <a:rPr lang="en-US" altLang="zh-CN" sz="900" b="1" spc="-5" dirty="0">
                <a:solidFill>
                  <a:srgbClr val="212121"/>
                </a:solidFill>
                <a:latin typeface="江城圆体 600W" panose="020B0800000000000000" pitchFamily="34" charset="-128"/>
                <a:ea typeface="江城圆体 600W" panose="020B0800000000000000" pitchFamily="34" charset="-128"/>
                <a:cs typeface="Microsoft JhengHei"/>
              </a:rPr>
              <a:t>good</a:t>
            </a:r>
            <a:r>
              <a:rPr lang="en-US" altLang="zh-CN" sz="900" b="1" spc="-8" dirty="0">
                <a:solidFill>
                  <a:srgbClr val="212121"/>
                </a:solidFill>
                <a:latin typeface="江城圆体 600W" panose="020B0800000000000000" pitchFamily="34" charset="-128"/>
                <a:ea typeface="江城圆体 600W" panose="020B0800000000000000" pitchFamily="34" charset="-128"/>
                <a:cs typeface="Microsoft JhengHei"/>
              </a:rPr>
              <a:t> </a:t>
            </a:r>
            <a:r>
              <a:rPr lang="en-US" altLang="zh-CN" sz="900" b="1" spc="28" dirty="0">
                <a:solidFill>
                  <a:srgbClr val="212121"/>
                </a:solidFill>
                <a:latin typeface="江城圆体 600W" panose="020B0800000000000000" pitchFamily="34" charset="-128"/>
                <a:ea typeface="江城圆体 600W" panose="020B0800000000000000" pitchFamily="34" charset="-128"/>
                <a:cs typeface="Microsoft JhengHei"/>
              </a:rPr>
              <a:t>for</a:t>
            </a:r>
            <a:r>
              <a:rPr lang="en-US" altLang="zh-CN" sz="900" b="1" spc="-8" dirty="0">
                <a:solidFill>
                  <a:srgbClr val="212121"/>
                </a:solidFill>
                <a:latin typeface="江城圆体 600W" panose="020B0800000000000000" pitchFamily="34" charset="-128"/>
                <a:ea typeface="江城圆体 600W" panose="020B0800000000000000" pitchFamily="34" charset="-128"/>
                <a:cs typeface="Microsoft JhengHei"/>
              </a:rPr>
              <a:t> </a:t>
            </a:r>
            <a:r>
              <a:rPr lang="en-US" altLang="zh-CN" sz="900" b="1" dirty="0">
                <a:solidFill>
                  <a:srgbClr val="212121"/>
                </a:solidFill>
                <a:latin typeface="江城圆体 600W" panose="020B0800000000000000" pitchFamily="34" charset="-128"/>
                <a:ea typeface="江城圆体 600W" panose="020B0800000000000000" pitchFamily="34" charset="-128"/>
                <a:cs typeface="Microsoft JhengHei"/>
              </a:rPr>
              <a:t>one</a:t>
            </a:r>
            <a:r>
              <a:rPr lang="en-US" altLang="zh-CN" sz="900" b="1" spc="-10" dirty="0">
                <a:solidFill>
                  <a:srgbClr val="212121"/>
                </a:solidFill>
                <a:latin typeface="江城圆体 600W" panose="020B0800000000000000" pitchFamily="34" charset="-128"/>
                <a:ea typeface="江城圆体 600W" panose="020B0800000000000000" pitchFamily="34" charset="-128"/>
                <a:cs typeface="Microsoft JhengHei"/>
              </a:rPr>
              <a:t> </a:t>
            </a:r>
            <a:r>
              <a:rPr lang="en-US" altLang="zh-CN" sz="900" b="1" dirty="0">
                <a:solidFill>
                  <a:srgbClr val="212121"/>
                </a:solidFill>
                <a:latin typeface="江城圆体 600W" panose="020B0800000000000000" pitchFamily="34" charset="-128"/>
                <a:ea typeface="江城圆体 600W" panose="020B0800000000000000" pitchFamily="34" charset="-128"/>
                <a:cs typeface="Microsoft JhengHei"/>
              </a:rPr>
              <a:t>and</a:t>
            </a:r>
            <a:r>
              <a:rPr lang="en-US" altLang="zh-CN" sz="900" b="1" spc="-8" dirty="0">
                <a:solidFill>
                  <a:srgbClr val="212121"/>
                </a:solidFill>
                <a:latin typeface="江城圆体 600W" panose="020B0800000000000000" pitchFamily="34" charset="-128"/>
                <a:ea typeface="江城圆体 600W" panose="020B0800000000000000" pitchFamily="34" charset="-128"/>
                <a:cs typeface="Microsoft JhengHei"/>
              </a:rPr>
              <a:t> </a:t>
            </a:r>
            <a:r>
              <a:rPr lang="en-US" altLang="zh-CN" sz="900" b="1" spc="45" dirty="0">
                <a:solidFill>
                  <a:srgbClr val="212121"/>
                </a:solidFill>
                <a:latin typeface="江城圆体 600W" panose="020B0800000000000000" pitchFamily="34" charset="-128"/>
                <a:ea typeface="江城圆体 600W" panose="020B0800000000000000" pitchFamily="34" charset="-128"/>
                <a:cs typeface="Microsoft JhengHei"/>
              </a:rPr>
              <a:t>always</a:t>
            </a:r>
            <a:r>
              <a:rPr lang="en-US" altLang="zh-CN" sz="900" b="1" spc="-8" dirty="0">
                <a:solidFill>
                  <a:srgbClr val="212121"/>
                </a:solidFill>
                <a:latin typeface="江城圆体 600W" panose="020B0800000000000000" pitchFamily="34" charset="-128"/>
                <a:ea typeface="江城圆体 600W" panose="020B0800000000000000" pitchFamily="34" charset="-128"/>
                <a:cs typeface="Microsoft JhengHei"/>
              </a:rPr>
              <a:t> </a:t>
            </a:r>
            <a:r>
              <a:rPr lang="en-US" altLang="zh-CN" sz="900" b="1" dirty="0">
                <a:solidFill>
                  <a:srgbClr val="212121"/>
                </a:solidFill>
                <a:latin typeface="江城圆体 600W" panose="020B0800000000000000" pitchFamily="34" charset="-128"/>
                <a:ea typeface="江城圆体 600W" panose="020B0800000000000000" pitchFamily="34" charset="-128"/>
                <a:cs typeface="Microsoft JhengHei"/>
              </a:rPr>
              <a:t>be</a:t>
            </a:r>
            <a:r>
              <a:rPr lang="en-US" altLang="zh-CN" sz="900" b="1" spc="-8" dirty="0">
                <a:solidFill>
                  <a:srgbClr val="212121"/>
                </a:solidFill>
                <a:latin typeface="江城圆体 600W" panose="020B0800000000000000" pitchFamily="34" charset="-128"/>
                <a:ea typeface="江城圆体 600W" panose="020B0800000000000000" pitchFamily="34" charset="-128"/>
                <a:cs typeface="Microsoft JhengHei"/>
              </a:rPr>
              <a:t> </a:t>
            </a:r>
            <a:r>
              <a:rPr lang="en-US" altLang="zh-CN" sz="900" b="1" spc="20" dirty="0">
                <a:solidFill>
                  <a:srgbClr val="212121"/>
                </a:solidFill>
                <a:latin typeface="江城圆体 600W" panose="020B0800000000000000" pitchFamily="34" charset="-128"/>
                <a:ea typeface="江城圆体 600W" panose="020B0800000000000000" pitchFamily="34" charset="-128"/>
                <a:cs typeface="Microsoft JhengHei"/>
              </a:rPr>
              <a:t>happy</a:t>
            </a:r>
            <a:endParaRPr lang="en-US" altLang="zh-CN" sz="900" b="1" dirty="0">
              <a:latin typeface="江城圆体 600W" panose="020B0800000000000000" pitchFamily="34" charset="-128"/>
              <a:ea typeface="江城圆体 600W" panose="020B0800000000000000" pitchFamily="34" charset="-128"/>
              <a:cs typeface="Microsoft JhengHei"/>
            </a:endParaRPr>
          </a:p>
        </p:txBody>
      </p:sp>
      <p:pic>
        <p:nvPicPr>
          <p:cNvPr id="43" name="object 3"/>
          <p:cNvPicPr/>
          <p:nvPr/>
        </p:nvPicPr>
        <p:blipFill>
          <a:blip r:embed="rId3" cstate="email"/>
          <a:stretch>
            <a:fillRect/>
          </a:stretch>
        </p:blipFill>
        <p:spPr>
          <a:xfrm>
            <a:off x="3041650" y="438150"/>
            <a:ext cx="776360" cy="1524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
        <p:nvSpPr>
          <p:cNvPr id="3" name="object 3"/>
          <p:cNvSpPr txBox="1"/>
          <p:nvPr/>
        </p:nvSpPr>
        <p:spPr>
          <a:xfrm>
            <a:off x="1536700" y="7500620"/>
            <a:ext cx="3791267" cy="561975"/>
          </a:xfrm>
          <a:prstGeom prst="rect">
            <a:avLst/>
          </a:prstGeom>
        </p:spPr>
        <p:txBody>
          <a:bodyPr vert="horz" wrap="square" lIns="0" tIns="6350" rIns="0" bIns="0" rtlCol="0">
            <a:spAutoFit/>
          </a:bodyPr>
          <a:lstStyle/>
          <a:p>
            <a:pPr marL="6350" marR="2540" algn="just">
              <a:lnSpc>
                <a:spcPct val="115000"/>
              </a:lnSpc>
              <a:spcBef>
                <a:spcPts val="50"/>
              </a:spcBef>
            </a:pPr>
            <a:r>
              <a:rPr sz="1050" spc="-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有人为伴，可以分享希望、分忧解惑，是最棒的人生。人类学家</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邓巴研究指出，每个人最多可以有</a:t>
            </a:r>
            <a:r>
              <a:rPr sz="1050" spc="127"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5</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位至交与</a:t>
            </a:r>
            <a:r>
              <a:rPr sz="1050" spc="127"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15</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位好友、</a:t>
            </a:r>
            <a:r>
              <a:rPr sz="1050" spc="127"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3</a:t>
            </a:r>
            <a:r>
              <a:rPr sz="1050" spc="1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种益</a:t>
            </a:r>
            <a:r>
              <a:rPr sz="1050" spc="-2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友，要多多珍惜身边的朋友。</a:t>
            </a:r>
            <a:endParaRPr sz="105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4" name="object 4"/>
          <p:cNvSpPr/>
          <p:nvPr/>
        </p:nvSpPr>
        <p:spPr>
          <a:xfrm>
            <a:off x="1809750" y="1155700"/>
            <a:ext cx="387033" cy="386715"/>
          </a:xfrm>
          <a:custGeom>
            <a:avLst/>
            <a:gdLst/>
            <a:ahLst/>
            <a:cxnLst/>
            <a:rect l="l" t="t" r="r" b="b"/>
            <a:pathLst>
              <a:path w="774064" h="773430">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4" h="773430">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4" h="773430">
                <a:moveTo>
                  <a:pt x="385104" y="0"/>
                </a:moveTo>
                <a:lnTo>
                  <a:pt x="336798" y="3000"/>
                </a:lnTo>
                <a:lnTo>
                  <a:pt x="433411" y="3000"/>
                </a:lnTo>
                <a:lnTo>
                  <a:pt x="385104" y="0"/>
                </a:lnTo>
                <a:close/>
              </a:path>
            </a:pathLst>
          </a:custGeom>
          <a:solidFill>
            <a:srgbClr val="11A766"/>
          </a:solidFill>
        </p:spPr>
        <p:txBody>
          <a:bodyPr wrap="square" lIns="0" tIns="0" rIns="0" bIns="0" rtlCol="0"/>
          <a:lstStyle/>
          <a:p>
            <a:endParaRPr sz="900"/>
          </a:p>
        </p:txBody>
      </p:sp>
      <p:sp>
        <p:nvSpPr>
          <p:cNvPr id="5" name="object 5"/>
          <p:cNvSpPr txBox="1"/>
          <p:nvPr/>
        </p:nvSpPr>
        <p:spPr>
          <a:xfrm>
            <a:off x="1855098" y="1228091"/>
            <a:ext cx="348812"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15</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6" name="object 6"/>
          <p:cNvSpPr/>
          <p:nvPr/>
        </p:nvSpPr>
        <p:spPr>
          <a:xfrm>
            <a:off x="2203450" y="1193800"/>
            <a:ext cx="2470150" cy="336550"/>
          </a:xfrm>
          <a:custGeom>
            <a:avLst/>
            <a:gdLst/>
            <a:ahLst/>
            <a:cxnLst/>
            <a:rect l="l" t="t" r="r" b="b"/>
            <a:pathLst>
              <a:path w="4940300" h="673100">
                <a:moveTo>
                  <a:pt x="4603750" y="0"/>
                </a:moveTo>
                <a:lnTo>
                  <a:pt x="336550" y="0"/>
                </a:lnTo>
                <a:lnTo>
                  <a:pt x="290882" y="3072"/>
                </a:lnTo>
                <a:lnTo>
                  <a:pt x="247081" y="12021"/>
                </a:lnTo>
                <a:lnTo>
                  <a:pt x="205549" y="26446"/>
                </a:lnTo>
                <a:lnTo>
                  <a:pt x="166687" y="45947"/>
                </a:lnTo>
                <a:lnTo>
                  <a:pt x="130894" y="70122"/>
                </a:lnTo>
                <a:lnTo>
                  <a:pt x="98573" y="98571"/>
                </a:lnTo>
                <a:lnTo>
                  <a:pt x="70124" y="130891"/>
                </a:lnTo>
                <a:lnTo>
                  <a:pt x="45949" y="166684"/>
                </a:lnTo>
                <a:lnTo>
                  <a:pt x="26447" y="205547"/>
                </a:lnTo>
                <a:lnTo>
                  <a:pt x="12021" y="247079"/>
                </a:lnTo>
                <a:lnTo>
                  <a:pt x="3072" y="290880"/>
                </a:lnTo>
                <a:lnTo>
                  <a:pt x="0" y="336550"/>
                </a:lnTo>
                <a:lnTo>
                  <a:pt x="3072" y="382219"/>
                </a:lnTo>
                <a:lnTo>
                  <a:pt x="12021" y="426020"/>
                </a:lnTo>
                <a:lnTo>
                  <a:pt x="26447" y="467552"/>
                </a:lnTo>
                <a:lnTo>
                  <a:pt x="45949" y="506415"/>
                </a:lnTo>
                <a:lnTo>
                  <a:pt x="70124" y="542208"/>
                </a:lnTo>
                <a:lnTo>
                  <a:pt x="98573" y="574528"/>
                </a:lnTo>
                <a:lnTo>
                  <a:pt x="130894" y="602977"/>
                </a:lnTo>
                <a:lnTo>
                  <a:pt x="166687" y="627152"/>
                </a:lnTo>
                <a:lnTo>
                  <a:pt x="205549" y="646653"/>
                </a:lnTo>
                <a:lnTo>
                  <a:pt x="247081" y="661078"/>
                </a:lnTo>
                <a:lnTo>
                  <a:pt x="290882" y="670027"/>
                </a:lnTo>
                <a:lnTo>
                  <a:pt x="336550" y="673100"/>
                </a:lnTo>
                <a:lnTo>
                  <a:pt x="4603750" y="673100"/>
                </a:lnTo>
                <a:lnTo>
                  <a:pt x="4649417" y="670027"/>
                </a:lnTo>
                <a:lnTo>
                  <a:pt x="4693218" y="661078"/>
                </a:lnTo>
                <a:lnTo>
                  <a:pt x="4734750" y="646653"/>
                </a:lnTo>
                <a:lnTo>
                  <a:pt x="4773612" y="627152"/>
                </a:lnTo>
                <a:lnTo>
                  <a:pt x="4809405" y="602977"/>
                </a:lnTo>
                <a:lnTo>
                  <a:pt x="4841726" y="574528"/>
                </a:lnTo>
                <a:lnTo>
                  <a:pt x="4870175" y="542208"/>
                </a:lnTo>
                <a:lnTo>
                  <a:pt x="4894350" y="506415"/>
                </a:lnTo>
                <a:lnTo>
                  <a:pt x="4913852" y="467552"/>
                </a:lnTo>
                <a:lnTo>
                  <a:pt x="4928278" y="426020"/>
                </a:lnTo>
                <a:lnTo>
                  <a:pt x="4937227" y="382219"/>
                </a:lnTo>
                <a:lnTo>
                  <a:pt x="4940300" y="336550"/>
                </a:lnTo>
                <a:lnTo>
                  <a:pt x="4937227" y="290880"/>
                </a:lnTo>
                <a:lnTo>
                  <a:pt x="4928278" y="247079"/>
                </a:lnTo>
                <a:lnTo>
                  <a:pt x="4913852" y="205547"/>
                </a:lnTo>
                <a:lnTo>
                  <a:pt x="4894350" y="166684"/>
                </a:lnTo>
                <a:lnTo>
                  <a:pt x="4870175" y="130891"/>
                </a:lnTo>
                <a:lnTo>
                  <a:pt x="4841726" y="98571"/>
                </a:lnTo>
                <a:lnTo>
                  <a:pt x="4809405" y="70122"/>
                </a:lnTo>
                <a:lnTo>
                  <a:pt x="4773612" y="45947"/>
                </a:lnTo>
                <a:lnTo>
                  <a:pt x="4734750" y="26446"/>
                </a:lnTo>
                <a:lnTo>
                  <a:pt x="4693218" y="12021"/>
                </a:lnTo>
                <a:lnTo>
                  <a:pt x="4649417" y="3072"/>
                </a:lnTo>
                <a:lnTo>
                  <a:pt x="4603750" y="0"/>
                </a:lnTo>
                <a:close/>
              </a:path>
            </a:pathLst>
          </a:custGeom>
          <a:solidFill>
            <a:srgbClr val="212121"/>
          </a:solidFill>
        </p:spPr>
        <p:txBody>
          <a:bodyPr wrap="square" lIns="0" tIns="0" rIns="0" bIns="0" rtlCol="0"/>
          <a:lstStyle/>
          <a:p>
            <a:endParaRPr sz="900"/>
          </a:p>
        </p:txBody>
      </p:sp>
      <p:sp>
        <p:nvSpPr>
          <p:cNvPr id="7" name="object 7"/>
          <p:cNvSpPr txBox="1"/>
          <p:nvPr/>
        </p:nvSpPr>
        <p:spPr>
          <a:xfrm>
            <a:off x="2407196" y="1139191"/>
            <a:ext cx="2295677" cy="579120"/>
          </a:xfrm>
          <a:prstGeom prst="rect">
            <a:avLst/>
          </a:prstGeom>
        </p:spPr>
        <p:txBody>
          <a:bodyPr vert="horz" wrap="square" lIns="0" tIns="133350" rIns="0" bIns="0" rtlCol="0">
            <a:spAutoFit/>
          </a:bodyPr>
          <a:lstStyle/>
          <a:p>
            <a:pPr marL="179070">
              <a:spcBef>
                <a:spcPts val="1050"/>
              </a:spcBef>
            </a:pPr>
            <a:r>
              <a:rPr sz="150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笨蛋，问题在于经济</a:t>
            </a:r>
            <a:endParaRPr sz="1500" b="1" dirty="0">
              <a:latin typeface="江城圆体 600W" panose="020B0800000000000000" pitchFamily="34" charset="-128"/>
              <a:ea typeface="江城圆体 600W" panose="020B0800000000000000" pitchFamily="34" charset="-128"/>
              <a:cs typeface="微软雅黑" panose="020B0503020204020204" charset="-122"/>
            </a:endParaRPr>
          </a:p>
          <a:p>
            <a:pPr marL="6350">
              <a:spcBef>
                <a:spcPts val="600"/>
              </a:spcBef>
            </a:pPr>
            <a:r>
              <a:rPr sz="9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Idiot, the problem is the economy</a:t>
            </a:r>
            <a:endParaRPr sz="900" b="1" dirty="0">
              <a:latin typeface="江城圆体 600W" panose="020B0800000000000000" pitchFamily="34" charset="-128"/>
              <a:ea typeface="江城圆体 600W" panose="020B0800000000000000" pitchFamily="34" charset="-128"/>
              <a:cs typeface="微软雅黑" panose="020B0503020204020204" charset="-122"/>
            </a:endParaRPr>
          </a:p>
        </p:txBody>
      </p:sp>
      <p:grpSp>
        <p:nvGrpSpPr>
          <p:cNvPr id="8" name="object 8"/>
          <p:cNvGrpSpPr/>
          <p:nvPr/>
        </p:nvGrpSpPr>
        <p:grpSpPr>
          <a:xfrm>
            <a:off x="1809750" y="4991100"/>
            <a:ext cx="2863850" cy="386715"/>
            <a:chOff x="3619500" y="9982200"/>
            <a:chExt cx="5727700" cy="773430"/>
          </a:xfrm>
        </p:grpSpPr>
        <p:sp>
          <p:nvSpPr>
            <p:cNvPr id="9" name="object 9"/>
            <p:cNvSpPr/>
            <p:nvPr/>
          </p:nvSpPr>
          <p:spPr>
            <a:xfrm>
              <a:off x="3619500" y="9982200"/>
              <a:ext cx="774065" cy="773430"/>
            </a:xfrm>
            <a:custGeom>
              <a:avLst/>
              <a:gdLst/>
              <a:ahLst/>
              <a:cxnLst/>
              <a:rect l="l" t="t" r="r" b="b"/>
              <a:pathLst>
                <a:path w="774064" h="773429">
                  <a:moveTo>
                    <a:pt x="766838" y="714573"/>
                  </a:moveTo>
                  <a:lnTo>
                    <a:pt x="584610" y="714573"/>
                  </a:lnTo>
                  <a:lnTo>
                    <a:pt x="613492" y="715671"/>
                  </a:lnTo>
                  <a:lnTo>
                    <a:pt x="656308" y="733669"/>
                  </a:lnTo>
                  <a:lnTo>
                    <a:pt x="703243" y="756683"/>
                  </a:lnTo>
                  <a:lnTo>
                    <a:pt x="744482" y="772826"/>
                  </a:lnTo>
                  <a:lnTo>
                    <a:pt x="770209" y="770214"/>
                  </a:lnTo>
                  <a:lnTo>
                    <a:pt x="773628" y="741225"/>
                  </a:lnTo>
                  <a:lnTo>
                    <a:pt x="766838" y="714573"/>
                  </a:lnTo>
                  <a:close/>
                </a:path>
                <a:path w="774064" h="773429">
                  <a:moveTo>
                    <a:pt x="385104" y="0"/>
                  </a:moveTo>
                  <a:lnTo>
                    <a:pt x="336798" y="3000"/>
                  </a:lnTo>
                  <a:lnTo>
                    <a:pt x="290282" y="11761"/>
                  </a:lnTo>
                  <a:lnTo>
                    <a:pt x="245917" y="25922"/>
                  </a:lnTo>
                  <a:lnTo>
                    <a:pt x="204065" y="45121"/>
                  </a:lnTo>
                  <a:lnTo>
                    <a:pt x="165086" y="68998"/>
                  </a:lnTo>
                  <a:lnTo>
                    <a:pt x="129341" y="97192"/>
                  </a:lnTo>
                  <a:lnTo>
                    <a:pt x="97191" y="129342"/>
                  </a:lnTo>
                  <a:lnTo>
                    <a:pt x="68998" y="165087"/>
                  </a:lnTo>
                  <a:lnTo>
                    <a:pt x="45121" y="204066"/>
                  </a:lnTo>
                  <a:lnTo>
                    <a:pt x="25921" y="245919"/>
                  </a:lnTo>
                  <a:lnTo>
                    <a:pt x="11761" y="290283"/>
                  </a:lnTo>
                  <a:lnTo>
                    <a:pt x="3000" y="336800"/>
                  </a:lnTo>
                  <a:lnTo>
                    <a:pt x="0" y="385107"/>
                  </a:lnTo>
                  <a:lnTo>
                    <a:pt x="3000" y="433414"/>
                  </a:lnTo>
                  <a:lnTo>
                    <a:pt x="11761" y="479930"/>
                  </a:lnTo>
                  <a:lnTo>
                    <a:pt x="25921" y="524295"/>
                  </a:lnTo>
                  <a:lnTo>
                    <a:pt x="45121" y="566148"/>
                  </a:lnTo>
                  <a:lnTo>
                    <a:pt x="68998" y="605127"/>
                  </a:lnTo>
                  <a:lnTo>
                    <a:pt x="97191" y="640872"/>
                  </a:lnTo>
                  <a:lnTo>
                    <a:pt x="129341" y="673022"/>
                  </a:lnTo>
                  <a:lnTo>
                    <a:pt x="165086" y="701216"/>
                  </a:lnTo>
                  <a:lnTo>
                    <a:pt x="204065" y="725093"/>
                  </a:lnTo>
                  <a:lnTo>
                    <a:pt x="245917" y="744292"/>
                  </a:lnTo>
                  <a:lnTo>
                    <a:pt x="290282" y="758452"/>
                  </a:lnTo>
                  <a:lnTo>
                    <a:pt x="336798" y="767213"/>
                  </a:lnTo>
                  <a:lnTo>
                    <a:pt x="385104" y="770214"/>
                  </a:lnTo>
                  <a:lnTo>
                    <a:pt x="438906" y="766486"/>
                  </a:lnTo>
                  <a:lnTo>
                    <a:pt x="490425" y="755635"/>
                  </a:lnTo>
                  <a:lnTo>
                    <a:pt x="539160" y="738163"/>
                  </a:lnTo>
                  <a:lnTo>
                    <a:pt x="584610" y="714573"/>
                  </a:lnTo>
                  <a:lnTo>
                    <a:pt x="766838" y="714573"/>
                  </a:lnTo>
                  <a:lnTo>
                    <a:pt x="761491" y="693585"/>
                  </a:lnTo>
                  <a:lnTo>
                    <a:pt x="743535" y="639255"/>
                  </a:lnTo>
                  <a:lnTo>
                    <a:pt x="729499" y="590198"/>
                  </a:lnTo>
                  <a:lnTo>
                    <a:pt x="729122" y="558375"/>
                  </a:lnTo>
                  <a:lnTo>
                    <a:pt x="746630" y="518094"/>
                  </a:lnTo>
                  <a:lnTo>
                    <a:pt x="759521" y="475581"/>
                  </a:lnTo>
                  <a:lnTo>
                    <a:pt x="767485" y="431148"/>
                  </a:lnTo>
                  <a:lnTo>
                    <a:pt x="770209" y="385107"/>
                  </a:lnTo>
                  <a:lnTo>
                    <a:pt x="767208" y="336800"/>
                  </a:lnTo>
                  <a:lnTo>
                    <a:pt x="758447" y="290283"/>
                  </a:lnTo>
                  <a:lnTo>
                    <a:pt x="744287" y="245919"/>
                  </a:lnTo>
                  <a:lnTo>
                    <a:pt x="725088" y="204066"/>
                  </a:lnTo>
                  <a:lnTo>
                    <a:pt x="701211" y="165087"/>
                  </a:lnTo>
                  <a:lnTo>
                    <a:pt x="673017" y="129342"/>
                  </a:lnTo>
                  <a:lnTo>
                    <a:pt x="640867" y="97192"/>
                  </a:lnTo>
                  <a:lnTo>
                    <a:pt x="605122" y="68998"/>
                  </a:lnTo>
                  <a:lnTo>
                    <a:pt x="566144" y="45121"/>
                  </a:lnTo>
                  <a:lnTo>
                    <a:pt x="524291" y="25922"/>
                  </a:lnTo>
                  <a:lnTo>
                    <a:pt x="479927" y="11761"/>
                  </a:lnTo>
                  <a:lnTo>
                    <a:pt x="433411" y="3000"/>
                  </a:lnTo>
                  <a:lnTo>
                    <a:pt x="385104" y="0"/>
                  </a:lnTo>
                  <a:close/>
                </a:path>
              </a:pathLst>
            </a:custGeom>
            <a:solidFill>
              <a:srgbClr val="11A766"/>
            </a:solidFill>
          </p:spPr>
          <p:txBody>
            <a:bodyPr wrap="square" lIns="0" tIns="0" rIns="0" bIns="0" rtlCol="0"/>
            <a:lstStyle/>
            <a:p>
              <a:endParaRPr sz="900"/>
            </a:p>
          </p:txBody>
        </p:sp>
        <p:sp>
          <p:nvSpPr>
            <p:cNvPr id="10" name="object 10"/>
            <p:cNvSpPr/>
            <p:nvPr/>
          </p:nvSpPr>
          <p:spPr>
            <a:xfrm>
              <a:off x="4406900" y="10058400"/>
              <a:ext cx="4940300" cy="673100"/>
            </a:xfrm>
            <a:custGeom>
              <a:avLst/>
              <a:gdLst/>
              <a:ahLst/>
              <a:cxnLst/>
              <a:rect l="l" t="t" r="r" b="b"/>
              <a:pathLst>
                <a:path w="4940300" h="673100">
                  <a:moveTo>
                    <a:pt x="4603750" y="0"/>
                  </a:moveTo>
                  <a:lnTo>
                    <a:pt x="336550" y="0"/>
                  </a:lnTo>
                  <a:lnTo>
                    <a:pt x="290882" y="3072"/>
                  </a:lnTo>
                  <a:lnTo>
                    <a:pt x="247081" y="12021"/>
                  </a:lnTo>
                  <a:lnTo>
                    <a:pt x="205549" y="26447"/>
                  </a:lnTo>
                  <a:lnTo>
                    <a:pt x="166687" y="45949"/>
                  </a:lnTo>
                  <a:lnTo>
                    <a:pt x="130894" y="70124"/>
                  </a:lnTo>
                  <a:lnTo>
                    <a:pt x="98573" y="98573"/>
                  </a:lnTo>
                  <a:lnTo>
                    <a:pt x="70124" y="130894"/>
                  </a:lnTo>
                  <a:lnTo>
                    <a:pt x="45949" y="166687"/>
                  </a:lnTo>
                  <a:lnTo>
                    <a:pt x="26447" y="205549"/>
                  </a:lnTo>
                  <a:lnTo>
                    <a:pt x="12021" y="247081"/>
                  </a:lnTo>
                  <a:lnTo>
                    <a:pt x="3072" y="290882"/>
                  </a:lnTo>
                  <a:lnTo>
                    <a:pt x="0" y="336550"/>
                  </a:lnTo>
                  <a:lnTo>
                    <a:pt x="3072" y="382217"/>
                  </a:lnTo>
                  <a:lnTo>
                    <a:pt x="12021" y="426018"/>
                  </a:lnTo>
                  <a:lnTo>
                    <a:pt x="26447" y="467550"/>
                  </a:lnTo>
                  <a:lnTo>
                    <a:pt x="45949" y="506412"/>
                  </a:lnTo>
                  <a:lnTo>
                    <a:pt x="70124" y="542205"/>
                  </a:lnTo>
                  <a:lnTo>
                    <a:pt x="98573" y="574526"/>
                  </a:lnTo>
                  <a:lnTo>
                    <a:pt x="130894" y="602975"/>
                  </a:lnTo>
                  <a:lnTo>
                    <a:pt x="166687" y="627150"/>
                  </a:lnTo>
                  <a:lnTo>
                    <a:pt x="205549" y="646652"/>
                  </a:lnTo>
                  <a:lnTo>
                    <a:pt x="247081" y="661078"/>
                  </a:lnTo>
                  <a:lnTo>
                    <a:pt x="290882" y="670027"/>
                  </a:lnTo>
                  <a:lnTo>
                    <a:pt x="336550" y="673100"/>
                  </a:lnTo>
                  <a:lnTo>
                    <a:pt x="4603750" y="673100"/>
                  </a:lnTo>
                  <a:lnTo>
                    <a:pt x="4649417" y="670027"/>
                  </a:lnTo>
                  <a:lnTo>
                    <a:pt x="4693218" y="661078"/>
                  </a:lnTo>
                  <a:lnTo>
                    <a:pt x="4734750" y="646652"/>
                  </a:lnTo>
                  <a:lnTo>
                    <a:pt x="4773612" y="627150"/>
                  </a:lnTo>
                  <a:lnTo>
                    <a:pt x="4809405" y="602975"/>
                  </a:lnTo>
                  <a:lnTo>
                    <a:pt x="4841726" y="574526"/>
                  </a:lnTo>
                  <a:lnTo>
                    <a:pt x="4870175" y="542205"/>
                  </a:lnTo>
                  <a:lnTo>
                    <a:pt x="4894350" y="506412"/>
                  </a:lnTo>
                  <a:lnTo>
                    <a:pt x="4913852" y="467550"/>
                  </a:lnTo>
                  <a:lnTo>
                    <a:pt x="4928278" y="426018"/>
                  </a:lnTo>
                  <a:lnTo>
                    <a:pt x="4937227" y="382217"/>
                  </a:lnTo>
                  <a:lnTo>
                    <a:pt x="4940300" y="336550"/>
                  </a:lnTo>
                  <a:lnTo>
                    <a:pt x="4937227" y="290882"/>
                  </a:lnTo>
                  <a:lnTo>
                    <a:pt x="4928278" y="247081"/>
                  </a:lnTo>
                  <a:lnTo>
                    <a:pt x="4913852" y="205549"/>
                  </a:lnTo>
                  <a:lnTo>
                    <a:pt x="4894350" y="166687"/>
                  </a:lnTo>
                  <a:lnTo>
                    <a:pt x="4870175" y="130894"/>
                  </a:lnTo>
                  <a:lnTo>
                    <a:pt x="4841726" y="98573"/>
                  </a:lnTo>
                  <a:lnTo>
                    <a:pt x="4809405" y="70124"/>
                  </a:lnTo>
                  <a:lnTo>
                    <a:pt x="4773612" y="45949"/>
                  </a:lnTo>
                  <a:lnTo>
                    <a:pt x="4734750" y="26447"/>
                  </a:lnTo>
                  <a:lnTo>
                    <a:pt x="4693218" y="12021"/>
                  </a:lnTo>
                  <a:lnTo>
                    <a:pt x="4649417" y="3072"/>
                  </a:lnTo>
                  <a:lnTo>
                    <a:pt x="4603750" y="0"/>
                  </a:lnTo>
                  <a:close/>
                </a:path>
              </a:pathLst>
            </a:custGeom>
            <a:solidFill>
              <a:srgbClr val="212121"/>
            </a:solidFill>
          </p:spPr>
          <p:txBody>
            <a:bodyPr wrap="square" lIns="0" tIns="0" rIns="0" bIns="0" rtlCol="0"/>
            <a:lstStyle/>
            <a:p>
              <a:endParaRPr sz="900"/>
            </a:p>
          </p:txBody>
        </p:sp>
      </p:grpSp>
      <p:grpSp>
        <p:nvGrpSpPr>
          <p:cNvPr id="11" name="object 11"/>
          <p:cNvGrpSpPr/>
          <p:nvPr/>
        </p:nvGrpSpPr>
        <p:grpSpPr>
          <a:xfrm>
            <a:off x="2722627" y="2580056"/>
            <a:ext cx="1164908" cy="1311593"/>
            <a:chOff x="5445254" y="5160111"/>
            <a:chExt cx="2329815" cy="2623185"/>
          </a:xfrm>
        </p:grpSpPr>
        <p:sp>
          <p:nvSpPr>
            <p:cNvPr id="12" name="object 12"/>
            <p:cNvSpPr/>
            <p:nvPr/>
          </p:nvSpPr>
          <p:spPr>
            <a:xfrm>
              <a:off x="5483354" y="5992144"/>
              <a:ext cx="818515" cy="1752600"/>
            </a:xfrm>
            <a:custGeom>
              <a:avLst/>
              <a:gdLst/>
              <a:ahLst/>
              <a:cxnLst/>
              <a:rect l="l" t="t" r="r" b="b"/>
              <a:pathLst>
                <a:path w="818514" h="1752600">
                  <a:moveTo>
                    <a:pt x="0" y="0"/>
                  </a:moveTo>
                  <a:lnTo>
                    <a:pt x="817916" y="0"/>
                  </a:lnTo>
                  <a:lnTo>
                    <a:pt x="817916" y="1752600"/>
                  </a:lnTo>
                  <a:lnTo>
                    <a:pt x="0" y="1752600"/>
                  </a:lnTo>
                  <a:lnTo>
                    <a:pt x="0" y="0"/>
                  </a:lnTo>
                  <a:close/>
                </a:path>
              </a:pathLst>
            </a:custGeom>
            <a:ln w="50800" cap="rnd">
              <a:solidFill>
                <a:srgbClr val="212121"/>
              </a:solidFill>
            </a:ln>
          </p:spPr>
          <p:txBody>
            <a:bodyPr wrap="square" lIns="0" tIns="0" rIns="0" bIns="0" rtlCol="0"/>
            <a:lstStyle/>
            <a:p>
              <a:endParaRPr sz="900"/>
            </a:p>
          </p:txBody>
        </p:sp>
        <p:sp>
          <p:nvSpPr>
            <p:cNvPr id="13" name="object 13"/>
            <p:cNvSpPr/>
            <p:nvPr/>
          </p:nvSpPr>
          <p:spPr>
            <a:xfrm>
              <a:off x="6918454" y="5198211"/>
              <a:ext cx="818515" cy="2540000"/>
            </a:xfrm>
            <a:custGeom>
              <a:avLst/>
              <a:gdLst/>
              <a:ahLst/>
              <a:cxnLst/>
              <a:rect l="l" t="t" r="r" b="b"/>
              <a:pathLst>
                <a:path w="818515" h="2540000">
                  <a:moveTo>
                    <a:pt x="0" y="0"/>
                  </a:moveTo>
                  <a:lnTo>
                    <a:pt x="817916" y="0"/>
                  </a:lnTo>
                  <a:lnTo>
                    <a:pt x="817916" y="2540000"/>
                  </a:lnTo>
                  <a:lnTo>
                    <a:pt x="0" y="2540000"/>
                  </a:lnTo>
                  <a:lnTo>
                    <a:pt x="0" y="0"/>
                  </a:lnTo>
                  <a:close/>
                </a:path>
              </a:pathLst>
            </a:custGeom>
            <a:ln w="50800" cap="rnd">
              <a:solidFill>
                <a:srgbClr val="11A766"/>
              </a:solidFill>
            </a:ln>
          </p:spPr>
          <p:txBody>
            <a:bodyPr wrap="square" lIns="0" tIns="0" rIns="0" bIns="0" rtlCol="0"/>
            <a:lstStyle/>
            <a:p>
              <a:endParaRPr sz="900"/>
            </a:p>
          </p:txBody>
        </p:sp>
      </p:grpSp>
      <p:sp>
        <p:nvSpPr>
          <p:cNvPr id="14" name="object 14"/>
          <p:cNvSpPr txBox="1"/>
          <p:nvPr/>
        </p:nvSpPr>
        <p:spPr>
          <a:xfrm>
            <a:off x="2168525" y="1936750"/>
            <a:ext cx="546100" cy="270510"/>
          </a:xfrm>
          <a:prstGeom prst="rect">
            <a:avLst/>
          </a:prstGeom>
        </p:spPr>
        <p:txBody>
          <a:bodyPr vert="horz" wrap="square" lIns="0" tIns="6350" rIns="0" bIns="0" rtlCol="0">
            <a:spAutoFit/>
          </a:bodyPr>
          <a:lstStyle/>
          <a:p>
            <a:pPr algn="ctr">
              <a:lnSpc>
                <a:spcPts val="1180"/>
              </a:lnSpc>
              <a:spcBef>
                <a:spcPts val="50"/>
              </a:spcBef>
            </a:pPr>
            <a:r>
              <a:rPr sz="1050" spc="-8"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你的乐趣</a:t>
            </a:r>
            <a:endParaRPr sz="1050" dirty="0">
              <a:latin typeface="江城圆体 400W" panose="020B0800000000000000" pitchFamily="34" charset="-128"/>
              <a:ea typeface="江城圆体 400W" panose="020B0800000000000000" pitchFamily="34" charset="-128"/>
              <a:cs typeface="微软雅黑" panose="020B0503020204020204" charset="-122"/>
            </a:endParaRPr>
          </a:p>
          <a:p>
            <a:pPr algn="ctr">
              <a:lnSpc>
                <a:spcPts val="880"/>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Your</a:t>
            </a:r>
            <a:r>
              <a:rPr sz="800" spc="-4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spc="-1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fun</a:t>
            </a:r>
            <a:endParaRPr sz="800" dirty="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5" name="object 15"/>
          <p:cNvSpPr txBox="1"/>
          <p:nvPr/>
        </p:nvSpPr>
        <p:spPr>
          <a:xfrm>
            <a:off x="1479550" y="3735582"/>
            <a:ext cx="3906838" cy="383540"/>
          </a:xfrm>
          <a:prstGeom prst="rect">
            <a:avLst/>
          </a:prstGeom>
        </p:spPr>
        <p:txBody>
          <a:bodyPr vert="horz" wrap="square" lIns="0" tIns="6350" rIns="0" bIns="0" rtlCol="0">
            <a:spAutoFit/>
          </a:bodyPr>
          <a:lstStyle/>
          <a:p>
            <a:pPr marL="3063240">
              <a:lnSpc>
                <a:spcPts val="1180"/>
              </a:lnSpc>
              <a:spcBef>
                <a:spcPts val="50"/>
              </a:spcBef>
            </a:pPr>
            <a:r>
              <a:rPr sz="1050" spc="-8"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你的目标</a:t>
            </a:r>
            <a:endParaRPr sz="1050" dirty="0">
              <a:latin typeface="江城圆体 400W" panose="020B0800000000000000" pitchFamily="34" charset="-128"/>
              <a:ea typeface="江城圆体 400W" panose="020B0800000000000000" pitchFamily="34" charset="-128"/>
              <a:cs typeface="微软雅黑" panose="020B0503020204020204" charset="-122"/>
            </a:endParaRPr>
          </a:p>
          <a:p>
            <a:pPr marL="3094355">
              <a:lnSpc>
                <a:spcPts val="880"/>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Your</a:t>
            </a:r>
            <a:r>
              <a:rPr sz="800" spc="-4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goal</a:t>
            </a:r>
            <a:endParaRPr sz="800" dirty="0">
              <a:latin typeface="江城圆体 400W" panose="020B0800000000000000" pitchFamily="34" charset="-128"/>
              <a:ea typeface="江城圆体 400W" panose="020B0800000000000000" pitchFamily="34" charset="-128"/>
              <a:cs typeface="微软雅黑" panose="020B0503020204020204" charset="-122"/>
            </a:endParaRPr>
          </a:p>
          <a:p>
            <a:pPr>
              <a:spcBef>
                <a:spcPts val="45"/>
              </a:spcBef>
            </a:pPr>
            <a:endParaRPr sz="700" dirty="0">
              <a:latin typeface="微软雅黑" panose="020B0503020204020204" charset="-122"/>
              <a:cs typeface="微软雅黑" panose="020B0503020204020204" charset="-122"/>
            </a:endParaRPr>
          </a:p>
        </p:txBody>
      </p:sp>
      <p:sp>
        <p:nvSpPr>
          <p:cNvPr id="16" name="object 16"/>
          <p:cNvSpPr txBox="1"/>
          <p:nvPr/>
        </p:nvSpPr>
        <p:spPr>
          <a:xfrm>
            <a:off x="3598927" y="2948356"/>
            <a:ext cx="127000" cy="531495"/>
          </a:xfrm>
          <a:prstGeom prst="rect">
            <a:avLst/>
          </a:prstGeom>
        </p:spPr>
        <p:txBody>
          <a:bodyPr vert="horz" wrap="square" lIns="0" tIns="19050" rIns="0" bIns="0" rtlCol="0">
            <a:spAutoFit/>
          </a:bodyPr>
          <a:lstStyle/>
          <a:p>
            <a:pPr marL="6350" marR="2540" algn="just">
              <a:lnSpc>
                <a:spcPts val="1000"/>
              </a:lnSpc>
              <a:spcBef>
                <a:spcPts val="150"/>
              </a:spcBef>
            </a:pPr>
            <a:r>
              <a:rPr sz="900" spc="-25" dirty="0">
                <a:solidFill>
                  <a:srgbClr val="212121"/>
                </a:solidFill>
                <a:latin typeface="微软雅黑" panose="020B0503020204020204" charset="-122"/>
                <a:cs typeface="微软雅黑" panose="020B0503020204020204" charset="-122"/>
              </a:rPr>
              <a:t>享受工作</a:t>
            </a:r>
            <a:endParaRPr sz="900">
              <a:latin typeface="微软雅黑" panose="020B0503020204020204" charset="-122"/>
              <a:cs typeface="微软雅黑" panose="020B0503020204020204" charset="-122"/>
            </a:endParaRPr>
          </a:p>
        </p:txBody>
      </p:sp>
      <p:sp>
        <p:nvSpPr>
          <p:cNvPr id="17" name="object 17"/>
          <p:cNvSpPr txBox="1"/>
          <p:nvPr/>
        </p:nvSpPr>
        <p:spPr>
          <a:xfrm>
            <a:off x="2884552" y="3151556"/>
            <a:ext cx="127000" cy="531495"/>
          </a:xfrm>
          <a:prstGeom prst="rect">
            <a:avLst/>
          </a:prstGeom>
        </p:spPr>
        <p:txBody>
          <a:bodyPr vert="horz" wrap="square" lIns="0" tIns="19050" rIns="0" bIns="0" rtlCol="0">
            <a:spAutoFit/>
          </a:bodyPr>
          <a:lstStyle/>
          <a:p>
            <a:pPr marL="6350" marR="2540" algn="just">
              <a:lnSpc>
                <a:spcPts val="1000"/>
              </a:lnSpc>
              <a:spcBef>
                <a:spcPts val="150"/>
              </a:spcBef>
            </a:pPr>
            <a:r>
              <a:rPr sz="900" spc="-25" dirty="0">
                <a:solidFill>
                  <a:srgbClr val="212121"/>
                </a:solidFill>
                <a:latin typeface="微软雅黑" panose="020B0503020204020204" charset="-122"/>
                <a:cs typeface="微软雅黑" panose="020B0503020204020204" charset="-122"/>
              </a:rPr>
              <a:t>享受赚钱</a:t>
            </a:r>
            <a:endParaRPr sz="900">
              <a:latin typeface="微软雅黑" panose="020B0503020204020204" charset="-122"/>
              <a:cs typeface="微软雅黑" panose="020B0503020204020204" charset="-122"/>
            </a:endParaRPr>
          </a:p>
        </p:txBody>
      </p:sp>
      <p:grpSp>
        <p:nvGrpSpPr>
          <p:cNvPr id="18" name="object 18"/>
          <p:cNvGrpSpPr/>
          <p:nvPr/>
        </p:nvGrpSpPr>
        <p:grpSpPr>
          <a:xfrm>
            <a:off x="2175488" y="2229217"/>
            <a:ext cx="2307908" cy="1808163"/>
            <a:chOff x="4350975" y="4458433"/>
            <a:chExt cx="4615815" cy="3616325"/>
          </a:xfrm>
        </p:grpSpPr>
        <p:sp>
          <p:nvSpPr>
            <p:cNvPr id="19" name="object 19"/>
            <p:cNvSpPr/>
            <p:nvPr/>
          </p:nvSpPr>
          <p:spPr>
            <a:xfrm>
              <a:off x="4350975" y="7506851"/>
              <a:ext cx="4615815" cy="476250"/>
            </a:xfrm>
            <a:custGeom>
              <a:avLst/>
              <a:gdLst/>
              <a:ahLst/>
              <a:cxnLst/>
              <a:rect l="l" t="t" r="r" b="b"/>
              <a:pathLst>
                <a:path w="4615815" h="476250">
                  <a:moveTo>
                    <a:pt x="4225807" y="0"/>
                  </a:moveTo>
                  <a:lnTo>
                    <a:pt x="4188325" y="19209"/>
                  </a:lnTo>
                  <a:lnTo>
                    <a:pt x="4183524" y="35246"/>
                  </a:lnTo>
                  <a:lnTo>
                    <a:pt x="4185167" y="49202"/>
                  </a:lnTo>
                  <a:lnTo>
                    <a:pt x="4191759" y="61646"/>
                  </a:lnTo>
                  <a:lnTo>
                    <a:pt x="4202882" y="71088"/>
                  </a:lnTo>
                  <a:lnTo>
                    <a:pt x="4431793" y="199685"/>
                  </a:lnTo>
                  <a:lnTo>
                    <a:pt x="38078" y="202122"/>
                  </a:lnTo>
                  <a:lnTo>
                    <a:pt x="23249" y="205125"/>
                  </a:lnTo>
                  <a:lnTo>
                    <a:pt x="11143" y="213297"/>
                  </a:lnTo>
                  <a:lnTo>
                    <a:pt x="2985" y="225412"/>
                  </a:lnTo>
                  <a:lnTo>
                    <a:pt x="0" y="240244"/>
                  </a:lnTo>
                  <a:lnTo>
                    <a:pt x="3002" y="255072"/>
                  </a:lnTo>
                  <a:lnTo>
                    <a:pt x="11173" y="267178"/>
                  </a:lnTo>
                  <a:lnTo>
                    <a:pt x="23288" y="275336"/>
                  </a:lnTo>
                  <a:lnTo>
                    <a:pt x="38120" y="278322"/>
                  </a:lnTo>
                  <a:lnTo>
                    <a:pt x="4431844" y="275873"/>
                  </a:lnTo>
                  <a:lnTo>
                    <a:pt x="4203067" y="404724"/>
                  </a:lnTo>
                  <a:lnTo>
                    <a:pt x="4191615" y="414610"/>
                  </a:lnTo>
                  <a:lnTo>
                    <a:pt x="4185070" y="427668"/>
                  </a:lnTo>
                  <a:lnTo>
                    <a:pt x="4183899" y="442227"/>
                  </a:lnTo>
                  <a:lnTo>
                    <a:pt x="4188569" y="456618"/>
                  </a:lnTo>
                  <a:lnTo>
                    <a:pt x="4198455" y="468070"/>
                  </a:lnTo>
                  <a:lnTo>
                    <a:pt x="4211513" y="474615"/>
                  </a:lnTo>
                  <a:lnTo>
                    <a:pt x="4226071" y="475786"/>
                  </a:lnTo>
                  <a:lnTo>
                    <a:pt x="4240462" y="471117"/>
                  </a:lnTo>
                  <a:lnTo>
                    <a:pt x="4595952" y="270894"/>
                  </a:lnTo>
                  <a:lnTo>
                    <a:pt x="4610509" y="256412"/>
                  </a:lnTo>
                  <a:lnTo>
                    <a:pt x="4615354" y="237676"/>
                  </a:lnTo>
                  <a:lnTo>
                    <a:pt x="4610488" y="218945"/>
                  </a:lnTo>
                  <a:lnTo>
                    <a:pt x="4595915" y="204480"/>
                  </a:lnTo>
                  <a:lnTo>
                    <a:pt x="4240203" y="4653"/>
                  </a:lnTo>
                  <a:lnTo>
                    <a:pt x="4225807" y="0"/>
                  </a:lnTo>
                  <a:close/>
                </a:path>
              </a:pathLst>
            </a:custGeom>
            <a:solidFill>
              <a:srgbClr val="212121"/>
            </a:solidFill>
          </p:spPr>
          <p:txBody>
            <a:bodyPr wrap="square" lIns="0" tIns="0" rIns="0" bIns="0" rtlCol="0"/>
            <a:lstStyle/>
            <a:p>
              <a:endParaRPr sz="900"/>
            </a:p>
          </p:txBody>
        </p:sp>
        <p:sp>
          <p:nvSpPr>
            <p:cNvPr id="20" name="object 20"/>
            <p:cNvSpPr/>
            <p:nvPr/>
          </p:nvSpPr>
          <p:spPr>
            <a:xfrm>
              <a:off x="4896572" y="5173406"/>
              <a:ext cx="3248025" cy="6350"/>
            </a:xfrm>
            <a:custGeom>
              <a:avLst/>
              <a:gdLst/>
              <a:ahLst/>
              <a:cxnLst/>
              <a:rect l="l" t="t" r="r" b="b"/>
              <a:pathLst>
                <a:path w="3248025" h="6350">
                  <a:moveTo>
                    <a:pt x="0" y="0"/>
                  </a:moveTo>
                  <a:lnTo>
                    <a:pt x="3247432" y="5756"/>
                  </a:lnTo>
                </a:path>
              </a:pathLst>
            </a:custGeom>
            <a:ln w="38100">
              <a:solidFill>
                <a:srgbClr val="212121"/>
              </a:solidFill>
              <a:prstDash val="dash"/>
            </a:ln>
          </p:spPr>
          <p:txBody>
            <a:bodyPr wrap="square" lIns="0" tIns="0" rIns="0" bIns="0" rtlCol="0"/>
            <a:lstStyle/>
            <a:p>
              <a:endParaRPr sz="900"/>
            </a:p>
          </p:txBody>
        </p:sp>
        <p:sp>
          <p:nvSpPr>
            <p:cNvPr id="21" name="object 21"/>
            <p:cNvSpPr/>
            <p:nvPr/>
          </p:nvSpPr>
          <p:spPr>
            <a:xfrm>
              <a:off x="4904932" y="5983601"/>
              <a:ext cx="1619250" cy="0"/>
            </a:xfrm>
            <a:custGeom>
              <a:avLst/>
              <a:gdLst/>
              <a:ahLst/>
              <a:cxnLst/>
              <a:rect l="l" t="t" r="r" b="b"/>
              <a:pathLst>
                <a:path w="1619250">
                  <a:moveTo>
                    <a:pt x="0" y="0"/>
                  </a:moveTo>
                  <a:lnTo>
                    <a:pt x="1618793" y="0"/>
                  </a:lnTo>
                </a:path>
              </a:pathLst>
            </a:custGeom>
            <a:ln w="38100">
              <a:solidFill>
                <a:srgbClr val="212121"/>
              </a:solidFill>
              <a:prstDash val="dash"/>
            </a:ln>
          </p:spPr>
          <p:txBody>
            <a:bodyPr wrap="square" lIns="0" tIns="0" rIns="0" bIns="0" rtlCol="0"/>
            <a:lstStyle/>
            <a:p>
              <a:endParaRPr sz="900" dirty="0"/>
            </a:p>
          </p:txBody>
        </p:sp>
        <p:sp>
          <p:nvSpPr>
            <p:cNvPr id="22" name="object 22"/>
            <p:cNvSpPr/>
            <p:nvPr/>
          </p:nvSpPr>
          <p:spPr>
            <a:xfrm>
              <a:off x="4642211" y="4458433"/>
              <a:ext cx="476250" cy="3616325"/>
            </a:xfrm>
            <a:custGeom>
              <a:avLst/>
              <a:gdLst/>
              <a:ahLst/>
              <a:cxnLst/>
              <a:rect l="l" t="t" r="r" b="b"/>
              <a:pathLst>
                <a:path w="476250" h="3616325">
                  <a:moveTo>
                    <a:pt x="237892" y="0"/>
                  </a:moveTo>
                  <a:lnTo>
                    <a:pt x="219159" y="4855"/>
                  </a:lnTo>
                  <a:lnTo>
                    <a:pt x="204686" y="19421"/>
                  </a:lnTo>
                  <a:lnTo>
                    <a:pt x="4661" y="375021"/>
                  </a:lnTo>
                  <a:lnTo>
                    <a:pt x="0" y="389414"/>
                  </a:lnTo>
                  <a:lnTo>
                    <a:pt x="1179" y="403972"/>
                  </a:lnTo>
                  <a:lnTo>
                    <a:pt x="7731" y="417028"/>
                  </a:lnTo>
                  <a:lnTo>
                    <a:pt x="19188" y="426913"/>
                  </a:lnTo>
                  <a:lnTo>
                    <a:pt x="33582" y="431572"/>
                  </a:lnTo>
                  <a:lnTo>
                    <a:pt x="48140" y="430393"/>
                  </a:lnTo>
                  <a:lnTo>
                    <a:pt x="61194" y="423841"/>
                  </a:lnTo>
                  <a:lnTo>
                    <a:pt x="71074" y="412384"/>
                  </a:lnTo>
                  <a:lnTo>
                    <a:pt x="199794" y="183543"/>
                  </a:lnTo>
                  <a:lnTo>
                    <a:pt x="199792" y="3578229"/>
                  </a:lnTo>
                  <a:lnTo>
                    <a:pt x="202786" y="3593059"/>
                  </a:lnTo>
                  <a:lnTo>
                    <a:pt x="210952" y="3605169"/>
                  </a:lnTo>
                  <a:lnTo>
                    <a:pt x="223062" y="3613335"/>
                  </a:lnTo>
                  <a:lnTo>
                    <a:pt x="237892" y="3616329"/>
                  </a:lnTo>
                  <a:lnTo>
                    <a:pt x="252723" y="3613335"/>
                  </a:lnTo>
                  <a:lnTo>
                    <a:pt x="264833" y="3605169"/>
                  </a:lnTo>
                  <a:lnTo>
                    <a:pt x="272998" y="3593059"/>
                  </a:lnTo>
                  <a:lnTo>
                    <a:pt x="275992" y="3578229"/>
                  </a:lnTo>
                  <a:lnTo>
                    <a:pt x="275981" y="183518"/>
                  </a:lnTo>
                  <a:lnTo>
                    <a:pt x="404711" y="412384"/>
                  </a:lnTo>
                  <a:lnTo>
                    <a:pt x="414158" y="423499"/>
                  </a:lnTo>
                  <a:lnTo>
                    <a:pt x="426605" y="430085"/>
                  </a:lnTo>
                  <a:lnTo>
                    <a:pt x="440563" y="431723"/>
                  </a:lnTo>
                  <a:lnTo>
                    <a:pt x="454539" y="427993"/>
                  </a:lnTo>
                  <a:lnTo>
                    <a:pt x="456596" y="426913"/>
                  </a:lnTo>
                  <a:lnTo>
                    <a:pt x="468054" y="417028"/>
                  </a:lnTo>
                  <a:lnTo>
                    <a:pt x="474606" y="403972"/>
                  </a:lnTo>
                  <a:lnTo>
                    <a:pt x="475785" y="389414"/>
                  </a:lnTo>
                  <a:lnTo>
                    <a:pt x="471124" y="375021"/>
                  </a:lnTo>
                  <a:lnTo>
                    <a:pt x="271099" y="19421"/>
                  </a:lnTo>
                  <a:lnTo>
                    <a:pt x="256625" y="4855"/>
                  </a:lnTo>
                  <a:lnTo>
                    <a:pt x="237892" y="0"/>
                  </a:lnTo>
                  <a:close/>
                </a:path>
              </a:pathLst>
            </a:custGeom>
            <a:solidFill>
              <a:srgbClr val="212121"/>
            </a:solidFill>
          </p:spPr>
          <p:txBody>
            <a:bodyPr wrap="square" lIns="0" tIns="0" rIns="0" bIns="0" rtlCol="0"/>
            <a:lstStyle/>
            <a:p>
              <a:endParaRPr sz="900"/>
            </a:p>
          </p:txBody>
        </p:sp>
      </p:grpSp>
      <p:sp>
        <p:nvSpPr>
          <p:cNvPr id="23" name="object 23"/>
          <p:cNvSpPr txBox="1"/>
          <p:nvPr/>
        </p:nvSpPr>
        <p:spPr>
          <a:xfrm>
            <a:off x="1855098" y="5101591"/>
            <a:ext cx="3053914" cy="459105"/>
          </a:xfrm>
          <a:prstGeom prst="rect">
            <a:avLst/>
          </a:prstGeom>
        </p:spPr>
        <p:txBody>
          <a:bodyPr vert="horz" wrap="square" lIns="0" tIns="0" rIns="0" bIns="0" rtlCol="0">
            <a:spAutoFit/>
          </a:bodyPr>
          <a:lstStyle/>
          <a:p>
            <a:pPr marL="6350">
              <a:lnSpc>
                <a:spcPts val="1910"/>
              </a:lnSpc>
              <a:tabLst>
                <a:tab pos="635635" algn="l"/>
              </a:tabLst>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16	</a:t>
            </a:r>
            <a:r>
              <a:rPr sz="150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「我们」总是能打败「我」</a:t>
            </a:r>
            <a:endParaRPr sz="1500" b="1" dirty="0">
              <a:latin typeface="江城圆体 600W" panose="020B0800000000000000" pitchFamily="34" charset="-128"/>
              <a:ea typeface="江城圆体 600W" panose="020B0800000000000000" pitchFamily="34" charset="-128"/>
              <a:cs typeface="微软雅黑" panose="020B0503020204020204" charset="-122"/>
            </a:endParaRPr>
          </a:p>
          <a:p>
            <a:pPr marL="1037590">
              <a:spcBef>
                <a:spcPts val="590"/>
              </a:spcBef>
            </a:pPr>
            <a:r>
              <a:rPr sz="9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We always beat me</a:t>
            </a:r>
            <a:endParaRPr sz="9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24" name="object 24"/>
          <p:cNvSpPr/>
          <p:nvPr/>
        </p:nvSpPr>
        <p:spPr>
          <a:xfrm>
            <a:off x="4243594" y="6928301"/>
            <a:ext cx="778124" cy="2223"/>
          </a:xfrm>
          <a:custGeom>
            <a:avLst/>
            <a:gdLst/>
            <a:ahLst/>
            <a:cxnLst/>
            <a:rect l="l" t="t" r="r" b="b"/>
            <a:pathLst>
              <a:path w="1221740" h="4444">
                <a:moveTo>
                  <a:pt x="0" y="0"/>
                </a:moveTo>
                <a:lnTo>
                  <a:pt x="1221279" y="3837"/>
                </a:lnTo>
              </a:path>
            </a:pathLst>
          </a:custGeom>
          <a:ln w="76199">
            <a:solidFill>
              <a:srgbClr val="212121"/>
            </a:solidFill>
          </a:ln>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25" name="object 25"/>
          <p:cNvSpPr txBox="1"/>
          <p:nvPr/>
        </p:nvSpPr>
        <p:spPr>
          <a:xfrm>
            <a:off x="1553285" y="5679441"/>
            <a:ext cx="974677" cy="455930"/>
          </a:xfrm>
          <a:prstGeom prst="rect">
            <a:avLst/>
          </a:prstGeom>
        </p:spPr>
        <p:txBody>
          <a:bodyPr vert="horz" wrap="square" lIns="0" tIns="6350" rIns="0" bIns="0" rtlCol="0">
            <a:spAutoFit/>
          </a:bodyPr>
          <a:lstStyle/>
          <a:p>
            <a:pPr marL="19050">
              <a:spcBef>
                <a:spcPts val="50"/>
              </a:spcBef>
            </a:pPr>
            <a:r>
              <a:rPr sz="45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r>
              <a:rPr sz="4500" b="1" spc="217"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 </a:t>
            </a:r>
            <a:r>
              <a:rPr b="1" spc="-2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你</a:t>
            </a:r>
            <a:endParaRPr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26" name="object 26"/>
          <p:cNvSpPr txBox="1"/>
          <p:nvPr/>
        </p:nvSpPr>
        <p:spPr>
          <a:xfrm>
            <a:off x="2073375" y="6060441"/>
            <a:ext cx="284719" cy="144780"/>
          </a:xfrm>
          <a:prstGeom prst="rect">
            <a:avLst/>
          </a:prstGeom>
        </p:spPr>
        <p:txBody>
          <a:bodyPr vert="horz" wrap="square" lIns="0" tIns="6350" rIns="0" bIns="0" rtlCol="0">
            <a:spAutoFit/>
          </a:bodyPr>
          <a:lstStyle/>
          <a:p>
            <a:pPr marL="6350">
              <a:spcBef>
                <a:spcPts val="50"/>
              </a:spcBef>
            </a:pPr>
            <a:r>
              <a:rPr sz="900" b="1" spc="-13"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You</a:t>
            </a:r>
            <a:endParaRPr sz="900"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27" name="object 27"/>
          <p:cNvSpPr txBox="1"/>
          <p:nvPr/>
        </p:nvSpPr>
        <p:spPr>
          <a:xfrm>
            <a:off x="1553285" y="6568441"/>
            <a:ext cx="974677" cy="455930"/>
          </a:xfrm>
          <a:prstGeom prst="rect">
            <a:avLst/>
          </a:prstGeom>
        </p:spPr>
        <p:txBody>
          <a:bodyPr vert="horz" wrap="square" lIns="0" tIns="6350" rIns="0" bIns="0" rtlCol="0">
            <a:spAutoFit/>
          </a:bodyPr>
          <a:lstStyle/>
          <a:p>
            <a:pPr marL="19050">
              <a:spcBef>
                <a:spcPts val="50"/>
              </a:spcBef>
            </a:pPr>
            <a:r>
              <a:rPr sz="45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r>
              <a:rPr sz="4500" b="1" spc="217"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 </a:t>
            </a:r>
            <a:r>
              <a:rPr b="1" spc="-2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你</a:t>
            </a:r>
            <a:endParaRPr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28" name="object 28"/>
          <p:cNvSpPr txBox="1"/>
          <p:nvPr/>
        </p:nvSpPr>
        <p:spPr>
          <a:xfrm>
            <a:off x="2073375" y="6949441"/>
            <a:ext cx="284719" cy="144780"/>
          </a:xfrm>
          <a:prstGeom prst="rect">
            <a:avLst/>
          </a:prstGeom>
        </p:spPr>
        <p:txBody>
          <a:bodyPr vert="horz" wrap="square" lIns="0" tIns="6350" rIns="0" bIns="0" rtlCol="0">
            <a:spAutoFit/>
          </a:bodyPr>
          <a:lstStyle/>
          <a:p>
            <a:pPr marL="6350">
              <a:spcBef>
                <a:spcPts val="50"/>
              </a:spcBef>
            </a:pPr>
            <a:r>
              <a:rPr sz="900" b="1" spc="-13"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You</a:t>
            </a:r>
            <a:endParaRPr sz="900"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29" name="object 29"/>
          <p:cNvSpPr txBox="1"/>
          <p:nvPr/>
        </p:nvSpPr>
        <p:spPr>
          <a:xfrm>
            <a:off x="2855035" y="5831841"/>
            <a:ext cx="598557" cy="370205"/>
          </a:xfrm>
          <a:prstGeom prst="rect">
            <a:avLst/>
          </a:prstGeom>
        </p:spPr>
        <p:txBody>
          <a:bodyPr vert="horz" wrap="square" lIns="0" tIns="6350" rIns="0" bIns="0" rtlCol="0">
            <a:spAutoFit/>
          </a:bodyPr>
          <a:lstStyle/>
          <a:p>
            <a:pPr algn="ctr">
              <a:lnSpc>
                <a:spcPts val="2080"/>
              </a:lnSpc>
              <a:spcBef>
                <a:spcPts val="50"/>
              </a:spcBef>
            </a:pPr>
            <a:r>
              <a:rPr b="1" spc="-13"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朋友</a:t>
            </a:r>
            <a:endParaRPr b="1">
              <a:latin typeface="江城圆体 600W" panose="020B0800000000000000" pitchFamily="34" charset="-128"/>
              <a:ea typeface="江城圆体 600W" panose="020B0800000000000000" pitchFamily="34" charset="-128"/>
              <a:cs typeface="微软雅黑" panose="020B0503020204020204" charset="-122"/>
            </a:endParaRPr>
          </a:p>
          <a:p>
            <a:pPr algn="ctr">
              <a:lnSpc>
                <a:spcPts val="760"/>
              </a:lnSpc>
            </a:pPr>
            <a:r>
              <a:rPr sz="700" b="1" spc="-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Friend</a:t>
            </a:r>
            <a:endParaRPr sz="700"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30" name="object 30"/>
          <p:cNvSpPr txBox="1"/>
          <p:nvPr/>
        </p:nvSpPr>
        <p:spPr>
          <a:xfrm>
            <a:off x="2855035" y="6720841"/>
            <a:ext cx="598557" cy="370205"/>
          </a:xfrm>
          <a:prstGeom prst="rect">
            <a:avLst/>
          </a:prstGeom>
        </p:spPr>
        <p:txBody>
          <a:bodyPr vert="horz" wrap="square" lIns="0" tIns="6350" rIns="0" bIns="0" rtlCol="0">
            <a:spAutoFit/>
          </a:bodyPr>
          <a:lstStyle/>
          <a:p>
            <a:pPr algn="ctr">
              <a:lnSpc>
                <a:spcPts val="2080"/>
              </a:lnSpc>
              <a:spcBef>
                <a:spcPts val="50"/>
              </a:spcBef>
            </a:pPr>
            <a:r>
              <a:rPr b="1" spc="-13"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朋友</a:t>
            </a:r>
            <a:endParaRPr b="1">
              <a:latin typeface="江城圆体 600W" panose="020B0800000000000000" pitchFamily="34" charset="-128"/>
              <a:ea typeface="江城圆体 600W" panose="020B0800000000000000" pitchFamily="34" charset="-128"/>
              <a:cs typeface="微软雅黑" panose="020B0503020204020204" charset="-122"/>
            </a:endParaRPr>
          </a:p>
          <a:p>
            <a:pPr algn="ctr">
              <a:lnSpc>
                <a:spcPts val="760"/>
              </a:lnSpc>
            </a:pPr>
            <a:r>
              <a:rPr sz="700" b="1" spc="-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Friend</a:t>
            </a:r>
            <a:endParaRPr sz="700"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31" name="object 31"/>
          <p:cNvSpPr txBox="1"/>
          <p:nvPr/>
        </p:nvSpPr>
        <p:spPr>
          <a:xfrm>
            <a:off x="4605157" y="6079491"/>
            <a:ext cx="483699" cy="144780"/>
          </a:xfrm>
          <a:prstGeom prst="rect">
            <a:avLst/>
          </a:prstGeom>
        </p:spPr>
        <p:txBody>
          <a:bodyPr vert="horz" wrap="square" lIns="0" tIns="6350" rIns="0" bIns="0" rtlCol="0">
            <a:spAutoFit/>
          </a:bodyPr>
          <a:lstStyle/>
          <a:p>
            <a:pPr marL="6350">
              <a:spcBef>
                <a:spcPts val="50"/>
              </a:spcBef>
            </a:pPr>
            <a:r>
              <a:rPr sz="900" b="1" spc="-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Happy</a:t>
            </a:r>
            <a:endParaRPr sz="900"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32" name="object 32"/>
          <p:cNvSpPr txBox="1"/>
          <p:nvPr/>
        </p:nvSpPr>
        <p:spPr>
          <a:xfrm>
            <a:off x="4312360" y="6492241"/>
            <a:ext cx="598557" cy="375285"/>
          </a:xfrm>
          <a:prstGeom prst="rect">
            <a:avLst/>
          </a:prstGeom>
        </p:spPr>
        <p:txBody>
          <a:bodyPr vert="horz" wrap="square" lIns="0" tIns="6350" rIns="0" bIns="0" rtlCol="0">
            <a:spAutoFit/>
          </a:bodyPr>
          <a:lstStyle/>
          <a:p>
            <a:pPr algn="ctr">
              <a:lnSpc>
                <a:spcPts val="1980"/>
              </a:lnSpc>
              <a:spcBef>
                <a:spcPts val="50"/>
              </a:spcBef>
            </a:pPr>
            <a:r>
              <a:rPr b="1" spc="-13"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痛苦</a:t>
            </a:r>
            <a:endParaRPr b="1">
              <a:latin typeface="江城圆体 600W" panose="020B0800000000000000" pitchFamily="34" charset="-128"/>
              <a:ea typeface="江城圆体 600W" panose="020B0800000000000000" pitchFamily="34" charset="-128"/>
              <a:cs typeface="微软雅黑" panose="020B0503020204020204" charset="-122"/>
            </a:endParaRPr>
          </a:p>
          <a:p>
            <a:pPr algn="ctr">
              <a:lnSpc>
                <a:spcPts val="900"/>
              </a:lnSpc>
            </a:pPr>
            <a:r>
              <a:rPr sz="900" b="1" spc="2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Pain</a:t>
            </a:r>
            <a:endParaRPr sz="900"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33" name="object 33"/>
          <p:cNvSpPr txBox="1"/>
          <p:nvPr/>
        </p:nvSpPr>
        <p:spPr>
          <a:xfrm>
            <a:off x="4373605" y="5850891"/>
            <a:ext cx="836362" cy="283210"/>
          </a:xfrm>
          <a:prstGeom prst="rect">
            <a:avLst/>
          </a:prstGeom>
        </p:spPr>
        <p:txBody>
          <a:bodyPr vert="horz" wrap="square" lIns="0" tIns="6350" rIns="0" bIns="0" rtlCol="0">
            <a:spAutoFit/>
          </a:bodyPr>
          <a:lstStyle/>
          <a:p>
            <a:pPr marL="6350">
              <a:spcBef>
                <a:spcPts val="50"/>
              </a:spcBef>
            </a:pPr>
            <a:r>
              <a:rPr sz="2250" b="1" baseline="-13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X</a:t>
            </a:r>
            <a:r>
              <a:rPr sz="2250" b="1" spc="75" baseline="-13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 </a:t>
            </a:r>
            <a:r>
              <a:rPr b="1" spc="-13"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快乐</a:t>
            </a:r>
            <a:endParaRPr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34" name="object 34"/>
          <p:cNvSpPr txBox="1"/>
          <p:nvPr/>
        </p:nvSpPr>
        <p:spPr>
          <a:xfrm>
            <a:off x="4529646" y="6946900"/>
            <a:ext cx="237173" cy="467995"/>
          </a:xfrm>
          <a:prstGeom prst="rect">
            <a:avLst/>
          </a:prstGeom>
        </p:spPr>
        <p:txBody>
          <a:bodyPr vert="horz" wrap="square" lIns="0" tIns="6350" rIns="0" bIns="0" rtlCol="0">
            <a:spAutoFit/>
          </a:bodyPr>
          <a:lstStyle/>
          <a:p>
            <a:pPr marL="6350">
              <a:spcBef>
                <a:spcPts val="50"/>
              </a:spcBef>
            </a:pPr>
            <a:r>
              <a:rPr sz="3000" spc="8" dirty="0">
                <a:solidFill>
                  <a:srgbClr val="11A766"/>
                </a:solidFill>
                <a:latin typeface="微软雅黑" panose="020B0503020204020204" charset="-122"/>
                <a:cs typeface="微软雅黑" panose="020B0503020204020204" charset="-122"/>
              </a:rPr>
              <a:t>2</a:t>
            </a:r>
            <a:endParaRPr sz="3000">
              <a:latin typeface="微软雅黑" panose="020B0503020204020204" charset="-122"/>
              <a:cs typeface="微软雅黑" panose="020B0503020204020204" charset="-122"/>
            </a:endParaRPr>
          </a:p>
        </p:txBody>
      </p:sp>
      <p:sp>
        <p:nvSpPr>
          <p:cNvPr id="35" name="object 35"/>
          <p:cNvSpPr txBox="1"/>
          <p:nvPr/>
        </p:nvSpPr>
        <p:spPr>
          <a:xfrm>
            <a:off x="2472320" y="5800091"/>
            <a:ext cx="2377646" cy="467995"/>
          </a:xfrm>
          <a:prstGeom prst="rect">
            <a:avLst/>
          </a:prstGeom>
        </p:spPr>
        <p:txBody>
          <a:bodyPr vert="horz" wrap="square" lIns="0" tIns="6350" rIns="0" bIns="0" rtlCol="0">
            <a:spAutoFit/>
          </a:bodyPr>
          <a:lstStyle/>
          <a:p>
            <a:pPr marL="6350">
              <a:spcBef>
                <a:spcPts val="50"/>
              </a:spcBef>
              <a:tabLst>
                <a:tab pos="1263015" algn="l"/>
              </a:tabLst>
            </a:pPr>
            <a:r>
              <a:rPr sz="3000" b="1" spc="198"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r>
              <a:rPr sz="300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	</a:t>
            </a:r>
            <a:r>
              <a:rPr sz="3000" b="1" spc="223"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r>
              <a:rPr sz="3000" b="1" spc="323"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 </a:t>
            </a:r>
            <a:r>
              <a:rPr sz="3000" b="1" spc="-25" dirty="0">
                <a:solidFill>
                  <a:srgbClr val="11A766"/>
                </a:solidFill>
                <a:latin typeface="江城圆体 600W" panose="020B0800000000000000" pitchFamily="34" charset="-128"/>
                <a:ea typeface="江城圆体 600W" panose="020B0800000000000000" pitchFamily="34" charset="-128"/>
                <a:cs typeface="微软雅黑" panose="020B0503020204020204" charset="-122"/>
              </a:rPr>
              <a:t>2</a:t>
            </a:r>
            <a:endParaRPr sz="30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36" name="object 36"/>
          <p:cNvSpPr txBox="1"/>
          <p:nvPr/>
        </p:nvSpPr>
        <p:spPr>
          <a:xfrm>
            <a:off x="2472320" y="6689091"/>
            <a:ext cx="1913360" cy="467995"/>
          </a:xfrm>
          <a:prstGeom prst="rect">
            <a:avLst/>
          </a:prstGeom>
        </p:spPr>
        <p:txBody>
          <a:bodyPr vert="horz" wrap="square" lIns="0" tIns="6350" rIns="0" bIns="0" rtlCol="0">
            <a:spAutoFit/>
          </a:bodyPr>
          <a:lstStyle/>
          <a:p>
            <a:pPr marL="6350">
              <a:spcBef>
                <a:spcPts val="50"/>
              </a:spcBef>
              <a:tabLst>
                <a:tab pos="1263015" algn="l"/>
              </a:tabLst>
            </a:pPr>
            <a:r>
              <a:rPr sz="3000" b="1" spc="198"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r>
              <a:rPr sz="300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	</a:t>
            </a:r>
            <a:r>
              <a:rPr sz="3000" b="1" spc="198"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3000" b="1">
              <a:latin typeface="江城圆体 600W" panose="020B0800000000000000" pitchFamily="34" charset="-128"/>
              <a:ea typeface="江城圆体 600W" panose="020B0800000000000000" pitchFamily="34" charset="-128"/>
              <a:cs typeface="PMingLiU" panose="02020500000000000000" charset="-120"/>
            </a:endParaRPr>
          </a:p>
        </p:txBody>
      </p:sp>
      <p:pic>
        <p:nvPicPr>
          <p:cNvPr id="37" name="object 37"/>
          <p:cNvPicPr/>
          <p:nvPr/>
        </p:nvPicPr>
        <p:blipFill>
          <a:blip r:embed="rId2" cstate="print"/>
          <a:stretch>
            <a:fillRect/>
          </a:stretch>
        </p:blipFill>
        <p:spPr>
          <a:xfrm>
            <a:off x="3189837" y="8851900"/>
            <a:ext cx="486698" cy="292100"/>
          </a:xfrm>
          <a:prstGeom prst="rect">
            <a:avLst/>
          </a:prstGeom>
        </p:spPr>
      </p:pic>
      <p:sp>
        <p:nvSpPr>
          <p:cNvPr id="39" name="文本框 38"/>
          <p:cNvSpPr txBox="1"/>
          <p:nvPr/>
        </p:nvSpPr>
        <p:spPr>
          <a:xfrm>
            <a:off x="1724025" y="4154780"/>
            <a:ext cx="3429000" cy="647065"/>
          </a:xfrm>
          <a:prstGeom prst="rect">
            <a:avLst/>
          </a:prstGeom>
          <a:noFill/>
        </p:spPr>
        <p:txBody>
          <a:bodyPr wrap="square">
            <a:spAutoFit/>
          </a:bodyPr>
          <a:lstStyle/>
          <a:p>
            <a:pPr marL="6350" marR="2540">
              <a:lnSpc>
                <a:spcPct val="115000"/>
              </a:lnSpc>
            </a:pPr>
            <a:r>
              <a:rPr lang="zh-CN" altLang="en-US" sz="1050" spc="3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为金钱奋战终究会残害我们的灵魂，应该要因应收入调整生活水</a:t>
            </a:r>
            <a:r>
              <a:rPr lang="zh-CN" altLang="en-US" sz="1050" spc="-2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准，而非倒过来，虽然这样不容易，但最终都是值得的。</a:t>
            </a:r>
            <a:endParaRPr lang="zh-CN" altLang="en-US"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42" name="object 25"/>
          <p:cNvSpPr txBox="1"/>
          <p:nvPr/>
        </p:nvSpPr>
        <p:spPr>
          <a:xfrm>
            <a:off x="3459227" y="5511391"/>
            <a:ext cx="974677" cy="455930"/>
          </a:xfrm>
          <a:prstGeom prst="rect">
            <a:avLst/>
          </a:prstGeom>
        </p:spPr>
        <p:txBody>
          <a:bodyPr vert="horz" wrap="square" lIns="0" tIns="6350" rIns="0" bIns="0" rtlCol="0">
            <a:spAutoFit/>
          </a:bodyPr>
          <a:lstStyle/>
          <a:p>
            <a:pPr marL="19050">
              <a:spcBef>
                <a:spcPts val="50"/>
              </a:spcBef>
            </a:pPr>
            <a:r>
              <a:rPr lang="zh-CN" altLang="en-US" sz="45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43" name="object 25"/>
          <p:cNvSpPr txBox="1"/>
          <p:nvPr/>
        </p:nvSpPr>
        <p:spPr>
          <a:xfrm>
            <a:off x="3421127" y="6390641"/>
            <a:ext cx="974677" cy="455930"/>
          </a:xfrm>
          <a:prstGeom prst="rect">
            <a:avLst/>
          </a:prstGeom>
        </p:spPr>
        <p:txBody>
          <a:bodyPr vert="horz" wrap="square" lIns="0" tIns="6350" rIns="0" bIns="0" rtlCol="0">
            <a:spAutoFit/>
          </a:bodyPr>
          <a:lstStyle/>
          <a:p>
            <a:pPr marL="19050">
              <a:spcBef>
                <a:spcPts val="50"/>
              </a:spcBef>
            </a:pPr>
            <a:r>
              <a:rPr lang="zh-CN" altLang="en-US" sz="45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b="1" dirty="0">
              <a:latin typeface="江城圆体 600W" panose="020B0800000000000000" pitchFamily="34" charset="-128"/>
              <a:ea typeface="江城圆体 600W" panose="020B0800000000000000" pitchFamily="34" charset="-128"/>
              <a:cs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PMingLiU" panose="02020500000000000000" charset="-120"/>
                <a:cs typeface="PMingLiU" panose="02020500000000000000" charset="-120"/>
              </a:rPr>
              <a:t>宫了了的思维工具箱</a:t>
            </a:r>
            <a:endParaRPr sz="900">
              <a:latin typeface="PMingLiU" panose="02020500000000000000" charset="-120"/>
              <a:cs typeface="PMingLiU" panose="02020500000000000000" charset="-120"/>
            </a:endParaRPr>
          </a:p>
        </p:txBody>
      </p:sp>
      <p:sp>
        <p:nvSpPr>
          <p:cNvPr id="3" name="object 3"/>
          <p:cNvSpPr txBox="1"/>
          <p:nvPr/>
        </p:nvSpPr>
        <p:spPr>
          <a:xfrm>
            <a:off x="1536700" y="7519670"/>
            <a:ext cx="3788410" cy="376555"/>
          </a:xfrm>
          <a:prstGeom prst="rect">
            <a:avLst/>
          </a:prstGeom>
        </p:spPr>
        <p:txBody>
          <a:bodyPr vert="horz" wrap="square" lIns="0" tIns="6350" rIns="0" bIns="0" rtlCol="0">
            <a:spAutoFit/>
          </a:bodyPr>
          <a:lstStyle/>
          <a:p>
            <a:pPr marL="6350" marR="2540">
              <a:lnSpc>
                <a:spcPct val="115000"/>
              </a:lnSpc>
              <a:spcBef>
                <a:spcPts val="50"/>
              </a:spcBef>
            </a:pPr>
            <a:r>
              <a:rPr sz="1050" spc="-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数字很重要，但是如果用数字定义成功，那么我们势必迷失自我</a:t>
            </a:r>
            <a:r>
              <a:rPr sz="1050" spc="-2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真正的价值。</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4" name="object 4"/>
          <p:cNvSpPr txBox="1"/>
          <p:nvPr/>
        </p:nvSpPr>
        <p:spPr>
          <a:xfrm>
            <a:off x="1536700" y="3227070"/>
            <a:ext cx="3788410" cy="376555"/>
          </a:xfrm>
          <a:prstGeom prst="rect">
            <a:avLst/>
          </a:prstGeom>
        </p:spPr>
        <p:txBody>
          <a:bodyPr vert="horz" wrap="square" lIns="0" tIns="6350" rIns="0" bIns="0" rtlCol="0">
            <a:spAutoFit/>
          </a:bodyPr>
          <a:lstStyle/>
          <a:p>
            <a:pPr marL="6350" marR="2540">
              <a:lnSpc>
                <a:spcPct val="115000"/>
              </a:lnSpc>
              <a:spcBef>
                <a:spcPts val="50"/>
              </a:spcBef>
            </a:pPr>
            <a:r>
              <a:rPr sz="1050" spc="-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婚姻也应该有契约书，互相为对方让步、适当为对方做出调整，</a:t>
            </a:r>
            <a:r>
              <a:rPr sz="1050" spc="-2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才能互相支持与共同成长。</a:t>
            </a:r>
            <a:endParaRPr sz="105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5" name="object 5"/>
          <p:cNvSpPr/>
          <p:nvPr/>
        </p:nvSpPr>
        <p:spPr>
          <a:xfrm>
            <a:off x="2000250" y="1409700"/>
            <a:ext cx="387033" cy="386715"/>
          </a:xfrm>
          <a:custGeom>
            <a:avLst/>
            <a:gdLst/>
            <a:ahLst/>
            <a:cxnLst/>
            <a:rect l="l" t="t" r="r" b="b"/>
            <a:pathLst>
              <a:path w="774064" h="773429">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4" h="773429">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4" h="773429">
                <a:moveTo>
                  <a:pt x="385104" y="0"/>
                </a:moveTo>
                <a:lnTo>
                  <a:pt x="336798" y="3000"/>
                </a:lnTo>
                <a:lnTo>
                  <a:pt x="433411" y="3000"/>
                </a:lnTo>
                <a:lnTo>
                  <a:pt x="385104" y="0"/>
                </a:lnTo>
                <a:close/>
              </a:path>
            </a:pathLst>
          </a:custGeom>
          <a:solidFill>
            <a:srgbClr val="11A766"/>
          </a:solidFill>
        </p:spPr>
        <p:txBody>
          <a:bodyPr wrap="square" lIns="0" tIns="0" rIns="0" bIns="0" rtlCol="0"/>
          <a:lstStyle/>
          <a:p>
            <a:endParaRPr sz="900"/>
          </a:p>
        </p:txBody>
      </p:sp>
      <p:sp>
        <p:nvSpPr>
          <p:cNvPr id="6" name="object 6"/>
          <p:cNvSpPr txBox="1"/>
          <p:nvPr/>
        </p:nvSpPr>
        <p:spPr>
          <a:xfrm>
            <a:off x="2013129" y="1482534"/>
            <a:ext cx="335925" cy="283210"/>
          </a:xfrm>
          <a:prstGeom prst="rect">
            <a:avLst/>
          </a:prstGeom>
        </p:spPr>
        <p:txBody>
          <a:bodyPr vert="horz" wrap="square" lIns="0" tIns="6350" rIns="0" bIns="0" rtlCol="0">
            <a:spAutoFit/>
          </a:bodyPr>
          <a:lstStyle/>
          <a:p>
            <a:pPr marL="6350" algn="ctr">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17</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7" name="object 7"/>
          <p:cNvSpPr/>
          <p:nvPr/>
        </p:nvSpPr>
        <p:spPr>
          <a:xfrm>
            <a:off x="2393950" y="1447800"/>
            <a:ext cx="2470150" cy="336550"/>
          </a:xfrm>
          <a:custGeom>
            <a:avLst/>
            <a:gdLst/>
            <a:ahLst/>
            <a:cxnLst/>
            <a:rect l="l" t="t" r="r" b="b"/>
            <a:pathLst>
              <a:path w="4940300" h="673100">
                <a:moveTo>
                  <a:pt x="4603750" y="0"/>
                </a:moveTo>
                <a:lnTo>
                  <a:pt x="336550" y="0"/>
                </a:lnTo>
                <a:lnTo>
                  <a:pt x="290882" y="3072"/>
                </a:lnTo>
                <a:lnTo>
                  <a:pt x="247081" y="12021"/>
                </a:lnTo>
                <a:lnTo>
                  <a:pt x="205549" y="26446"/>
                </a:lnTo>
                <a:lnTo>
                  <a:pt x="166687" y="45947"/>
                </a:lnTo>
                <a:lnTo>
                  <a:pt x="130894" y="70122"/>
                </a:lnTo>
                <a:lnTo>
                  <a:pt x="98573" y="98571"/>
                </a:lnTo>
                <a:lnTo>
                  <a:pt x="70124" y="130891"/>
                </a:lnTo>
                <a:lnTo>
                  <a:pt x="45949" y="166684"/>
                </a:lnTo>
                <a:lnTo>
                  <a:pt x="26447" y="205547"/>
                </a:lnTo>
                <a:lnTo>
                  <a:pt x="12021" y="247079"/>
                </a:lnTo>
                <a:lnTo>
                  <a:pt x="3072" y="290880"/>
                </a:lnTo>
                <a:lnTo>
                  <a:pt x="0" y="336550"/>
                </a:lnTo>
                <a:lnTo>
                  <a:pt x="3072" y="382219"/>
                </a:lnTo>
                <a:lnTo>
                  <a:pt x="12021" y="426020"/>
                </a:lnTo>
                <a:lnTo>
                  <a:pt x="26447" y="467552"/>
                </a:lnTo>
                <a:lnTo>
                  <a:pt x="45949" y="506415"/>
                </a:lnTo>
                <a:lnTo>
                  <a:pt x="70124" y="542208"/>
                </a:lnTo>
                <a:lnTo>
                  <a:pt x="98573" y="574528"/>
                </a:lnTo>
                <a:lnTo>
                  <a:pt x="130894" y="602977"/>
                </a:lnTo>
                <a:lnTo>
                  <a:pt x="166687" y="627152"/>
                </a:lnTo>
                <a:lnTo>
                  <a:pt x="205549" y="646653"/>
                </a:lnTo>
                <a:lnTo>
                  <a:pt x="247081" y="661078"/>
                </a:lnTo>
                <a:lnTo>
                  <a:pt x="290882" y="670027"/>
                </a:lnTo>
                <a:lnTo>
                  <a:pt x="336550" y="673100"/>
                </a:lnTo>
                <a:lnTo>
                  <a:pt x="4603750" y="673100"/>
                </a:lnTo>
                <a:lnTo>
                  <a:pt x="4649417" y="670027"/>
                </a:lnTo>
                <a:lnTo>
                  <a:pt x="4693218" y="661078"/>
                </a:lnTo>
                <a:lnTo>
                  <a:pt x="4734750" y="646653"/>
                </a:lnTo>
                <a:lnTo>
                  <a:pt x="4773612" y="627152"/>
                </a:lnTo>
                <a:lnTo>
                  <a:pt x="4809405" y="602977"/>
                </a:lnTo>
                <a:lnTo>
                  <a:pt x="4841726" y="574528"/>
                </a:lnTo>
                <a:lnTo>
                  <a:pt x="4870175" y="542208"/>
                </a:lnTo>
                <a:lnTo>
                  <a:pt x="4894350" y="506415"/>
                </a:lnTo>
                <a:lnTo>
                  <a:pt x="4913852" y="467552"/>
                </a:lnTo>
                <a:lnTo>
                  <a:pt x="4928278" y="426020"/>
                </a:lnTo>
                <a:lnTo>
                  <a:pt x="4937227" y="382219"/>
                </a:lnTo>
                <a:lnTo>
                  <a:pt x="4940300" y="336550"/>
                </a:lnTo>
                <a:lnTo>
                  <a:pt x="4937227" y="290880"/>
                </a:lnTo>
                <a:lnTo>
                  <a:pt x="4928278" y="247079"/>
                </a:lnTo>
                <a:lnTo>
                  <a:pt x="4913852" y="205547"/>
                </a:lnTo>
                <a:lnTo>
                  <a:pt x="4894350" y="166684"/>
                </a:lnTo>
                <a:lnTo>
                  <a:pt x="4870175" y="130891"/>
                </a:lnTo>
                <a:lnTo>
                  <a:pt x="4841726" y="98571"/>
                </a:lnTo>
                <a:lnTo>
                  <a:pt x="4809405" y="70122"/>
                </a:lnTo>
                <a:lnTo>
                  <a:pt x="4773612" y="45947"/>
                </a:lnTo>
                <a:lnTo>
                  <a:pt x="4734750" y="26446"/>
                </a:lnTo>
                <a:lnTo>
                  <a:pt x="4693218" y="12021"/>
                </a:lnTo>
                <a:lnTo>
                  <a:pt x="4649417" y="3072"/>
                </a:lnTo>
                <a:lnTo>
                  <a:pt x="4603750" y="0"/>
                </a:lnTo>
                <a:close/>
              </a:path>
            </a:pathLst>
          </a:custGeom>
          <a:solidFill>
            <a:srgbClr val="212121"/>
          </a:solidFill>
        </p:spPr>
        <p:txBody>
          <a:bodyPr wrap="square" lIns="0" tIns="0" rIns="0" bIns="0" rtlCol="0"/>
          <a:lstStyle/>
          <a:p>
            <a:endParaRPr sz="900"/>
          </a:p>
        </p:txBody>
      </p:sp>
      <p:sp>
        <p:nvSpPr>
          <p:cNvPr id="8" name="object 8"/>
          <p:cNvSpPr txBox="1"/>
          <p:nvPr/>
        </p:nvSpPr>
        <p:spPr>
          <a:xfrm>
            <a:off x="2533650" y="1409700"/>
            <a:ext cx="1885950" cy="528320"/>
          </a:xfrm>
          <a:prstGeom prst="rect">
            <a:avLst/>
          </a:prstGeom>
        </p:spPr>
        <p:txBody>
          <a:bodyPr vert="horz" wrap="square" lIns="0" tIns="101600" rIns="0" bIns="0" rtlCol="0">
            <a:spAutoFit/>
          </a:bodyPr>
          <a:lstStyle/>
          <a:p>
            <a:pPr marL="287020" algn="ctr">
              <a:spcBef>
                <a:spcPts val="800"/>
              </a:spcBef>
            </a:pPr>
            <a:r>
              <a:rPr sz="1500" b="1" dirty="0">
                <a:solidFill>
                  <a:srgbClr val="FFFFFF"/>
                </a:solidFill>
                <a:latin typeface="江城圆体 600W" panose="020B0800000000000000" pitchFamily="34" charset="-128"/>
                <a:ea typeface="江城圆体 600W" panose="020B0800000000000000" pitchFamily="34" charset="-128"/>
                <a:cs typeface="Microsoft JhengHei"/>
              </a:rPr>
              <a:t>当两人成为一体</a:t>
            </a:r>
            <a:endParaRPr sz="1500" b="1" dirty="0">
              <a:latin typeface="江城圆体 600W" panose="020B0800000000000000" pitchFamily="34" charset="-128"/>
              <a:ea typeface="江城圆体 600W" panose="020B0800000000000000" pitchFamily="34" charset="-128"/>
              <a:cs typeface="Microsoft JhengHei"/>
            </a:endParaRPr>
          </a:p>
          <a:p>
            <a:pPr marL="6350" algn="ctr">
              <a:spcBef>
                <a:spcPts val="450"/>
              </a:spcBef>
            </a:pPr>
            <a:r>
              <a:rPr lang="zh-CN" altLang="en-US" sz="900" b="1" dirty="0">
                <a:solidFill>
                  <a:srgbClr val="212121"/>
                </a:solidFill>
                <a:latin typeface="江城圆体 600W" panose="020B0800000000000000" pitchFamily="34" charset="-128"/>
                <a:ea typeface="江城圆体 600W" panose="020B0800000000000000" pitchFamily="34" charset="-128"/>
                <a:cs typeface="Microsoft JhengHei"/>
              </a:rPr>
              <a:t>           </a:t>
            </a:r>
            <a:r>
              <a:rPr sz="900" b="1" dirty="0">
                <a:solidFill>
                  <a:srgbClr val="212121"/>
                </a:solidFill>
                <a:latin typeface="江城圆体 600W" panose="020B0800000000000000" pitchFamily="34" charset="-128"/>
                <a:ea typeface="江城圆体 600W" panose="020B0800000000000000" pitchFamily="34" charset="-128"/>
                <a:cs typeface="Microsoft JhengHei"/>
              </a:rPr>
              <a:t>When the two become one</a:t>
            </a:r>
            <a:endParaRPr sz="900" b="1" dirty="0">
              <a:latin typeface="江城圆体 600W" panose="020B0800000000000000" pitchFamily="34" charset="-128"/>
              <a:ea typeface="江城圆体 600W" panose="020B0800000000000000" pitchFamily="34" charset="-128"/>
              <a:cs typeface="Microsoft JhengHei"/>
            </a:endParaRPr>
          </a:p>
        </p:txBody>
      </p:sp>
      <p:grpSp>
        <p:nvGrpSpPr>
          <p:cNvPr id="9" name="object 9"/>
          <p:cNvGrpSpPr/>
          <p:nvPr/>
        </p:nvGrpSpPr>
        <p:grpSpPr>
          <a:xfrm>
            <a:off x="1035050" y="4603750"/>
            <a:ext cx="4413250" cy="386715"/>
            <a:chOff x="2070100" y="9207500"/>
            <a:chExt cx="8826500" cy="773430"/>
          </a:xfrm>
        </p:grpSpPr>
        <p:sp>
          <p:nvSpPr>
            <p:cNvPr id="10" name="object 10"/>
            <p:cNvSpPr/>
            <p:nvPr/>
          </p:nvSpPr>
          <p:spPr>
            <a:xfrm>
              <a:off x="2070100" y="9207500"/>
              <a:ext cx="774065" cy="773430"/>
            </a:xfrm>
            <a:custGeom>
              <a:avLst/>
              <a:gdLst/>
              <a:ahLst/>
              <a:cxnLst/>
              <a:rect l="l" t="t" r="r" b="b"/>
              <a:pathLst>
                <a:path w="774064" h="773429">
                  <a:moveTo>
                    <a:pt x="766838" y="714573"/>
                  </a:moveTo>
                  <a:lnTo>
                    <a:pt x="584610" y="714573"/>
                  </a:lnTo>
                  <a:lnTo>
                    <a:pt x="613492" y="715671"/>
                  </a:lnTo>
                  <a:lnTo>
                    <a:pt x="656308" y="733669"/>
                  </a:lnTo>
                  <a:lnTo>
                    <a:pt x="703243" y="756683"/>
                  </a:lnTo>
                  <a:lnTo>
                    <a:pt x="744482" y="772826"/>
                  </a:lnTo>
                  <a:lnTo>
                    <a:pt x="770209" y="770214"/>
                  </a:lnTo>
                  <a:lnTo>
                    <a:pt x="773628" y="741225"/>
                  </a:lnTo>
                  <a:lnTo>
                    <a:pt x="766838" y="714573"/>
                  </a:lnTo>
                  <a:close/>
                </a:path>
                <a:path w="774064" h="773429">
                  <a:moveTo>
                    <a:pt x="385104" y="0"/>
                  </a:moveTo>
                  <a:lnTo>
                    <a:pt x="336798" y="3000"/>
                  </a:lnTo>
                  <a:lnTo>
                    <a:pt x="290282" y="11761"/>
                  </a:lnTo>
                  <a:lnTo>
                    <a:pt x="245917" y="25922"/>
                  </a:lnTo>
                  <a:lnTo>
                    <a:pt x="204065" y="45121"/>
                  </a:lnTo>
                  <a:lnTo>
                    <a:pt x="165086" y="68998"/>
                  </a:lnTo>
                  <a:lnTo>
                    <a:pt x="129341" y="97192"/>
                  </a:lnTo>
                  <a:lnTo>
                    <a:pt x="97191" y="129342"/>
                  </a:lnTo>
                  <a:lnTo>
                    <a:pt x="68998" y="165087"/>
                  </a:lnTo>
                  <a:lnTo>
                    <a:pt x="45121" y="204066"/>
                  </a:lnTo>
                  <a:lnTo>
                    <a:pt x="25921" y="245919"/>
                  </a:lnTo>
                  <a:lnTo>
                    <a:pt x="11761" y="290283"/>
                  </a:lnTo>
                  <a:lnTo>
                    <a:pt x="3000" y="336800"/>
                  </a:lnTo>
                  <a:lnTo>
                    <a:pt x="0" y="385107"/>
                  </a:lnTo>
                  <a:lnTo>
                    <a:pt x="3000" y="433414"/>
                  </a:lnTo>
                  <a:lnTo>
                    <a:pt x="11761" y="479930"/>
                  </a:lnTo>
                  <a:lnTo>
                    <a:pt x="25921" y="524295"/>
                  </a:lnTo>
                  <a:lnTo>
                    <a:pt x="45121" y="566148"/>
                  </a:lnTo>
                  <a:lnTo>
                    <a:pt x="68998" y="605127"/>
                  </a:lnTo>
                  <a:lnTo>
                    <a:pt x="97191" y="640872"/>
                  </a:lnTo>
                  <a:lnTo>
                    <a:pt x="129341" y="673022"/>
                  </a:lnTo>
                  <a:lnTo>
                    <a:pt x="165086" y="701216"/>
                  </a:lnTo>
                  <a:lnTo>
                    <a:pt x="204065" y="725093"/>
                  </a:lnTo>
                  <a:lnTo>
                    <a:pt x="245917" y="744292"/>
                  </a:lnTo>
                  <a:lnTo>
                    <a:pt x="290282" y="758452"/>
                  </a:lnTo>
                  <a:lnTo>
                    <a:pt x="336798" y="767213"/>
                  </a:lnTo>
                  <a:lnTo>
                    <a:pt x="385104" y="770214"/>
                  </a:lnTo>
                  <a:lnTo>
                    <a:pt x="438906" y="766486"/>
                  </a:lnTo>
                  <a:lnTo>
                    <a:pt x="490425" y="755635"/>
                  </a:lnTo>
                  <a:lnTo>
                    <a:pt x="539160" y="738163"/>
                  </a:lnTo>
                  <a:lnTo>
                    <a:pt x="584610" y="714573"/>
                  </a:lnTo>
                  <a:lnTo>
                    <a:pt x="766838" y="714573"/>
                  </a:lnTo>
                  <a:lnTo>
                    <a:pt x="761491" y="693585"/>
                  </a:lnTo>
                  <a:lnTo>
                    <a:pt x="743535" y="639255"/>
                  </a:lnTo>
                  <a:lnTo>
                    <a:pt x="729499" y="590198"/>
                  </a:lnTo>
                  <a:lnTo>
                    <a:pt x="729122" y="558375"/>
                  </a:lnTo>
                  <a:lnTo>
                    <a:pt x="746630" y="518094"/>
                  </a:lnTo>
                  <a:lnTo>
                    <a:pt x="759521" y="475581"/>
                  </a:lnTo>
                  <a:lnTo>
                    <a:pt x="767485" y="431148"/>
                  </a:lnTo>
                  <a:lnTo>
                    <a:pt x="770209" y="385107"/>
                  </a:lnTo>
                  <a:lnTo>
                    <a:pt x="767208" y="336800"/>
                  </a:lnTo>
                  <a:lnTo>
                    <a:pt x="758447" y="290283"/>
                  </a:lnTo>
                  <a:lnTo>
                    <a:pt x="744287" y="245919"/>
                  </a:lnTo>
                  <a:lnTo>
                    <a:pt x="725088" y="204066"/>
                  </a:lnTo>
                  <a:lnTo>
                    <a:pt x="701211" y="165087"/>
                  </a:lnTo>
                  <a:lnTo>
                    <a:pt x="673017" y="129342"/>
                  </a:lnTo>
                  <a:lnTo>
                    <a:pt x="640867" y="97192"/>
                  </a:lnTo>
                  <a:lnTo>
                    <a:pt x="605122" y="68998"/>
                  </a:lnTo>
                  <a:lnTo>
                    <a:pt x="566144" y="45121"/>
                  </a:lnTo>
                  <a:lnTo>
                    <a:pt x="524291" y="25922"/>
                  </a:lnTo>
                  <a:lnTo>
                    <a:pt x="479927" y="11761"/>
                  </a:lnTo>
                  <a:lnTo>
                    <a:pt x="433411" y="3000"/>
                  </a:lnTo>
                  <a:lnTo>
                    <a:pt x="385104" y="0"/>
                  </a:lnTo>
                  <a:close/>
                </a:path>
              </a:pathLst>
            </a:custGeom>
            <a:solidFill>
              <a:srgbClr val="11A766"/>
            </a:solidFill>
          </p:spPr>
          <p:txBody>
            <a:bodyPr wrap="square" lIns="0" tIns="0" rIns="0" bIns="0" rtlCol="0"/>
            <a:lstStyle/>
            <a:p>
              <a:endParaRPr sz="900"/>
            </a:p>
          </p:txBody>
        </p:sp>
        <p:sp>
          <p:nvSpPr>
            <p:cNvPr id="11" name="object 11"/>
            <p:cNvSpPr/>
            <p:nvPr/>
          </p:nvSpPr>
          <p:spPr>
            <a:xfrm>
              <a:off x="2857500" y="9283700"/>
              <a:ext cx="8039100" cy="673100"/>
            </a:xfrm>
            <a:custGeom>
              <a:avLst/>
              <a:gdLst/>
              <a:ahLst/>
              <a:cxnLst/>
              <a:rect l="l" t="t" r="r" b="b"/>
              <a:pathLst>
                <a:path w="8039100" h="673100">
                  <a:moveTo>
                    <a:pt x="7702550" y="0"/>
                  </a:moveTo>
                  <a:lnTo>
                    <a:pt x="336550" y="0"/>
                  </a:lnTo>
                  <a:lnTo>
                    <a:pt x="290882" y="3072"/>
                  </a:lnTo>
                  <a:lnTo>
                    <a:pt x="247081" y="12021"/>
                  </a:lnTo>
                  <a:lnTo>
                    <a:pt x="205549" y="26447"/>
                  </a:lnTo>
                  <a:lnTo>
                    <a:pt x="166687" y="45949"/>
                  </a:lnTo>
                  <a:lnTo>
                    <a:pt x="130894" y="70124"/>
                  </a:lnTo>
                  <a:lnTo>
                    <a:pt x="98573" y="98573"/>
                  </a:lnTo>
                  <a:lnTo>
                    <a:pt x="70124" y="130894"/>
                  </a:lnTo>
                  <a:lnTo>
                    <a:pt x="45949" y="166687"/>
                  </a:lnTo>
                  <a:lnTo>
                    <a:pt x="26447" y="205549"/>
                  </a:lnTo>
                  <a:lnTo>
                    <a:pt x="12021" y="247081"/>
                  </a:lnTo>
                  <a:lnTo>
                    <a:pt x="3072" y="290882"/>
                  </a:lnTo>
                  <a:lnTo>
                    <a:pt x="0" y="336550"/>
                  </a:lnTo>
                  <a:lnTo>
                    <a:pt x="3072" y="382217"/>
                  </a:lnTo>
                  <a:lnTo>
                    <a:pt x="12021" y="426018"/>
                  </a:lnTo>
                  <a:lnTo>
                    <a:pt x="26447" y="467550"/>
                  </a:lnTo>
                  <a:lnTo>
                    <a:pt x="45949" y="506412"/>
                  </a:lnTo>
                  <a:lnTo>
                    <a:pt x="70124" y="542205"/>
                  </a:lnTo>
                  <a:lnTo>
                    <a:pt x="98573" y="574526"/>
                  </a:lnTo>
                  <a:lnTo>
                    <a:pt x="130894" y="602975"/>
                  </a:lnTo>
                  <a:lnTo>
                    <a:pt x="166687" y="627150"/>
                  </a:lnTo>
                  <a:lnTo>
                    <a:pt x="205549" y="646652"/>
                  </a:lnTo>
                  <a:lnTo>
                    <a:pt x="247081" y="661078"/>
                  </a:lnTo>
                  <a:lnTo>
                    <a:pt x="290882" y="670027"/>
                  </a:lnTo>
                  <a:lnTo>
                    <a:pt x="336550" y="673100"/>
                  </a:lnTo>
                  <a:lnTo>
                    <a:pt x="7702550" y="673100"/>
                  </a:lnTo>
                  <a:lnTo>
                    <a:pt x="7748217" y="670027"/>
                  </a:lnTo>
                  <a:lnTo>
                    <a:pt x="7792018" y="661078"/>
                  </a:lnTo>
                  <a:lnTo>
                    <a:pt x="7833550" y="646652"/>
                  </a:lnTo>
                  <a:lnTo>
                    <a:pt x="7872412" y="627150"/>
                  </a:lnTo>
                  <a:lnTo>
                    <a:pt x="7908205" y="602975"/>
                  </a:lnTo>
                  <a:lnTo>
                    <a:pt x="7940526" y="574526"/>
                  </a:lnTo>
                  <a:lnTo>
                    <a:pt x="7968975" y="542205"/>
                  </a:lnTo>
                  <a:lnTo>
                    <a:pt x="7993150" y="506412"/>
                  </a:lnTo>
                  <a:lnTo>
                    <a:pt x="8012652" y="467550"/>
                  </a:lnTo>
                  <a:lnTo>
                    <a:pt x="8027078" y="426018"/>
                  </a:lnTo>
                  <a:lnTo>
                    <a:pt x="8036027" y="382217"/>
                  </a:lnTo>
                  <a:lnTo>
                    <a:pt x="8039100" y="336550"/>
                  </a:lnTo>
                  <a:lnTo>
                    <a:pt x="8036027" y="290882"/>
                  </a:lnTo>
                  <a:lnTo>
                    <a:pt x="8027078" y="247081"/>
                  </a:lnTo>
                  <a:lnTo>
                    <a:pt x="8012652" y="205549"/>
                  </a:lnTo>
                  <a:lnTo>
                    <a:pt x="7993150" y="166687"/>
                  </a:lnTo>
                  <a:lnTo>
                    <a:pt x="7968975" y="130894"/>
                  </a:lnTo>
                  <a:lnTo>
                    <a:pt x="7940526" y="98573"/>
                  </a:lnTo>
                  <a:lnTo>
                    <a:pt x="7908205" y="70124"/>
                  </a:lnTo>
                  <a:lnTo>
                    <a:pt x="7872412" y="45949"/>
                  </a:lnTo>
                  <a:lnTo>
                    <a:pt x="7833550" y="26447"/>
                  </a:lnTo>
                  <a:lnTo>
                    <a:pt x="7792018" y="12021"/>
                  </a:lnTo>
                  <a:lnTo>
                    <a:pt x="7748217" y="3072"/>
                  </a:lnTo>
                  <a:lnTo>
                    <a:pt x="7702550" y="0"/>
                  </a:lnTo>
                  <a:close/>
                </a:path>
              </a:pathLst>
            </a:custGeom>
            <a:solidFill>
              <a:srgbClr val="212121"/>
            </a:solidFill>
          </p:spPr>
          <p:txBody>
            <a:bodyPr wrap="square" lIns="0" tIns="0" rIns="0" bIns="0" rtlCol="0"/>
            <a:lstStyle/>
            <a:p>
              <a:endParaRPr sz="900"/>
            </a:p>
          </p:txBody>
        </p:sp>
      </p:grpSp>
      <p:sp>
        <p:nvSpPr>
          <p:cNvPr id="12" name="object 12"/>
          <p:cNvSpPr txBox="1"/>
          <p:nvPr/>
        </p:nvSpPr>
        <p:spPr>
          <a:xfrm>
            <a:off x="1060808" y="4593198"/>
            <a:ext cx="4079240" cy="678180"/>
          </a:xfrm>
          <a:prstGeom prst="rect">
            <a:avLst/>
          </a:prstGeom>
        </p:spPr>
        <p:txBody>
          <a:bodyPr vert="horz" wrap="square" lIns="0" tIns="84455" rIns="0" bIns="0" rtlCol="0">
            <a:spAutoFit/>
          </a:bodyPr>
          <a:lstStyle/>
          <a:p>
            <a:pPr marL="6350">
              <a:spcBef>
                <a:spcPts val="665"/>
              </a:spcBef>
              <a:tabLst>
                <a:tab pos="649605" algn="l"/>
              </a:tabLst>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18	</a:t>
            </a:r>
            <a:r>
              <a:rPr sz="1500" b="1" spc="-8" dirty="0">
                <a:solidFill>
                  <a:srgbClr val="FFFFFF"/>
                </a:solidFill>
                <a:latin typeface="江城圆体 600W" panose="020B0800000000000000" pitchFamily="34" charset="-128"/>
                <a:ea typeface="江城圆体 600W" panose="020B0800000000000000" pitchFamily="34" charset="-128"/>
                <a:cs typeface="Microsoft JhengHei"/>
              </a:rPr>
              <a:t>无法计算的，往往比可以计算的重要多了</a:t>
            </a:r>
            <a:endParaRPr sz="1500" b="1" dirty="0">
              <a:latin typeface="江城圆体 600W" panose="020B0800000000000000" pitchFamily="34" charset="-128"/>
              <a:ea typeface="江城圆体 600W" panose="020B0800000000000000" pitchFamily="34" charset="-128"/>
              <a:cs typeface="Microsoft JhengHei"/>
            </a:endParaRPr>
          </a:p>
          <a:p>
            <a:pPr marL="1686560" marR="157480" indent="-1033780">
              <a:lnSpc>
                <a:spcPts val="900"/>
              </a:lnSpc>
              <a:spcBef>
                <a:spcPts val="670"/>
              </a:spcBef>
            </a:pPr>
            <a:r>
              <a:rPr sz="900" b="1" dirty="0">
                <a:solidFill>
                  <a:srgbClr val="212121"/>
                </a:solidFill>
                <a:latin typeface="江城圆体 600W" panose="020B0800000000000000" pitchFamily="34" charset="-128"/>
                <a:ea typeface="江城圆体 600W" panose="020B0800000000000000" pitchFamily="34" charset="-128"/>
                <a:cs typeface="Microsoft JhengHei"/>
              </a:rPr>
              <a:t>What</a:t>
            </a:r>
            <a:r>
              <a:rPr sz="900" b="1" spc="30"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40" dirty="0">
                <a:solidFill>
                  <a:srgbClr val="212121"/>
                </a:solidFill>
                <a:latin typeface="江城圆体 600W" panose="020B0800000000000000" pitchFamily="34" charset="-128"/>
                <a:ea typeface="江城圆体 600W" panose="020B0800000000000000" pitchFamily="34" charset="-128"/>
                <a:cs typeface="Microsoft JhengHei"/>
              </a:rPr>
              <a:t>can't</a:t>
            </a:r>
            <a:r>
              <a:rPr sz="900" b="1" spc="33" dirty="0">
                <a:solidFill>
                  <a:srgbClr val="212121"/>
                </a:solidFill>
                <a:latin typeface="江城圆体 600W" panose="020B0800000000000000" pitchFamily="34" charset="-128"/>
                <a:ea typeface="江城圆体 600W" panose="020B0800000000000000" pitchFamily="34" charset="-128"/>
                <a:cs typeface="Microsoft JhengHei"/>
              </a:rPr>
              <a:t> </a:t>
            </a:r>
            <a:r>
              <a:rPr sz="900" b="1" dirty="0">
                <a:solidFill>
                  <a:srgbClr val="212121"/>
                </a:solidFill>
                <a:latin typeface="江城圆体 600W" panose="020B0800000000000000" pitchFamily="34" charset="-128"/>
                <a:ea typeface="江城圆体 600W" panose="020B0800000000000000" pitchFamily="34" charset="-128"/>
                <a:cs typeface="Microsoft JhengHei"/>
              </a:rPr>
              <a:t>be</a:t>
            </a:r>
            <a:r>
              <a:rPr sz="900" b="1" spc="33" dirty="0">
                <a:solidFill>
                  <a:srgbClr val="212121"/>
                </a:solidFill>
                <a:latin typeface="江城圆体 600W" panose="020B0800000000000000" pitchFamily="34" charset="-128"/>
                <a:ea typeface="江城圆体 600W" panose="020B0800000000000000" pitchFamily="34" charset="-128"/>
                <a:cs typeface="Microsoft JhengHei"/>
              </a:rPr>
              <a:t> </a:t>
            </a:r>
            <a:r>
              <a:rPr sz="900" b="1" dirty="0">
                <a:solidFill>
                  <a:srgbClr val="212121"/>
                </a:solidFill>
                <a:latin typeface="江城圆体 600W" panose="020B0800000000000000" pitchFamily="34" charset="-128"/>
                <a:ea typeface="江城圆体 600W" panose="020B0800000000000000" pitchFamily="34" charset="-128"/>
                <a:cs typeface="Microsoft JhengHei"/>
              </a:rPr>
              <a:t>counted</a:t>
            </a:r>
            <a:r>
              <a:rPr sz="900" b="1" spc="33"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35" dirty="0">
                <a:solidFill>
                  <a:srgbClr val="212121"/>
                </a:solidFill>
                <a:latin typeface="江城圆体 600W" panose="020B0800000000000000" pitchFamily="34" charset="-128"/>
                <a:ea typeface="江城圆体 600W" panose="020B0800000000000000" pitchFamily="34" charset="-128"/>
                <a:cs typeface="Microsoft JhengHei"/>
              </a:rPr>
              <a:t>is</a:t>
            </a:r>
            <a:r>
              <a:rPr sz="900" b="1" spc="30" dirty="0">
                <a:solidFill>
                  <a:srgbClr val="212121"/>
                </a:solidFill>
                <a:latin typeface="江城圆体 600W" panose="020B0800000000000000" pitchFamily="34" charset="-128"/>
                <a:ea typeface="江城圆体 600W" panose="020B0800000000000000" pitchFamily="34" charset="-128"/>
                <a:cs typeface="Microsoft JhengHei"/>
              </a:rPr>
              <a:t> </a:t>
            </a:r>
            <a:r>
              <a:rPr sz="900" b="1" dirty="0">
                <a:solidFill>
                  <a:srgbClr val="212121"/>
                </a:solidFill>
                <a:latin typeface="江城圆体 600W" panose="020B0800000000000000" pitchFamily="34" charset="-128"/>
                <a:ea typeface="江城圆体 600W" panose="020B0800000000000000" pitchFamily="34" charset="-128"/>
                <a:cs typeface="Microsoft JhengHei"/>
              </a:rPr>
              <a:t>often</a:t>
            </a:r>
            <a:r>
              <a:rPr sz="900" b="1" spc="33" dirty="0">
                <a:solidFill>
                  <a:srgbClr val="212121"/>
                </a:solidFill>
                <a:latin typeface="江城圆体 600W" panose="020B0800000000000000" pitchFamily="34" charset="-128"/>
                <a:ea typeface="江城圆体 600W" panose="020B0800000000000000" pitchFamily="34" charset="-128"/>
                <a:cs typeface="Microsoft JhengHei"/>
              </a:rPr>
              <a:t> </a:t>
            </a:r>
            <a:r>
              <a:rPr sz="900" b="1" dirty="0">
                <a:solidFill>
                  <a:srgbClr val="212121"/>
                </a:solidFill>
                <a:latin typeface="江城圆体 600W" panose="020B0800000000000000" pitchFamily="34" charset="-128"/>
                <a:ea typeface="江城圆体 600W" panose="020B0800000000000000" pitchFamily="34" charset="-128"/>
                <a:cs typeface="Microsoft JhengHei"/>
              </a:rPr>
              <a:t>much</a:t>
            </a:r>
            <a:r>
              <a:rPr sz="900" b="1" spc="33" dirty="0">
                <a:solidFill>
                  <a:srgbClr val="212121"/>
                </a:solidFill>
                <a:latin typeface="江城圆体 600W" panose="020B0800000000000000" pitchFamily="34" charset="-128"/>
                <a:ea typeface="江城圆体 600W" panose="020B0800000000000000" pitchFamily="34" charset="-128"/>
                <a:cs typeface="Microsoft JhengHei"/>
              </a:rPr>
              <a:t> </a:t>
            </a:r>
            <a:r>
              <a:rPr sz="900" b="1" dirty="0">
                <a:solidFill>
                  <a:srgbClr val="212121"/>
                </a:solidFill>
                <a:latin typeface="江城圆体 600W" panose="020B0800000000000000" pitchFamily="34" charset="-128"/>
                <a:ea typeface="江城圆体 600W" panose="020B0800000000000000" pitchFamily="34" charset="-128"/>
                <a:cs typeface="Microsoft JhengHei"/>
              </a:rPr>
              <a:t>more</a:t>
            </a:r>
            <a:r>
              <a:rPr sz="900" b="1" spc="33" dirty="0">
                <a:solidFill>
                  <a:srgbClr val="212121"/>
                </a:solidFill>
                <a:latin typeface="江城圆体 600W" panose="020B0800000000000000" pitchFamily="34" charset="-128"/>
                <a:ea typeface="江城圆体 600W" panose="020B0800000000000000" pitchFamily="34" charset="-128"/>
                <a:cs typeface="Microsoft JhengHei"/>
              </a:rPr>
              <a:t> important </a:t>
            </a:r>
            <a:r>
              <a:rPr sz="900" b="1" spc="23" dirty="0">
                <a:solidFill>
                  <a:srgbClr val="212121"/>
                </a:solidFill>
                <a:latin typeface="江城圆体 600W" panose="020B0800000000000000" pitchFamily="34" charset="-128"/>
                <a:ea typeface="江城圆体 600W" panose="020B0800000000000000" pitchFamily="34" charset="-128"/>
                <a:cs typeface="Microsoft JhengHei"/>
              </a:rPr>
              <a:t>than </a:t>
            </a:r>
            <a:r>
              <a:rPr sz="900" b="1" spc="45" dirty="0">
                <a:solidFill>
                  <a:srgbClr val="212121"/>
                </a:solidFill>
                <a:latin typeface="江城圆体 600W" panose="020B0800000000000000" pitchFamily="34" charset="-128"/>
                <a:ea typeface="江城圆体 600W" panose="020B0800000000000000" pitchFamily="34" charset="-128"/>
                <a:cs typeface="Microsoft JhengHei"/>
              </a:rPr>
              <a:t>what</a:t>
            </a:r>
            <a:r>
              <a:rPr sz="900" b="1" spc="-13"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28" dirty="0">
                <a:solidFill>
                  <a:srgbClr val="212121"/>
                </a:solidFill>
                <a:latin typeface="江城圆体 600W" panose="020B0800000000000000" pitchFamily="34" charset="-128"/>
                <a:ea typeface="江城圆体 600W" panose="020B0800000000000000" pitchFamily="34" charset="-128"/>
                <a:cs typeface="Microsoft JhengHei"/>
              </a:rPr>
              <a:t>can</a:t>
            </a:r>
            <a:r>
              <a:rPr sz="900" b="1" spc="-10" dirty="0">
                <a:solidFill>
                  <a:srgbClr val="212121"/>
                </a:solidFill>
                <a:latin typeface="江城圆体 600W" panose="020B0800000000000000" pitchFamily="34" charset="-128"/>
                <a:ea typeface="江城圆体 600W" panose="020B0800000000000000" pitchFamily="34" charset="-128"/>
                <a:cs typeface="Microsoft JhengHei"/>
              </a:rPr>
              <a:t> </a:t>
            </a:r>
            <a:r>
              <a:rPr sz="900" b="1" dirty="0">
                <a:solidFill>
                  <a:srgbClr val="212121"/>
                </a:solidFill>
                <a:latin typeface="江城圆体 600W" panose="020B0800000000000000" pitchFamily="34" charset="-128"/>
                <a:ea typeface="江城圆体 600W" panose="020B0800000000000000" pitchFamily="34" charset="-128"/>
                <a:cs typeface="Microsoft JhengHei"/>
              </a:rPr>
              <a:t>be</a:t>
            </a:r>
            <a:r>
              <a:rPr sz="900" b="1" spc="-13"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5" dirty="0">
                <a:solidFill>
                  <a:srgbClr val="212121"/>
                </a:solidFill>
                <a:latin typeface="江城圆体 600W" panose="020B0800000000000000" pitchFamily="34" charset="-128"/>
                <a:ea typeface="江城圆体 600W" panose="020B0800000000000000" pitchFamily="34" charset="-128"/>
                <a:cs typeface="Microsoft JhengHei"/>
              </a:rPr>
              <a:t>counted</a:t>
            </a:r>
            <a:endParaRPr sz="900" b="1" dirty="0">
              <a:latin typeface="江城圆体 600W" panose="020B0800000000000000" pitchFamily="34" charset="-128"/>
              <a:ea typeface="江城圆体 600W" panose="020B0800000000000000" pitchFamily="34" charset="-128"/>
              <a:cs typeface="Microsoft JhengHei"/>
            </a:endParaRPr>
          </a:p>
        </p:txBody>
      </p:sp>
      <p:sp>
        <p:nvSpPr>
          <p:cNvPr id="13" name="object 13"/>
          <p:cNvSpPr txBox="1"/>
          <p:nvPr/>
        </p:nvSpPr>
        <p:spPr>
          <a:xfrm>
            <a:off x="3659734" y="2717800"/>
            <a:ext cx="350774" cy="144780"/>
          </a:xfrm>
          <a:prstGeom prst="rect">
            <a:avLst/>
          </a:prstGeom>
        </p:spPr>
        <p:txBody>
          <a:bodyPr vert="horz" wrap="square" lIns="0" tIns="6350" rIns="0" bIns="0" rtlCol="0">
            <a:spAutoFit/>
          </a:bodyPr>
          <a:lstStyle/>
          <a:p>
            <a:pPr marL="6350">
              <a:spcBef>
                <a:spcPts val="50"/>
              </a:spcBef>
            </a:pPr>
            <a:r>
              <a:rPr sz="900" b="1" spc="30" dirty="0">
                <a:solidFill>
                  <a:srgbClr val="212121"/>
                </a:solidFill>
                <a:latin typeface="江城圆体 600W" panose="020B0800000000000000" pitchFamily="34" charset="-128"/>
                <a:ea typeface="江城圆体 600W" panose="020B0800000000000000" pitchFamily="34" charset="-128"/>
                <a:cs typeface="Microsoft JhengHei"/>
              </a:rPr>
              <a:t>Lover</a:t>
            </a:r>
            <a:endParaRPr sz="900" b="1">
              <a:latin typeface="江城圆体 600W" panose="020B0800000000000000" pitchFamily="34" charset="-128"/>
              <a:ea typeface="江城圆体 600W" panose="020B0800000000000000" pitchFamily="34" charset="-128"/>
              <a:cs typeface="Microsoft JhengHei"/>
            </a:endParaRPr>
          </a:p>
        </p:txBody>
      </p:sp>
      <p:sp>
        <p:nvSpPr>
          <p:cNvPr id="14" name="object 14"/>
          <p:cNvSpPr txBox="1"/>
          <p:nvPr/>
        </p:nvSpPr>
        <p:spPr>
          <a:xfrm>
            <a:off x="1781175" y="2355850"/>
            <a:ext cx="3082925" cy="455930"/>
          </a:xfrm>
          <a:prstGeom prst="rect">
            <a:avLst/>
          </a:prstGeom>
        </p:spPr>
        <p:txBody>
          <a:bodyPr vert="horz" wrap="square" lIns="0" tIns="6350" rIns="0" bIns="0" rtlCol="0">
            <a:spAutoFit/>
          </a:bodyPr>
          <a:lstStyle/>
          <a:p>
            <a:pPr marL="25400">
              <a:spcBef>
                <a:spcPts val="50"/>
              </a:spcBef>
              <a:tabLst>
                <a:tab pos="1815465" algn="l"/>
              </a:tabLst>
            </a:pPr>
            <a:r>
              <a:rPr sz="2700" b="1" baseline="9000" dirty="0">
                <a:solidFill>
                  <a:srgbClr val="212121"/>
                </a:solidFill>
                <a:latin typeface="江城圆体 600W" panose="020B0800000000000000" pitchFamily="34" charset="-128"/>
                <a:ea typeface="江城圆体 600W" panose="020B0800000000000000" pitchFamily="34" charset="-128"/>
                <a:cs typeface="Microsoft JhengHei"/>
              </a:rPr>
              <a:t>你</a:t>
            </a:r>
            <a:r>
              <a:rPr sz="2700" b="1" spc="300" baseline="9000" dirty="0">
                <a:solidFill>
                  <a:srgbClr val="212121"/>
                </a:solidFill>
                <a:latin typeface="江城圆体 600W" panose="020B0800000000000000" pitchFamily="34" charset="-128"/>
                <a:ea typeface="江城圆体 600W" panose="020B0800000000000000" pitchFamily="34" charset="-128"/>
                <a:cs typeface="Microsoft JhengHei"/>
              </a:rPr>
              <a:t> </a:t>
            </a:r>
            <a:r>
              <a:rPr sz="4500" b="1" spc="308" baseline="-5000"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a:t>
            </a:r>
            <a:r>
              <a:rPr sz="4500" b="1" spc="-49" baseline="-5000"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b="1" spc="53" dirty="0">
                <a:solidFill>
                  <a:srgbClr val="11A766"/>
                </a:solidFill>
                <a:latin typeface="江城圆体 600W" panose="020B0800000000000000" pitchFamily="34" charset="-128"/>
                <a:ea typeface="江城圆体 600W" panose="020B0800000000000000" pitchFamily="34" charset="-128"/>
                <a:cs typeface="Microsoft JhengHei"/>
              </a:rPr>
              <a:t>0.5</a:t>
            </a:r>
            <a:r>
              <a:rPr b="1" dirty="0">
                <a:solidFill>
                  <a:srgbClr val="11A766"/>
                </a:solidFill>
                <a:latin typeface="江城圆体 600W" panose="020B0800000000000000" pitchFamily="34" charset="-128"/>
                <a:ea typeface="江城圆体 600W" panose="020B0800000000000000" pitchFamily="34" charset="-128"/>
                <a:cs typeface="Microsoft JhengHei"/>
              </a:rPr>
              <a:t>	</a:t>
            </a:r>
            <a:r>
              <a:rPr sz="2700" b="1" baseline="5000" dirty="0">
                <a:solidFill>
                  <a:srgbClr val="212121"/>
                </a:solidFill>
                <a:latin typeface="江城圆体 600W" panose="020B0800000000000000" pitchFamily="34" charset="-128"/>
                <a:ea typeface="江城圆体 600W" panose="020B0800000000000000" pitchFamily="34" charset="-128"/>
                <a:cs typeface="Microsoft JhengHei"/>
              </a:rPr>
              <a:t>爱人</a:t>
            </a:r>
            <a:r>
              <a:rPr sz="2700" b="1" spc="-150" baseline="5000" dirty="0">
                <a:solidFill>
                  <a:srgbClr val="212121"/>
                </a:solidFill>
                <a:latin typeface="江城圆体 600W" panose="020B0800000000000000" pitchFamily="34" charset="-128"/>
                <a:ea typeface="江城圆体 600W" panose="020B0800000000000000" pitchFamily="34" charset="-128"/>
                <a:cs typeface="Microsoft JhengHei"/>
              </a:rPr>
              <a:t> </a:t>
            </a:r>
            <a:r>
              <a:rPr sz="4500" b="1" spc="308" baseline="-6000"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a:t>
            </a:r>
            <a:r>
              <a:rPr sz="4500" b="1" spc="-49" baseline="-6000"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b="1" spc="53" dirty="0">
                <a:solidFill>
                  <a:srgbClr val="11A766"/>
                </a:solidFill>
                <a:latin typeface="江城圆体 600W" panose="020B0800000000000000" pitchFamily="34" charset="-128"/>
                <a:ea typeface="江城圆体 600W" panose="020B0800000000000000" pitchFamily="34" charset="-128"/>
                <a:cs typeface="Microsoft JhengHei"/>
              </a:rPr>
              <a:t>0.5</a:t>
            </a:r>
            <a:endParaRPr b="1">
              <a:latin typeface="江城圆体 600W" panose="020B0800000000000000" pitchFamily="34" charset="-128"/>
              <a:ea typeface="江城圆体 600W" panose="020B0800000000000000" pitchFamily="34" charset="-128"/>
              <a:cs typeface="Microsoft JhengHei"/>
            </a:endParaRPr>
          </a:p>
        </p:txBody>
      </p:sp>
      <p:sp>
        <p:nvSpPr>
          <p:cNvPr id="15" name="object 15"/>
          <p:cNvSpPr txBox="1"/>
          <p:nvPr/>
        </p:nvSpPr>
        <p:spPr>
          <a:xfrm>
            <a:off x="1301750" y="2432050"/>
            <a:ext cx="4433757" cy="467995"/>
          </a:xfrm>
          <a:prstGeom prst="rect">
            <a:avLst/>
          </a:prstGeom>
        </p:spPr>
        <p:txBody>
          <a:bodyPr vert="horz" wrap="square" lIns="0" tIns="6350" rIns="0" bIns="0" rtlCol="0">
            <a:spAutoFit/>
          </a:bodyPr>
          <a:lstStyle/>
          <a:p>
            <a:pPr marL="6350">
              <a:spcBef>
                <a:spcPts val="50"/>
              </a:spcBef>
              <a:tabLst>
                <a:tab pos="1725295" algn="l"/>
                <a:tab pos="3668395" algn="l"/>
              </a:tabLst>
            </a:pPr>
            <a:r>
              <a:rPr sz="300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r>
              <a:rPr sz="3000" b="1" spc="215"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 </a:t>
            </a:r>
            <a:r>
              <a:rPr sz="900" b="1" spc="-13" dirty="0">
                <a:solidFill>
                  <a:srgbClr val="212121"/>
                </a:solidFill>
                <a:latin typeface="江城圆体 600W" panose="020B0800000000000000" pitchFamily="34" charset="-128"/>
                <a:ea typeface="江城圆体 600W" panose="020B0800000000000000" pitchFamily="34" charset="-128"/>
                <a:cs typeface="Microsoft JhengHei"/>
              </a:rPr>
              <a:t>You</a:t>
            </a:r>
            <a:r>
              <a:rPr sz="900" b="1" dirty="0">
                <a:solidFill>
                  <a:srgbClr val="212121"/>
                </a:solidFill>
                <a:latin typeface="江城圆体 600W" panose="020B0800000000000000" pitchFamily="34" charset="-128"/>
                <a:ea typeface="江城圆体 600W" panose="020B0800000000000000" pitchFamily="34" charset="-128"/>
                <a:cs typeface="Microsoft JhengHei"/>
              </a:rPr>
              <a:t>	</a:t>
            </a:r>
            <a:r>
              <a:rPr sz="3000" b="1" spc="-625"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r>
              <a:rPr sz="3000" b="1" spc="48"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r>
              <a:rPr sz="300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	</a:t>
            </a:r>
            <a:r>
              <a:rPr sz="3000" b="1" spc="223"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r>
              <a:rPr sz="3000" b="1" spc="-228"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 </a:t>
            </a:r>
            <a:r>
              <a:rPr sz="3000" b="1" spc="-25" dirty="0">
                <a:solidFill>
                  <a:srgbClr val="212121"/>
                </a:solidFill>
                <a:latin typeface="江城圆体 600W" panose="020B0800000000000000" pitchFamily="34" charset="-128"/>
                <a:ea typeface="江城圆体 600W" panose="020B0800000000000000" pitchFamily="34" charset="-128"/>
                <a:cs typeface="Microsoft JhengHei"/>
              </a:rPr>
              <a:t>1</a:t>
            </a:r>
            <a:endParaRPr sz="3000" b="1">
              <a:latin typeface="江城圆体 600W" panose="020B0800000000000000" pitchFamily="34" charset="-128"/>
              <a:ea typeface="江城圆体 600W" panose="020B0800000000000000" pitchFamily="34" charset="-128"/>
              <a:cs typeface="Microsoft JhengHei"/>
            </a:endParaRPr>
          </a:p>
        </p:txBody>
      </p:sp>
      <p:sp>
        <p:nvSpPr>
          <p:cNvPr id="16" name="object 16"/>
          <p:cNvSpPr txBox="1"/>
          <p:nvPr/>
        </p:nvSpPr>
        <p:spPr>
          <a:xfrm>
            <a:off x="2293724" y="5594350"/>
            <a:ext cx="806133" cy="254635"/>
          </a:xfrm>
          <a:prstGeom prst="rect">
            <a:avLst/>
          </a:prstGeom>
        </p:spPr>
        <p:txBody>
          <a:bodyPr vert="horz" wrap="square" lIns="0" tIns="6350" rIns="0" bIns="0" rtlCol="0">
            <a:spAutoFit/>
          </a:bodyPr>
          <a:lstStyle/>
          <a:p>
            <a:pPr algn="ctr">
              <a:lnSpc>
                <a:spcPts val="1180"/>
              </a:lnSpc>
              <a:spcBef>
                <a:spcPts val="50"/>
              </a:spcBef>
            </a:pPr>
            <a:r>
              <a:rPr sz="1050" spc="-5" dirty="0">
                <a:solidFill>
                  <a:srgbClr val="212121"/>
                </a:solidFill>
                <a:latin typeface="Microsoft JhengHei"/>
                <a:cs typeface="Microsoft JhengHei"/>
              </a:rPr>
              <a:t>重要性得分</a:t>
            </a:r>
            <a:endParaRPr sz="1050" dirty="0">
              <a:latin typeface="Microsoft JhengHei"/>
              <a:cs typeface="Microsoft JhengHei"/>
            </a:endParaRPr>
          </a:p>
          <a:p>
            <a:pPr algn="ctr">
              <a:lnSpc>
                <a:spcPts val="760"/>
              </a:lnSpc>
            </a:pPr>
            <a:r>
              <a:rPr sz="700" spc="10" dirty="0">
                <a:solidFill>
                  <a:srgbClr val="212121"/>
                </a:solidFill>
                <a:latin typeface="Microsoft JhengHei"/>
                <a:cs typeface="Microsoft JhengHei"/>
              </a:rPr>
              <a:t>Significance</a:t>
            </a:r>
            <a:r>
              <a:rPr sz="700" spc="98" dirty="0">
                <a:solidFill>
                  <a:srgbClr val="212121"/>
                </a:solidFill>
                <a:latin typeface="Microsoft JhengHei"/>
                <a:cs typeface="Microsoft JhengHei"/>
              </a:rPr>
              <a:t> </a:t>
            </a:r>
            <a:r>
              <a:rPr sz="700" spc="-5" dirty="0">
                <a:solidFill>
                  <a:srgbClr val="212121"/>
                </a:solidFill>
                <a:latin typeface="Microsoft JhengHei"/>
                <a:cs typeface="Microsoft JhengHei"/>
              </a:rPr>
              <a:t>score</a:t>
            </a:r>
            <a:endParaRPr sz="700" dirty="0">
              <a:latin typeface="Microsoft JhengHei"/>
              <a:cs typeface="Microsoft JhengHei"/>
            </a:endParaRPr>
          </a:p>
        </p:txBody>
      </p:sp>
      <p:sp>
        <p:nvSpPr>
          <p:cNvPr id="17" name="object 17"/>
          <p:cNvSpPr txBox="1"/>
          <p:nvPr/>
        </p:nvSpPr>
        <p:spPr>
          <a:xfrm>
            <a:off x="2754977" y="6249430"/>
            <a:ext cx="2247900" cy="570865"/>
          </a:xfrm>
          <a:prstGeom prst="rect">
            <a:avLst/>
          </a:prstGeom>
          <a:ln w="50800">
            <a:solidFill>
              <a:srgbClr val="11A766"/>
            </a:solidFill>
          </a:ln>
        </p:spPr>
        <p:txBody>
          <a:bodyPr vert="horz" wrap="square" lIns="0" tIns="2223" rIns="0" bIns="0" rtlCol="0">
            <a:spAutoFit/>
          </a:bodyPr>
          <a:lstStyle/>
          <a:p>
            <a:pPr>
              <a:spcBef>
                <a:spcPts val="20"/>
              </a:spcBef>
            </a:pPr>
            <a:endParaRPr sz="1250" dirty="0">
              <a:latin typeface="Times New Roman" panose="02020603050405020304"/>
              <a:cs typeface="Times New Roman" panose="02020603050405020304"/>
            </a:endParaRPr>
          </a:p>
          <a:p>
            <a:pPr algn="ctr">
              <a:lnSpc>
                <a:spcPts val="1180"/>
              </a:lnSpc>
            </a:pPr>
            <a:r>
              <a:rPr sz="1050" spc="-5" dirty="0">
                <a:solidFill>
                  <a:srgbClr val="212121"/>
                </a:solidFill>
                <a:latin typeface="Microsoft JhengHei"/>
                <a:cs typeface="Microsoft JhengHei"/>
              </a:rPr>
              <a:t>无法计算的</a:t>
            </a:r>
            <a:endParaRPr sz="1050" dirty="0">
              <a:latin typeface="Microsoft JhengHei"/>
              <a:cs typeface="Microsoft JhengHei"/>
            </a:endParaRPr>
          </a:p>
          <a:p>
            <a:pPr algn="ctr">
              <a:lnSpc>
                <a:spcPts val="880"/>
              </a:lnSpc>
            </a:pPr>
            <a:r>
              <a:rPr sz="800" spc="23" dirty="0">
                <a:solidFill>
                  <a:srgbClr val="212121"/>
                </a:solidFill>
                <a:latin typeface="Microsoft JhengHei"/>
                <a:cs typeface="Microsoft JhengHei"/>
              </a:rPr>
              <a:t>Incalculable</a:t>
            </a:r>
            <a:endParaRPr lang="en-US" sz="800" spc="23" dirty="0">
              <a:solidFill>
                <a:srgbClr val="212121"/>
              </a:solidFill>
              <a:latin typeface="Microsoft JhengHei"/>
              <a:cs typeface="Microsoft JhengHei"/>
            </a:endParaRPr>
          </a:p>
          <a:p>
            <a:pPr algn="ctr">
              <a:lnSpc>
                <a:spcPts val="880"/>
              </a:lnSpc>
            </a:pPr>
            <a:endParaRPr sz="800" dirty="0">
              <a:latin typeface="Microsoft JhengHei"/>
              <a:cs typeface="Microsoft JhengHei"/>
            </a:endParaRPr>
          </a:p>
        </p:txBody>
      </p:sp>
      <p:sp>
        <p:nvSpPr>
          <p:cNvPr id="18" name="object 18"/>
          <p:cNvSpPr txBox="1"/>
          <p:nvPr/>
        </p:nvSpPr>
        <p:spPr>
          <a:xfrm>
            <a:off x="1854200" y="6250353"/>
            <a:ext cx="787400" cy="563245"/>
          </a:xfrm>
          <a:prstGeom prst="rect">
            <a:avLst/>
          </a:prstGeom>
          <a:ln w="50800">
            <a:solidFill>
              <a:srgbClr val="212121"/>
            </a:solidFill>
          </a:ln>
        </p:spPr>
        <p:txBody>
          <a:bodyPr vert="horz" wrap="square" lIns="0" tIns="2223" rIns="0" bIns="0" rtlCol="0">
            <a:spAutoFit/>
          </a:bodyPr>
          <a:lstStyle/>
          <a:p>
            <a:pPr>
              <a:spcBef>
                <a:spcPts val="20"/>
              </a:spcBef>
            </a:pPr>
            <a:endParaRPr sz="1200" dirty="0">
              <a:latin typeface="Times New Roman" panose="02020603050405020304"/>
              <a:cs typeface="Times New Roman" panose="02020603050405020304"/>
            </a:endParaRPr>
          </a:p>
          <a:p>
            <a:pPr marR="37465" algn="ctr">
              <a:lnSpc>
                <a:spcPts val="1180"/>
              </a:lnSpc>
            </a:pPr>
            <a:r>
              <a:rPr sz="1050" spc="-5" dirty="0">
                <a:solidFill>
                  <a:srgbClr val="212121"/>
                </a:solidFill>
                <a:latin typeface="Microsoft JhengHei"/>
                <a:cs typeface="Microsoft JhengHei"/>
              </a:rPr>
              <a:t>可以计算的</a:t>
            </a:r>
            <a:endParaRPr sz="1050" dirty="0">
              <a:latin typeface="Microsoft JhengHei"/>
              <a:cs typeface="Microsoft JhengHei"/>
            </a:endParaRPr>
          </a:p>
          <a:p>
            <a:pPr marR="37465" algn="ctr">
              <a:lnSpc>
                <a:spcPts val="880"/>
              </a:lnSpc>
            </a:pPr>
            <a:r>
              <a:rPr sz="800" spc="-5" dirty="0">
                <a:solidFill>
                  <a:srgbClr val="212121"/>
                </a:solidFill>
                <a:latin typeface="Microsoft JhengHei"/>
                <a:cs typeface="Microsoft JhengHei"/>
              </a:rPr>
              <a:t>Calculable</a:t>
            </a:r>
            <a:endParaRPr lang="en-US" sz="800" spc="-5" dirty="0">
              <a:solidFill>
                <a:srgbClr val="212121"/>
              </a:solidFill>
              <a:latin typeface="Microsoft JhengHei"/>
              <a:cs typeface="Microsoft JhengHei"/>
            </a:endParaRPr>
          </a:p>
          <a:p>
            <a:pPr marR="37465" algn="ctr">
              <a:lnSpc>
                <a:spcPts val="880"/>
              </a:lnSpc>
            </a:pPr>
            <a:endParaRPr sz="800" dirty="0">
              <a:latin typeface="Microsoft JhengHei"/>
              <a:cs typeface="Microsoft JhengHei"/>
            </a:endParaRPr>
          </a:p>
        </p:txBody>
      </p:sp>
      <p:sp>
        <p:nvSpPr>
          <p:cNvPr id="19" name="object 19"/>
          <p:cNvSpPr/>
          <p:nvPr/>
        </p:nvSpPr>
        <p:spPr>
          <a:xfrm>
            <a:off x="2694500" y="5893296"/>
            <a:ext cx="1905" cy="1472883"/>
          </a:xfrm>
          <a:custGeom>
            <a:avLst/>
            <a:gdLst/>
            <a:ahLst/>
            <a:cxnLst/>
            <a:rect l="l" t="t" r="r" b="b"/>
            <a:pathLst>
              <a:path w="3810" h="2945765">
                <a:moveTo>
                  <a:pt x="0" y="2945406"/>
                </a:moveTo>
                <a:lnTo>
                  <a:pt x="3740" y="0"/>
                </a:lnTo>
              </a:path>
            </a:pathLst>
          </a:custGeom>
          <a:ln w="38099">
            <a:solidFill>
              <a:srgbClr val="212121"/>
            </a:solidFill>
            <a:prstDash val="dash"/>
          </a:ln>
        </p:spPr>
        <p:txBody>
          <a:bodyPr wrap="square" lIns="0" tIns="0" rIns="0" bIns="0" rtlCol="0"/>
          <a:lstStyle/>
          <a:p>
            <a:endParaRPr sz="900"/>
          </a:p>
        </p:txBody>
      </p:sp>
      <p:pic>
        <p:nvPicPr>
          <p:cNvPr id="20" name="object 20"/>
          <p:cNvPicPr/>
          <p:nvPr/>
        </p:nvPicPr>
        <p:blipFill>
          <a:blip r:embed="rId2" cstate="print"/>
          <a:stretch>
            <a:fillRect/>
          </a:stretch>
        </p:blipFill>
        <p:spPr>
          <a:xfrm>
            <a:off x="3189837" y="8851900"/>
            <a:ext cx="486698" cy="292100"/>
          </a:xfrm>
          <a:prstGeom prst="rect">
            <a:avLst/>
          </a:prstGeom>
        </p:spPr>
      </p:pic>
      <p:sp>
        <p:nvSpPr>
          <p:cNvPr id="21" name="object 25"/>
          <p:cNvSpPr txBox="1"/>
          <p:nvPr/>
        </p:nvSpPr>
        <p:spPr>
          <a:xfrm>
            <a:off x="2788328" y="2193290"/>
            <a:ext cx="974677" cy="455930"/>
          </a:xfrm>
          <a:prstGeom prst="rect">
            <a:avLst/>
          </a:prstGeom>
        </p:spPr>
        <p:txBody>
          <a:bodyPr vert="horz" wrap="square" lIns="0" tIns="6350" rIns="0" bIns="0" rtlCol="0">
            <a:spAutoFit/>
          </a:bodyPr>
          <a:lstStyle/>
          <a:p>
            <a:pPr marL="19050">
              <a:spcBef>
                <a:spcPts val="50"/>
              </a:spcBef>
            </a:pPr>
            <a:r>
              <a:rPr lang="zh-CN" altLang="en-US" sz="45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22" name="object 25"/>
          <p:cNvSpPr txBox="1"/>
          <p:nvPr/>
        </p:nvSpPr>
        <p:spPr>
          <a:xfrm>
            <a:off x="4733860" y="2173835"/>
            <a:ext cx="974677" cy="455930"/>
          </a:xfrm>
          <a:prstGeom prst="rect">
            <a:avLst/>
          </a:prstGeom>
        </p:spPr>
        <p:txBody>
          <a:bodyPr vert="horz" wrap="square" lIns="0" tIns="6350" rIns="0" bIns="0" rtlCol="0">
            <a:spAutoFit/>
          </a:bodyPr>
          <a:lstStyle/>
          <a:p>
            <a:pPr marL="19050">
              <a:spcBef>
                <a:spcPts val="50"/>
              </a:spcBef>
            </a:pPr>
            <a:r>
              <a:rPr lang="zh-CN" altLang="en-US" sz="45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b="1" dirty="0">
              <a:latin typeface="江城圆体 600W" panose="020B0800000000000000" pitchFamily="34" charset="-128"/>
              <a:ea typeface="江城圆体 600W" panose="020B0800000000000000" pitchFamily="34" charset="-128"/>
              <a:cs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
        <p:nvSpPr>
          <p:cNvPr id="3" name="object 3"/>
          <p:cNvSpPr txBox="1"/>
          <p:nvPr/>
        </p:nvSpPr>
        <p:spPr>
          <a:xfrm>
            <a:off x="1454150" y="7672070"/>
            <a:ext cx="3958273" cy="376555"/>
          </a:xfrm>
          <a:prstGeom prst="rect">
            <a:avLst/>
          </a:prstGeom>
        </p:spPr>
        <p:txBody>
          <a:bodyPr vert="horz" wrap="square" lIns="0" tIns="6350" rIns="0" bIns="0" rtlCol="0">
            <a:spAutoFit/>
          </a:bodyPr>
          <a:lstStyle/>
          <a:p>
            <a:pPr marL="6350" marR="2540">
              <a:lnSpc>
                <a:spcPct val="115000"/>
              </a:lnSpc>
              <a:spcBef>
                <a:spcPts val="50"/>
              </a:spcBef>
            </a:pPr>
            <a:r>
              <a:rPr sz="1050" spc="-1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我们有</a:t>
            </a:r>
            <a:r>
              <a:rPr sz="1050" spc="9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3</a:t>
            </a:r>
            <a:r>
              <a:rPr sz="1050" spc="-1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个自我，工作的我、生活的我、做热爱的事的我，我们虽然</a:t>
            </a:r>
            <a:r>
              <a:rPr sz="1050" spc="-2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有不同的人生角色与样貌，但是每个人都要找到自我的人生核心。</a:t>
            </a:r>
            <a:endParaRPr sz="105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4" name="object 4"/>
          <p:cNvSpPr txBox="1"/>
          <p:nvPr/>
        </p:nvSpPr>
        <p:spPr>
          <a:xfrm>
            <a:off x="1536700" y="3735070"/>
            <a:ext cx="3788410" cy="376555"/>
          </a:xfrm>
          <a:prstGeom prst="rect">
            <a:avLst/>
          </a:prstGeom>
        </p:spPr>
        <p:txBody>
          <a:bodyPr vert="horz" wrap="square" lIns="0" tIns="6350" rIns="0" bIns="0" rtlCol="0">
            <a:spAutoFit/>
          </a:bodyPr>
          <a:lstStyle/>
          <a:p>
            <a:pPr marL="6350" marR="2540">
              <a:lnSpc>
                <a:spcPct val="115000"/>
              </a:lnSpc>
              <a:spcBef>
                <a:spcPts val="50"/>
              </a:spcBef>
            </a:pPr>
            <a:r>
              <a:rPr sz="1050" spc="-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人生要提早规划，务实规划自己的老后财务和健康的种种细节，</a:t>
            </a:r>
            <a:r>
              <a:rPr sz="1050" spc="-2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才能在晚年真正做自己。</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5" name="object 5"/>
          <p:cNvSpPr/>
          <p:nvPr/>
        </p:nvSpPr>
        <p:spPr>
          <a:xfrm>
            <a:off x="1809750" y="1155700"/>
            <a:ext cx="387033" cy="386715"/>
          </a:xfrm>
          <a:custGeom>
            <a:avLst/>
            <a:gdLst/>
            <a:ahLst/>
            <a:cxnLst/>
            <a:rect l="l" t="t" r="r" b="b"/>
            <a:pathLst>
              <a:path w="774064" h="773430">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4" h="773430">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4" h="773430">
                <a:moveTo>
                  <a:pt x="385104" y="0"/>
                </a:moveTo>
                <a:lnTo>
                  <a:pt x="336798" y="3000"/>
                </a:lnTo>
                <a:lnTo>
                  <a:pt x="433411" y="3000"/>
                </a:lnTo>
                <a:lnTo>
                  <a:pt x="385104" y="0"/>
                </a:lnTo>
                <a:close/>
              </a:path>
            </a:pathLst>
          </a:custGeom>
          <a:solidFill>
            <a:srgbClr val="11A766"/>
          </a:solidFill>
        </p:spPr>
        <p:txBody>
          <a:bodyPr wrap="square" lIns="0" tIns="0" rIns="0" bIns="0" rtlCol="0"/>
          <a:lstStyle/>
          <a:p>
            <a:endParaRPr sz="900"/>
          </a:p>
        </p:txBody>
      </p:sp>
      <p:sp>
        <p:nvSpPr>
          <p:cNvPr id="6" name="object 6"/>
          <p:cNvSpPr txBox="1"/>
          <p:nvPr/>
        </p:nvSpPr>
        <p:spPr>
          <a:xfrm>
            <a:off x="1855735" y="1220370"/>
            <a:ext cx="354065"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19</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7" name="object 7"/>
          <p:cNvSpPr/>
          <p:nvPr/>
        </p:nvSpPr>
        <p:spPr>
          <a:xfrm>
            <a:off x="2203450" y="1193800"/>
            <a:ext cx="2470150" cy="336550"/>
          </a:xfrm>
          <a:custGeom>
            <a:avLst/>
            <a:gdLst/>
            <a:ahLst/>
            <a:cxnLst/>
            <a:rect l="l" t="t" r="r" b="b"/>
            <a:pathLst>
              <a:path w="4940300" h="673100">
                <a:moveTo>
                  <a:pt x="4603750" y="0"/>
                </a:moveTo>
                <a:lnTo>
                  <a:pt x="336550" y="0"/>
                </a:lnTo>
                <a:lnTo>
                  <a:pt x="290882" y="3072"/>
                </a:lnTo>
                <a:lnTo>
                  <a:pt x="247081" y="12021"/>
                </a:lnTo>
                <a:lnTo>
                  <a:pt x="205549" y="26446"/>
                </a:lnTo>
                <a:lnTo>
                  <a:pt x="166687" y="45947"/>
                </a:lnTo>
                <a:lnTo>
                  <a:pt x="130894" y="70122"/>
                </a:lnTo>
                <a:lnTo>
                  <a:pt x="98573" y="98571"/>
                </a:lnTo>
                <a:lnTo>
                  <a:pt x="70124" y="130891"/>
                </a:lnTo>
                <a:lnTo>
                  <a:pt x="45949" y="166684"/>
                </a:lnTo>
                <a:lnTo>
                  <a:pt x="26447" y="205547"/>
                </a:lnTo>
                <a:lnTo>
                  <a:pt x="12021" y="247079"/>
                </a:lnTo>
                <a:lnTo>
                  <a:pt x="3072" y="290880"/>
                </a:lnTo>
                <a:lnTo>
                  <a:pt x="0" y="336550"/>
                </a:lnTo>
                <a:lnTo>
                  <a:pt x="3072" y="382219"/>
                </a:lnTo>
                <a:lnTo>
                  <a:pt x="12021" y="426020"/>
                </a:lnTo>
                <a:lnTo>
                  <a:pt x="26447" y="467552"/>
                </a:lnTo>
                <a:lnTo>
                  <a:pt x="45949" y="506415"/>
                </a:lnTo>
                <a:lnTo>
                  <a:pt x="70124" y="542208"/>
                </a:lnTo>
                <a:lnTo>
                  <a:pt x="98573" y="574528"/>
                </a:lnTo>
                <a:lnTo>
                  <a:pt x="130894" y="602977"/>
                </a:lnTo>
                <a:lnTo>
                  <a:pt x="166687" y="627152"/>
                </a:lnTo>
                <a:lnTo>
                  <a:pt x="205549" y="646653"/>
                </a:lnTo>
                <a:lnTo>
                  <a:pt x="247081" y="661078"/>
                </a:lnTo>
                <a:lnTo>
                  <a:pt x="290882" y="670027"/>
                </a:lnTo>
                <a:lnTo>
                  <a:pt x="336550" y="673100"/>
                </a:lnTo>
                <a:lnTo>
                  <a:pt x="4603750" y="673100"/>
                </a:lnTo>
                <a:lnTo>
                  <a:pt x="4649417" y="670027"/>
                </a:lnTo>
                <a:lnTo>
                  <a:pt x="4693218" y="661078"/>
                </a:lnTo>
                <a:lnTo>
                  <a:pt x="4734750" y="646653"/>
                </a:lnTo>
                <a:lnTo>
                  <a:pt x="4773612" y="627152"/>
                </a:lnTo>
                <a:lnTo>
                  <a:pt x="4809405" y="602977"/>
                </a:lnTo>
                <a:lnTo>
                  <a:pt x="4841726" y="574528"/>
                </a:lnTo>
                <a:lnTo>
                  <a:pt x="4870175" y="542208"/>
                </a:lnTo>
                <a:lnTo>
                  <a:pt x="4894350" y="506415"/>
                </a:lnTo>
                <a:lnTo>
                  <a:pt x="4913852" y="467552"/>
                </a:lnTo>
                <a:lnTo>
                  <a:pt x="4928278" y="426020"/>
                </a:lnTo>
                <a:lnTo>
                  <a:pt x="4937227" y="382219"/>
                </a:lnTo>
                <a:lnTo>
                  <a:pt x="4940300" y="336550"/>
                </a:lnTo>
                <a:lnTo>
                  <a:pt x="4937227" y="290880"/>
                </a:lnTo>
                <a:lnTo>
                  <a:pt x="4928278" y="247079"/>
                </a:lnTo>
                <a:lnTo>
                  <a:pt x="4913852" y="205547"/>
                </a:lnTo>
                <a:lnTo>
                  <a:pt x="4894350" y="166684"/>
                </a:lnTo>
                <a:lnTo>
                  <a:pt x="4870175" y="130891"/>
                </a:lnTo>
                <a:lnTo>
                  <a:pt x="4841726" y="98571"/>
                </a:lnTo>
                <a:lnTo>
                  <a:pt x="4809405" y="70122"/>
                </a:lnTo>
                <a:lnTo>
                  <a:pt x="4773612" y="45947"/>
                </a:lnTo>
                <a:lnTo>
                  <a:pt x="4734750" y="26446"/>
                </a:lnTo>
                <a:lnTo>
                  <a:pt x="4693218" y="12021"/>
                </a:lnTo>
                <a:lnTo>
                  <a:pt x="4649417" y="3072"/>
                </a:lnTo>
                <a:lnTo>
                  <a:pt x="4603750" y="0"/>
                </a:lnTo>
                <a:close/>
              </a:path>
            </a:pathLst>
          </a:custGeom>
          <a:solidFill>
            <a:srgbClr val="212121"/>
          </a:solidFill>
        </p:spPr>
        <p:txBody>
          <a:bodyPr wrap="square" lIns="0" tIns="0" rIns="0" bIns="0" rtlCol="0"/>
          <a:lstStyle/>
          <a:p>
            <a:endParaRPr sz="900"/>
          </a:p>
        </p:txBody>
      </p:sp>
      <p:sp>
        <p:nvSpPr>
          <p:cNvPr id="8" name="object 8"/>
          <p:cNvSpPr txBox="1"/>
          <p:nvPr/>
        </p:nvSpPr>
        <p:spPr>
          <a:xfrm>
            <a:off x="2830231" y="1133983"/>
            <a:ext cx="1447217" cy="579120"/>
          </a:xfrm>
          <a:prstGeom prst="rect">
            <a:avLst/>
          </a:prstGeom>
        </p:spPr>
        <p:txBody>
          <a:bodyPr vert="horz" wrap="square" lIns="0" tIns="133350" rIns="0" bIns="0" rtlCol="0">
            <a:spAutoFit/>
          </a:bodyPr>
          <a:lstStyle/>
          <a:p>
            <a:pPr marL="6350">
              <a:spcBef>
                <a:spcPts val="1050"/>
              </a:spcBef>
            </a:pPr>
            <a:r>
              <a:rPr sz="1500" b="1" spc="-5" dirty="0">
                <a:solidFill>
                  <a:srgbClr val="FFFFFF"/>
                </a:solidFill>
                <a:latin typeface="江城圆体 600W" panose="020B0800000000000000" pitchFamily="34" charset="-128"/>
                <a:ea typeface="江城圆体 600W" panose="020B0800000000000000" pitchFamily="34" charset="-128"/>
                <a:cs typeface="Microsoft JhengHei"/>
              </a:rPr>
              <a:t>人生最后25</a:t>
            </a:r>
            <a:r>
              <a:rPr sz="1500" b="1" spc="-25" dirty="0">
                <a:solidFill>
                  <a:srgbClr val="FFFFFF"/>
                </a:solidFill>
                <a:latin typeface="江城圆体 600W" panose="020B0800000000000000" pitchFamily="34" charset="-128"/>
                <a:ea typeface="江城圆体 600W" panose="020B0800000000000000" pitchFamily="34" charset="-128"/>
                <a:cs typeface="Microsoft JhengHei"/>
              </a:rPr>
              <a:t>年</a:t>
            </a:r>
            <a:endParaRPr sz="1500" b="1" dirty="0">
              <a:latin typeface="江城圆体 600W" panose="020B0800000000000000" pitchFamily="34" charset="-128"/>
              <a:ea typeface="江城圆体 600W" panose="020B0800000000000000" pitchFamily="34" charset="-128"/>
              <a:cs typeface="Microsoft JhengHei"/>
            </a:endParaRPr>
          </a:p>
          <a:p>
            <a:pPr marL="42545">
              <a:spcBef>
                <a:spcPts val="600"/>
              </a:spcBef>
            </a:pPr>
            <a:r>
              <a:rPr sz="900" b="1" spc="45" dirty="0">
                <a:solidFill>
                  <a:srgbClr val="212121"/>
                </a:solidFill>
                <a:latin typeface="江城圆体 600W" panose="020B0800000000000000" pitchFamily="34" charset="-128"/>
                <a:ea typeface="江城圆体 600W" panose="020B0800000000000000" pitchFamily="34" charset="-128"/>
                <a:cs typeface="Microsoft JhengHei"/>
              </a:rPr>
              <a:t>Last</a:t>
            </a:r>
            <a:r>
              <a:rPr sz="900" b="1" spc="-13" dirty="0">
                <a:solidFill>
                  <a:srgbClr val="212121"/>
                </a:solidFill>
                <a:latin typeface="江城圆体 600W" panose="020B0800000000000000" pitchFamily="34" charset="-128"/>
                <a:ea typeface="江城圆体 600W" panose="020B0800000000000000" pitchFamily="34" charset="-128"/>
                <a:cs typeface="Microsoft JhengHei"/>
              </a:rPr>
              <a:t> </a:t>
            </a:r>
            <a:r>
              <a:rPr sz="900" b="1" dirty="0">
                <a:solidFill>
                  <a:srgbClr val="212121"/>
                </a:solidFill>
                <a:latin typeface="江城圆体 600W" panose="020B0800000000000000" pitchFamily="34" charset="-128"/>
                <a:ea typeface="江城圆体 600W" panose="020B0800000000000000" pitchFamily="34" charset="-128"/>
                <a:cs typeface="Microsoft JhengHei"/>
              </a:rPr>
              <a:t>25</a:t>
            </a:r>
            <a:r>
              <a:rPr sz="900" b="1" spc="-13"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35" dirty="0">
                <a:solidFill>
                  <a:srgbClr val="212121"/>
                </a:solidFill>
                <a:latin typeface="江城圆体 600W" panose="020B0800000000000000" pitchFamily="34" charset="-128"/>
                <a:ea typeface="江城圆体 600W" panose="020B0800000000000000" pitchFamily="34" charset="-128"/>
                <a:cs typeface="Microsoft JhengHei"/>
              </a:rPr>
              <a:t>years</a:t>
            </a:r>
            <a:r>
              <a:rPr sz="900" b="1" spc="-10" dirty="0">
                <a:solidFill>
                  <a:srgbClr val="212121"/>
                </a:solidFill>
                <a:latin typeface="江城圆体 600W" panose="020B0800000000000000" pitchFamily="34" charset="-128"/>
                <a:ea typeface="江城圆体 600W" panose="020B0800000000000000" pitchFamily="34" charset="-128"/>
                <a:cs typeface="Microsoft JhengHei"/>
              </a:rPr>
              <a:t> </a:t>
            </a:r>
            <a:r>
              <a:rPr sz="900" b="1" dirty="0">
                <a:solidFill>
                  <a:srgbClr val="212121"/>
                </a:solidFill>
                <a:latin typeface="江城圆体 600W" panose="020B0800000000000000" pitchFamily="34" charset="-128"/>
                <a:ea typeface="江城圆体 600W" panose="020B0800000000000000" pitchFamily="34" charset="-128"/>
                <a:cs typeface="Microsoft JhengHei"/>
              </a:rPr>
              <a:t>of</a:t>
            </a:r>
            <a:r>
              <a:rPr sz="900" b="1" spc="-13"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25" dirty="0">
                <a:solidFill>
                  <a:srgbClr val="212121"/>
                </a:solidFill>
                <a:latin typeface="江城圆体 600W" panose="020B0800000000000000" pitchFamily="34" charset="-128"/>
                <a:ea typeface="江城圆体 600W" panose="020B0800000000000000" pitchFamily="34" charset="-128"/>
                <a:cs typeface="Microsoft JhengHei"/>
              </a:rPr>
              <a:t>life</a:t>
            </a:r>
            <a:endParaRPr sz="900" b="1" dirty="0">
              <a:latin typeface="江城圆体 600W" panose="020B0800000000000000" pitchFamily="34" charset="-128"/>
              <a:ea typeface="江城圆体 600W" panose="020B0800000000000000" pitchFamily="34" charset="-128"/>
              <a:cs typeface="Microsoft JhengHei"/>
            </a:endParaRPr>
          </a:p>
        </p:txBody>
      </p:sp>
      <p:sp>
        <p:nvSpPr>
          <p:cNvPr id="9" name="object 9"/>
          <p:cNvSpPr/>
          <p:nvPr/>
        </p:nvSpPr>
        <p:spPr>
          <a:xfrm>
            <a:off x="1809750" y="4610100"/>
            <a:ext cx="387033" cy="386715"/>
          </a:xfrm>
          <a:custGeom>
            <a:avLst/>
            <a:gdLst/>
            <a:ahLst/>
            <a:cxnLst/>
            <a:rect l="l" t="t" r="r" b="b"/>
            <a:pathLst>
              <a:path w="774064" h="773429">
                <a:moveTo>
                  <a:pt x="766838" y="714573"/>
                </a:moveTo>
                <a:lnTo>
                  <a:pt x="584610" y="714573"/>
                </a:lnTo>
                <a:lnTo>
                  <a:pt x="613492" y="715671"/>
                </a:lnTo>
                <a:lnTo>
                  <a:pt x="656308" y="733669"/>
                </a:lnTo>
                <a:lnTo>
                  <a:pt x="703243" y="756683"/>
                </a:lnTo>
                <a:lnTo>
                  <a:pt x="744482" y="772826"/>
                </a:lnTo>
                <a:lnTo>
                  <a:pt x="770209" y="770214"/>
                </a:lnTo>
                <a:lnTo>
                  <a:pt x="773628" y="741225"/>
                </a:lnTo>
                <a:lnTo>
                  <a:pt x="766838" y="714573"/>
                </a:lnTo>
                <a:close/>
              </a:path>
              <a:path w="774064" h="773429">
                <a:moveTo>
                  <a:pt x="385104" y="0"/>
                </a:moveTo>
                <a:lnTo>
                  <a:pt x="336798" y="3000"/>
                </a:lnTo>
                <a:lnTo>
                  <a:pt x="290282" y="11761"/>
                </a:lnTo>
                <a:lnTo>
                  <a:pt x="245917" y="25922"/>
                </a:lnTo>
                <a:lnTo>
                  <a:pt x="204065" y="45121"/>
                </a:lnTo>
                <a:lnTo>
                  <a:pt x="165086" y="68998"/>
                </a:lnTo>
                <a:lnTo>
                  <a:pt x="129341" y="97192"/>
                </a:lnTo>
                <a:lnTo>
                  <a:pt x="97191" y="129342"/>
                </a:lnTo>
                <a:lnTo>
                  <a:pt x="68998" y="165087"/>
                </a:lnTo>
                <a:lnTo>
                  <a:pt x="45121" y="204066"/>
                </a:lnTo>
                <a:lnTo>
                  <a:pt x="25921" y="245919"/>
                </a:lnTo>
                <a:lnTo>
                  <a:pt x="11761" y="290283"/>
                </a:lnTo>
                <a:lnTo>
                  <a:pt x="3000" y="336800"/>
                </a:lnTo>
                <a:lnTo>
                  <a:pt x="0" y="385107"/>
                </a:lnTo>
                <a:lnTo>
                  <a:pt x="3000" y="433414"/>
                </a:lnTo>
                <a:lnTo>
                  <a:pt x="11761" y="479930"/>
                </a:lnTo>
                <a:lnTo>
                  <a:pt x="25921" y="524295"/>
                </a:lnTo>
                <a:lnTo>
                  <a:pt x="45121" y="566148"/>
                </a:lnTo>
                <a:lnTo>
                  <a:pt x="68998" y="605127"/>
                </a:lnTo>
                <a:lnTo>
                  <a:pt x="97191" y="640872"/>
                </a:lnTo>
                <a:lnTo>
                  <a:pt x="129341" y="673022"/>
                </a:lnTo>
                <a:lnTo>
                  <a:pt x="165086" y="701216"/>
                </a:lnTo>
                <a:lnTo>
                  <a:pt x="204065" y="725093"/>
                </a:lnTo>
                <a:lnTo>
                  <a:pt x="245917" y="744292"/>
                </a:lnTo>
                <a:lnTo>
                  <a:pt x="290282" y="758452"/>
                </a:lnTo>
                <a:lnTo>
                  <a:pt x="336798" y="767213"/>
                </a:lnTo>
                <a:lnTo>
                  <a:pt x="385104" y="770214"/>
                </a:lnTo>
                <a:lnTo>
                  <a:pt x="438906" y="766486"/>
                </a:lnTo>
                <a:lnTo>
                  <a:pt x="490425" y="755635"/>
                </a:lnTo>
                <a:lnTo>
                  <a:pt x="539160" y="738163"/>
                </a:lnTo>
                <a:lnTo>
                  <a:pt x="584610" y="714573"/>
                </a:lnTo>
                <a:lnTo>
                  <a:pt x="766838" y="714573"/>
                </a:lnTo>
                <a:lnTo>
                  <a:pt x="761491" y="693585"/>
                </a:lnTo>
                <a:lnTo>
                  <a:pt x="743535" y="639255"/>
                </a:lnTo>
                <a:lnTo>
                  <a:pt x="729499" y="590198"/>
                </a:lnTo>
                <a:lnTo>
                  <a:pt x="729122" y="558375"/>
                </a:lnTo>
                <a:lnTo>
                  <a:pt x="746630" y="518094"/>
                </a:lnTo>
                <a:lnTo>
                  <a:pt x="759521" y="475581"/>
                </a:lnTo>
                <a:lnTo>
                  <a:pt x="767485" y="431148"/>
                </a:lnTo>
                <a:lnTo>
                  <a:pt x="770209" y="385107"/>
                </a:lnTo>
                <a:lnTo>
                  <a:pt x="767208" y="336800"/>
                </a:lnTo>
                <a:lnTo>
                  <a:pt x="758447" y="290283"/>
                </a:lnTo>
                <a:lnTo>
                  <a:pt x="744287" y="245919"/>
                </a:lnTo>
                <a:lnTo>
                  <a:pt x="725088" y="204066"/>
                </a:lnTo>
                <a:lnTo>
                  <a:pt x="701211" y="165087"/>
                </a:lnTo>
                <a:lnTo>
                  <a:pt x="673017" y="129342"/>
                </a:lnTo>
                <a:lnTo>
                  <a:pt x="640867" y="97192"/>
                </a:lnTo>
                <a:lnTo>
                  <a:pt x="605122" y="68998"/>
                </a:lnTo>
                <a:lnTo>
                  <a:pt x="566144" y="45121"/>
                </a:lnTo>
                <a:lnTo>
                  <a:pt x="524291" y="25922"/>
                </a:lnTo>
                <a:lnTo>
                  <a:pt x="479927" y="11761"/>
                </a:lnTo>
                <a:lnTo>
                  <a:pt x="433411" y="3000"/>
                </a:lnTo>
                <a:lnTo>
                  <a:pt x="385104" y="0"/>
                </a:lnTo>
                <a:close/>
              </a:path>
            </a:pathLst>
          </a:custGeom>
          <a:solidFill>
            <a:srgbClr val="11A766"/>
          </a:solidFill>
        </p:spPr>
        <p:txBody>
          <a:bodyPr wrap="square" lIns="0" tIns="0" rIns="0" bIns="0" rtlCol="0"/>
          <a:lstStyle/>
          <a:p>
            <a:endParaRPr sz="900"/>
          </a:p>
        </p:txBody>
      </p:sp>
      <p:sp>
        <p:nvSpPr>
          <p:cNvPr id="10" name="object 10"/>
          <p:cNvSpPr txBox="1"/>
          <p:nvPr/>
        </p:nvSpPr>
        <p:spPr>
          <a:xfrm>
            <a:off x="1868913" y="4669589"/>
            <a:ext cx="340887"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20</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1" name="object 11"/>
          <p:cNvSpPr/>
          <p:nvPr/>
        </p:nvSpPr>
        <p:spPr>
          <a:xfrm>
            <a:off x="2203450" y="4648200"/>
            <a:ext cx="2470150" cy="336550"/>
          </a:xfrm>
          <a:custGeom>
            <a:avLst/>
            <a:gdLst/>
            <a:ahLst/>
            <a:cxnLst/>
            <a:rect l="l" t="t" r="r" b="b"/>
            <a:pathLst>
              <a:path w="4940300" h="673100">
                <a:moveTo>
                  <a:pt x="4603750" y="0"/>
                </a:moveTo>
                <a:lnTo>
                  <a:pt x="336550" y="0"/>
                </a:lnTo>
                <a:lnTo>
                  <a:pt x="290882" y="3072"/>
                </a:lnTo>
                <a:lnTo>
                  <a:pt x="247081" y="12021"/>
                </a:lnTo>
                <a:lnTo>
                  <a:pt x="205549" y="26447"/>
                </a:lnTo>
                <a:lnTo>
                  <a:pt x="166687" y="45949"/>
                </a:lnTo>
                <a:lnTo>
                  <a:pt x="130894" y="70124"/>
                </a:lnTo>
                <a:lnTo>
                  <a:pt x="98573" y="98573"/>
                </a:lnTo>
                <a:lnTo>
                  <a:pt x="70124" y="130894"/>
                </a:lnTo>
                <a:lnTo>
                  <a:pt x="45949" y="166687"/>
                </a:lnTo>
                <a:lnTo>
                  <a:pt x="26447" y="205549"/>
                </a:lnTo>
                <a:lnTo>
                  <a:pt x="12021" y="247081"/>
                </a:lnTo>
                <a:lnTo>
                  <a:pt x="3072" y="290882"/>
                </a:lnTo>
                <a:lnTo>
                  <a:pt x="0" y="336550"/>
                </a:lnTo>
                <a:lnTo>
                  <a:pt x="3072" y="382217"/>
                </a:lnTo>
                <a:lnTo>
                  <a:pt x="12021" y="426018"/>
                </a:lnTo>
                <a:lnTo>
                  <a:pt x="26447" y="467550"/>
                </a:lnTo>
                <a:lnTo>
                  <a:pt x="45949" y="506412"/>
                </a:lnTo>
                <a:lnTo>
                  <a:pt x="70124" y="542205"/>
                </a:lnTo>
                <a:lnTo>
                  <a:pt x="98573" y="574526"/>
                </a:lnTo>
                <a:lnTo>
                  <a:pt x="130894" y="602975"/>
                </a:lnTo>
                <a:lnTo>
                  <a:pt x="166687" y="627150"/>
                </a:lnTo>
                <a:lnTo>
                  <a:pt x="205549" y="646652"/>
                </a:lnTo>
                <a:lnTo>
                  <a:pt x="247081" y="661078"/>
                </a:lnTo>
                <a:lnTo>
                  <a:pt x="290882" y="670027"/>
                </a:lnTo>
                <a:lnTo>
                  <a:pt x="336550" y="673100"/>
                </a:lnTo>
                <a:lnTo>
                  <a:pt x="4603750" y="673100"/>
                </a:lnTo>
                <a:lnTo>
                  <a:pt x="4649417" y="670027"/>
                </a:lnTo>
                <a:lnTo>
                  <a:pt x="4693218" y="661078"/>
                </a:lnTo>
                <a:lnTo>
                  <a:pt x="4734750" y="646652"/>
                </a:lnTo>
                <a:lnTo>
                  <a:pt x="4773612" y="627150"/>
                </a:lnTo>
                <a:lnTo>
                  <a:pt x="4809405" y="602975"/>
                </a:lnTo>
                <a:lnTo>
                  <a:pt x="4841726" y="574526"/>
                </a:lnTo>
                <a:lnTo>
                  <a:pt x="4870175" y="542205"/>
                </a:lnTo>
                <a:lnTo>
                  <a:pt x="4894350" y="506412"/>
                </a:lnTo>
                <a:lnTo>
                  <a:pt x="4913852" y="467550"/>
                </a:lnTo>
                <a:lnTo>
                  <a:pt x="4928278" y="426018"/>
                </a:lnTo>
                <a:lnTo>
                  <a:pt x="4937227" y="382217"/>
                </a:lnTo>
                <a:lnTo>
                  <a:pt x="4940300" y="336550"/>
                </a:lnTo>
                <a:lnTo>
                  <a:pt x="4937227" y="290882"/>
                </a:lnTo>
                <a:lnTo>
                  <a:pt x="4928278" y="247081"/>
                </a:lnTo>
                <a:lnTo>
                  <a:pt x="4913852" y="205549"/>
                </a:lnTo>
                <a:lnTo>
                  <a:pt x="4894350" y="166687"/>
                </a:lnTo>
                <a:lnTo>
                  <a:pt x="4870175" y="130894"/>
                </a:lnTo>
                <a:lnTo>
                  <a:pt x="4841726" y="98573"/>
                </a:lnTo>
                <a:lnTo>
                  <a:pt x="4809405" y="70124"/>
                </a:lnTo>
                <a:lnTo>
                  <a:pt x="4773612" y="45949"/>
                </a:lnTo>
                <a:lnTo>
                  <a:pt x="4734750" y="26447"/>
                </a:lnTo>
                <a:lnTo>
                  <a:pt x="4693218" y="12021"/>
                </a:lnTo>
                <a:lnTo>
                  <a:pt x="4649417" y="3072"/>
                </a:lnTo>
                <a:lnTo>
                  <a:pt x="4603750" y="0"/>
                </a:lnTo>
                <a:close/>
              </a:path>
            </a:pathLst>
          </a:custGeom>
          <a:solidFill>
            <a:srgbClr val="212121"/>
          </a:solidFill>
        </p:spPr>
        <p:txBody>
          <a:bodyPr wrap="square" lIns="0" tIns="0" rIns="0" bIns="0" rtlCol="0"/>
          <a:lstStyle/>
          <a:p>
            <a:endParaRPr sz="900"/>
          </a:p>
        </p:txBody>
      </p:sp>
      <p:sp>
        <p:nvSpPr>
          <p:cNvPr id="12" name="object 12"/>
          <p:cNvSpPr txBox="1"/>
          <p:nvPr/>
        </p:nvSpPr>
        <p:spPr>
          <a:xfrm>
            <a:off x="2642857" y="4724631"/>
            <a:ext cx="1577023" cy="465455"/>
          </a:xfrm>
          <a:prstGeom prst="rect">
            <a:avLst/>
          </a:prstGeom>
        </p:spPr>
        <p:txBody>
          <a:bodyPr vert="horz" wrap="square" lIns="0" tIns="6350" rIns="0" bIns="0" rtlCol="0">
            <a:spAutoFit/>
          </a:bodyPr>
          <a:lstStyle/>
          <a:p>
            <a:pPr algn="ctr">
              <a:spcBef>
                <a:spcPts val="50"/>
              </a:spcBef>
            </a:pPr>
            <a:r>
              <a:rPr sz="1500" b="1" spc="-10" dirty="0">
                <a:solidFill>
                  <a:srgbClr val="FFFFFF"/>
                </a:solidFill>
                <a:latin typeface="江城圆体 600W" panose="020B0800000000000000" pitchFamily="34" charset="-128"/>
                <a:ea typeface="江城圆体 600W" panose="020B0800000000000000" pitchFamily="34" charset="-128"/>
                <a:cs typeface="Microsoft JhengHei"/>
              </a:rPr>
              <a:t>你是独一无二的</a:t>
            </a:r>
            <a:endParaRPr sz="1500" b="1" dirty="0">
              <a:latin typeface="江城圆体 600W" panose="020B0800000000000000" pitchFamily="34" charset="-128"/>
              <a:ea typeface="江城圆体 600W" panose="020B0800000000000000" pitchFamily="34" charset="-128"/>
              <a:cs typeface="Microsoft JhengHei"/>
            </a:endParaRPr>
          </a:p>
          <a:p>
            <a:pPr marL="6985" algn="ctr">
              <a:spcBef>
                <a:spcPts val="700"/>
              </a:spcBef>
            </a:pPr>
            <a:r>
              <a:rPr sz="900" b="1" dirty="0">
                <a:solidFill>
                  <a:srgbClr val="212121"/>
                </a:solidFill>
                <a:latin typeface="江城圆体 600W" panose="020B0800000000000000" pitchFamily="34" charset="-128"/>
                <a:ea typeface="江城圆体 600W" panose="020B0800000000000000" pitchFamily="34" charset="-128"/>
                <a:cs typeface="Microsoft JhengHei"/>
              </a:rPr>
              <a:t>You're</a:t>
            </a:r>
            <a:r>
              <a:rPr sz="900" b="1" spc="25" dirty="0">
                <a:solidFill>
                  <a:srgbClr val="212121"/>
                </a:solidFill>
                <a:latin typeface="江城圆体 600W" panose="020B0800000000000000" pitchFamily="34" charset="-128"/>
                <a:ea typeface="江城圆体 600W" panose="020B0800000000000000" pitchFamily="34" charset="-128"/>
                <a:cs typeface="Microsoft JhengHei"/>
              </a:rPr>
              <a:t> </a:t>
            </a:r>
            <a:r>
              <a:rPr sz="900" b="1" dirty="0">
                <a:solidFill>
                  <a:srgbClr val="212121"/>
                </a:solidFill>
                <a:latin typeface="江城圆体 600W" panose="020B0800000000000000" pitchFamily="34" charset="-128"/>
                <a:ea typeface="江城圆体 600W" panose="020B0800000000000000" pitchFamily="34" charset="-128"/>
                <a:cs typeface="Microsoft JhengHei"/>
              </a:rPr>
              <a:t>one</a:t>
            </a:r>
            <a:r>
              <a:rPr sz="900" b="1" spc="28" dirty="0">
                <a:solidFill>
                  <a:srgbClr val="212121"/>
                </a:solidFill>
                <a:latin typeface="江城圆体 600W" panose="020B0800000000000000" pitchFamily="34" charset="-128"/>
                <a:ea typeface="江城圆体 600W" panose="020B0800000000000000" pitchFamily="34" charset="-128"/>
                <a:cs typeface="Microsoft JhengHei"/>
              </a:rPr>
              <a:t> </a:t>
            </a:r>
            <a:r>
              <a:rPr sz="900" b="1" dirty="0">
                <a:solidFill>
                  <a:srgbClr val="212121"/>
                </a:solidFill>
                <a:latin typeface="江城圆体 600W" panose="020B0800000000000000" pitchFamily="34" charset="-128"/>
                <a:ea typeface="江城圆体 600W" panose="020B0800000000000000" pitchFamily="34" charset="-128"/>
                <a:cs typeface="Microsoft JhengHei"/>
              </a:rPr>
              <a:t>of</a:t>
            </a:r>
            <a:r>
              <a:rPr sz="900" b="1" spc="25"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33" dirty="0">
                <a:solidFill>
                  <a:srgbClr val="212121"/>
                </a:solidFill>
                <a:latin typeface="江城圆体 600W" panose="020B0800000000000000" pitchFamily="34" charset="-128"/>
                <a:ea typeface="江城圆体 600W" panose="020B0800000000000000" pitchFamily="34" charset="-128"/>
                <a:cs typeface="Microsoft JhengHei"/>
              </a:rPr>
              <a:t>a</a:t>
            </a:r>
            <a:r>
              <a:rPr sz="900" b="1" spc="28" dirty="0">
                <a:solidFill>
                  <a:srgbClr val="212121"/>
                </a:solidFill>
                <a:latin typeface="江城圆体 600W" panose="020B0800000000000000" pitchFamily="34" charset="-128"/>
                <a:ea typeface="江城圆体 600W" panose="020B0800000000000000" pitchFamily="34" charset="-128"/>
                <a:cs typeface="Microsoft JhengHei"/>
              </a:rPr>
              <a:t> </a:t>
            </a:r>
            <a:r>
              <a:rPr sz="900" b="1" spc="20" dirty="0">
                <a:solidFill>
                  <a:srgbClr val="212121"/>
                </a:solidFill>
                <a:latin typeface="江城圆体 600W" panose="020B0800000000000000" pitchFamily="34" charset="-128"/>
                <a:ea typeface="江城圆体 600W" panose="020B0800000000000000" pitchFamily="34" charset="-128"/>
                <a:cs typeface="Microsoft JhengHei"/>
              </a:rPr>
              <a:t>kind</a:t>
            </a:r>
            <a:endParaRPr sz="900" b="1" dirty="0">
              <a:latin typeface="江城圆体 600W" panose="020B0800000000000000" pitchFamily="34" charset="-128"/>
              <a:ea typeface="江城圆体 600W" panose="020B0800000000000000" pitchFamily="34" charset="-128"/>
              <a:cs typeface="Microsoft JhengHei"/>
            </a:endParaRPr>
          </a:p>
        </p:txBody>
      </p:sp>
      <p:sp>
        <p:nvSpPr>
          <p:cNvPr id="13" name="object 13"/>
          <p:cNvSpPr/>
          <p:nvPr/>
        </p:nvSpPr>
        <p:spPr>
          <a:xfrm>
            <a:off x="1663700" y="2635371"/>
            <a:ext cx="2584450" cy="611505"/>
          </a:xfrm>
          <a:custGeom>
            <a:avLst/>
            <a:gdLst/>
            <a:ahLst/>
            <a:cxnLst/>
            <a:rect l="l" t="t" r="r" b="b"/>
            <a:pathLst>
              <a:path w="5168900" h="1223010">
                <a:moveTo>
                  <a:pt x="5168900" y="0"/>
                </a:moveTo>
                <a:lnTo>
                  <a:pt x="5168900" y="1222423"/>
                </a:lnTo>
                <a:lnTo>
                  <a:pt x="0" y="1222423"/>
                </a:lnTo>
                <a:lnTo>
                  <a:pt x="0" y="0"/>
                </a:lnTo>
                <a:lnTo>
                  <a:pt x="5168900" y="0"/>
                </a:lnTo>
                <a:close/>
              </a:path>
            </a:pathLst>
          </a:custGeom>
          <a:ln w="50800" cap="rnd">
            <a:solidFill>
              <a:srgbClr val="212121"/>
            </a:solidFill>
          </a:ln>
        </p:spPr>
        <p:txBody>
          <a:bodyPr wrap="square" lIns="0" tIns="0" rIns="0" bIns="0" rtlCol="0"/>
          <a:lstStyle/>
          <a:p>
            <a:endParaRPr sz="900"/>
          </a:p>
        </p:txBody>
      </p:sp>
      <p:sp>
        <p:nvSpPr>
          <p:cNvPr id="14" name="object 14"/>
          <p:cNvSpPr txBox="1"/>
          <p:nvPr/>
        </p:nvSpPr>
        <p:spPr>
          <a:xfrm>
            <a:off x="4295324" y="2637149"/>
            <a:ext cx="939800" cy="624840"/>
          </a:xfrm>
          <a:prstGeom prst="rect">
            <a:avLst/>
          </a:prstGeom>
          <a:ln w="50800" cap="rnd">
            <a:solidFill>
              <a:srgbClr val="11A766"/>
            </a:solidFill>
          </a:ln>
        </p:spPr>
        <p:txBody>
          <a:bodyPr vert="horz" wrap="square" lIns="0" tIns="2540" rIns="0" bIns="0" rtlCol="0">
            <a:spAutoFit/>
          </a:bodyPr>
          <a:lstStyle/>
          <a:p>
            <a:pPr>
              <a:spcBef>
                <a:spcPts val="20"/>
              </a:spcBef>
            </a:pPr>
            <a:endParaRPr sz="925" dirty="0">
              <a:latin typeface="Times New Roman" panose="02020603050405020304"/>
              <a:cs typeface="Times New Roman" panose="02020603050405020304"/>
            </a:endParaRPr>
          </a:p>
          <a:p>
            <a:pPr marL="15875" algn="ctr">
              <a:lnSpc>
                <a:spcPts val="1180"/>
              </a:lnSpc>
            </a:pPr>
            <a:r>
              <a:rPr sz="1050" dirty="0">
                <a:solidFill>
                  <a:srgbClr val="212121"/>
                </a:solidFill>
                <a:latin typeface="Microsoft JhengHei"/>
                <a:cs typeface="Microsoft JhengHei"/>
              </a:rPr>
              <a:t>最后25</a:t>
            </a:r>
            <a:r>
              <a:rPr sz="1050" spc="-25" dirty="0">
                <a:solidFill>
                  <a:srgbClr val="212121"/>
                </a:solidFill>
                <a:latin typeface="Microsoft JhengHei"/>
                <a:cs typeface="Microsoft JhengHei"/>
              </a:rPr>
              <a:t>年</a:t>
            </a:r>
            <a:endParaRPr sz="1050" dirty="0">
              <a:latin typeface="Microsoft JhengHei"/>
              <a:cs typeface="Microsoft JhengHei"/>
            </a:endParaRPr>
          </a:p>
          <a:p>
            <a:pPr marL="153670" marR="133350" algn="ctr">
              <a:lnSpc>
                <a:spcPts val="800"/>
              </a:lnSpc>
              <a:spcBef>
                <a:spcPts val="80"/>
              </a:spcBef>
            </a:pPr>
            <a:r>
              <a:rPr sz="800" spc="40" dirty="0">
                <a:solidFill>
                  <a:srgbClr val="212121"/>
                </a:solidFill>
                <a:latin typeface="Microsoft JhengHei"/>
                <a:cs typeface="Microsoft JhengHei"/>
              </a:rPr>
              <a:t>Last</a:t>
            </a:r>
            <a:r>
              <a:rPr sz="800" spc="-15" dirty="0">
                <a:solidFill>
                  <a:srgbClr val="212121"/>
                </a:solidFill>
                <a:latin typeface="Microsoft JhengHei"/>
                <a:cs typeface="Microsoft JhengHei"/>
              </a:rPr>
              <a:t> </a:t>
            </a:r>
            <a:r>
              <a:rPr sz="800" dirty="0">
                <a:solidFill>
                  <a:srgbClr val="212121"/>
                </a:solidFill>
                <a:latin typeface="Microsoft JhengHei"/>
                <a:cs typeface="Microsoft JhengHei"/>
              </a:rPr>
              <a:t>25</a:t>
            </a:r>
            <a:r>
              <a:rPr sz="800" spc="-13" dirty="0">
                <a:solidFill>
                  <a:srgbClr val="212121"/>
                </a:solidFill>
                <a:latin typeface="Microsoft JhengHei"/>
                <a:cs typeface="Microsoft JhengHei"/>
              </a:rPr>
              <a:t> </a:t>
            </a:r>
            <a:r>
              <a:rPr sz="800" spc="20" dirty="0">
                <a:solidFill>
                  <a:srgbClr val="212121"/>
                </a:solidFill>
                <a:latin typeface="Microsoft JhengHei"/>
                <a:cs typeface="Microsoft JhengHei"/>
              </a:rPr>
              <a:t>years </a:t>
            </a:r>
            <a:r>
              <a:rPr sz="800" dirty="0">
                <a:solidFill>
                  <a:srgbClr val="212121"/>
                </a:solidFill>
                <a:latin typeface="Microsoft JhengHei"/>
                <a:cs typeface="Microsoft JhengHei"/>
              </a:rPr>
              <a:t>of</a:t>
            </a:r>
            <a:r>
              <a:rPr sz="800" spc="3" dirty="0">
                <a:solidFill>
                  <a:srgbClr val="212121"/>
                </a:solidFill>
                <a:latin typeface="Microsoft JhengHei"/>
                <a:cs typeface="Microsoft JhengHei"/>
              </a:rPr>
              <a:t> </a:t>
            </a:r>
            <a:r>
              <a:rPr sz="800" spc="20" dirty="0">
                <a:solidFill>
                  <a:srgbClr val="212121"/>
                </a:solidFill>
                <a:latin typeface="Microsoft JhengHei"/>
                <a:cs typeface="Microsoft JhengHei"/>
              </a:rPr>
              <a:t>life</a:t>
            </a:r>
            <a:endParaRPr lang="en-US" sz="800" spc="20" dirty="0">
              <a:solidFill>
                <a:srgbClr val="212121"/>
              </a:solidFill>
              <a:latin typeface="Microsoft JhengHei"/>
              <a:cs typeface="Microsoft JhengHei"/>
            </a:endParaRPr>
          </a:p>
          <a:p>
            <a:pPr marL="153670" marR="133350" algn="ctr">
              <a:lnSpc>
                <a:spcPts val="800"/>
              </a:lnSpc>
              <a:spcBef>
                <a:spcPts val="80"/>
              </a:spcBef>
            </a:pPr>
            <a:endParaRPr sz="800" dirty="0">
              <a:latin typeface="Microsoft JhengHei"/>
              <a:cs typeface="Microsoft JhengHei"/>
            </a:endParaRPr>
          </a:p>
        </p:txBody>
      </p:sp>
      <p:sp>
        <p:nvSpPr>
          <p:cNvPr id="15" name="object 15"/>
          <p:cNvSpPr txBox="1"/>
          <p:nvPr/>
        </p:nvSpPr>
        <p:spPr>
          <a:xfrm>
            <a:off x="3179621" y="1936750"/>
            <a:ext cx="546100" cy="270510"/>
          </a:xfrm>
          <a:prstGeom prst="rect">
            <a:avLst/>
          </a:prstGeom>
        </p:spPr>
        <p:txBody>
          <a:bodyPr vert="horz" wrap="square" lIns="0" tIns="6350" rIns="0" bIns="0" rtlCol="0">
            <a:spAutoFit/>
          </a:bodyPr>
          <a:lstStyle/>
          <a:p>
            <a:pPr algn="ctr">
              <a:lnSpc>
                <a:spcPts val="1180"/>
              </a:lnSpc>
              <a:spcBef>
                <a:spcPts val="50"/>
              </a:spcBef>
            </a:pPr>
            <a:r>
              <a:rPr sz="1050" spc="-8" dirty="0">
                <a:solidFill>
                  <a:srgbClr val="212121"/>
                </a:solidFill>
                <a:latin typeface="Microsoft JhengHei"/>
                <a:cs typeface="Microsoft JhengHei"/>
              </a:rPr>
              <a:t>你的人生</a:t>
            </a:r>
            <a:endParaRPr sz="1050">
              <a:latin typeface="Microsoft JhengHei"/>
              <a:cs typeface="Microsoft JhengHei"/>
            </a:endParaRPr>
          </a:p>
          <a:p>
            <a:pPr algn="ctr">
              <a:lnSpc>
                <a:spcPts val="880"/>
              </a:lnSpc>
            </a:pPr>
            <a:r>
              <a:rPr sz="800" dirty="0">
                <a:solidFill>
                  <a:srgbClr val="212121"/>
                </a:solidFill>
                <a:latin typeface="Microsoft JhengHei"/>
                <a:cs typeface="Microsoft JhengHei"/>
              </a:rPr>
              <a:t>Your</a:t>
            </a:r>
            <a:r>
              <a:rPr sz="800" spc="33" dirty="0">
                <a:solidFill>
                  <a:srgbClr val="212121"/>
                </a:solidFill>
                <a:latin typeface="Microsoft JhengHei"/>
                <a:cs typeface="Microsoft JhengHei"/>
              </a:rPr>
              <a:t> </a:t>
            </a:r>
            <a:r>
              <a:rPr sz="800" spc="20" dirty="0">
                <a:solidFill>
                  <a:srgbClr val="212121"/>
                </a:solidFill>
                <a:latin typeface="Microsoft JhengHei"/>
                <a:cs typeface="Microsoft JhengHei"/>
              </a:rPr>
              <a:t>life</a:t>
            </a:r>
            <a:endParaRPr sz="800">
              <a:latin typeface="Microsoft JhengHei"/>
              <a:cs typeface="Microsoft JhengHei"/>
            </a:endParaRPr>
          </a:p>
        </p:txBody>
      </p:sp>
      <p:sp>
        <p:nvSpPr>
          <p:cNvPr id="16" name="object 16"/>
          <p:cNvSpPr/>
          <p:nvPr/>
        </p:nvSpPr>
        <p:spPr>
          <a:xfrm>
            <a:off x="4277447" y="3321774"/>
            <a:ext cx="958850" cy="234315"/>
          </a:xfrm>
          <a:custGeom>
            <a:avLst/>
            <a:gdLst/>
            <a:ahLst/>
            <a:cxnLst/>
            <a:rect l="l" t="t" r="r" b="b"/>
            <a:pathLst>
              <a:path w="1917700" h="468629">
                <a:moveTo>
                  <a:pt x="1917700" y="0"/>
                </a:moveTo>
                <a:lnTo>
                  <a:pt x="1914259" y="47182"/>
                </a:lnTo>
                <a:lnTo>
                  <a:pt x="1904262" y="92241"/>
                </a:lnTo>
                <a:lnTo>
                  <a:pt x="1888194" y="134688"/>
                </a:lnTo>
                <a:lnTo>
                  <a:pt x="1866540" y="174032"/>
                </a:lnTo>
                <a:lnTo>
                  <a:pt x="1839787" y="209782"/>
                </a:lnTo>
                <a:lnTo>
                  <a:pt x="1808421" y="241447"/>
                </a:lnTo>
                <a:lnTo>
                  <a:pt x="1772927" y="268538"/>
                </a:lnTo>
                <a:lnTo>
                  <a:pt x="1733790" y="290564"/>
                </a:lnTo>
                <a:lnTo>
                  <a:pt x="1691498" y="307034"/>
                </a:lnTo>
                <a:lnTo>
                  <a:pt x="1646535" y="317458"/>
                </a:lnTo>
                <a:lnTo>
                  <a:pt x="1599387" y="321346"/>
                </a:lnTo>
                <a:lnTo>
                  <a:pt x="1088335" y="326195"/>
                </a:lnTo>
                <a:lnTo>
                  <a:pt x="1044418" y="334458"/>
                </a:lnTo>
                <a:lnTo>
                  <a:pt x="1007056" y="356621"/>
                </a:lnTo>
                <a:lnTo>
                  <a:pt x="979325" y="390058"/>
                </a:lnTo>
                <a:lnTo>
                  <a:pt x="964296" y="432142"/>
                </a:lnTo>
                <a:lnTo>
                  <a:pt x="958229" y="468244"/>
                </a:lnTo>
                <a:lnTo>
                  <a:pt x="937812" y="390717"/>
                </a:lnTo>
                <a:lnTo>
                  <a:pt x="910094" y="356951"/>
                </a:lnTo>
                <a:lnTo>
                  <a:pt x="872591" y="334546"/>
                </a:lnTo>
                <a:lnTo>
                  <a:pt x="828421" y="326187"/>
                </a:lnTo>
                <a:lnTo>
                  <a:pt x="318311" y="321346"/>
                </a:lnTo>
                <a:lnTo>
                  <a:pt x="271164" y="317458"/>
                </a:lnTo>
                <a:lnTo>
                  <a:pt x="226201" y="307034"/>
                </a:lnTo>
                <a:lnTo>
                  <a:pt x="183908" y="290564"/>
                </a:lnTo>
                <a:lnTo>
                  <a:pt x="144772" y="268538"/>
                </a:lnTo>
                <a:lnTo>
                  <a:pt x="109278" y="241447"/>
                </a:lnTo>
                <a:lnTo>
                  <a:pt x="77912" y="209782"/>
                </a:lnTo>
                <a:lnTo>
                  <a:pt x="51159" y="174032"/>
                </a:lnTo>
                <a:lnTo>
                  <a:pt x="29505" y="134688"/>
                </a:lnTo>
                <a:lnTo>
                  <a:pt x="13437" y="92241"/>
                </a:lnTo>
                <a:lnTo>
                  <a:pt x="3440" y="47182"/>
                </a:lnTo>
                <a:lnTo>
                  <a:pt x="0" y="0"/>
                </a:lnTo>
              </a:path>
            </a:pathLst>
          </a:custGeom>
          <a:ln w="38100" cap="rnd">
            <a:solidFill>
              <a:srgbClr val="7F62A1"/>
            </a:solidFill>
          </a:ln>
        </p:spPr>
        <p:txBody>
          <a:bodyPr wrap="square" lIns="0" tIns="0" rIns="0" bIns="0" rtlCol="0"/>
          <a:lstStyle/>
          <a:p>
            <a:endParaRPr sz="900"/>
          </a:p>
        </p:txBody>
      </p:sp>
      <p:sp>
        <p:nvSpPr>
          <p:cNvPr id="17" name="object 17"/>
          <p:cNvSpPr/>
          <p:nvPr/>
        </p:nvSpPr>
        <p:spPr>
          <a:xfrm>
            <a:off x="1692997" y="2242274"/>
            <a:ext cx="3543300" cy="234315"/>
          </a:xfrm>
          <a:custGeom>
            <a:avLst/>
            <a:gdLst/>
            <a:ahLst/>
            <a:cxnLst/>
            <a:rect l="l" t="t" r="r" b="b"/>
            <a:pathLst>
              <a:path w="7086600" h="468629">
                <a:moveTo>
                  <a:pt x="7086600" y="468244"/>
                </a:moveTo>
                <a:lnTo>
                  <a:pt x="7083151" y="421166"/>
                </a:lnTo>
                <a:lnTo>
                  <a:pt x="7073133" y="376224"/>
                </a:lnTo>
                <a:lnTo>
                  <a:pt x="7057035" y="333913"/>
                </a:lnTo>
                <a:lnTo>
                  <a:pt x="7035349" y="294722"/>
                </a:lnTo>
                <a:lnTo>
                  <a:pt x="7008564" y="259145"/>
                </a:lnTo>
                <a:lnTo>
                  <a:pt x="6977173" y="227672"/>
                </a:lnTo>
                <a:lnTo>
                  <a:pt x="6941664" y="200797"/>
                </a:lnTo>
                <a:lnTo>
                  <a:pt x="6902529" y="179010"/>
                </a:lnTo>
                <a:lnTo>
                  <a:pt x="6860259" y="162804"/>
                </a:lnTo>
                <a:lnTo>
                  <a:pt x="6815344" y="152670"/>
                </a:lnTo>
                <a:lnTo>
                  <a:pt x="6768274" y="149100"/>
                </a:lnTo>
                <a:lnTo>
                  <a:pt x="3699009" y="141219"/>
                </a:lnTo>
                <a:lnTo>
                  <a:pt x="3666973" y="137030"/>
                </a:lnTo>
                <a:lnTo>
                  <a:pt x="3637467" y="125132"/>
                </a:lnTo>
                <a:lnTo>
                  <a:pt x="3611841" y="106277"/>
                </a:lnTo>
                <a:lnTo>
                  <a:pt x="3591445" y="81220"/>
                </a:lnTo>
                <a:lnTo>
                  <a:pt x="3541007" y="0"/>
                </a:lnTo>
                <a:lnTo>
                  <a:pt x="3494544" y="78756"/>
                </a:lnTo>
                <a:lnTo>
                  <a:pt x="3448285" y="124426"/>
                </a:lnTo>
                <a:lnTo>
                  <a:pt x="3385487" y="141224"/>
                </a:lnTo>
                <a:lnTo>
                  <a:pt x="318325" y="149100"/>
                </a:lnTo>
                <a:lnTo>
                  <a:pt x="271255" y="152670"/>
                </a:lnTo>
                <a:lnTo>
                  <a:pt x="226340" y="162803"/>
                </a:lnTo>
                <a:lnTo>
                  <a:pt x="184070" y="179010"/>
                </a:lnTo>
                <a:lnTo>
                  <a:pt x="144935" y="200797"/>
                </a:lnTo>
                <a:lnTo>
                  <a:pt x="109427" y="227672"/>
                </a:lnTo>
                <a:lnTo>
                  <a:pt x="78035" y="259145"/>
                </a:lnTo>
                <a:lnTo>
                  <a:pt x="51250" y="294722"/>
                </a:lnTo>
                <a:lnTo>
                  <a:pt x="29564" y="333913"/>
                </a:lnTo>
                <a:lnTo>
                  <a:pt x="13466" y="376224"/>
                </a:lnTo>
                <a:lnTo>
                  <a:pt x="3448" y="421166"/>
                </a:lnTo>
                <a:lnTo>
                  <a:pt x="0" y="468244"/>
                </a:lnTo>
              </a:path>
            </a:pathLst>
          </a:custGeom>
          <a:ln w="38100" cap="rnd">
            <a:solidFill>
              <a:srgbClr val="7F62A1"/>
            </a:solidFill>
          </a:ln>
        </p:spPr>
        <p:txBody>
          <a:bodyPr wrap="square" lIns="0" tIns="0" rIns="0" bIns="0" rtlCol="0"/>
          <a:lstStyle/>
          <a:p>
            <a:endParaRPr sz="900"/>
          </a:p>
        </p:txBody>
      </p:sp>
      <p:sp>
        <p:nvSpPr>
          <p:cNvPr id="18" name="object 18"/>
          <p:cNvSpPr txBox="1"/>
          <p:nvPr/>
        </p:nvSpPr>
        <p:spPr>
          <a:xfrm>
            <a:off x="2624804" y="6098770"/>
            <a:ext cx="679450" cy="267335"/>
          </a:xfrm>
          <a:prstGeom prst="rect">
            <a:avLst/>
          </a:prstGeom>
        </p:spPr>
        <p:txBody>
          <a:bodyPr vert="horz" wrap="square" lIns="0" tIns="6350" rIns="0" bIns="0" rtlCol="0">
            <a:spAutoFit/>
          </a:bodyPr>
          <a:lstStyle/>
          <a:p>
            <a:pPr algn="ctr">
              <a:lnSpc>
                <a:spcPts val="1230"/>
              </a:lnSpc>
              <a:spcBef>
                <a:spcPts val="50"/>
              </a:spcBef>
            </a:pPr>
            <a:r>
              <a:rPr sz="1050" spc="-5" dirty="0">
                <a:solidFill>
                  <a:srgbClr val="212121"/>
                </a:solidFill>
                <a:latin typeface="Microsoft JhengHei"/>
                <a:cs typeface="Microsoft JhengHei"/>
              </a:rPr>
              <a:t>工作中的你</a:t>
            </a:r>
            <a:endParaRPr sz="1050">
              <a:latin typeface="Microsoft JhengHei"/>
              <a:cs typeface="Microsoft JhengHei"/>
            </a:endParaRPr>
          </a:p>
          <a:p>
            <a:pPr algn="ctr">
              <a:lnSpc>
                <a:spcPts val="810"/>
              </a:lnSpc>
            </a:pPr>
            <a:r>
              <a:rPr sz="700" dirty="0">
                <a:solidFill>
                  <a:srgbClr val="212121"/>
                </a:solidFill>
                <a:latin typeface="Microsoft JhengHei"/>
                <a:cs typeface="Microsoft JhengHei"/>
              </a:rPr>
              <a:t>You</a:t>
            </a:r>
            <a:r>
              <a:rPr sz="700" spc="-18" dirty="0">
                <a:solidFill>
                  <a:srgbClr val="212121"/>
                </a:solidFill>
                <a:latin typeface="Microsoft JhengHei"/>
                <a:cs typeface="Microsoft JhengHei"/>
              </a:rPr>
              <a:t> </a:t>
            </a:r>
            <a:r>
              <a:rPr sz="700" spc="35" dirty="0">
                <a:solidFill>
                  <a:srgbClr val="212121"/>
                </a:solidFill>
                <a:latin typeface="Microsoft JhengHei"/>
                <a:cs typeface="Microsoft JhengHei"/>
              </a:rPr>
              <a:t>at</a:t>
            </a:r>
            <a:r>
              <a:rPr sz="700" spc="-18" dirty="0">
                <a:solidFill>
                  <a:srgbClr val="212121"/>
                </a:solidFill>
                <a:latin typeface="Microsoft JhengHei"/>
                <a:cs typeface="Microsoft JhengHei"/>
              </a:rPr>
              <a:t> </a:t>
            </a:r>
            <a:r>
              <a:rPr sz="700" spc="-10" dirty="0">
                <a:solidFill>
                  <a:srgbClr val="212121"/>
                </a:solidFill>
                <a:latin typeface="Microsoft JhengHei"/>
                <a:cs typeface="Microsoft JhengHei"/>
              </a:rPr>
              <a:t>Work</a:t>
            </a:r>
            <a:endParaRPr sz="700">
              <a:latin typeface="Microsoft JhengHei"/>
              <a:cs typeface="Microsoft JhengHei"/>
            </a:endParaRPr>
          </a:p>
        </p:txBody>
      </p:sp>
      <p:sp>
        <p:nvSpPr>
          <p:cNvPr id="19" name="object 19"/>
          <p:cNvSpPr txBox="1"/>
          <p:nvPr/>
        </p:nvSpPr>
        <p:spPr>
          <a:xfrm>
            <a:off x="3563382" y="6072589"/>
            <a:ext cx="679450" cy="320040"/>
          </a:xfrm>
          <a:prstGeom prst="rect">
            <a:avLst/>
          </a:prstGeom>
        </p:spPr>
        <p:txBody>
          <a:bodyPr vert="horz" wrap="square" lIns="0" tIns="33020" rIns="0" bIns="0" rtlCol="0">
            <a:spAutoFit/>
          </a:bodyPr>
          <a:lstStyle/>
          <a:p>
            <a:pPr algn="ctr">
              <a:spcBef>
                <a:spcPts val="260"/>
              </a:spcBef>
            </a:pPr>
            <a:r>
              <a:rPr sz="1050" spc="-5" dirty="0">
                <a:solidFill>
                  <a:srgbClr val="212121"/>
                </a:solidFill>
                <a:latin typeface="Microsoft JhengHei"/>
                <a:cs typeface="Microsoft JhengHei"/>
              </a:rPr>
              <a:t>生活中的你</a:t>
            </a:r>
            <a:endParaRPr sz="1050">
              <a:latin typeface="Microsoft JhengHei"/>
              <a:cs typeface="Microsoft JhengHei"/>
            </a:endParaRPr>
          </a:p>
          <a:p>
            <a:pPr algn="ctr">
              <a:spcBef>
                <a:spcPts val="140"/>
              </a:spcBef>
            </a:pPr>
            <a:r>
              <a:rPr sz="700" dirty="0">
                <a:solidFill>
                  <a:srgbClr val="212121"/>
                </a:solidFill>
                <a:latin typeface="Microsoft JhengHei"/>
                <a:cs typeface="Microsoft JhengHei"/>
              </a:rPr>
              <a:t>You</a:t>
            </a:r>
            <a:r>
              <a:rPr sz="700" spc="5" dirty="0">
                <a:solidFill>
                  <a:srgbClr val="212121"/>
                </a:solidFill>
                <a:latin typeface="Microsoft JhengHei"/>
                <a:cs typeface="Microsoft JhengHei"/>
              </a:rPr>
              <a:t> </a:t>
            </a:r>
            <a:r>
              <a:rPr sz="700" dirty="0">
                <a:solidFill>
                  <a:srgbClr val="212121"/>
                </a:solidFill>
                <a:latin typeface="Microsoft JhengHei"/>
                <a:cs typeface="Microsoft JhengHei"/>
              </a:rPr>
              <a:t>in</a:t>
            </a:r>
            <a:r>
              <a:rPr sz="700" spc="8" dirty="0">
                <a:solidFill>
                  <a:srgbClr val="212121"/>
                </a:solidFill>
                <a:latin typeface="Microsoft JhengHei"/>
                <a:cs typeface="Microsoft JhengHei"/>
              </a:rPr>
              <a:t> </a:t>
            </a:r>
            <a:r>
              <a:rPr sz="700" spc="18" dirty="0">
                <a:solidFill>
                  <a:srgbClr val="212121"/>
                </a:solidFill>
                <a:latin typeface="Microsoft JhengHei"/>
                <a:cs typeface="Microsoft JhengHei"/>
              </a:rPr>
              <a:t>Life</a:t>
            </a:r>
            <a:endParaRPr sz="700">
              <a:latin typeface="Microsoft JhengHei"/>
              <a:cs typeface="Microsoft JhengHei"/>
            </a:endParaRPr>
          </a:p>
        </p:txBody>
      </p:sp>
      <p:sp>
        <p:nvSpPr>
          <p:cNvPr id="20" name="object 20"/>
          <p:cNvSpPr txBox="1"/>
          <p:nvPr/>
        </p:nvSpPr>
        <p:spPr>
          <a:xfrm>
            <a:off x="2959011" y="6838950"/>
            <a:ext cx="946468" cy="382905"/>
          </a:xfrm>
          <a:prstGeom prst="rect">
            <a:avLst/>
          </a:prstGeom>
        </p:spPr>
        <p:txBody>
          <a:bodyPr vert="horz" wrap="square" lIns="0" tIns="6350" rIns="0" bIns="0" rtlCol="0">
            <a:spAutoFit/>
          </a:bodyPr>
          <a:lstStyle/>
          <a:p>
            <a:pPr algn="ctr">
              <a:lnSpc>
                <a:spcPts val="1180"/>
              </a:lnSpc>
              <a:spcBef>
                <a:spcPts val="50"/>
              </a:spcBef>
            </a:pPr>
            <a:r>
              <a:rPr sz="1050" spc="-5" dirty="0">
                <a:solidFill>
                  <a:srgbClr val="212121"/>
                </a:solidFill>
                <a:latin typeface="Microsoft JhengHei"/>
                <a:cs typeface="Microsoft JhengHei"/>
              </a:rPr>
              <a:t>做喜欢的事的你</a:t>
            </a:r>
            <a:endParaRPr sz="1050">
              <a:latin typeface="Microsoft JhengHei"/>
              <a:cs typeface="Microsoft JhengHei"/>
            </a:endParaRPr>
          </a:p>
          <a:p>
            <a:pPr algn="ctr">
              <a:lnSpc>
                <a:spcPts val="760"/>
              </a:lnSpc>
            </a:pPr>
            <a:r>
              <a:rPr sz="700" dirty="0">
                <a:solidFill>
                  <a:srgbClr val="212121"/>
                </a:solidFill>
                <a:latin typeface="Microsoft JhengHei"/>
                <a:cs typeface="Microsoft JhengHei"/>
              </a:rPr>
              <a:t>You who</a:t>
            </a:r>
            <a:r>
              <a:rPr sz="700" spc="3" dirty="0">
                <a:solidFill>
                  <a:srgbClr val="212121"/>
                </a:solidFill>
                <a:latin typeface="Microsoft JhengHei"/>
                <a:cs typeface="Microsoft JhengHei"/>
              </a:rPr>
              <a:t> </a:t>
            </a:r>
            <a:r>
              <a:rPr sz="700" dirty="0">
                <a:solidFill>
                  <a:srgbClr val="212121"/>
                </a:solidFill>
                <a:latin typeface="Microsoft JhengHei"/>
                <a:cs typeface="Microsoft JhengHei"/>
              </a:rPr>
              <a:t>do </a:t>
            </a:r>
            <a:r>
              <a:rPr sz="700" spc="35" dirty="0">
                <a:solidFill>
                  <a:srgbClr val="212121"/>
                </a:solidFill>
                <a:latin typeface="Microsoft JhengHei"/>
                <a:cs typeface="Microsoft JhengHei"/>
              </a:rPr>
              <a:t>what</a:t>
            </a:r>
            <a:r>
              <a:rPr sz="700" spc="3" dirty="0">
                <a:solidFill>
                  <a:srgbClr val="212121"/>
                </a:solidFill>
                <a:latin typeface="Microsoft JhengHei"/>
                <a:cs typeface="Microsoft JhengHei"/>
              </a:rPr>
              <a:t> </a:t>
            </a:r>
            <a:r>
              <a:rPr sz="700" spc="-13" dirty="0">
                <a:solidFill>
                  <a:srgbClr val="212121"/>
                </a:solidFill>
                <a:latin typeface="Microsoft JhengHei"/>
                <a:cs typeface="Microsoft JhengHei"/>
              </a:rPr>
              <a:t>you</a:t>
            </a:r>
            <a:endParaRPr sz="700">
              <a:latin typeface="Microsoft JhengHei"/>
              <a:cs typeface="Microsoft JhengHei"/>
            </a:endParaRPr>
          </a:p>
          <a:p>
            <a:pPr algn="ctr">
              <a:spcBef>
                <a:spcPts val="160"/>
              </a:spcBef>
            </a:pPr>
            <a:r>
              <a:rPr sz="700" spc="20" dirty="0">
                <a:solidFill>
                  <a:srgbClr val="212121"/>
                </a:solidFill>
                <a:latin typeface="Microsoft JhengHei"/>
                <a:cs typeface="Microsoft JhengHei"/>
              </a:rPr>
              <a:t>like</a:t>
            </a:r>
            <a:endParaRPr sz="700">
              <a:latin typeface="Microsoft JhengHei"/>
              <a:cs typeface="Microsoft JhengHei"/>
            </a:endParaRPr>
          </a:p>
        </p:txBody>
      </p:sp>
      <p:grpSp>
        <p:nvGrpSpPr>
          <p:cNvPr id="21" name="object 21"/>
          <p:cNvGrpSpPr/>
          <p:nvPr/>
        </p:nvGrpSpPr>
        <p:grpSpPr>
          <a:xfrm>
            <a:off x="2438400" y="5473700"/>
            <a:ext cx="1981200" cy="1981200"/>
            <a:chOff x="4876800" y="10947400"/>
            <a:chExt cx="3962400" cy="3962400"/>
          </a:xfrm>
        </p:grpSpPr>
        <p:sp>
          <p:nvSpPr>
            <p:cNvPr id="22" name="object 22"/>
            <p:cNvSpPr/>
            <p:nvPr/>
          </p:nvSpPr>
          <p:spPr>
            <a:xfrm>
              <a:off x="4914900" y="10985500"/>
              <a:ext cx="3886200" cy="3886200"/>
            </a:xfrm>
            <a:custGeom>
              <a:avLst/>
              <a:gdLst/>
              <a:ahLst/>
              <a:cxnLst/>
              <a:rect l="l" t="t" r="r" b="b"/>
              <a:pathLst>
                <a:path w="3886200" h="3886200">
                  <a:moveTo>
                    <a:pt x="1943100" y="3886200"/>
                  </a:moveTo>
                  <a:lnTo>
                    <a:pt x="1991737" y="3885603"/>
                  </a:lnTo>
                  <a:lnTo>
                    <a:pt x="2040080" y="3883821"/>
                  </a:lnTo>
                  <a:lnTo>
                    <a:pt x="2088115" y="3880870"/>
                  </a:lnTo>
                  <a:lnTo>
                    <a:pt x="2135829" y="3876762"/>
                  </a:lnTo>
                  <a:lnTo>
                    <a:pt x="2183208" y="3871511"/>
                  </a:lnTo>
                  <a:lnTo>
                    <a:pt x="2230237" y="3865131"/>
                  </a:lnTo>
                  <a:lnTo>
                    <a:pt x="2276902" y="3857637"/>
                  </a:lnTo>
                  <a:lnTo>
                    <a:pt x="2323191" y="3849042"/>
                  </a:lnTo>
                  <a:lnTo>
                    <a:pt x="2369088" y="3839360"/>
                  </a:lnTo>
                  <a:lnTo>
                    <a:pt x="2414580" y="3828604"/>
                  </a:lnTo>
                  <a:lnTo>
                    <a:pt x="2459653" y="3816790"/>
                  </a:lnTo>
                  <a:lnTo>
                    <a:pt x="2504293" y="3803931"/>
                  </a:lnTo>
                  <a:lnTo>
                    <a:pt x="2548486" y="3790040"/>
                  </a:lnTo>
                  <a:lnTo>
                    <a:pt x="2592218" y="3775131"/>
                  </a:lnTo>
                  <a:lnTo>
                    <a:pt x="2635476" y="3759220"/>
                  </a:lnTo>
                  <a:lnTo>
                    <a:pt x="2678245" y="3742318"/>
                  </a:lnTo>
                  <a:lnTo>
                    <a:pt x="2720511" y="3724442"/>
                  </a:lnTo>
                  <a:lnTo>
                    <a:pt x="2762262" y="3705603"/>
                  </a:lnTo>
                  <a:lnTo>
                    <a:pt x="2803481" y="3685817"/>
                  </a:lnTo>
                  <a:lnTo>
                    <a:pt x="2844157" y="3665096"/>
                  </a:lnTo>
                  <a:lnTo>
                    <a:pt x="2884274" y="3643456"/>
                  </a:lnTo>
                  <a:lnTo>
                    <a:pt x="2923819" y="3620909"/>
                  </a:lnTo>
                  <a:lnTo>
                    <a:pt x="2962779" y="3597471"/>
                  </a:lnTo>
                  <a:lnTo>
                    <a:pt x="3001138" y="3573154"/>
                  </a:lnTo>
                  <a:lnTo>
                    <a:pt x="3038883" y="3547973"/>
                  </a:lnTo>
                  <a:lnTo>
                    <a:pt x="3076001" y="3521942"/>
                  </a:lnTo>
                  <a:lnTo>
                    <a:pt x="3112477" y="3495074"/>
                  </a:lnTo>
                  <a:lnTo>
                    <a:pt x="3148298" y="3467383"/>
                  </a:lnTo>
                  <a:lnTo>
                    <a:pt x="3183448" y="3438884"/>
                  </a:lnTo>
                  <a:lnTo>
                    <a:pt x="3217916" y="3409590"/>
                  </a:lnTo>
                  <a:lnTo>
                    <a:pt x="3251686" y="3379515"/>
                  </a:lnTo>
                  <a:lnTo>
                    <a:pt x="3284745" y="3348674"/>
                  </a:lnTo>
                  <a:lnTo>
                    <a:pt x="3317079" y="3317079"/>
                  </a:lnTo>
                  <a:lnTo>
                    <a:pt x="3348674" y="3284745"/>
                  </a:lnTo>
                  <a:lnTo>
                    <a:pt x="3379515" y="3251686"/>
                  </a:lnTo>
                  <a:lnTo>
                    <a:pt x="3409590" y="3217916"/>
                  </a:lnTo>
                  <a:lnTo>
                    <a:pt x="3438884" y="3183448"/>
                  </a:lnTo>
                  <a:lnTo>
                    <a:pt x="3467383" y="3148298"/>
                  </a:lnTo>
                  <a:lnTo>
                    <a:pt x="3495074" y="3112477"/>
                  </a:lnTo>
                  <a:lnTo>
                    <a:pt x="3521942" y="3076001"/>
                  </a:lnTo>
                  <a:lnTo>
                    <a:pt x="3547973" y="3038883"/>
                  </a:lnTo>
                  <a:lnTo>
                    <a:pt x="3573154" y="3001138"/>
                  </a:lnTo>
                  <a:lnTo>
                    <a:pt x="3597471" y="2962779"/>
                  </a:lnTo>
                  <a:lnTo>
                    <a:pt x="3620909" y="2923819"/>
                  </a:lnTo>
                  <a:lnTo>
                    <a:pt x="3643456" y="2884274"/>
                  </a:lnTo>
                  <a:lnTo>
                    <a:pt x="3665096" y="2844157"/>
                  </a:lnTo>
                  <a:lnTo>
                    <a:pt x="3685817" y="2803481"/>
                  </a:lnTo>
                  <a:lnTo>
                    <a:pt x="3705603" y="2762262"/>
                  </a:lnTo>
                  <a:lnTo>
                    <a:pt x="3724442" y="2720511"/>
                  </a:lnTo>
                  <a:lnTo>
                    <a:pt x="3742318" y="2678245"/>
                  </a:lnTo>
                  <a:lnTo>
                    <a:pt x="3759220" y="2635476"/>
                  </a:lnTo>
                  <a:lnTo>
                    <a:pt x="3775131" y="2592218"/>
                  </a:lnTo>
                  <a:lnTo>
                    <a:pt x="3790040" y="2548486"/>
                  </a:lnTo>
                  <a:lnTo>
                    <a:pt x="3803931" y="2504293"/>
                  </a:lnTo>
                  <a:lnTo>
                    <a:pt x="3816790" y="2459653"/>
                  </a:lnTo>
                  <a:lnTo>
                    <a:pt x="3828604" y="2414580"/>
                  </a:lnTo>
                  <a:lnTo>
                    <a:pt x="3839360" y="2369088"/>
                  </a:lnTo>
                  <a:lnTo>
                    <a:pt x="3849042" y="2323191"/>
                  </a:lnTo>
                  <a:lnTo>
                    <a:pt x="3857637" y="2276902"/>
                  </a:lnTo>
                  <a:lnTo>
                    <a:pt x="3865131" y="2230237"/>
                  </a:lnTo>
                  <a:lnTo>
                    <a:pt x="3871511" y="2183208"/>
                  </a:lnTo>
                  <a:lnTo>
                    <a:pt x="3876762" y="2135829"/>
                  </a:lnTo>
                  <a:lnTo>
                    <a:pt x="3880870" y="2088115"/>
                  </a:lnTo>
                  <a:lnTo>
                    <a:pt x="3883821" y="2040080"/>
                  </a:lnTo>
                  <a:lnTo>
                    <a:pt x="3885603" y="1991737"/>
                  </a:lnTo>
                  <a:lnTo>
                    <a:pt x="3886200" y="1943100"/>
                  </a:lnTo>
                  <a:lnTo>
                    <a:pt x="3885603" y="1894462"/>
                  </a:lnTo>
                  <a:lnTo>
                    <a:pt x="3883821" y="1846119"/>
                  </a:lnTo>
                  <a:lnTo>
                    <a:pt x="3880870" y="1798084"/>
                  </a:lnTo>
                  <a:lnTo>
                    <a:pt x="3876762" y="1750370"/>
                  </a:lnTo>
                  <a:lnTo>
                    <a:pt x="3871511" y="1702991"/>
                  </a:lnTo>
                  <a:lnTo>
                    <a:pt x="3865131" y="1655962"/>
                  </a:lnTo>
                  <a:lnTo>
                    <a:pt x="3857637" y="1609297"/>
                  </a:lnTo>
                  <a:lnTo>
                    <a:pt x="3849042" y="1563009"/>
                  </a:lnTo>
                  <a:lnTo>
                    <a:pt x="3839360" y="1517111"/>
                  </a:lnTo>
                  <a:lnTo>
                    <a:pt x="3828604" y="1471619"/>
                  </a:lnTo>
                  <a:lnTo>
                    <a:pt x="3816790" y="1426547"/>
                  </a:lnTo>
                  <a:lnTo>
                    <a:pt x="3803931" y="1381907"/>
                  </a:lnTo>
                  <a:lnTo>
                    <a:pt x="3790040" y="1337713"/>
                  </a:lnTo>
                  <a:lnTo>
                    <a:pt x="3775131" y="1293981"/>
                  </a:lnTo>
                  <a:lnTo>
                    <a:pt x="3759220" y="1250723"/>
                  </a:lnTo>
                  <a:lnTo>
                    <a:pt x="3742318" y="1207954"/>
                  </a:lnTo>
                  <a:lnTo>
                    <a:pt x="3724442" y="1165688"/>
                  </a:lnTo>
                  <a:lnTo>
                    <a:pt x="3705603" y="1123938"/>
                  </a:lnTo>
                  <a:lnTo>
                    <a:pt x="3685817" y="1082718"/>
                  </a:lnTo>
                  <a:lnTo>
                    <a:pt x="3665096" y="1042042"/>
                  </a:lnTo>
                  <a:lnTo>
                    <a:pt x="3643456" y="1001925"/>
                  </a:lnTo>
                  <a:lnTo>
                    <a:pt x="3620909" y="962380"/>
                  </a:lnTo>
                  <a:lnTo>
                    <a:pt x="3597471" y="923420"/>
                  </a:lnTo>
                  <a:lnTo>
                    <a:pt x="3573154" y="885061"/>
                  </a:lnTo>
                  <a:lnTo>
                    <a:pt x="3547973" y="847316"/>
                  </a:lnTo>
                  <a:lnTo>
                    <a:pt x="3521942" y="810198"/>
                  </a:lnTo>
                  <a:lnTo>
                    <a:pt x="3495074" y="773722"/>
                  </a:lnTo>
                  <a:lnTo>
                    <a:pt x="3467383" y="737902"/>
                  </a:lnTo>
                  <a:lnTo>
                    <a:pt x="3438884" y="702751"/>
                  </a:lnTo>
                  <a:lnTo>
                    <a:pt x="3409590" y="668283"/>
                  </a:lnTo>
                  <a:lnTo>
                    <a:pt x="3379515" y="634513"/>
                  </a:lnTo>
                  <a:lnTo>
                    <a:pt x="3348674" y="601454"/>
                  </a:lnTo>
                  <a:lnTo>
                    <a:pt x="3317079" y="569120"/>
                  </a:lnTo>
                  <a:lnTo>
                    <a:pt x="3284745" y="537526"/>
                  </a:lnTo>
                  <a:lnTo>
                    <a:pt x="3251686" y="506684"/>
                  </a:lnTo>
                  <a:lnTo>
                    <a:pt x="3217916" y="476609"/>
                  </a:lnTo>
                  <a:lnTo>
                    <a:pt x="3183448" y="447315"/>
                  </a:lnTo>
                  <a:lnTo>
                    <a:pt x="3148298" y="418816"/>
                  </a:lnTo>
                  <a:lnTo>
                    <a:pt x="3112477" y="391125"/>
                  </a:lnTo>
                  <a:lnTo>
                    <a:pt x="3076001" y="364257"/>
                  </a:lnTo>
                  <a:lnTo>
                    <a:pt x="3038883" y="338226"/>
                  </a:lnTo>
                  <a:lnTo>
                    <a:pt x="3001138" y="313045"/>
                  </a:lnTo>
                  <a:lnTo>
                    <a:pt x="2962779" y="288728"/>
                  </a:lnTo>
                  <a:lnTo>
                    <a:pt x="2923819" y="265290"/>
                  </a:lnTo>
                  <a:lnTo>
                    <a:pt x="2884274" y="242743"/>
                  </a:lnTo>
                  <a:lnTo>
                    <a:pt x="2844157" y="221103"/>
                  </a:lnTo>
                  <a:lnTo>
                    <a:pt x="2803481" y="200383"/>
                  </a:lnTo>
                  <a:lnTo>
                    <a:pt x="2762262" y="180596"/>
                  </a:lnTo>
                  <a:lnTo>
                    <a:pt x="2720511" y="161757"/>
                  </a:lnTo>
                  <a:lnTo>
                    <a:pt x="2678245" y="143881"/>
                  </a:lnTo>
                  <a:lnTo>
                    <a:pt x="2635476" y="126979"/>
                  </a:lnTo>
                  <a:lnTo>
                    <a:pt x="2592218" y="111068"/>
                  </a:lnTo>
                  <a:lnTo>
                    <a:pt x="2548486" y="96159"/>
                  </a:lnTo>
                  <a:lnTo>
                    <a:pt x="2504293" y="82268"/>
                  </a:lnTo>
                  <a:lnTo>
                    <a:pt x="2459653" y="69409"/>
                  </a:lnTo>
                  <a:lnTo>
                    <a:pt x="2414580" y="57595"/>
                  </a:lnTo>
                  <a:lnTo>
                    <a:pt x="2369088" y="46839"/>
                  </a:lnTo>
                  <a:lnTo>
                    <a:pt x="2323191" y="37157"/>
                  </a:lnTo>
                  <a:lnTo>
                    <a:pt x="2276902" y="28562"/>
                  </a:lnTo>
                  <a:lnTo>
                    <a:pt x="2230237" y="21068"/>
                  </a:lnTo>
                  <a:lnTo>
                    <a:pt x="2183208" y="14688"/>
                  </a:lnTo>
                  <a:lnTo>
                    <a:pt x="2135829" y="9437"/>
                  </a:lnTo>
                  <a:lnTo>
                    <a:pt x="2088115" y="5329"/>
                  </a:lnTo>
                  <a:lnTo>
                    <a:pt x="2040080" y="2378"/>
                  </a:lnTo>
                  <a:lnTo>
                    <a:pt x="1991737" y="596"/>
                  </a:lnTo>
                  <a:lnTo>
                    <a:pt x="1943100" y="0"/>
                  </a:lnTo>
                  <a:lnTo>
                    <a:pt x="1894462" y="596"/>
                  </a:lnTo>
                  <a:lnTo>
                    <a:pt x="1846119" y="2378"/>
                  </a:lnTo>
                  <a:lnTo>
                    <a:pt x="1798084" y="5329"/>
                  </a:lnTo>
                  <a:lnTo>
                    <a:pt x="1750370" y="9437"/>
                  </a:lnTo>
                  <a:lnTo>
                    <a:pt x="1702991" y="14688"/>
                  </a:lnTo>
                  <a:lnTo>
                    <a:pt x="1655962" y="21068"/>
                  </a:lnTo>
                  <a:lnTo>
                    <a:pt x="1609297" y="28562"/>
                  </a:lnTo>
                  <a:lnTo>
                    <a:pt x="1563009" y="37157"/>
                  </a:lnTo>
                  <a:lnTo>
                    <a:pt x="1517111" y="46839"/>
                  </a:lnTo>
                  <a:lnTo>
                    <a:pt x="1471619" y="57595"/>
                  </a:lnTo>
                  <a:lnTo>
                    <a:pt x="1426547" y="69409"/>
                  </a:lnTo>
                  <a:lnTo>
                    <a:pt x="1381907" y="82268"/>
                  </a:lnTo>
                  <a:lnTo>
                    <a:pt x="1337713" y="96159"/>
                  </a:lnTo>
                  <a:lnTo>
                    <a:pt x="1293981" y="111068"/>
                  </a:lnTo>
                  <a:lnTo>
                    <a:pt x="1250723" y="126979"/>
                  </a:lnTo>
                  <a:lnTo>
                    <a:pt x="1207954" y="143881"/>
                  </a:lnTo>
                  <a:lnTo>
                    <a:pt x="1165688" y="161757"/>
                  </a:lnTo>
                  <a:lnTo>
                    <a:pt x="1123938" y="180596"/>
                  </a:lnTo>
                  <a:lnTo>
                    <a:pt x="1082718" y="200383"/>
                  </a:lnTo>
                  <a:lnTo>
                    <a:pt x="1042042" y="221103"/>
                  </a:lnTo>
                  <a:lnTo>
                    <a:pt x="1001925" y="242743"/>
                  </a:lnTo>
                  <a:lnTo>
                    <a:pt x="962380" y="265290"/>
                  </a:lnTo>
                  <a:lnTo>
                    <a:pt x="923420" y="288728"/>
                  </a:lnTo>
                  <a:lnTo>
                    <a:pt x="885061" y="313045"/>
                  </a:lnTo>
                  <a:lnTo>
                    <a:pt x="847316" y="338226"/>
                  </a:lnTo>
                  <a:lnTo>
                    <a:pt x="810198" y="364257"/>
                  </a:lnTo>
                  <a:lnTo>
                    <a:pt x="773722" y="391125"/>
                  </a:lnTo>
                  <a:lnTo>
                    <a:pt x="737902" y="418816"/>
                  </a:lnTo>
                  <a:lnTo>
                    <a:pt x="702751" y="447315"/>
                  </a:lnTo>
                  <a:lnTo>
                    <a:pt x="668283" y="476609"/>
                  </a:lnTo>
                  <a:lnTo>
                    <a:pt x="634513" y="506684"/>
                  </a:lnTo>
                  <a:lnTo>
                    <a:pt x="601454" y="537526"/>
                  </a:lnTo>
                  <a:lnTo>
                    <a:pt x="569120" y="569120"/>
                  </a:lnTo>
                  <a:lnTo>
                    <a:pt x="537526" y="601454"/>
                  </a:lnTo>
                  <a:lnTo>
                    <a:pt x="506684" y="634513"/>
                  </a:lnTo>
                  <a:lnTo>
                    <a:pt x="476609" y="668283"/>
                  </a:lnTo>
                  <a:lnTo>
                    <a:pt x="447315" y="702751"/>
                  </a:lnTo>
                  <a:lnTo>
                    <a:pt x="418816" y="737902"/>
                  </a:lnTo>
                  <a:lnTo>
                    <a:pt x="391125" y="773722"/>
                  </a:lnTo>
                  <a:lnTo>
                    <a:pt x="364257" y="810198"/>
                  </a:lnTo>
                  <a:lnTo>
                    <a:pt x="338226" y="847316"/>
                  </a:lnTo>
                  <a:lnTo>
                    <a:pt x="313045" y="885061"/>
                  </a:lnTo>
                  <a:lnTo>
                    <a:pt x="288728" y="923420"/>
                  </a:lnTo>
                  <a:lnTo>
                    <a:pt x="265290" y="962380"/>
                  </a:lnTo>
                  <a:lnTo>
                    <a:pt x="242743" y="1001925"/>
                  </a:lnTo>
                  <a:lnTo>
                    <a:pt x="221103" y="1042042"/>
                  </a:lnTo>
                  <a:lnTo>
                    <a:pt x="200383" y="1082718"/>
                  </a:lnTo>
                  <a:lnTo>
                    <a:pt x="180596" y="1123938"/>
                  </a:lnTo>
                  <a:lnTo>
                    <a:pt x="161757" y="1165688"/>
                  </a:lnTo>
                  <a:lnTo>
                    <a:pt x="143881" y="1207954"/>
                  </a:lnTo>
                  <a:lnTo>
                    <a:pt x="126979" y="1250723"/>
                  </a:lnTo>
                  <a:lnTo>
                    <a:pt x="111068" y="1293981"/>
                  </a:lnTo>
                  <a:lnTo>
                    <a:pt x="96159" y="1337713"/>
                  </a:lnTo>
                  <a:lnTo>
                    <a:pt x="82268" y="1381907"/>
                  </a:lnTo>
                  <a:lnTo>
                    <a:pt x="69409" y="1426547"/>
                  </a:lnTo>
                  <a:lnTo>
                    <a:pt x="57595" y="1471619"/>
                  </a:lnTo>
                  <a:lnTo>
                    <a:pt x="46839" y="1517111"/>
                  </a:lnTo>
                  <a:lnTo>
                    <a:pt x="37157" y="1563009"/>
                  </a:lnTo>
                  <a:lnTo>
                    <a:pt x="28562" y="1609297"/>
                  </a:lnTo>
                  <a:lnTo>
                    <a:pt x="21068" y="1655962"/>
                  </a:lnTo>
                  <a:lnTo>
                    <a:pt x="14688" y="1702991"/>
                  </a:lnTo>
                  <a:lnTo>
                    <a:pt x="9437" y="1750370"/>
                  </a:lnTo>
                  <a:lnTo>
                    <a:pt x="5329" y="1798084"/>
                  </a:lnTo>
                  <a:lnTo>
                    <a:pt x="2378" y="1846119"/>
                  </a:lnTo>
                  <a:lnTo>
                    <a:pt x="596" y="1894462"/>
                  </a:lnTo>
                  <a:lnTo>
                    <a:pt x="0" y="1943100"/>
                  </a:lnTo>
                  <a:lnTo>
                    <a:pt x="596" y="1991737"/>
                  </a:lnTo>
                  <a:lnTo>
                    <a:pt x="2378" y="2040080"/>
                  </a:lnTo>
                  <a:lnTo>
                    <a:pt x="5329" y="2088115"/>
                  </a:lnTo>
                  <a:lnTo>
                    <a:pt x="9437" y="2135829"/>
                  </a:lnTo>
                  <a:lnTo>
                    <a:pt x="14688" y="2183208"/>
                  </a:lnTo>
                  <a:lnTo>
                    <a:pt x="21068" y="2230237"/>
                  </a:lnTo>
                  <a:lnTo>
                    <a:pt x="28562" y="2276902"/>
                  </a:lnTo>
                  <a:lnTo>
                    <a:pt x="37157" y="2323191"/>
                  </a:lnTo>
                  <a:lnTo>
                    <a:pt x="46839" y="2369088"/>
                  </a:lnTo>
                  <a:lnTo>
                    <a:pt x="57595" y="2414580"/>
                  </a:lnTo>
                  <a:lnTo>
                    <a:pt x="69409" y="2459653"/>
                  </a:lnTo>
                  <a:lnTo>
                    <a:pt x="82268" y="2504293"/>
                  </a:lnTo>
                  <a:lnTo>
                    <a:pt x="96159" y="2548486"/>
                  </a:lnTo>
                  <a:lnTo>
                    <a:pt x="111068" y="2592218"/>
                  </a:lnTo>
                  <a:lnTo>
                    <a:pt x="126979" y="2635476"/>
                  </a:lnTo>
                  <a:lnTo>
                    <a:pt x="143881" y="2678245"/>
                  </a:lnTo>
                  <a:lnTo>
                    <a:pt x="161757" y="2720511"/>
                  </a:lnTo>
                  <a:lnTo>
                    <a:pt x="180596" y="2762262"/>
                  </a:lnTo>
                  <a:lnTo>
                    <a:pt x="200383" y="2803481"/>
                  </a:lnTo>
                  <a:lnTo>
                    <a:pt x="221103" y="2844157"/>
                  </a:lnTo>
                  <a:lnTo>
                    <a:pt x="242743" y="2884274"/>
                  </a:lnTo>
                  <a:lnTo>
                    <a:pt x="265290" y="2923819"/>
                  </a:lnTo>
                  <a:lnTo>
                    <a:pt x="288728" y="2962779"/>
                  </a:lnTo>
                  <a:lnTo>
                    <a:pt x="313045" y="3001138"/>
                  </a:lnTo>
                  <a:lnTo>
                    <a:pt x="338226" y="3038883"/>
                  </a:lnTo>
                  <a:lnTo>
                    <a:pt x="364257" y="3076001"/>
                  </a:lnTo>
                  <a:lnTo>
                    <a:pt x="391125" y="3112477"/>
                  </a:lnTo>
                  <a:lnTo>
                    <a:pt x="418816" y="3148298"/>
                  </a:lnTo>
                  <a:lnTo>
                    <a:pt x="447315" y="3183448"/>
                  </a:lnTo>
                  <a:lnTo>
                    <a:pt x="476609" y="3217916"/>
                  </a:lnTo>
                  <a:lnTo>
                    <a:pt x="506684" y="3251686"/>
                  </a:lnTo>
                  <a:lnTo>
                    <a:pt x="537526" y="3284745"/>
                  </a:lnTo>
                  <a:lnTo>
                    <a:pt x="569120" y="3317079"/>
                  </a:lnTo>
                  <a:lnTo>
                    <a:pt x="601454" y="3348674"/>
                  </a:lnTo>
                  <a:lnTo>
                    <a:pt x="634513" y="3379515"/>
                  </a:lnTo>
                  <a:lnTo>
                    <a:pt x="668283" y="3409590"/>
                  </a:lnTo>
                  <a:lnTo>
                    <a:pt x="702751" y="3438884"/>
                  </a:lnTo>
                  <a:lnTo>
                    <a:pt x="737902" y="3467383"/>
                  </a:lnTo>
                  <a:lnTo>
                    <a:pt x="773722" y="3495074"/>
                  </a:lnTo>
                  <a:lnTo>
                    <a:pt x="810198" y="3521942"/>
                  </a:lnTo>
                  <a:lnTo>
                    <a:pt x="847316" y="3547973"/>
                  </a:lnTo>
                  <a:lnTo>
                    <a:pt x="885061" y="3573154"/>
                  </a:lnTo>
                  <a:lnTo>
                    <a:pt x="923420" y="3597471"/>
                  </a:lnTo>
                  <a:lnTo>
                    <a:pt x="962380" y="3620909"/>
                  </a:lnTo>
                  <a:lnTo>
                    <a:pt x="1001925" y="3643456"/>
                  </a:lnTo>
                  <a:lnTo>
                    <a:pt x="1042042" y="3665096"/>
                  </a:lnTo>
                  <a:lnTo>
                    <a:pt x="1082718" y="3685817"/>
                  </a:lnTo>
                  <a:lnTo>
                    <a:pt x="1123938" y="3705603"/>
                  </a:lnTo>
                  <a:lnTo>
                    <a:pt x="1165688" y="3724442"/>
                  </a:lnTo>
                  <a:lnTo>
                    <a:pt x="1207954" y="3742318"/>
                  </a:lnTo>
                  <a:lnTo>
                    <a:pt x="1250723" y="3759220"/>
                  </a:lnTo>
                  <a:lnTo>
                    <a:pt x="1293981" y="3775131"/>
                  </a:lnTo>
                  <a:lnTo>
                    <a:pt x="1337713" y="3790040"/>
                  </a:lnTo>
                  <a:lnTo>
                    <a:pt x="1381907" y="3803931"/>
                  </a:lnTo>
                  <a:lnTo>
                    <a:pt x="1426547" y="3816790"/>
                  </a:lnTo>
                  <a:lnTo>
                    <a:pt x="1471619" y="3828604"/>
                  </a:lnTo>
                  <a:lnTo>
                    <a:pt x="1517111" y="3839360"/>
                  </a:lnTo>
                  <a:lnTo>
                    <a:pt x="1563009" y="3849042"/>
                  </a:lnTo>
                  <a:lnTo>
                    <a:pt x="1609297" y="3857637"/>
                  </a:lnTo>
                  <a:lnTo>
                    <a:pt x="1655962" y="3865131"/>
                  </a:lnTo>
                  <a:lnTo>
                    <a:pt x="1702991" y="3871511"/>
                  </a:lnTo>
                  <a:lnTo>
                    <a:pt x="1750370" y="3876762"/>
                  </a:lnTo>
                  <a:lnTo>
                    <a:pt x="1798084" y="3880870"/>
                  </a:lnTo>
                  <a:lnTo>
                    <a:pt x="1846119" y="3883821"/>
                  </a:lnTo>
                  <a:lnTo>
                    <a:pt x="1894462" y="3885603"/>
                  </a:lnTo>
                  <a:lnTo>
                    <a:pt x="1943100" y="3886200"/>
                  </a:lnTo>
                  <a:close/>
                </a:path>
              </a:pathLst>
            </a:custGeom>
            <a:ln w="76200" cap="rnd">
              <a:solidFill>
                <a:srgbClr val="11A766"/>
              </a:solidFill>
            </a:ln>
          </p:spPr>
          <p:txBody>
            <a:bodyPr wrap="square" lIns="0" tIns="0" rIns="0" bIns="0" rtlCol="0"/>
            <a:lstStyle/>
            <a:p>
              <a:endParaRPr sz="900"/>
            </a:p>
          </p:txBody>
        </p:sp>
        <p:sp>
          <p:nvSpPr>
            <p:cNvPr id="23" name="object 23"/>
            <p:cNvSpPr/>
            <p:nvPr/>
          </p:nvSpPr>
          <p:spPr>
            <a:xfrm>
              <a:off x="5276672" y="10949355"/>
              <a:ext cx="3154045" cy="3142615"/>
            </a:xfrm>
            <a:custGeom>
              <a:avLst/>
              <a:gdLst/>
              <a:ahLst/>
              <a:cxnLst/>
              <a:rect l="l" t="t" r="r" b="b"/>
              <a:pathLst>
                <a:path w="3154045" h="3142615">
                  <a:moveTo>
                    <a:pt x="3153562" y="3125686"/>
                  </a:moveTo>
                  <a:lnTo>
                    <a:pt x="3151962" y="3115538"/>
                  </a:lnTo>
                  <a:lnTo>
                    <a:pt x="3142996" y="3095764"/>
                  </a:lnTo>
                  <a:lnTo>
                    <a:pt x="3129051" y="3065030"/>
                  </a:lnTo>
                  <a:lnTo>
                    <a:pt x="3055670" y="2903220"/>
                  </a:lnTo>
                  <a:lnTo>
                    <a:pt x="3051251" y="2897086"/>
                  </a:lnTo>
                  <a:lnTo>
                    <a:pt x="3045028" y="2893250"/>
                  </a:lnTo>
                  <a:lnTo>
                    <a:pt x="3037827" y="2892031"/>
                  </a:lnTo>
                  <a:lnTo>
                    <a:pt x="3030461" y="2893733"/>
                  </a:lnTo>
                  <a:lnTo>
                    <a:pt x="3028823" y="2894571"/>
                  </a:lnTo>
                  <a:lnTo>
                    <a:pt x="3023463" y="2899143"/>
                  </a:lnTo>
                  <a:lnTo>
                    <a:pt x="3020212" y="2905188"/>
                  </a:lnTo>
                  <a:lnTo>
                    <a:pt x="3019285" y="2912021"/>
                  </a:lnTo>
                  <a:lnTo>
                    <a:pt x="3020974" y="2918955"/>
                  </a:lnTo>
                  <a:lnTo>
                    <a:pt x="3087217" y="3065030"/>
                  </a:lnTo>
                  <a:lnTo>
                    <a:pt x="1728000" y="2068499"/>
                  </a:lnTo>
                  <a:lnTo>
                    <a:pt x="1722666" y="2064588"/>
                  </a:lnTo>
                  <a:lnTo>
                    <a:pt x="1686090" y="2037765"/>
                  </a:lnTo>
                  <a:lnTo>
                    <a:pt x="1698536" y="1997087"/>
                  </a:lnTo>
                  <a:lnTo>
                    <a:pt x="1696275" y="1955469"/>
                  </a:lnTo>
                  <a:lnTo>
                    <a:pt x="1679917" y="1916899"/>
                  </a:lnTo>
                  <a:lnTo>
                    <a:pt x="1664944" y="1901075"/>
                  </a:lnTo>
                  <a:lnTo>
                    <a:pt x="1656270" y="1891919"/>
                  </a:lnTo>
                  <a:lnTo>
                    <a:pt x="1656270" y="1991829"/>
                  </a:lnTo>
                  <a:lnTo>
                    <a:pt x="1654505" y="2000529"/>
                  </a:lnTo>
                  <a:lnTo>
                    <a:pt x="1623631" y="2049246"/>
                  </a:lnTo>
                  <a:lnTo>
                    <a:pt x="1576781" y="2063851"/>
                  </a:lnTo>
                  <a:lnTo>
                    <a:pt x="1558798" y="2062746"/>
                  </a:lnTo>
                  <a:lnTo>
                    <a:pt x="1558023" y="2062505"/>
                  </a:lnTo>
                  <a:lnTo>
                    <a:pt x="1529918" y="2049246"/>
                  </a:lnTo>
                  <a:lnTo>
                    <a:pt x="1507845" y="2025015"/>
                  </a:lnTo>
                  <a:lnTo>
                    <a:pt x="1497139" y="1995233"/>
                  </a:lnTo>
                  <a:lnTo>
                    <a:pt x="1498396" y="1963610"/>
                  </a:lnTo>
                  <a:lnTo>
                    <a:pt x="1527695" y="1919706"/>
                  </a:lnTo>
                  <a:lnTo>
                    <a:pt x="1572094" y="1903095"/>
                  </a:lnTo>
                  <a:lnTo>
                    <a:pt x="1574850" y="1903044"/>
                  </a:lnTo>
                  <a:lnTo>
                    <a:pt x="1575054" y="1903069"/>
                  </a:lnTo>
                  <a:lnTo>
                    <a:pt x="1575244" y="1903044"/>
                  </a:lnTo>
                  <a:lnTo>
                    <a:pt x="1633461" y="1927352"/>
                  </a:lnTo>
                  <a:lnTo>
                    <a:pt x="1655660" y="1976475"/>
                  </a:lnTo>
                  <a:lnTo>
                    <a:pt x="1656270" y="1991829"/>
                  </a:lnTo>
                  <a:lnTo>
                    <a:pt x="1656270" y="1891919"/>
                  </a:lnTo>
                  <a:lnTo>
                    <a:pt x="1650072" y="1885365"/>
                  </a:lnTo>
                  <a:lnTo>
                    <a:pt x="1636966" y="1879307"/>
                  </a:lnTo>
                  <a:lnTo>
                    <a:pt x="1636712" y="1879066"/>
                  </a:lnTo>
                  <a:lnTo>
                    <a:pt x="1635556" y="1878660"/>
                  </a:lnTo>
                  <a:lnTo>
                    <a:pt x="1606588" y="1865249"/>
                  </a:lnTo>
                  <a:lnTo>
                    <a:pt x="1597240" y="1864880"/>
                  </a:lnTo>
                  <a:lnTo>
                    <a:pt x="1594129" y="1863763"/>
                  </a:lnTo>
                  <a:lnTo>
                    <a:pt x="1595907" y="91757"/>
                  </a:lnTo>
                  <a:lnTo>
                    <a:pt x="1674418" y="231686"/>
                  </a:lnTo>
                  <a:lnTo>
                    <a:pt x="1679359" y="237426"/>
                  </a:lnTo>
                  <a:lnTo>
                    <a:pt x="1685874" y="240703"/>
                  </a:lnTo>
                  <a:lnTo>
                    <a:pt x="1693164" y="241300"/>
                  </a:lnTo>
                  <a:lnTo>
                    <a:pt x="1700352" y="238975"/>
                  </a:lnTo>
                  <a:lnTo>
                    <a:pt x="1706092" y="234048"/>
                  </a:lnTo>
                  <a:lnTo>
                    <a:pt x="1709369" y="227520"/>
                  </a:lnTo>
                  <a:lnTo>
                    <a:pt x="1709966" y="220243"/>
                  </a:lnTo>
                  <a:lnTo>
                    <a:pt x="1707642" y="213042"/>
                  </a:lnTo>
                  <a:lnTo>
                    <a:pt x="1639582" y="91757"/>
                  </a:lnTo>
                  <a:lnTo>
                    <a:pt x="1593545" y="9728"/>
                  </a:lnTo>
                  <a:lnTo>
                    <a:pt x="1586318" y="2438"/>
                  </a:lnTo>
                  <a:lnTo>
                    <a:pt x="1576959" y="0"/>
                  </a:lnTo>
                  <a:lnTo>
                    <a:pt x="1567586" y="2425"/>
                  </a:lnTo>
                  <a:lnTo>
                    <a:pt x="1560322" y="9728"/>
                  </a:lnTo>
                  <a:lnTo>
                    <a:pt x="1445844" y="212788"/>
                  </a:lnTo>
                  <a:lnTo>
                    <a:pt x="1443507" y="219976"/>
                  </a:lnTo>
                  <a:lnTo>
                    <a:pt x="1444091" y="227253"/>
                  </a:lnTo>
                  <a:lnTo>
                    <a:pt x="1447355" y="233794"/>
                  </a:lnTo>
                  <a:lnTo>
                    <a:pt x="1453083" y="238734"/>
                  </a:lnTo>
                  <a:lnTo>
                    <a:pt x="1454721" y="239560"/>
                  </a:lnTo>
                  <a:lnTo>
                    <a:pt x="1461579" y="241173"/>
                  </a:lnTo>
                  <a:lnTo>
                    <a:pt x="1468374" y="240245"/>
                  </a:lnTo>
                  <a:lnTo>
                    <a:pt x="1474431" y="236943"/>
                  </a:lnTo>
                  <a:lnTo>
                    <a:pt x="1479029" y="231495"/>
                  </a:lnTo>
                  <a:lnTo>
                    <a:pt x="1557820" y="91744"/>
                  </a:lnTo>
                  <a:lnTo>
                    <a:pt x="1556029" y="1864893"/>
                  </a:lnTo>
                  <a:lnTo>
                    <a:pt x="1546974" y="1865249"/>
                  </a:lnTo>
                  <a:lnTo>
                    <a:pt x="1517992" y="1878660"/>
                  </a:lnTo>
                  <a:lnTo>
                    <a:pt x="1516849" y="1879066"/>
                  </a:lnTo>
                  <a:lnTo>
                    <a:pt x="1516583" y="1879307"/>
                  </a:lnTo>
                  <a:lnTo>
                    <a:pt x="1503489" y="1885365"/>
                  </a:lnTo>
                  <a:lnTo>
                    <a:pt x="1473644" y="1916899"/>
                  </a:lnTo>
                  <a:lnTo>
                    <a:pt x="1463967" y="1939721"/>
                  </a:lnTo>
                  <a:lnTo>
                    <a:pt x="1462138" y="1942782"/>
                  </a:lnTo>
                  <a:lnTo>
                    <a:pt x="1461731" y="1944979"/>
                  </a:lnTo>
                  <a:lnTo>
                    <a:pt x="1457286" y="1955469"/>
                  </a:lnTo>
                  <a:lnTo>
                    <a:pt x="1456207" y="1975205"/>
                  </a:lnTo>
                  <a:lnTo>
                    <a:pt x="1454327" y="1985479"/>
                  </a:lnTo>
                  <a:lnTo>
                    <a:pt x="1455356" y="1990661"/>
                  </a:lnTo>
                  <a:lnTo>
                    <a:pt x="1455013" y="1997087"/>
                  </a:lnTo>
                  <a:lnTo>
                    <a:pt x="1459763" y="2012632"/>
                  </a:lnTo>
                  <a:lnTo>
                    <a:pt x="1463751" y="2032457"/>
                  </a:lnTo>
                  <a:lnTo>
                    <a:pt x="1467370" y="2037842"/>
                  </a:lnTo>
                  <a:lnTo>
                    <a:pt x="66344" y="3065030"/>
                  </a:lnTo>
                  <a:lnTo>
                    <a:pt x="132588" y="2918955"/>
                  </a:lnTo>
                  <a:lnTo>
                    <a:pt x="115735" y="2892031"/>
                  </a:lnTo>
                  <a:lnTo>
                    <a:pt x="108534" y="2893250"/>
                  </a:lnTo>
                  <a:lnTo>
                    <a:pt x="102311" y="2897086"/>
                  </a:lnTo>
                  <a:lnTo>
                    <a:pt x="97891" y="2903220"/>
                  </a:lnTo>
                  <a:lnTo>
                    <a:pt x="1600" y="3115538"/>
                  </a:lnTo>
                  <a:lnTo>
                    <a:pt x="0" y="3125686"/>
                  </a:lnTo>
                  <a:lnTo>
                    <a:pt x="3581" y="3134677"/>
                  </a:lnTo>
                  <a:lnTo>
                    <a:pt x="11074" y="3140786"/>
                  </a:lnTo>
                  <a:lnTo>
                    <a:pt x="21234" y="3142323"/>
                  </a:lnTo>
                  <a:lnTo>
                    <a:pt x="252691" y="3114357"/>
                  </a:lnTo>
                  <a:lnTo>
                    <a:pt x="269316" y="3093148"/>
                  </a:lnTo>
                  <a:lnTo>
                    <a:pt x="266941" y="3085973"/>
                  </a:lnTo>
                  <a:lnTo>
                    <a:pt x="262166" y="3080448"/>
                  </a:lnTo>
                  <a:lnTo>
                    <a:pt x="255663" y="3077121"/>
                  </a:lnTo>
                  <a:lnTo>
                    <a:pt x="248119" y="3076524"/>
                  </a:lnTo>
                  <a:lnTo>
                    <a:pt x="88874" y="3095764"/>
                  </a:lnTo>
                  <a:lnTo>
                    <a:pt x="130797" y="3065030"/>
                  </a:lnTo>
                  <a:lnTo>
                    <a:pt x="1488655" y="2069490"/>
                  </a:lnTo>
                  <a:lnTo>
                    <a:pt x="1489570" y="2070823"/>
                  </a:lnTo>
                  <a:lnTo>
                    <a:pt x="1527898" y="2096719"/>
                  </a:lnTo>
                  <a:lnTo>
                    <a:pt x="1574850" y="2106244"/>
                  </a:lnTo>
                  <a:lnTo>
                    <a:pt x="1621828" y="2096820"/>
                  </a:lnTo>
                  <a:lnTo>
                    <a:pt x="1627835" y="2092782"/>
                  </a:lnTo>
                  <a:lnTo>
                    <a:pt x="1628508" y="2092604"/>
                  </a:lnTo>
                  <a:lnTo>
                    <a:pt x="1647456" y="2079574"/>
                  </a:lnTo>
                  <a:lnTo>
                    <a:pt x="1660194" y="2071001"/>
                  </a:lnTo>
                  <a:lnTo>
                    <a:pt x="1660423" y="2070658"/>
                  </a:lnTo>
                  <a:lnTo>
                    <a:pt x="1663560" y="2068499"/>
                  </a:lnTo>
                  <a:lnTo>
                    <a:pt x="3064687" y="3095764"/>
                  </a:lnTo>
                  <a:lnTo>
                    <a:pt x="2905442" y="3076524"/>
                  </a:lnTo>
                  <a:lnTo>
                    <a:pt x="2897898" y="3077121"/>
                  </a:lnTo>
                  <a:lnTo>
                    <a:pt x="2891396" y="3080448"/>
                  </a:lnTo>
                  <a:lnTo>
                    <a:pt x="2886621" y="3085973"/>
                  </a:lnTo>
                  <a:lnTo>
                    <a:pt x="2884246" y="3093148"/>
                  </a:lnTo>
                  <a:lnTo>
                    <a:pt x="2884843" y="3100692"/>
                  </a:lnTo>
                  <a:lnTo>
                    <a:pt x="2888170" y="3107194"/>
                  </a:lnTo>
                  <a:lnTo>
                    <a:pt x="2893695" y="3111982"/>
                  </a:lnTo>
                  <a:lnTo>
                    <a:pt x="2900870" y="3114357"/>
                  </a:lnTo>
                  <a:lnTo>
                    <a:pt x="3132328" y="3142323"/>
                  </a:lnTo>
                  <a:lnTo>
                    <a:pt x="3142475" y="3140786"/>
                  </a:lnTo>
                  <a:lnTo>
                    <a:pt x="3149981" y="3134677"/>
                  </a:lnTo>
                  <a:lnTo>
                    <a:pt x="3153562" y="3125686"/>
                  </a:lnTo>
                  <a:close/>
                </a:path>
              </a:pathLst>
            </a:custGeom>
            <a:solidFill>
              <a:srgbClr val="212121"/>
            </a:solidFill>
          </p:spPr>
          <p:txBody>
            <a:bodyPr wrap="square" lIns="0" tIns="0" rIns="0" bIns="0" rtlCol="0"/>
            <a:lstStyle/>
            <a:p>
              <a:endParaRPr sz="900"/>
            </a:p>
          </p:txBody>
        </p:sp>
      </p:grpSp>
      <p:pic>
        <p:nvPicPr>
          <p:cNvPr id="24" name="object 24"/>
          <p:cNvPicPr/>
          <p:nvPr/>
        </p:nvPicPr>
        <p:blipFill>
          <a:blip r:embed="rId2" cstate="print"/>
          <a:stretch>
            <a:fillRect/>
          </a:stretch>
        </p:blipFill>
        <p:spPr>
          <a:xfrm>
            <a:off x="3189837" y="8851900"/>
            <a:ext cx="486698" cy="2921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a:latin typeface="江城圆体 300W" panose="020B0800000000000000" pitchFamily="34" charset="-128"/>
              <a:ea typeface="江城圆体 300W" panose="020B0800000000000000" pitchFamily="34" charset="-128"/>
              <a:cs typeface="PMingLiU" panose="02020500000000000000" charset="-120"/>
            </a:endParaRPr>
          </a:p>
        </p:txBody>
      </p:sp>
      <p:sp>
        <p:nvSpPr>
          <p:cNvPr id="3" name="object 3"/>
          <p:cNvSpPr txBox="1"/>
          <p:nvPr/>
        </p:nvSpPr>
        <p:spPr>
          <a:xfrm>
            <a:off x="1422400" y="5665470"/>
            <a:ext cx="4017645" cy="376555"/>
          </a:xfrm>
          <a:prstGeom prst="rect">
            <a:avLst/>
          </a:prstGeom>
        </p:spPr>
        <p:txBody>
          <a:bodyPr vert="horz" wrap="square" lIns="0" tIns="6350" rIns="0" bIns="0" rtlCol="0">
            <a:spAutoFit/>
          </a:bodyPr>
          <a:lstStyle/>
          <a:p>
            <a:pPr marL="6350" marR="2540">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每个故事都有结尾，死亡也只是故事的尾声。汉迪提出了</a:t>
            </a:r>
            <a:r>
              <a:rPr sz="1050" spc="10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6</a:t>
            </a:r>
            <a:r>
              <a:rPr sz="1050" spc="-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个实用的</a:t>
            </a:r>
            <a:r>
              <a:rPr sz="1050" spc="-2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人生小提示，期待大家无憾一生。</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4" name="object 4"/>
          <p:cNvSpPr/>
          <p:nvPr/>
        </p:nvSpPr>
        <p:spPr>
          <a:xfrm>
            <a:off x="1492250" y="1028700"/>
            <a:ext cx="387033" cy="386715"/>
          </a:xfrm>
          <a:custGeom>
            <a:avLst/>
            <a:gdLst/>
            <a:ahLst/>
            <a:cxnLst/>
            <a:rect l="l" t="t" r="r" b="b"/>
            <a:pathLst>
              <a:path w="774064" h="773430">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4" h="773430">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4" h="773430">
                <a:moveTo>
                  <a:pt x="385104" y="0"/>
                </a:moveTo>
                <a:lnTo>
                  <a:pt x="336798" y="3000"/>
                </a:lnTo>
                <a:lnTo>
                  <a:pt x="433411" y="3000"/>
                </a:lnTo>
                <a:lnTo>
                  <a:pt x="385104" y="0"/>
                </a:lnTo>
                <a:close/>
              </a:path>
            </a:pathLst>
          </a:custGeom>
          <a:solidFill>
            <a:srgbClr val="11A766"/>
          </a:solidFill>
        </p:spPr>
        <p:txBody>
          <a:bodyPr wrap="square" lIns="0" tIns="0" rIns="0" bIns="0" rtlCol="0"/>
          <a:lstStyle/>
          <a:p>
            <a:endParaRPr sz="900"/>
          </a:p>
        </p:txBody>
      </p:sp>
      <p:sp>
        <p:nvSpPr>
          <p:cNvPr id="5" name="object 5"/>
          <p:cNvSpPr txBox="1"/>
          <p:nvPr/>
        </p:nvSpPr>
        <p:spPr>
          <a:xfrm>
            <a:off x="1556068" y="1085215"/>
            <a:ext cx="387033"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21</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6" name="object 6"/>
          <p:cNvSpPr/>
          <p:nvPr/>
        </p:nvSpPr>
        <p:spPr>
          <a:xfrm>
            <a:off x="1885950" y="1066800"/>
            <a:ext cx="3098800" cy="336550"/>
          </a:xfrm>
          <a:custGeom>
            <a:avLst/>
            <a:gdLst/>
            <a:ahLst/>
            <a:cxnLst/>
            <a:rect l="l" t="t" r="r" b="b"/>
            <a:pathLst>
              <a:path w="6197600" h="673100">
                <a:moveTo>
                  <a:pt x="5861050" y="0"/>
                </a:moveTo>
                <a:lnTo>
                  <a:pt x="336550" y="0"/>
                </a:lnTo>
                <a:lnTo>
                  <a:pt x="290882" y="3072"/>
                </a:lnTo>
                <a:lnTo>
                  <a:pt x="247081" y="12021"/>
                </a:lnTo>
                <a:lnTo>
                  <a:pt x="205549" y="26446"/>
                </a:lnTo>
                <a:lnTo>
                  <a:pt x="166687" y="45947"/>
                </a:lnTo>
                <a:lnTo>
                  <a:pt x="130894" y="70122"/>
                </a:lnTo>
                <a:lnTo>
                  <a:pt x="98573" y="98571"/>
                </a:lnTo>
                <a:lnTo>
                  <a:pt x="70124" y="130891"/>
                </a:lnTo>
                <a:lnTo>
                  <a:pt x="45949" y="166684"/>
                </a:lnTo>
                <a:lnTo>
                  <a:pt x="26447" y="205547"/>
                </a:lnTo>
                <a:lnTo>
                  <a:pt x="12021" y="247079"/>
                </a:lnTo>
                <a:lnTo>
                  <a:pt x="3072" y="290880"/>
                </a:lnTo>
                <a:lnTo>
                  <a:pt x="0" y="336550"/>
                </a:lnTo>
                <a:lnTo>
                  <a:pt x="3072" y="382219"/>
                </a:lnTo>
                <a:lnTo>
                  <a:pt x="12021" y="426020"/>
                </a:lnTo>
                <a:lnTo>
                  <a:pt x="26447" y="467552"/>
                </a:lnTo>
                <a:lnTo>
                  <a:pt x="45949" y="506415"/>
                </a:lnTo>
                <a:lnTo>
                  <a:pt x="70124" y="542208"/>
                </a:lnTo>
                <a:lnTo>
                  <a:pt x="98573" y="574528"/>
                </a:lnTo>
                <a:lnTo>
                  <a:pt x="130894" y="602977"/>
                </a:lnTo>
                <a:lnTo>
                  <a:pt x="166687" y="627152"/>
                </a:lnTo>
                <a:lnTo>
                  <a:pt x="205549" y="646653"/>
                </a:lnTo>
                <a:lnTo>
                  <a:pt x="247081" y="661078"/>
                </a:lnTo>
                <a:lnTo>
                  <a:pt x="290882" y="670027"/>
                </a:lnTo>
                <a:lnTo>
                  <a:pt x="336550" y="673100"/>
                </a:lnTo>
                <a:lnTo>
                  <a:pt x="5861050" y="673100"/>
                </a:lnTo>
                <a:lnTo>
                  <a:pt x="5906717" y="670027"/>
                </a:lnTo>
                <a:lnTo>
                  <a:pt x="5950518" y="661078"/>
                </a:lnTo>
                <a:lnTo>
                  <a:pt x="5992050" y="646653"/>
                </a:lnTo>
                <a:lnTo>
                  <a:pt x="6030912" y="627152"/>
                </a:lnTo>
                <a:lnTo>
                  <a:pt x="6066705" y="602977"/>
                </a:lnTo>
                <a:lnTo>
                  <a:pt x="6099026" y="574528"/>
                </a:lnTo>
                <a:lnTo>
                  <a:pt x="6127475" y="542208"/>
                </a:lnTo>
                <a:lnTo>
                  <a:pt x="6151650" y="506415"/>
                </a:lnTo>
                <a:lnTo>
                  <a:pt x="6171152" y="467552"/>
                </a:lnTo>
                <a:lnTo>
                  <a:pt x="6185578" y="426020"/>
                </a:lnTo>
                <a:lnTo>
                  <a:pt x="6194527" y="382219"/>
                </a:lnTo>
                <a:lnTo>
                  <a:pt x="6197600" y="336550"/>
                </a:lnTo>
                <a:lnTo>
                  <a:pt x="6194527" y="290880"/>
                </a:lnTo>
                <a:lnTo>
                  <a:pt x="6185578" y="247079"/>
                </a:lnTo>
                <a:lnTo>
                  <a:pt x="6171152" y="205547"/>
                </a:lnTo>
                <a:lnTo>
                  <a:pt x="6151650" y="166684"/>
                </a:lnTo>
                <a:lnTo>
                  <a:pt x="6127475" y="130891"/>
                </a:lnTo>
                <a:lnTo>
                  <a:pt x="6099026" y="98571"/>
                </a:lnTo>
                <a:lnTo>
                  <a:pt x="6066705" y="70122"/>
                </a:lnTo>
                <a:lnTo>
                  <a:pt x="6030912" y="45947"/>
                </a:lnTo>
                <a:lnTo>
                  <a:pt x="5992050" y="26446"/>
                </a:lnTo>
                <a:lnTo>
                  <a:pt x="5950518" y="12021"/>
                </a:lnTo>
                <a:lnTo>
                  <a:pt x="5906717" y="3072"/>
                </a:lnTo>
                <a:lnTo>
                  <a:pt x="5861050" y="0"/>
                </a:lnTo>
                <a:close/>
              </a:path>
            </a:pathLst>
          </a:custGeom>
          <a:solidFill>
            <a:srgbClr val="212121"/>
          </a:solidFill>
        </p:spPr>
        <p:txBody>
          <a:bodyPr wrap="square" lIns="0" tIns="0" rIns="0" bIns="0" rtlCol="0"/>
          <a:lstStyle/>
          <a:p>
            <a:endParaRPr sz="900"/>
          </a:p>
        </p:txBody>
      </p:sp>
      <p:sp>
        <p:nvSpPr>
          <p:cNvPr id="7" name="object 7"/>
          <p:cNvSpPr txBox="1"/>
          <p:nvPr/>
        </p:nvSpPr>
        <p:spPr>
          <a:xfrm>
            <a:off x="2685819" y="1123316"/>
            <a:ext cx="1521359" cy="465455"/>
          </a:xfrm>
          <a:prstGeom prst="rect">
            <a:avLst/>
          </a:prstGeom>
        </p:spPr>
        <p:txBody>
          <a:bodyPr vert="horz" wrap="square" lIns="0" tIns="6350" rIns="0" bIns="0" rtlCol="0">
            <a:spAutoFit/>
          </a:bodyPr>
          <a:lstStyle/>
          <a:p>
            <a:pPr marR="3175" algn="ctr">
              <a:spcBef>
                <a:spcPts val="50"/>
              </a:spcBef>
            </a:pPr>
            <a:r>
              <a:rPr sz="1500" b="1" spc="-10"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别留下遗憾</a:t>
            </a:r>
            <a:endParaRPr sz="1500" b="1" dirty="0">
              <a:latin typeface="江城圆体 600W" panose="020B0800000000000000" pitchFamily="34" charset="-128"/>
              <a:ea typeface="江城圆体 600W" panose="020B0800000000000000" pitchFamily="34" charset="-128"/>
              <a:cs typeface="微软雅黑" panose="020B0503020204020204" charset="-122"/>
            </a:endParaRPr>
          </a:p>
          <a:p>
            <a:pPr algn="ctr">
              <a:spcBef>
                <a:spcPts val="700"/>
              </a:spcBef>
            </a:pPr>
            <a:r>
              <a:rPr sz="9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Don't</a:t>
            </a:r>
            <a:r>
              <a:rPr sz="900" b="1" spc="-38"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sz="900" b="1" spc="2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leave</a:t>
            </a:r>
            <a:r>
              <a:rPr sz="900" b="1" spc="-3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sz="900" b="1" spc="3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any</a:t>
            </a:r>
            <a:r>
              <a:rPr sz="900" b="1" spc="-3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 </a:t>
            </a:r>
            <a:r>
              <a:rPr sz="900" b="1" spc="-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regrets</a:t>
            </a:r>
            <a:endParaRPr sz="900" b="1" dirty="0">
              <a:latin typeface="江城圆体 600W" panose="020B0800000000000000" pitchFamily="34" charset="-128"/>
              <a:ea typeface="江城圆体 600W" panose="020B0800000000000000" pitchFamily="34" charset="-128"/>
              <a:cs typeface="微软雅黑" panose="020B0503020204020204" charset="-122"/>
            </a:endParaRPr>
          </a:p>
        </p:txBody>
      </p:sp>
      <p:pic>
        <p:nvPicPr>
          <p:cNvPr id="8" name="object 8"/>
          <p:cNvPicPr/>
          <p:nvPr/>
        </p:nvPicPr>
        <p:blipFill>
          <a:blip r:embed="rId2" cstate="print"/>
          <a:stretch>
            <a:fillRect/>
          </a:stretch>
        </p:blipFill>
        <p:spPr>
          <a:xfrm>
            <a:off x="1676400" y="1771650"/>
            <a:ext cx="3503134" cy="3617434"/>
          </a:xfrm>
          <a:prstGeom prst="rect">
            <a:avLst/>
          </a:prstGeom>
        </p:spPr>
      </p:pic>
      <p:sp>
        <p:nvSpPr>
          <p:cNvPr id="9" name="object 9"/>
          <p:cNvSpPr txBox="1"/>
          <p:nvPr/>
        </p:nvSpPr>
        <p:spPr>
          <a:xfrm>
            <a:off x="2921583" y="2190750"/>
            <a:ext cx="1015048" cy="344805"/>
          </a:xfrm>
          <a:prstGeom prst="rect">
            <a:avLst/>
          </a:prstGeom>
        </p:spPr>
        <p:txBody>
          <a:bodyPr vert="horz" wrap="square" lIns="0" tIns="6350" rIns="0" bIns="0" rtlCol="0">
            <a:spAutoFit/>
          </a:bodyPr>
          <a:lstStyle/>
          <a:p>
            <a:pPr algn="ctr">
              <a:lnSpc>
                <a:spcPts val="1180"/>
              </a:lnSpc>
              <a:spcBef>
                <a:spcPts val="50"/>
              </a:spcBef>
            </a:pPr>
            <a:r>
              <a:rPr sz="1050" spc="4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1.</a:t>
            </a:r>
            <a:r>
              <a:rPr sz="105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精通一门外语</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marR="2540" algn="ctr">
              <a:lnSpc>
                <a:spcPts val="700"/>
              </a:lnSpc>
              <a:spcBef>
                <a:spcPts val="60"/>
              </a:spcBef>
            </a:pPr>
            <a:r>
              <a:rPr sz="7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Proficiency</a:t>
            </a:r>
            <a:r>
              <a:rPr sz="70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in</a:t>
            </a:r>
            <a:r>
              <a:rPr sz="700" spc="8"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a</a:t>
            </a:r>
            <a:r>
              <a:rPr sz="70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foreign language</a:t>
            </a:r>
            <a:endParaRPr sz="7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0" name="object 10"/>
          <p:cNvSpPr txBox="1"/>
          <p:nvPr/>
        </p:nvSpPr>
        <p:spPr>
          <a:xfrm>
            <a:off x="3226164" y="3454400"/>
            <a:ext cx="412115" cy="254635"/>
          </a:xfrm>
          <a:prstGeom prst="rect">
            <a:avLst/>
          </a:prstGeom>
        </p:spPr>
        <p:txBody>
          <a:bodyPr vert="horz" wrap="square" lIns="0" tIns="6350" rIns="0" bIns="0" rtlCol="0">
            <a:spAutoFit/>
          </a:bodyPr>
          <a:lstStyle/>
          <a:p>
            <a:pPr marL="6350">
              <a:lnSpc>
                <a:spcPts val="1180"/>
              </a:lnSpc>
              <a:spcBef>
                <a:spcPts val="50"/>
              </a:spcBef>
            </a:pPr>
            <a:r>
              <a:rPr sz="1050" b="1" spc="-13"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你可以</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39370">
              <a:lnSpc>
                <a:spcPts val="760"/>
              </a:lnSpc>
            </a:pPr>
            <a:r>
              <a:rPr sz="700" b="1" spc="-23"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You</a:t>
            </a:r>
            <a:r>
              <a:rPr sz="700" b="1" spc="-45"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 </a:t>
            </a:r>
            <a:r>
              <a:rPr sz="700" b="1" spc="-13"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can</a:t>
            </a:r>
            <a:endParaRPr sz="7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11" name="object 11"/>
          <p:cNvSpPr txBox="1"/>
          <p:nvPr/>
        </p:nvSpPr>
        <p:spPr>
          <a:xfrm>
            <a:off x="2940937" y="4552950"/>
            <a:ext cx="976630" cy="478790"/>
          </a:xfrm>
          <a:prstGeom prst="rect">
            <a:avLst/>
          </a:prstGeom>
        </p:spPr>
        <p:txBody>
          <a:bodyPr vert="horz" wrap="square" lIns="0" tIns="33020" rIns="0" bIns="0" rtlCol="0">
            <a:spAutoFit/>
          </a:bodyPr>
          <a:lstStyle/>
          <a:p>
            <a:pPr marL="27940" marR="24130" algn="ctr">
              <a:lnSpc>
                <a:spcPts val="1050"/>
              </a:lnSpc>
              <a:spcBef>
                <a:spcPts val="260"/>
              </a:spcBef>
            </a:pPr>
            <a:r>
              <a:rPr sz="1050" spc="4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4.</a:t>
            </a:r>
            <a:r>
              <a:rPr sz="105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别荒废写日记</a:t>
            </a:r>
            <a:r>
              <a:rPr sz="1050" spc="-1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的习惯</a:t>
            </a:r>
            <a:endParaRPr sz="1050">
              <a:latin typeface="江城圆体 400W" panose="020B0800000000000000" pitchFamily="34" charset="-128"/>
              <a:ea typeface="江城圆体 400W" panose="020B0800000000000000" pitchFamily="34" charset="-128"/>
              <a:cs typeface="微软雅黑" panose="020B0503020204020204" charset="-122"/>
            </a:endParaRPr>
          </a:p>
          <a:p>
            <a:pPr algn="ctr">
              <a:lnSpc>
                <a:spcPts val="610"/>
              </a:lnSpc>
            </a:pPr>
            <a:r>
              <a:rPr sz="7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Don't</a:t>
            </a:r>
            <a:r>
              <a:rPr sz="7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lose</a:t>
            </a:r>
            <a:r>
              <a:rPr sz="7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the</a:t>
            </a:r>
            <a:r>
              <a:rPr sz="7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habit</a:t>
            </a:r>
            <a:r>
              <a:rPr sz="7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spc="-1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of</a:t>
            </a:r>
            <a:endParaRPr sz="700">
              <a:latin typeface="江城圆体 400W" panose="020B0800000000000000" pitchFamily="34" charset="-128"/>
              <a:ea typeface="江城圆体 400W" panose="020B0800000000000000" pitchFamily="34" charset="-128"/>
              <a:cs typeface="微软雅黑" panose="020B0503020204020204" charset="-122"/>
            </a:endParaRPr>
          </a:p>
          <a:p>
            <a:pPr algn="ctr">
              <a:lnSpc>
                <a:spcPts val="770"/>
              </a:lnSpc>
            </a:pPr>
            <a:r>
              <a:rPr sz="7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keeping</a:t>
            </a:r>
            <a:r>
              <a:rPr sz="700" spc="-28"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a</a:t>
            </a:r>
            <a:r>
              <a:rPr sz="700" spc="-2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diary</a:t>
            </a:r>
            <a:endParaRPr sz="7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2" name="object 12"/>
          <p:cNvSpPr txBox="1"/>
          <p:nvPr/>
        </p:nvSpPr>
        <p:spPr>
          <a:xfrm>
            <a:off x="4134204" y="2819400"/>
            <a:ext cx="932815" cy="344805"/>
          </a:xfrm>
          <a:prstGeom prst="rect">
            <a:avLst/>
          </a:prstGeom>
        </p:spPr>
        <p:txBody>
          <a:bodyPr vert="horz" wrap="square" lIns="0" tIns="6350" rIns="0" bIns="0" rtlCol="0">
            <a:spAutoFit/>
          </a:bodyPr>
          <a:lstStyle/>
          <a:p>
            <a:pPr algn="ctr">
              <a:lnSpc>
                <a:spcPts val="1180"/>
              </a:lnSpc>
              <a:spcBef>
                <a:spcPts val="50"/>
              </a:spcBef>
            </a:pPr>
            <a:r>
              <a:rPr sz="1050" spc="4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2.</a:t>
            </a:r>
            <a:r>
              <a:rPr sz="105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熟练一种乐器</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42545" marR="38735" algn="ctr">
              <a:lnSpc>
                <a:spcPts val="700"/>
              </a:lnSpc>
              <a:spcBef>
                <a:spcPts val="60"/>
              </a:spcBef>
            </a:pPr>
            <a:r>
              <a:rPr sz="7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Proficiency</a:t>
            </a:r>
            <a:r>
              <a:rPr sz="700" spc="3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in</a:t>
            </a:r>
            <a:r>
              <a:rPr sz="700" spc="3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spc="-2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a </a:t>
            </a:r>
            <a:r>
              <a:rPr sz="7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musical</a:t>
            </a:r>
            <a:r>
              <a:rPr sz="700" spc="78"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instrument</a:t>
            </a:r>
            <a:endParaRPr sz="7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3" name="object 13"/>
          <p:cNvSpPr txBox="1"/>
          <p:nvPr/>
        </p:nvSpPr>
        <p:spPr>
          <a:xfrm>
            <a:off x="1849797" y="2755900"/>
            <a:ext cx="815340" cy="478790"/>
          </a:xfrm>
          <a:prstGeom prst="rect">
            <a:avLst/>
          </a:prstGeom>
        </p:spPr>
        <p:txBody>
          <a:bodyPr vert="horz" wrap="square" lIns="0" tIns="33020" rIns="0" bIns="0" rtlCol="0">
            <a:spAutoFit/>
          </a:bodyPr>
          <a:lstStyle/>
          <a:p>
            <a:pPr marL="13970" marR="10160" algn="ctr">
              <a:lnSpc>
                <a:spcPts val="1050"/>
              </a:lnSpc>
              <a:spcBef>
                <a:spcPts val="260"/>
              </a:spcBef>
            </a:pPr>
            <a:r>
              <a:rPr sz="1050" spc="4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6.</a:t>
            </a:r>
            <a:r>
              <a:rPr sz="105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谨记亚里士多德的美德</a:t>
            </a:r>
            <a:endParaRPr sz="1050">
              <a:latin typeface="江城圆体 400W" panose="020B0800000000000000" pitchFamily="34" charset="-128"/>
              <a:ea typeface="江城圆体 400W" panose="020B0800000000000000" pitchFamily="34" charset="-128"/>
              <a:cs typeface="微软雅黑" panose="020B0503020204020204" charset="-122"/>
            </a:endParaRPr>
          </a:p>
          <a:p>
            <a:pPr algn="ctr">
              <a:lnSpc>
                <a:spcPts val="610"/>
              </a:lnSpc>
            </a:pPr>
            <a:r>
              <a:rPr sz="7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Remembering</a:t>
            </a:r>
            <a:r>
              <a:rPr sz="700" spc="3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spc="-1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the</a:t>
            </a:r>
            <a:endParaRPr sz="700">
              <a:latin typeface="江城圆体 400W" panose="020B0800000000000000" pitchFamily="34" charset="-128"/>
              <a:ea typeface="江城圆体 400W" panose="020B0800000000000000" pitchFamily="34" charset="-128"/>
              <a:cs typeface="微软雅黑" panose="020B0503020204020204" charset="-122"/>
            </a:endParaRPr>
          </a:p>
          <a:p>
            <a:pPr algn="ctr">
              <a:lnSpc>
                <a:spcPts val="770"/>
              </a:lnSpc>
            </a:pPr>
            <a:r>
              <a:rPr sz="700" spc="2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virtues</a:t>
            </a:r>
            <a:r>
              <a:rPr sz="700" spc="-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of</a:t>
            </a:r>
            <a:r>
              <a:rPr sz="700" spc="-48"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Aristotle</a:t>
            </a:r>
            <a:endParaRPr sz="7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4" name="object 14"/>
          <p:cNvSpPr txBox="1"/>
          <p:nvPr/>
        </p:nvSpPr>
        <p:spPr>
          <a:xfrm>
            <a:off x="4207177" y="4000500"/>
            <a:ext cx="704533" cy="478790"/>
          </a:xfrm>
          <a:prstGeom prst="rect">
            <a:avLst/>
          </a:prstGeom>
        </p:spPr>
        <p:txBody>
          <a:bodyPr vert="horz" wrap="square" lIns="0" tIns="33020" rIns="0" bIns="0" rtlCol="0">
            <a:spAutoFit/>
          </a:bodyPr>
          <a:lstStyle/>
          <a:p>
            <a:pPr marL="25400" marR="21590" algn="ctr">
              <a:lnSpc>
                <a:spcPts val="1050"/>
              </a:lnSpc>
              <a:spcBef>
                <a:spcPts val="260"/>
              </a:spcBef>
            </a:pPr>
            <a:r>
              <a:rPr sz="1050" spc="4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3.</a:t>
            </a:r>
            <a:r>
              <a:rPr sz="105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学会一种个人运动</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20320" algn="ctr">
              <a:lnSpc>
                <a:spcPts val="610"/>
              </a:lnSpc>
            </a:pPr>
            <a:r>
              <a:rPr sz="7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Learn</a:t>
            </a:r>
            <a:r>
              <a:rPr sz="700" spc="4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spc="-1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an</a:t>
            </a:r>
            <a:endParaRPr sz="700">
              <a:latin typeface="江城圆体 400W" panose="020B0800000000000000" pitchFamily="34" charset="-128"/>
              <a:ea typeface="江城圆体 400W" panose="020B0800000000000000" pitchFamily="34" charset="-128"/>
              <a:cs typeface="微软雅黑" panose="020B0503020204020204" charset="-122"/>
            </a:endParaRPr>
          </a:p>
          <a:p>
            <a:pPr algn="ctr">
              <a:lnSpc>
                <a:spcPts val="770"/>
              </a:lnSpc>
            </a:pPr>
            <a:r>
              <a:rPr sz="7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individual</a:t>
            </a:r>
            <a:r>
              <a:rPr sz="700" spc="7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sport</a:t>
            </a:r>
            <a:endParaRPr sz="7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5" name="object 15"/>
          <p:cNvSpPr txBox="1"/>
          <p:nvPr/>
        </p:nvSpPr>
        <p:spPr>
          <a:xfrm>
            <a:off x="1832329" y="4064000"/>
            <a:ext cx="932815" cy="344805"/>
          </a:xfrm>
          <a:prstGeom prst="rect">
            <a:avLst/>
          </a:prstGeom>
        </p:spPr>
        <p:txBody>
          <a:bodyPr vert="horz" wrap="square" lIns="0" tIns="6350" rIns="0" bIns="0" rtlCol="0">
            <a:spAutoFit/>
          </a:bodyPr>
          <a:lstStyle/>
          <a:p>
            <a:pPr algn="ctr">
              <a:lnSpc>
                <a:spcPts val="1180"/>
              </a:lnSpc>
              <a:spcBef>
                <a:spcPts val="50"/>
              </a:spcBef>
            </a:pPr>
            <a:r>
              <a:rPr sz="1050" spc="4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5.</a:t>
            </a:r>
            <a:r>
              <a:rPr sz="105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别忘了谈恋爱</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17145" marR="12700" algn="ctr">
              <a:lnSpc>
                <a:spcPts val="700"/>
              </a:lnSpc>
              <a:spcBef>
                <a:spcPts val="60"/>
              </a:spcBef>
            </a:pPr>
            <a:r>
              <a:rPr sz="7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Don't</a:t>
            </a:r>
            <a:r>
              <a:rPr sz="700" spc="-18"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forget</a:t>
            </a:r>
            <a:r>
              <a:rPr sz="700" spc="-18"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to</a:t>
            </a:r>
            <a:r>
              <a:rPr sz="700" spc="-1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fall</a:t>
            </a:r>
            <a:r>
              <a:rPr sz="700" spc="-18"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700" spc="-1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in </a:t>
            </a:r>
            <a:r>
              <a:rPr sz="70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love</a:t>
            </a:r>
            <a:endParaRPr sz="700">
              <a:latin typeface="江城圆体 400W" panose="020B0800000000000000" pitchFamily="34" charset="-128"/>
              <a:ea typeface="江城圆体 400W" panose="020B0800000000000000" pitchFamily="34" charset="-128"/>
              <a:cs typeface="微软雅黑" panose="020B0503020204020204" charset="-122"/>
            </a:endParaRPr>
          </a:p>
        </p:txBody>
      </p:sp>
      <p:pic>
        <p:nvPicPr>
          <p:cNvPr id="16" name="object 16"/>
          <p:cNvPicPr/>
          <p:nvPr/>
        </p:nvPicPr>
        <p:blipFill>
          <a:blip r:embed="rId3" cstate="print"/>
          <a:stretch>
            <a:fillRect/>
          </a:stretch>
        </p:blipFill>
        <p:spPr>
          <a:xfrm>
            <a:off x="3189837" y="8851900"/>
            <a:ext cx="486698" cy="2921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57550" y="8934450"/>
            <a:ext cx="338572" cy="209550"/>
          </a:xfrm>
          <a:prstGeom prst="rect">
            <a:avLst/>
          </a:prstGeom>
        </p:spPr>
      </p:pic>
      <p:sp>
        <p:nvSpPr>
          <p:cNvPr id="3" name="object 3"/>
          <p:cNvSpPr txBox="1"/>
          <p:nvPr/>
        </p:nvSpPr>
        <p:spPr>
          <a:xfrm>
            <a:off x="2143197" y="787400"/>
            <a:ext cx="2571750"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a:t>
            </a:r>
            <a:r>
              <a:rPr sz="900" spc="-33" dirty="0">
                <a:solidFill>
                  <a:srgbClr val="212121"/>
                </a:solidFill>
                <a:latin typeface="江城圆体 400W" panose="020B0800000000000000" pitchFamily="34" charset="-128"/>
                <a:ea typeface="江城圆体 400W" panose="020B0800000000000000" pitchFamily="34" charset="-128"/>
                <a:cs typeface="Microsoft JhengHei"/>
              </a:rPr>
              <a:t> 《纽约时报》畅销书作者奇普</a:t>
            </a:r>
            <a:r>
              <a:rPr sz="900" spc="-13" dirty="0">
                <a:solidFill>
                  <a:srgbClr val="212121"/>
                </a:solidFill>
                <a:latin typeface="江城圆体 400W" panose="020B0800000000000000" pitchFamily="34" charset="-128"/>
                <a:ea typeface="江城圆体 400W" panose="020B0800000000000000" pitchFamily="34" charset="-128"/>
                <a:cs typeface="Microsoft JhengHei"/>
              </a:rPr>
              <a:t>·</a:t>
            </a:r>
            <a:r>
              <a:rPr sz="900" spc="-33" dirty="0">
                <a:solidFill>
                  <a:srgbClr val="212121"/>
                </a:solidFill>
                <a:latin typeface="江城圆体 400W" panose="020B0800000000000000" pitchFamily="34" charset="-128"/>
                <a:ea typeface="江城圆体 400W" panose="020B0800000000000000" pitchFamily="34" charset="-128"/>
                <a:cs typeface="Microsoft JhengHei"/>
              </a:rPr>
              <a:t>康利</a:t>
            </a:r>
            <a:r>
              <a:rPr sz="900" spc="-13" dirty="0">
                <a:solidFill>
                  <a:srgbClr val="212121"/>
                </a:solidFill>
                <a:latin typeface="江城圆体 400W" panose="020B0800000000000000" pitchFamily="34" charset="-128"/>
                <a:ea typeface="江城圆体 400W" panose="020B0800000000000000" pitchFamily="34" charset="-128"/>
                <a:cs typeface="Microsoft JhengHei"/>
              </a:rPr>
              <a:t>(Chip</a:t>
            </a:r>
            <a:r>
              <a:rPr sz="900" spc="-23" dirty="0">
                <a:solidFill>
                  <a:srgbClr val="212121"/>
                </a:solidFill>
                <a:latin typeface="江城圆体 400W" panose="020B0800000000000000" pitchFamily="34" charset="-128"/>
                <a:ea typeface="江城圆体 400W" panose="020B0800000000000000" pitchFamily="34" charset="-128"/>
                <a:cs typeface="Microsoft JhengHei"/>
              </a:rPr>
              <a:t> </a:t>
            </a:r>
            <a:r>
              <a:rPr sz="900" spc="-5" dirty="0">
                <a:solidFill>
                  <a:srgbClr val="212121"/>
                </a:solidFill>
                <a:latin typeface="江城圆体 400W" panose="020B0800000000000000" pitchFamily="34" charset="-128"/>
                <a:ea typeface="江城圆体 400W" panose="020B0800000000000000" pitchFamily="34" charset="-128"/>
                <a:cs typeface="Microsoft JhengHei"/>
              </a:rPr>
              <a:t>Conley)</a:t>
            </a:r>
            <a:endParaRPr sz="900" dirty="0">
              <a:latin typeface="江城圆体 400W" panose="020B0800000000000000" pitchFamily="34" charset="-128"/>
              <a:ea typeface="江城圆体 400W" panose="020B0800000000000000" pitchFamily="34" charset="-128"/>
              <a:cs typeface="Microsoft JhengHei"/>
            </a:endParaRPr>
          </a:p>
        </p:txBody>
      </p:sp>
      <p:sp>
        <p:nvSpPr>
          <p:cNvPr id="10" name="object 10"/>
          <p:cNvSpPr txBox="1"/>
          <p:nvPr/>
        </p:nvSpPr>
        <p:spPr>
          <a:xfrm>
            <a:off x="2075769" y="8801100"/>
            <a:ext cx="2693988" cy="144780"/>
          </a:xfrm>
          <a:prstGeom prst="rect">
            <a:avLst/>
          </a:prstGeom>
        </p:spPr>
        <p:txBody>
          <a:bodyPr vert="horz" wrap="square" lIns="0" tIns="6350" rIns="0" bIns="0" rtlCol="0">
            <a:spAutoFit/>
          </a:bodyPr>
          <a:lstStyle/>
          <a:p>
            <a:pPr marL="6350">
              <a:spcBef>
                <a:spcPts val="50"/>
              </a:spcBef>
            </a:pPr>
            <a:r>
              <a:rPr sz="900" spc="-33" dirty="0">
                <a:solidFill>
                  <a:srgbClr val="212121"/>
                </a:solidFill>
                <a:latin typeface="江城圆体 300W" panose="020B0800000000000000" pitchFamily="34" charset="-128"/>
                <a:ea typeface="江城圆体 300W" panose="020B0800000000000000" pitchFamily="34" charset="-128"/>
                <a:cs typeface="Microsoft JhengHei"/>
              </a:rPr>
              <a:t>情绪看似等于你的生活，其实等同于你如何理解生活。</a:t>
            </a:r>
            <a:endParaRPr sz="900" dirty="0">
              <a:latin typeface="江城圆体 300W" panose="020B0800000000000000" pitchFamily="34" charset="-128"/>
              <a:ea typeface="江城圆体 300W" panose="020B0800000000000000" pitchFamily="34" charset="-128"/>
              <a:cs typeface="Microsoft JhengHei"/>
            </a:endParaRPr>
          </a:p>
        </p:txBody>
      </p:sp>
      <p:sp>
        <p:nvSpPr>
          <p:cNvPr id="11" name="object 11"/>
          <p:cNvSpPr/>
          <p:nvPr/>
        </p:nvSpPr>
        <p:spPr>
          <a:xfrm>
            <a:off x="685800" y="1714500"/>
            <a:ext cx="5486400" cy="273050"/>
          </a:xfrm>
          <a:custGeom>
            <a:avLst/>
            <a:gdLst/>
            <a:ahLst/>
            <a:cxnLst/>
            <a:rect l="l" t="t" r="r" b="b"/>
            <a:pathLst>
              <a:path w="10972800" h="546100">
                <a:moveTo>
                  <a:pt x="10699750" y="0"/>
                </a:moveTo>
                <a:lnTo>
                  <a:pt x="273050" y="0"/>
                </a:lnTo>
                <a:lnTo>
                  <a:pt x="223968" y="4399"/>
                </a:lnTo>
                <a:lnTo>
                  <a:pt x="177774" y="17082"/>
                </a:lnTo>
                <a:lnTo>
                  <a:pt x="135236" y="37279"/>
                </a:lnTo>
                <a:lnTo>
                  <a:pt x="97127" y="64218"/>
                </a:lnTo>
                <a:lnTo>
                  <a:pt x="64218" y="97127"/>
                </a:lnTo>
                <a:lnTo>
                  <a:pt x="37279" y="135237"/>
                </a:lnTo>
                <a:lnTo>
                  <a:pt x="17082" y="177774"/>
                </a:lnTo>
                <a:lnTo>
                  <a:pt x="4399" y="223969"/>
                </a:lnTo>
                <a:lnTo>
                  <a:pt x="0" y="273050"/>
                </a:lnTo>
                <a:lnTo>
                  <a:pt x="4399" y="322130"/>
                </a:lnTo>
                <a:lnTo>
                  <a:pt x="17082" y="368325"/>
                </a:lnTo>
                <a:lnTo>
                  <a:pt x="37279" y="410862"/>
                </a:lnTo>
                <a:lnTo>
                  <a:pt x="64218" y="448972"/>
                </a:lnTo>
                <a:lnTo>
                  <a:pt x="97127" y="481881"/>
                </a:lnTo>
                <a:lnTo>
                  <a:pt x="135236" y="508820"/>
                </a:lnTo>
                <a:lnTo>
                  <a:pt x="177774" y="529017"/>
                </a:lnTo>
                <a:lnTo>
                  <a:pt x="223968" y="541700"/>
                </a:lnTo>
                <a:lnTo>
                  <a:pt x="273050" y="546100"/>
                </a:lnTo>
                <a:lnTo>
                  <a:pt x="10699750" y="546100"/>
                </a:lnTo>
                <a:lnTo>
                  <a:pt x="10748831" y="541700"/>
                </a:lnTo>
                <a:lnTo>
                  <a:pt x="10795025" y="529017"/>
                </a:lnTo>
                <a:lnTo>
                  <a:pt x="10837563" y="508820"/>
                </a:lnTo>
                <a:lnTo>
                  <a:pt x="10875672" y="481881"/>
                </a:lnTo>
                <a:lnTo>
                  <a:pt x="10908581" y="448972"/>
                </a:lnTo>
                <a:lnTo>
                  <a:pt x="10935520" y="410862"/>
                </a:lnTo>
                <a:lnTo>
                  <a:pt x="10955717" y="368325"/>
                </a:lnTo>
                <a:lnTo>
                  <a:pt x="10968400" y="322130"/>
                </a:lnTo>
                <a:lnTo>
                  <a:pt x="10972800" y="273050"/>
                </a:lnTo>
                <a:lnTo>
                  <a:pt x="10968400" y="223969"/>
                </a:lnTo>
                <a:lnTo>
                  <a:pt x="10955717" y="177774"/>
                </a:lnTo>
                <a:lnTo>
                  <a:pt x="10935520" y="135237"/>
                </a:lnTo>
                <a:lnTo>
                  <a:pt x="10908581" y="97127"/>
                </a:lnTo>
                <a:lnTo>
                  <a:pt x="10875672" y="64218"/>
                </a:lnTo>
                <a:lnTo>
                  <a:pt x="10837563" y="37279"/>
                </a:lnTo>
                <a:lnTo>
                  <a:pt x="10795025" y="17082"/>
                </a:lnTo>
                <a:lnTo>
                  <a:pt x="10748831" y="4399"/>
                </a:lnTo>
                <a:lnTo>
                  <a:pt x="106997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2" name="object 12"/>
          <p:cNvSpPr txBox="1"/>
          <p:nvPr/>
        </p:nvSpPr>
        <p:spPr>
          <a:xfrm>
            <a:off x="162016" y="1363532"/>
            <a:ext cx="6578418" cy="283210"/>
          </a:xfrm>
          <a:prstGeom prst="rect">
            <a:avLst/>
          </a:prstGeom>
        </p:spPr>
        <p:txBody>
          <a:bodyPr vert="horz" wrap="square" lIns="0" tIns="6350" rIns="0" bIns="0" rtlCol="0">
            <a:spAutoFit/>
          </a:bodyPr>
          <a:lstStyle/>
          <a:p>
            <a:pPr algn="ctr">
              <a:spcBef>
                <a:spcPts val="50"/>
              </a:spcBef>
            </a:pPr>
            <a:r>
              <a:rPr b="1" dirty="0">
                <a:solidFill>
                  <a:srgbClr val="11A766"/>
                </a:solidFill>
                <a:latin typeface="江城圆体 700W" panose="020B0800000000000000" pitchFamily="34" charset="-128"/>
                <a:ea typeface="江城圆体 700W" panose="020B0800000000000000" pitchFamily="34" charset="-128"/>
                <a:cs typeface="PMingLiU" panose="02020500000000000000" charset="-120"/>
              </a:rPr>
              <a:t>18 Emotional Equations for Understanding Life</a:t>
            </a:r>
            <a:endParaRPr b="1" dirty="0">
              <a:latin typeface="江城圆体 700W" panose="020B0800000000000000" pitchFamily="34" charset="-128"/>
              <a:ea typeface="江城圆体 700W" panose="020B0800000000000000" pitchFamily="34" charset="-128"/>
              <a:cs typeface="PMingLiU" panose="02020500000000000000" charset="-120"/>
            </a:endParaRPr>
          </a:p>
        </p:txBody>
      </p:sp>
      <p:sp>
        <p:nvSpPr>
          <p:cNvPr id="13" name="object 13"/>
          <p:cNvSpPr/>
          <p:nvPr/>
        </p:nvSpPr>
        <p:spPr>
          <a:xfrm>
            <a:off x="685800" y="3848100"/>
            <a:ext cx="5486400" cy="273050"/>
          </a:xfrm>
          <a:custGeom>
            <a:avLst/>
            <a:gdLst/>
            <a:ahLst/>
            <a:cxnLst/>
            <a:rect l="l" t="t" r="r" b="b"/>
            <a:pathLst>
              <a:path w="10972800" h="546100">
                <a:moveTo>
                  <a:pt x="10699750" y="0"/>
                </a:moveTo>
                <a:lnTo>
                  <a:pt x="273050" y="0"/>
                </a:lnTo>
                <a:lnTo>
                  <a:pt x="223968" y="4399"/>
                </a:lnTo>
                <a:lnTo>
                  <a:pt x="177774" y="17082"/>
                </a:lnTo>
                <a:lnTo>
                  <a:pt x="135236" y="37279"/>
                </a:lnTo>
                <a:lnTo>
                  <a:pt x="97127" y="64218"/>
                </a:lnTo>
                <a:lnTo>
                  <a:pt x="64218" y="97127"/>
                </a:lnTo>
                <a:lnTo>
                  <a:pt x="37279" y="135236"/>
                </a:lnTo>
                <a:lnTo>
                  <a:pt x="17082" y="177774"/>
                </a:lnTo>
                <a:lnTo>
                  <a:pt x="4399" y="223968"/>
                </a:lnTo>
                <a:lnTo>
                  <a:pt x="0" y="273050"/>
                </a:lnTo>
                <a:lnTo>
                  <a:pt x="4399" y="322131"/>
                </a:lnTo>
                <a:lnTo>
                  <a:pt x="17082" y="368325"/>
                </a:lnTo>
                <a:lnTo>
                  <a:pt x="37279" y="410863"/>
                </a:lnTo>
                <a:lnTo>
                  <a:pt x="64218" y="448972"/>
                </a:lnTo>
                <a:lnTo>
                  <a:pt x="97127" y="481881"/>
                </a:lnTo>
                <a:lnTo>
                  <a:pt x="135236" y="508820"/>
                </a:lnTo>
                <a:lnTo>
                  <a:pt x="177774" y="529017"/>
                </a:lnTo>
                <a:lnTo>
                  <a:pt x="223968" y="541700"/>
                </a:lnTo>
                <a:lnTo>
                  <a:pt x="273050" y="546100"/>
                </a:lnTo>
                <a:lnTo>
                  <a:pt x="10699750" y="546100"/>
                </a:lnTo>
                <a:lnTo>
                  <a:pt x="10748831" y="541700"/>
                </a:lnTo>
                <a:lnTo>
                  <a:pt x="10795025" y="529017"/>
                </a:lnTo>
                <a:lnTo>
                  <a:pt x="10837563" y="508820"/>
                </a:lnTo>
                <a:lnTo>
                  <a:pt x="10875672" y="481881"/>
                </a:lnTo>
                <a:lnTo>
                  <a:pt x="10908581" y="448972"/>
                </a:lnTo>
                <a:lnTo>
                  <a:pt x="10935520" y="410863"/>
                </a:lnTo>
                <a:lnTo>
                  <a:pt x="10955717" y="368325"/>
                </a:lnTo>
                <a:lnTo>
                  <a:pt x="10968400" y="322131"/>
                </a:lnTo>
                <a:lnTo>
                  <a:pt x="10972800" y="273050"/>
                </a:lnTo>
                <a:lnTo>
                  <a:pt x="10968400" y="223968"/>
                </a:lnTo>
                <a:lnTo>
                  <a:pt x="10955717" y="177774"/>
                </a:lnTo>
                <a:lnTo>
                  <a:pt x="10935520" y="135236"/>
                </a:lnTo>
                <a:lnTo>
                  <a:pt x="10908581" y="97127"/>
                </a:lnTo>
                <a:lnTo>
                  <a:pt x="10875672" y="64218"/>
                </a:lnTo>
                <a:lnTo>
                  <a:pt x="10837563" y="37279"/>
                </a:lnTo>
                <a:lnTo>
                  <a:pt x="10795025" y="17082"/>
                </a:lnTo>
                <a:lnTo>
                  <a:pt x="10748831" y="4399"/>
                </a:lnTo>
                <a:lnTo>
                  <a:pt x="106997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4" name="object 14"/>
          <p:cNvSpPr/>
          <p:nvPr/>
        </p:nvSpPr>
        <p:spPr>
          <a:xfrm>
            <a:off x="679450" y="5359400"/>
            <a:ext cx="5492750" cy="273050"/>
          </a:xfrm>
          <a:custGeom>
            <a:avLst/>
            <a:gdLst/>
            <a:ahLst/>
            <a:cxnLst/>
            <a:rect l="l" t="t" r="r" b="b"/>
            <a:pathLst>
              <a:path w="10985500" h="546100">
                <a:moveTo>
                  <a:pt x="10712450" y="0"/>
                </a:moveTo>
                <a:lnTo>
                  <a:pt x="273050" y="0"/>
                </a:lnTo>
                <a:lnTo>
                  <a:pt x="223968" y="4399"/>
                </a:lnTo>
                <a:lnTo>
                  <a:pt x="177774" y="17082"/>
                </a:lnTo>
                <a:lnTo>
                  <a:pt x="135236" y="37279"/>
                </a:lnTo>
                <a:lnTo>
                  <a:pt x="97127" y="64218"/>
                </a:lnTo>
                <a:lnTo>
                  <a:pt x="64218" y="97127"/>
                </a:lnTo>
                <a:lnTo>
                  <a:pt x="37279" y="135236"/>
                </a:lnTo>
                <a:lnTo>
                  <a:pt x="17082" y="177774"/>
                </a:lnTo>
                <a:lnTo>
                  <a:pt x="4399" y="223968"/>
                </a:lnTo>
                <a:lnTo>
                  <a:pt x="0" y="273050"/>
                </a:lnTo>
                <a:lnTo>
                  <a:pt x="4399" y="322131"/>
                </a:lnTo>
                <a:lnTo>
                  <a:pt x="17082" y="368325"/>
                </a:lnTo>
                <a:lnTo>
                  <a:pt x="37279" y="410863"/>
                </a:lnTo>
                <a:lnTo>
                  <a:pt x="64218" y="448972"/>
                </a:lnTo>
                <a:lnTo>
                  <a:pt x="97127" y="481881"/>
                </a:lnTo>
                <a:lnTo>
                  <a:pt x="135236" y="508820"/>
                </a:lnTo>
                <a:lnTo>
                  <a:pt x="177774" y="529017"/>
                </a:lnTo>
                <a:lnTo>
                  <a:pt x="223968" y="541700"/>
                </a:lnTo>
                <a:lnTo>
                  <a:pt x="273050" y="546100"/>
                </a:lnTo>
                <a:lnTo>
                  <a:pt x="10712450" y="546100"/>
                </a:lnTo>
                <a:lnTo>
                  <a:pt x="10761531" y="541700"/>
                </a:lnTo>
                <a:lnTo>
                  <a:pt x="10807725" y="529017"/>
                </a:lnTo>
                <a:lnTo>
                  <a:pt x="10850263" y="508820"/>
                </a:lnTo>
                <a:lnTo>
                  <a:pt x="10888372" y="481881"/>
                </a:lnTo>
                <a:lnTo>
                  <a:pt x="10921281" y="448972"/>
                </a:lnTo>
                <a:lnTo>
                  <a:pt x="10948220" y="410863"/>
                </a:lnTo>
                <a:lnTo>
                  <a:pt x="10968417" y="368325"/>
                </a:lnTo>
                <a:lnTo>
                  <a:pt x="10981100" y="322131"/>
                </a:lnTo>
                <a:lnTo>
                  <a:pt x="10985500" y="273050"/>
                </a:lnTo>
                <a:lnTo>
                  <a:pt x="10981100" y="223968"/>
                </a:lnTo>
                <a:lnTo>
                  <a:pt x="10968417" y="177774"/>
                </a:lnTo>
                <a:lnTo>
                  <a:pt x="10948220" y="135236"/>
                </a:lnTo>
                <a:lnTo>
                  <a:pt x="10921281" y="97127"/>
                </a:lnTo>
                <a:lnTo>
                  <a:pt x="10888372" y="64218"/>
                </a:lnTo>
                <a:lnTo>
                  <a:pt x="10850263" y="37279"/>
                </a:lnTo>
                <a:lnTo>
                  <a:pt x="10807725" y="17082"/>
                </a:lnTo>
                <a:lnTo>
                  <a:pt x="10761531" y="4399"/>
                </a:lnTo>
                <a:lnTo>
                  <a:pt x="107124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5" name="object 15"/>
          <p:cNvSpPr/>
          <p:nvPr/>
        </p:nvSpPr>
        <p:spPr>
          <a:xfrm>
            <a:off x="679450" y="6858000"/>
            <a:ext cx="5492750" cy="273050"/>
          </a:xfrm>
          <a:custGeom>
            <a:avLst/>
            <a:gdLst/>
            <a:ahLst/>
            <a:cxnLst/>
            <a:rect l="l" t="t" r="r" b="b"/>
            <a:pathLst>
              <a:path w="10985500" h="546100">
                <a:moveTo>
                  <a:pt x="10712450" y="0"/>
                </a:moveTo>
                <a:lnTo>
                  <a:pt x="273050" y="0"/>
                </a:lnTo>
                <a:lnTo>
                  <a:pt x="223968" y="4399"/>
                </a:lnTo>
                <a:lnTo>
                  <a:pt x="177774" y="17082"/>
                </a:lnTo>
                <a:lnTo>
                  <a:pt x="135236" y="37279"/>
                </a:lnTo>
                <a:lnTo>
                  <a:pt x="97127" y="64218"/>
                </a:lnTo>
                <a:lnTo>
                  <a:pt x="64218" y="97127"/>
                </a:lnTo>
                <a:lnTo>
                  <a:pt x="37279" y="135236"/>
                </a:lnTo>
                <a:lnTo>
                  <a:pt x="17082" y="177774"/>
                </a:lnTo>
                <a:lnTo>
                  <a:pt x="4399" y="223968"/>
                </a:lnTo>
                <a:lnTo>
                  <a:pt x="0" y="273050"/>
                </a:lnTo>
                <a:lnTo>
                  <a:pt x="4399" y="322131"/>
                </a:lnTo>
                <a:lnTo>
                  <a:pt x="17082" y="368325"/>
                </a:lnTo>
                <a:lnTo>
                  <a:pt x="37279" y="410863"/>
                </a:lnTo>
                <a:lnTo>
                  <a:pt x="64218" y="448972"/>
                </a:lnTo>
                <a:lnTo>
                  <a:pt x="97127" y="481881"/>
                </a:lnTo>
                <a:lnTo>
                  <a:pt x="135236" y="508820"/>
                </a:lnTo>
                <a:lnTo>
                  <a:pt x="177774" y="529017"/>
                </a:lnTo>
                <a:lnTo>
                  <a:pt x="223968" y="541700"/>
                </a:lnTo>
                <a:lnTo>
                  <a:pt x="273050" y="546100"/>
                </a:lnTo>
                <a:lnTo>
                  <a:pt x="10712450" y="546100"/>
                </a:lnTo>
                <a:lnTo>
                  <a:pt x="10761531" y="541700"/>
                </a:lnTo>
                <a:lnTo>
                  <a:pt x="10807725" y="529017"/>
                </a:lnTo>
                <a:lnTo>
                  <a:pt x="10850263" y="508820"/>
                </a:lnTo>
                <a:lnTo>
                  <a:pt x="10888372" y="481881"/>
                </a:lnTo>
                <a:lnTo>
                  <a:pt x="10921281" y="448972"/>
                </a:lnTo>
                <a:lnTo>
                  <a:pt x="10948220" y="410863"/>
                </a:lnTo>
                <a:lnTo>
                  <a:pt x="10968417" y="368325"/>
                </a:lnTo>
                <a:lnTo>
                  <a:pt x="10981100" y="322131"/>
                </a:lnTo>
                <a:lnTo>
                  <a:pt x="10985500" y="273050"/>
                </a:lnTo>
                <a:lnTo>
                  <a:pt x="10981100" y="223968"/>
                </a:lnTo>
                <a:lnTo>
                  <a:pt x="10968417" y="177774"/>
                </a:lnTo>
                <a:lnTo>
                  <a:pt x="10948220" y="135236"/>
                </a:lnTo>
                <a:lnTo>
                  <a:pt x="10921281" y="97127"/>
                </a:lnTo>
                <a:lnTo>
                  <a:pt x="10888372" y="64218"/>
                </a:lnTo>
                <a:lnTo>
                  <a:pt x="10850263" y="37279"/>
                </a:lnTo>
                <a:lnTo>
                  <a:pt x="10807725" y="17082"/>
                </a:lnTo>
                <a:lnTo>
                  <a:pt x="10761531" y="4399"/>
                </a:lnTo>
                <a:lnTo>
                  <a:pt x="10712450" y="0"/>
                </a:lnTo>
                <a:close/>
              </a:path>
            </a:pathLst>
          </a:custGeom>
          <a:solidFill>
            <a:srgbClr val="21212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6" name="object 16"/>
          <p:cNvSpPr txBox="1"/>
          <p:nvPr/>
        </p:nvSpPr>
        <p:spPr>
          <a:xfrm>
            <a:off x="838200" y="4219893"/>
            <a:ext cx="1961025" cy="450850"/>
          </a:xfrm>
          <a:prstGeom prst="rect">
            <a:avLst/>
          </a:prstGeom>
        </p:spPr>
        <p:txBody>
          <a:bodyPr vert="horz" wrap="square" lIns="0" tIns="34290" rIns="0" bIns="0" rtlCol="0">
            <a:spAutoFit/>
          </a:bodyPr>
          <a:lstStyle/>
          <a:p>
            <a:pPr algn="ctr">
              <a:spcBef>
                <a:spcPts val="270"/>
              </a:spcBef>
            </a:pPr>
            <a:r>
              <a:rPr sz="900" b="1" spc="9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Calling</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6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t>
            </a:r>
            <a:r>
              <a:rPr sz="900" b="1" spc="-2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3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Pleasure</a:t>
            </a:r>
            <a:r>
              <a:rPr sz="900" b="1" spc="-2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1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t>
            </a:r>
            <a:r>
              <a:rPr sz="900" b="1" spc="-2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1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Pain</a:t>
            </a:r>
            <a:endParaRPr sz="900" b="1" dirty="0">
              <a:latin typeface="江城圆体 600W" panose="020B0800000000000000" pitchFamily="34" charset="-128"/>
              <a:ea typeface="江城圆体 600W" panose="020B0800000000000000" pitchFamily="34" charset="-128"/>
              <a:cs typeface="PMingLiU" panose="02020500000000000000" charset="-120"/>
            </a:endParaRPr>
          </a:p>
          <a:p>
            <a:pPr algn="ctr">
              <a:spcBef>
                <a:spcPts val="370"/>
              </a:spcBef>
            </a:pPr>
            <a:r>
              <a:rPr sz="1500" b="1" spc="-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使命 = 快乐 / 痛苦</a:t>
            </a:r>
            <a:endParaRPr sz="15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7" name="object 17"/>
          <p:cNvSpPr txBox="1"/>
          <p:nvPr/>
        </p:nvSpPr>
        <p:spPr>
          <a:xfrm>
            <a:off x="4118928" y="4223085"/>
            <a:ext cx="1748473" cy="471170"/>
          </a:xfrm>
          <a:prstGeom prst="rect">
            <a:avLst/>
          </a:prstGeom>
        </p:spPr>
        <p:txBody>
          <a:bodyPr vert="horz" wrap="square" lIns="0" tIns="41910" rIns="0" bIns="0" rtlCol="0">
            <a:spAutoFit/>
          </a:bodyPr>
          <a:lstStyle/>
          <a:p>
            <a:pPr algn="ctr">
              <a:spcBef>
                <a:spcPts val="330"/>
              </a:spcBef>
            </a:pPr>
            <a:r>
              <a:rPr sz="900" b="1" spc="10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Curiosity</a:t>
            </a:r>
            <a:r>
              <a:rPr sz="900" b="1" spc="-2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6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t>
            </a:r>
            <a:r>
              <a:rPr sz="900" b="1" spc="-2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3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Wonder</a:t>
            </a:r>
            <a:r>
              <a:rPr sz="900" b="1" spc="-2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8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+Awe</a:t>
            </a:r>
            <a:endParaRPr sz="900" b="1" dirty="0">
              <a:latin typeface="江城圆体 600W" panose="020B0800000000000000" pitchFamily="34" charset="-128"/>
              <a:ea typeface="江城圆体 600W" panose="020B0800000000000000" pitchFamily="34" charset="-128"/>
              <a:cs typeface="PMingLiU" panose="02020500000000000000" charset="-120"/>
            </a:endParaRPr>
          </a:p>
          <a:p>
            <a:pPr algn="ctr">
              <a:spcBef>
                <a:spcPts val="470"/>
              </a:spcBef>
            </a:pPr>
            <a:r>
              <a:rPr sz="1500" b="1" spc="-10"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好奇心 = 惊奇 + 敬畏</a:t>
            </a:r>
            <a:endParaRPr sz="15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8" name="object 18"/>
          <p:cNvSpPr txBox="1"/>
          <p:nvPr/>
        </p:nvSpPr>
        <p:spPr>
          <a:xfrm>
            <a:off x="3781050" y="2666742"/>
            <a:ext cx="2429251" cy="432435"/>
          </a:xfrm>
          <a:prstGeom prst="rect">
            <a:avLst/>
          </a:prstGeom>
        </p:spPr>
        <p:txBody>
          <a:bodyPr vert="horz" wrap="square" lIns="0" tIns="27622" rIns="0" bIns="0" rtlCol="0">
            <a:spAutoFit/>
          </a:bodyPr>
          <a:lstStyle/>
          <a:p>
            <a:pPr algn="ctr">
              <a:spcBef>
                <a:spcPts val="215"/>
              </a:spcBef>
            </a:pPr>
            <a:r>
              <a:rPr sz="900" b="1" spc="14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Jealousy</a:t>
            </a:r>
            <a:r>
              <a:rPr sz="900" b="1" spc="-1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0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=Mistrust/Self-</a:t>
            </a:r>
            <a:r>
              <a:rPr sz="900" b="1" spc="13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Esteem</a:t>
            </a:r>
            <a:endParaRPr sz="900" b="1" dirty="0">
              <a:latin typeface="江城圆体 600W" panose="020B0800000000000000" pitchFamily="34" charset="-128"/>
              <a:ea typeface="江城圆体 600W" panose="020B0800000000000000" pitchFamily="34" charset="-128"/>
              <a:cs typeface="PMingLiU" panose="02020500000000000000" charset="-120"/>
            </a:endParaRPr>
          </a:p>
          <a:p>
            <a:pPr algn="ctr">
              <a:spcBef>
                <a:spcPts val="280"/>
              </a:spcBef>
            </a:pPr>
            <a:r>
              <a:rPr sz="1500" b="1" spc="-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猜忌 = 不信任 / 自尊</a:t>
            </a:r>
            <a:endParaRPr sz="15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9" name="object 19"/>
          <p:cNvSpPr txBox="1"/>
          <p:nvPr/>
        </p:nvSpPr>
        <p:spPr>
          <a:xfrm>
            <a:off x="351914" y="2645237"/>
            <a:ext cx="3648586" cy="445770"/>
          </a:xfrm>
          <a:prstGeom prst="rect">
            <a:avLst/>
          </a:prstGeom>
        </p:spPr>
        <p:txBody>
          <a:bodyPr vert="horz" wrap="square" lIns="0" tIns="38100" rIns="0" bIns="0" rtlCol="0">
            <a:spAutoFit/>
          </a:bodyPr>
          <a:lstStyle/>
          <a:p>
            <a:pPr algn="ctr">
              <a:spcBef>
                <a:spcPts val="300"/>
              </a:spcBef>
            </a:pPr>
            <a:r>
              <a:rPr sz="900" b="1" spc="12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Regret</a:t>
            </a:r>
            <a:r>
              <a:rPr sz="900" b="1" spc="-2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6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t>
            </a:r>
            <a:r>
              <a:rPr sz="900" b="1" spc="-2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3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Disappointment</a:t>
            </a:r>
            <a:r>
              <a:rPr sz="900" b="1" spc="-2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6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t>
            </a:r>
            <a:r>
              <a:rPr sz="900" b="1" spc="-2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0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Responsibility</a:t>
            </a:r>
            <a:endParaRPr lang="en-US" sz="900" b="1" dirty="0">
              <a:latin typeface="江城圆体 600W" panose="020B0800000000000000" pitchFamily="34" charset="-128"/>
              <a:ea typeface="江城圆体 600W" panose="020B0800000000000000" pitchFamily="34" charset="-128"/>
              <a:cs typeface="PMingLiU" panose="02020500000000000000" charset="-120"/>
            </a:endParaRPr>
          </a:p>
          <a:p>
            <a:pPr algn="ctr">
              <a:spcBef>
                <a:spcPts val="300"/>
              </a:spcBef>
            </a:pPr>
            <a:r>
              <a:rPr sz="1500" b="1" spc="-8" dirty="0" err="1">
                <a:solidFill>
                  <a:srgbClr val="11A766"/>
                </a:solidFill>
                <a:latin typeface="江城圆体 600W" panose="020B0800000000000000" pitchFamily="34" charset="-128"/>
                <a:ea typeface="江城圆体 600W" panose="020B0800000000000000" pitchFamily="34" charset="-128"/>
                <a:cs typeface="PMingLiU" panose="02020500000000000000" charset="-120"/>
              </a:rPr>
              <a:t>遗憾</a:t>
            </a:r>
            <a:r>
              <a:rPr sz="1500" b="1" spc="-8"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 失望 + 责任感</a:t>
            </a:r>
            <a:endParaRPr sz="15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0" name="object 20"/>
          <p:cNvSpPr txBox="1"/>
          <p:nvPr/>
        </p:nvSpPr>
        <p:spPr>
          <a:xfrm>
            <a:off x="3363509" y="3200400"/>
            <a:ext cx="2770591" cy="144780"/>
          </a:xfrm>
          <a:prstGeom prst="rect">
            <a:avLst/>
          </a:prstGeom>
        </p:spPr>
        <p:txBody>
          <a:bodyPr vert="horz" wrap="square" lIns="0" tIns="6350" rIns="0" bIns="0" rtlCol="0">
            <a:spAutoFit/>
          </a:bodyPr>
          <a:lstStyle/>
          <a:p>
            <a:pPr marL="6350">
              <a:spcBef>
                <a:spcPts val="50"/>
              </a:spcBef>
            </a:pPr>
            <a:r>
              <a:rPr sz="900" b="1" spc="102"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Anxiety</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6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27"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Uncertainty</a:t>
            </a:r>
            <a:r>
              <a:rPr sz="900" b="1" spc="-2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1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x</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3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Powerlessness</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1" name="object 21"/>
          <p:cNvSpPr txBox="1"/>
          <p:nvPr/>
        </p:nvSpPr>
        <p:spPr>
          <a:xfrm>
            <a:off x="4777423" y="7178341"/>
            <a:ext cx="1356678" cy="420370"/>
          </a:xfrm>
          <a:prstGeom prst="rect">
            <a:avLst/>
          </a:prstGeom>
        </p:spPr>
        <p:txBody>
          <a:bodyPr vert="horz" wrap="square" lIns="0" tIns="22860" rIns="0" bIns="0" rtlCol="0">
            <a:spAutoFit/>
          </a:bodyPr>
          <a:lstStyle/>
          <a:p>
            <a:pPr algn="ctr">
              <a:spcBef>
                <a:spcPts val="180"/>
              </a:spcBef>
            </a:pPr>
            <a:r>
              <a:rPr sz="900" b="1" spc="14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Joy</a:t>
            </a:r>
            <a:r>
              <a:rPr sz="900" b="1" spc="-3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6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t>
            </a:r>
            <a:r>
              <a:rPr sz="900" b="1" spc="-3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0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Love</a:t>
            </a:r>
            <a:r>
              <a:rPr sz="900" b="1" spc="-3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6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t>
            </a:r>
            <a:r>
              <a:rPr sz="900" b="1" spc="-3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1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Fear</a:t>
            </a:r>
            <a:endParaRPr sz="900" b="1" dirty="0">
              <a:latin typeface="江城圆体 600W" panose="020B0800000000000000" pitchFamily="34" charset="-128"/>
              <a:ea typeface="江城圆体 600W" panose="020B0800000000000000" pitchFamily="34" charset="-128"/>
              <a:cs typeface="PMingLiU" panose="02020500000000000000" charset="-120"/>
            </a:endParaRPr>
          </a:p>
          <a:p>
            <a:pPr algn="ctr">
              <a:spcBef>
                <a:spcPts val="220"/>
              </a:spcBef>
            </a:pPr>
            <a:r>
              <a:rPr sz="1500" b="1" spc="-80"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喜悦 = 爱 ‒ 恐惧</a:t>
            </a:r>
            <a:endParaRPr sz="15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2" name="object 22"/>
          <p:cNvSpPr txBox="1"/>
          <p:nvPr/>
        </p:nvSpPr>
        <p:spPr>
          <a:xfrm>
            <a:off x="4343400" y="8153400"/>
            <a:ext cx="1546225" cy="450850"/>
          </a:xfrm>
          <a:prstGeom prst="rect">
            <a:avLst/>
          </a:prstGeom>
        </p:spPr>
        <p:txBody>
          <a:bodyPr vert="horz" wrap="square" lIns="0" tIns="34290" rIns="0" bIns="0" rtlCol="0">
            <a:spAutoFit/>
          </a:bodyPr>
          <a:lstStyle/>
          <a:p>
            <a:pPr algn="ctr">
              <a:spcBef>
                <a:spcPts val="270"/>
              </a:spcBef>
            </a:pPr>
            <a:r>
              <a:rPr sz="900" b="1" spc="12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Wisdom</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6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t>
            </a:r>
            <a:r>
              <a:rPr sz="900" b="1" spc="-2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9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√Experience</a:t>
            </a:r>
            <a:endParaRPr sz="900" b="1" dirty="0">
              <a:latin typeface="江城圆体 600W" panose="020B0800000000000000" pitchFamily="34" charset="-128"/>
              <a:ea typeface="江城圆体 600W" panose="020B0800000000000000" pitchFamily="34" charset="-128"/>
              <a:cs typeface="PMingLiU" panose="02020500000000000000" charset="-120"/>
            </a:endParaRPr>
          </a:p>
          <a:p>
            <a:pPr algn="ctr">
              <a:spcBef>
                <a:spcPts val="370"/>
              </a:spcBef>
            </a:pPr>
            <a:r>
              <a:rPr sz="1500" b="1" spc="-8"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智慧 = 经历的开方</a:t>
            </a:r>
            <a:endParaRPr sz="15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3" name="object 23"/>
          <p:cNvSpPr txBox="1"/>
          <p:nvPr/>
        </p:nvSpPr>
        <p:spPr>
          <a:xfrm>
            <a:off x="601176" y="7186897"/>
            <a:ext cx="4415437" cy="435610"/>
          </a:xfrm>
          <a:prstGeom prst="rect">
            <a:avLst/>
          </a:prstGeom>
        </p:spPr>
        <p:txBody>
          <a:bodyPr vert="horz" wrap="square" lIns="0" tIns="6350" rIns="0" bIns="0" rtlCol="0">
            <a:spAutoFit/>
          </a:bodyPr>
          <a:lstStyle/>
          <a:p>
            <a:pPr marR="24130" algn="ctr">
              <a:spcBef>
                <a:spcPts val="690"/>
              </a:spcBef>
            </a:pPr>
            <a:r>
              <a:rPr sz="900" b="1" spc="13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Happiness</a:t>
            </a:r>
            <a:r>
              <a:rPr sz="900" b="1" spc="-3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6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2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Wanting</a:t>
            </a:r>
            <a:r>
              <a:rPr sz="900" b="1" spc="-3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6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what</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3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you</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4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have/</a:t>
            </a:r>
            <a:r>
              <a:rPr sz="900" b="1" spc="-3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1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Having</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6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what</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3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you</a:t>
            </a:r>
            <a:r>
              <a:rPr sz="900" b="1" spc="-3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5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want</a:t>
            </a:r>
            <a:endParaRPr sz="900" b="1" dirty="0">
              <a:latin typeface="江城圆体 600W" panose="020B0800000000000000" pitchFamily="34" charset="-128"/>
              <a:ea typeface="江城圆体 600W" panose="020B0800000000000000" pitchFamily="34" charset="-128"/>
              <a:cs typeface="PMingLiU" panose="02020500000000000000" charset="-120"/>
            </a:endParaRPr>
          </a:p>
          <a:p>
            <a:pPr marR="24130" algn="ctr">
              <a:spcBef>
                <a:spcPts val="470"/>
              </a:spcBef>
            </a:pPr>
            <a:r>
              <a:rPr sz="1500" b="1" spc="-8"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幸福 = 拥有的 / 想要的</a:t>
            </a:r>
            <a:endParaRPr sz="15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4" name="object 24"/>
          <p:cNvSpPr txBox="1"/>
          <p:nvPr/>
        </p:nvSpPr>
        <p:spPr>
          <a:xfrm>
            <a:off x="1407440" y="7670800"/>
            <a:ext cx="3987948" cy="144780"/>
          </a:xfrm>
          <a:prstGeom prst="rect">
            <a:avLst/>
          </a:prstGeom>
        </p:spPr>
        <p:txBody>
          <a:bodyPr vert="horz" wrap="square" lIns="0" tIns="6350" rIns="0" bIns="0" rtlCol="0">
            <a:spAutoFit/>
          </a:bodyPr>
          <a:lstStyle/>
          <a:p>
            <a:pPr marL="6350" algn="ctr">
              <a:spcBef>
                <a:spcPts val="50"/>
              </a:spcBef>
            </a:pPr>
            <a:r>
              <a:rPr sz="900" b="1" spc="10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Thriving</a:t>
            </a:r>
            <a:r>
              <a:rPr sz="900" b="1" spc="-3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6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3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Frequency</a:t>
            </a:r>
            <a:r>
              <a:rPr sz="900" b="1" spc="-3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0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of</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1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Positive</a:t>
            </a:r>
            <a:r>
              <a:rPr sz="900" b="1" spc="-3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1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3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Frequency</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0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of</a:t>
            </a:r>
            <a:r>
              <a:rPr sz="900" b="1" spc="-3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1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Negative</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5" name="object 25"/>
          <p:cNvSpPr txBox="1"/>
          <p:nvPr/>
        </p:nvSpPr>
        <p:spPr>
          <a:xfrm>
            <a:off x="1885808" y="7881283"/>
            <a:ext cx="2656523" cy="236855"/>
          </a:xfrm>
          <a:prstGeom prst="rect">
            <a:avLst/>
          </a:prstGeom>
        </p:spPr>
        <p:txBody>
          <a:bodyPr vert="horz" wrap="square" lIns="0" tIns="6350" rIns="0" bIns="0" rtlCol="0">
            <a:spAutoFit/>
          </a:bodyPr>
          <a:lstStyle/>
          <a:p>
            <a:pPr marL="6350" algn="ctr">
              <a:spcBef>
                <a:spcPts val="50"/>
              </a:spcBef>
            </a:pPr>
            <a:r>
              <a:rPr sz="1500" b="1" spc="-8"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活力 = 积极的频率 / 消极的频率</a:t>
            </a:r>
            <a:endParaRPr sz="15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6" name="object 26"/>
          <p:cNvSpPr txBox="1"/>
          <p:nvPr/>
        </p:nvSpPr>
        <p:spPr>
          <a:xfrm>
            <a:off x="714571" y="3200400"/>
            <a:ext cx="2336604" cy="144780"/>
          </a:xfrm>
          <a:prstGeom prst="rect">
            <a:avLst/>
          </a:prstGeom>
        </p:spPr>
        <p:txBody>
          <a:bodyPr vert="horz" wrap="square" lIns="0" tIns="6350" rIns="0" bIns="0" rtlCol="0">
            <a:spAutoFit/>
          </a:bodyPr>
          <a:lstStyle/>
          <a:p>
            <a:pPr marL="6350">
              <a:spcBef>
                <a:spcPts val="50"/>
              </a:spcBef>
            </a:pPr>
            <a:r>
              <a:rPr sz="900" b="1" spc="10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Envy</a:t>
            </a:r>
            <a:r>
              <a:rPr sz="900" b="1" spc="-2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1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=(Pride</a:t>
            </a:r>
            <a:r>
              <a:rPr sz="900" b="1" spc="-2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0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+Vanity)/Kindness</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7" name="object 27"/>
          <p:cNvSpPr txBox="1"/>
          <p:nvPr/>
        </p:nvSpPr>
        <p:spPr>
          <a:xfrm>
            <a:off x="415888" y="3392690"/>
            <a:ext cx="5946813" cy="236855"/>
          </a:xfrm>
          <a:prstGeom prst="rect">
            <a:avLst/>
          </a:prstGeom>
        </p:spPr>
        <p:txBody>
          <a:bodyPr vert="horz" wrap="square" lIns="0" tIns="6350" rIns="0" bIns="0" rtlCol="0">
            <a:spAutoFit/>
          </a:bodyPr>
          <a:lstStyle/>
          <a:p>
            <a:pPr algn="ctr">
              <a:spcBef>
                <a:spcPts val="50"/>
              </a:spcBef>
              <a:tabLst>
                <a:tab pos="2847975" algn="l"/>
              </a:tabLst>
            </a:pPr>
            <a:r>
              <a:rPr sz="1500" b="1" spc="2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妒忌</a:t>
            </a: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a:t>
            </a:r>
            <a:r>
              <a:rPr sz="1500" b="1" spc="2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傲慢</a:t>
            </a: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a:t>
            </a:r>
            <a:r>
              <a:rPr sz="1500" b="1" spc="2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虚荣</a:t>
            </a: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a:t>
            </a:r>
            <a:r>
              <a:rPr sz="1500" b="1" spc="-2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183"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a:t>
            </a:r>
            <a:r>
              <a:rPr sz="1500" b="1" spc="-23"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5" dirty="0" err="1">
                <a:solidFill>
                  <a:srgbClr val="11A766"/>
                </a:solidFill>
                <a:latin typeface="江城圆体 600W" panose="020B0800000000000000" pitchFamily="34" charset="-128"/>
                <a:ea typeface="江城圆体 600W" panose="020B0800000000000000" pitchFamily="34" charset="-128"/>
                <a:cs typeface="PMingLiU" panose="02020500000000000000" charset="-120"/>
              </a:rPr>
              <a:t>慈</a:t>
            </a:r>
            <a:r>
              <a:rPr sz="1500" b="1" spc="-25" dirty="0" err="1">
                <a:solidFill>
                  <a:srgbClr val="11A766"/>
                </a:solidFill>
                <a:latin typeface="江城圆体 600W" panose="020B0800000000000000" pitchFamily="34" charset="-128"/>
                <a:ea typeface="江城圆体 600W" panose="020B0800000000000000" pitchFamily="34" charset="-128"/>
                <a:cs typeface="PMingLiU" panose="02020500000000000000" charset="-120"/>
              </a:rPr>
              <a:t>悲</a:t>
            </a:r>
            <a:r>
              <a:rPr lang="zh-CN" altLang="en-US" sz="1500" b="1" spc="-2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5" dirty="0" err="1">
                <a:solidFill>
                  <a:srgbClr val="11A766"/>
                </a:solidFill>
                <a:latin typeface="江城圆体 600W" panose="020B0800000000000000" pitchFamily="34" charset="-128"/>
                <a:ea typeface="江城圆体 600W" panose="020B0800000000000000" pitchFamily="34" charset="-128"/>
                <a:cs typeface="PMingLiU" panose="02020500000000000000" charset="-120"/>
              </a:rPr>
              <a:t>焦</a:t>
            </a:r>
            <a:r>
              <a:rPr sz="1500" b="1" dirty="0" err="1">
                <a:solidFill>
                  <a:srgbClr val="11A766"/>
                </a:solidFill>
                <a:latin typeface="江城圆体 600W" panose="020B0800000000000000" pitchFamily="34" charset="-128"/>
                <a:ea typeface="江城圆体 600W" panose="020B0800000000000000" pitchFamily="34" charset="-128"/>
                <a:cs typeface="PMingLiU" panose="02020500000000000000" charset="-120"/>
              </a:rPr>
              <a:t>虑</a:t>
            </a:r>
            <a:r>
              <a:rPr sz="1500" b="1" spc="-53"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110"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a:t>
            </a:r>
            <a:r>
              <a:rPr sz="1500" b="1" spc="-53"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不确定</a:t>
            </a: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性</a:t>
            </a:r>
            <a:r>
              <a:rPr sz="1500" b="1" spc="-53"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750"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a:t>
            </a:r>
            <a:r>
              <a:rPr sz="1500" b="1" spc="-53"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5" dirty="0" err="1">
                <a:solidFill>
                  <a:srgbClr val="11A766"/>
                </a:solidFill>
                <a:latin typeface="江城圆体 600W" panose="020B0800000000000000" pitchFamily="34" charset="-128"/>
                <a:ea typeface="江城圆体 600W" panose="020B0800000000000000" pitchFamily="34" charset="-128"/>
                <a:cs typeface="PMingLiU" panose="02020500000000000000" charset="-120"/>
              </a:rPr>
              <a:t>无力</a:t>
            </a:r>
            <a:r>
              <a:rPr sz="1500" b="1" spc="-25" dirty="0" err="1">
                <a:solidFill>
                  <a:srgbClr val="11A766"/>
                </a:solidFill>
                <a:latin typeface="江城圆体 600W" panose="020B0800000000000000" pitchFamily="34" charset="-128"/>
                <a:ea typeface="江城圆体 600W" panose="020B0800000000000000" pitchFamily="34" charset="-128"/>
                <a:cs typeface="PMingLiU" panose="02020500000000000000" charset="-120"/>
              </a:rPr>
              <a:t>感</a:t>
            </a:r>
            <a:endParaRPr sz="15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8" name="object 28"/>
          <p:cNvSpPr txBox="1"/>
          <p:nvPr/>
        </p:nvSpPr>
        <p:spPr>
          <a:xfrm>
            <a:off x="824079" y="2025702"/>
            <a:ext cx="5687847" cy="481330"/>
          </a:xfrm>
          <a:prstGeom prst="rect">
            <a:avLst/>
          </a:prstGeom>
        </p:spPr>
        <p:txBody>
          <a:bodyPr vert="horz" wrap="square" lIns="0" tIns="46038" rIns="0" bIns="0" rtlCol="0">
            <a:spAutoFit/>
          </a:bodyPr>
          <a:lstStyle/>
          <a:p>
            <a:pPr marL="6350">
              <a:spcBef>
                <a:spcPts val="365"/>
              </a:spcBef>
              <a:tabLst>
                <a:tab pos="2743200" algn="l"/>
              </a:tabLst>
            </a:pPr>
            <a:r>
              <a:rPr sz="900" b="1" spc="11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Despair</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6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83"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Suﬀering</a:t>
            </a:r>
            <a:r>
              <a:rPr sz="900" b="1" spc="-2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lang="en-US" altLang="zh-CN" sz="900" b="1" spc="6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1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Meaning</a:t>
            </a:r>
            <a:r>
              <a:rPr lang="zh-CN" altLang="en-US" sz="900" b="1" spc="11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4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Disappointment</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6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2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Expectations</a:t>
            </a:r>
            <a:r>
              <a:rPr sz="900" b="1" spc="-2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6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t>
            </a:r>
            <a:r>
              <a:rPr sz="900" b="1" spc="-2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02"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Reality</a:t>
            </a:r>
            <a:endParaRPr sz="900" b="1" dirty="0">
              <a:latin typeface="江城圆体 600W" panose="020B0800000000000000" pitchFamily="34" charset="-128"/>
              <a:ea typeface="江城圆体 600W" panose="020B0800000000000000" pitchFamily="34" charset="-128"/>
              <a:cs typeface="PMingLiU" panose="02020500000000000000" charset="-120"/>
            </a:endParaRPr>
          </a:p>
          <a:p>
            <a:pPr marL="97790">
              <a:spcBef>
                <a:spcPts val="520"/>
              </a:spcBef>
              <a:tabLst>
                <a:tab pos="3065145" algn="l"/>
                <a:tab pos="3531870" algn="l"/>
                <a:tab pos="3733800" algn="l"/>
                <a:tab pos="4200525" algn="l"/>
              </a:tabLst>
            </a:pPr>
            <a:r>
              <a:rPr sz="1500" b="1" spc="-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绝</a:t>
            </a: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望</a:t>
            </a:r>
            <a:r>
              <a:rPr sz="1500" b="1" spc="-53"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110"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a:t>
            </a:r>
            <a:r>
              <a:rPr sz="1500" b="1" spc="-53"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苦</a:t>
            </a: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难</a:t>
            </a:r>
            <a:r>
              <a:rPr sz="1500" b="1" spc="-53"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102"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a:t>
            </a:r>
            <a:r>
              <a:rPr sz="1500" b="1" spc="-53"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意</a:t>
            </a:r>
            <a:r>
              <a:rPr sz="1500" b="1" spc="-2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义</a:t>
            </a: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5" dirty="0" err="1">
                <a:solidFill>
                  <a:srgbClr val="11A766"/>
                </a:solidFill>
                <a:latin typeface="江城圆体 600W" panose="020B0800000000000000" pitchFamily="34" charset="-128"/>
                <a:ea typeface="江城圆体 600W" panose="020B0800000000000000" pitchFamily="34" charset="-128"/>
                <a:cs typeface="PMingLiU" panose="02020500000000000000" charset="-120"/>
              </a:rPr>
              <a:t>失</a:t>
            </a:r>
            <a:r>
              <a:rPr sz="1500" b="1" spc="-25" dirty="0" err="1">
                <a:solidFill>
                  <a:srgbClr val="11A766"/>
                </a:solidFill>
                <a:latin typeface="江城圆体 600W" panose="020B0800000000000000" pitchFamily="34" charset="-128"/>
                <a:ea typeface="江城圆体 600W" panose="020B0800000000000000" pitchFamily="34" charset="-128"/>
                <a:cs typeface="PMingLiU" panose="02020500000000000000" charset="-120"/>
              </a:rPr>
              <a:t>望</a:t>
            </a: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8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a:t>
            </a: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期</a:t>
            </a:r>
            <a:r>
              <a:rPr sz="1500" b="1" spc="-2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望</a:t>
            </a: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102"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a:t>
            </a:r>
            <a:r>
              <a:rPr sz="1500" b="1" spc="-53"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现</a:t>
            </a:r>
            <a:r>
              <a:rPr sz="1500" b="1" spc="-2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实</a:t>
            </a:r>
            <a:endParaRPr sz="15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9" name="object 29"/>
          <p:cNvSpPr txBox="1"/>
          <p:nvPr/>
        </p:nvSpPr>
        <p:spPr>
          <a:xfrm>
            <a:off x="685800" y="8188724"/>
            <a:ext cx="1973724" cy="420370"/>
          </a:xfrm>
          <a:prstGeom prst="rect">
            <a:avLst/>
          </a:prstGeom>
        </p:spPr>
        <p:txBody>
          <a:bodyPr vert="horz" wrap="square" lIns="0" tIns="23178" rIns="0" bIns="0" rtlCol="0">
            <a:spAutoFit/>
          </a:bodyPr>
          <a:lstStyle/>
          <a:p>
            <a:pPr marL="121285" algn="ctr">
              <a:spcBef>
                <a:spcPts val="185"/>
              </a:spcBef>
            </a:pPr>
            <a:r>
              <a:rPr sz="900" b="1" spc="115"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Faith</a:t>
            </a:r>
            <a:r>
              <a:rPr sz="900" b="1" spc="-3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88"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=Belief</a:t>
            </a:r>
            <a:r>
              <a:rPr sz="900" b="1" spc="-3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1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t>
            </a:r>
            <a:r>
              <a:rPr sz="900" b="1" spc="-3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spc="110"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Intellect</a:t>
            </a:r>
            <a:endParaRPr sz="900" b="1" dirty="0">
              <a:latin typeface="江城圆体 600W" panose="020B0800000000000000" pitchFamily="34" charset="-128"/>
              <a:ea typeface="江城圆体 600W" panose="020B0800000000000000" pitchFamily="34" charset="-128"/>
              <a:cs typeface="PMingLiU" panose="02020500000000000000" charset="-120"/>
            </a:endParaRPr>
          </a:p>
          <a:p>
            <a:pPr marL="6350" algn="ctr">
              <a:spcBef>
                <a:spcPts val="220"/>
              </a:spcBef>
            </a:pPr>
            <a:r>
              <a:rPr sz="1500" b="1" spc="-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信仰 = 信念 / 智力</a:t>
            </a:r>
            <a:endParaRPr sz="15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30" name="object 30"/>
          <p:cNvSpPr txBox="1"/>
          <p:nvPr/>
        </p:nvSpPr>
        <p:spPr>
          <a:xfrm>
            <a:off x="668881" y="4714401"/>
            <a:ext cx="5579519" cy="501650"/>
          </a:xfrm>
          <a:prstGeom prst="rect">
            <a:avLst/>
          </a:prstGeom>
        </p:spPr>
        <p:txBody>
          <a:bodyPr vert="horz" wrap="square" lIns="0" tIns="53340" rIns="0" bIns="0" rtlCol="0">
            <a:spAutoFit/>
          </a:bodyPr>
          <a:lstStyle/>
          <a:p>
            <a:pPr marR="86360">
              <a:spcBef>
                <a:spcPts val="420"/>
              </a:spcBef>
              <a:tabLst>
                <a:tab pos="3982720" algn="l"/>
              </a:tabLst>
            </a:pPr>
            <a:r>
              <a:rPr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Workaholism = What are you running from/What are you living for</a:t>
            </a:r>
            <a:r>
              <a:rPr lang="zh-CN" altLang="en-US"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Flow = Skill / Challeng</a:t>
            </a:r>
            <a:r>
              <a:rPr lang="en-US"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e</a:t>
            </a:r>
            <a:endParaRPr lang="zh-CN" altLang="en-US" sz="900" b="1" dirty="0">
              <a:latin typeface="江城圆体 600W" panose="020B0800000000000000" pitchFamily="34" charset="-128"/>
              <a:ea typeface="江城圆体 600W" panose="020B0800000000000000" pitchFamily="34" charset="-128"/>
              <a:cs typeface="PMingLiU" panose="02020500000000000000" charset="-120"/>
            </a:endParaRPr>
          </a:p>
          <a:p>
            <a:pPr marL="217170">
              <a:spcBef>
                <a:spcPts val="620"/>
              </a:spcBef>
              <a:tabLst>
                <a:tab pos="3898900" algn="l"/>
              </a:tabLst>
            </a:pPr>
            <a:r>
              <a:rPr lang="zh-CN" altLang="en-US"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工作狂 </a:t>
            </a:r>
            <a:r>
              <a:rPr lang="en-US" altLang="zh-CN"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lang="zh-CN" altLang="en-US"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你在逃避什么？</a:t>
            </a:r>
            <a:r>
              <a:rPr lang="en-US" altLang="zh-CN"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lang="zh-CN" altLang="en-US"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你为何而活？       心流 </a:t>
            </a:r>
            <a:r>
              <a:rPr lang="en-US" altLang="zh-CN"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lang="zh-CN" altLang="en-US"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技能 </a:t>
            </a:r>
            <a:r>
              <a:rPr lang="en-US" altLang="zh-CN"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lang="zh-CN" altLang="en-US"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挑战</a:t>
            </a:r>
            <a:endParaRPr lang="zh-CN" altLang="en-US" sz="15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9" name="object 9"/>
          <p:cNvSpPr txBox="1">
            <a:spLocks noGrp="1"/>
          </p:cNvSpPr>
          <p:nvPr>
            <p:ph type="title"/>
          </p:nvPr>
        </p:nvSpPr>
        <p:spPr>
          <a:xfrm>
            <a:off x="641368" y="1008788"/>
            <a:ext cx="5870557" cy="560070"/>
          </a:xfrm>
          <a:prstGeom prst="rect">
            <a:avLst/>
          </a:prstGeom>
        </p:spPr>
        <p:txBody>
          <a:bodyPr vert="horz" wrap="square" lIns="0" tIns="6350" rIns="0" bIns="0" rtlCol="0" anchor="ctr">
            <a:spAutoFit/>
          </a:bodyPr>
          <a:lstStyle/>
          <a:p>
            <a:pPr marL="6350">
              <a:lnSpc>
                <a:spcPct val="100000"/>
              </a:lnSpc>
              <a:spcBef>
                <a:spcPts val="50"/>
              </a:spcBef>
            </a:pPr>
            <a:r>
              <a:rPr sz="3600" b="1" spc="63" dirty="0">
                <a:latin typeface="江城圆体 700W" panose="020B0800000000000000" pitchFamily="34" charset="-128"/>
                <a:ea typeface="江城圆体 700W" panose="020B0800000000000000" pitchFamily="34" charset="-128"/>
              </a:rPr>
              <a:t>理解人生的</a:t>
            </a:r>
            <a:r>
              <a:rPr sz="3600" b="1" spc="25" dirty="0">
                <a:latin typeface="江城圆体 700W" panose="020B0800000000000000" pitchFamily="34" charset="-128"/>
                <a:ea typeface="江城圆体 700W" panose="020B0800000000000000" pitchFamily="34" charset="-128"/>
              </a:rPr>
              <a:t>18</a:t>
            </a:r>
            <a:r>
              <a:rPr sz="3600" b="1" spc="57" dirty="0">
                <a:latin typeface="江城圆体 700W" panose="020B0800000000000000" pitchFamily="34" charset="-128"/>
                <a:ea typeface="江城圆体 700W" panose="020B0800000000000000" pitchFamily="34" charset="-128"/>
              </a:rPr>
              <a:t>个情绪方程式</a:t>
            </a:r>
            <a:endParaRPr sz="3600" b="1" dirty="0">
              <a:latin typeface="江城圆体 700W" panose="020B0800000000000000" pitchFamily="34" charset="-128"/>
              <a:ea typeface="江城圆体 700W" panose="020B0800000000000000" pitchFamily="34" charset="-128"/>
            </a:endParaRPr>
          </a:p>
        </p:txBody>
      </p:sp>
      <p:sp>
        <p:nvSpPr>
          <p:cNvPr id="32" name="文本框 31"/>
          <p:cNvSpPr txBox="1"/>
          <p:nvPr/>
        </p:nvSpPr>
        <p:spPr>
          <a:xfrm>
            <a:off x="1801777" y="1723698"/>
            <a:ext cx="3429000" cy="291465"/>
          </a:xfrm>
          <a:prstGeom prst="rect">
            <a:avLst/>
          </a:prstGeom>
          <a:noFill/>
        </p:spPr>
        <p:txBody>
          <a:bodyPr wrap="square">
            <a:spAutoFit/>
          </a:bodyPr>
          <a:lstStyle/>
          <a:p>
            <a:pPr marR="3175" algn="ctr">
              <a:spcBef>
                <a:spcPts val="940"/>
              </a:spcBef>
            </a:pPr>
            <a:r>
              <a:rPr lang="zh-CN" altLang="en-US" sz="1300" b="1" dirty="0">
                <a:solidFill>
                  <a:srgbClr val="FFFFFF"/>
                </a:solidFill>
                <a:latin typeface="江城圆体 700W" panose="020B0800000000000000" pitchFamily="34" charset="-128"/>
                <a:ea typeface="江城圆体 700W" panose="020B0800000000000000" pitchFamily="34" charset="-128"/>
                <a:cs typeface="PMingLiU" panose="02020500000000000000" charset="-120"/>
              </a:rPr>
              <a:t>如何度过艰难的时期</a:t>
            </a:r>
            <a:endParaRPr lang="zh-CN" altLang="en-US" sz="1300" b="1" dirty="0">
              <a:latin typeface="江城圆体 700W" panose="020B0800000000000000" pitchFamily="34" charset="-128"/>
              <a:ea typeface="江城圆体 700W" panose="020B0800000000000000" pitchFamily="34" charset="-128"/>
              <a:cs typeface="PMingLiU" panose="02020500000000000000" charset="-120"/>
            </a:endParaRPr>
          </a:p>
        </p:txBody>
      </p:sp>
      <p:sp>
        <p:nvSpPr>
          <p:cNvPr id="33" name="文本框 32"/>
          <p:cNvSpPr txBox="1"/>
          <p:nvPr/>
        </p:nvSpPr>
        <p:spPr>
          <a:xfrm>
            <a:off x="1816506" y="3855700"/>
            <a:ext cx="3429000" cy="291465"/>
          </a:xfrm>
          <a:prstGeom prst="rect">
            <a:avLst/>
          </a:prstGeom>
          <a:noFill/>
        </p:spPr>
        <p:txBody>
          <a:bodyPr wrap="square">
            <a:spAutoFit/>
          </a:bodyPr>
          <a:lstStyle/>
          <a:p>
            <a:pPr marR="5715" algn="ctr">
              <a:spcBef>
                <a:spcPts val="5"/>
              </a:spcBef>
            </a:pPr>
            <a:r>
              <a:rPr lang="zh-CN" altLang="en-US" sz="1300" b="1" spc="-8"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如何从工作中获得更多回报</a:t>
            </a:r>
            <a:endParaRPr lang="zh-CN" altLang="en-US" sz="13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34" name="文本框 33"/>
          <p:cNvSpPr txBox="1"/>
          <p:nvPr/>
        </p:nvSpPr>
        <p:spPr>
          <a:xfrm>
            <a:off x="2731952" y="5372042"/>
            <a:ext cx="1725748" cy="291465"/>
          </a:xfrm>
          <a:prstGeom prst="rect">
            <a:avLst/>
          </a:prstGeom>
          <a:noFill/>
        </p:spPr>
        <p:txBody>
          <a:bodyPr wrap="square">
            <a:spAutoFit/>
          </a:bodyPr>
          <a:lstStyle/>
          <a:p>
            <a:pPr marL="95250"/>
            <a:r>
              <a:rPr lang="zh-CN" altLang="en-US" sz="13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如何定义我是谁</a:t>
            </a:r>
            <a:endParaRPr lang="zh-CN" altLang="en-US" sz="13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35" name="object 30"/>
          <p:cNvSpPr txBox="1"/>
          <p:nvPr/>
        </p:nvSpPr>
        <p:spPr>
          <a:xfrm>
            <a:off x="723900" y="5685626"/>
            <a:ext cx="5323579" cy="1094105"/>
          </a:xfrm>
          <a:prstGeom prst="rect">
            <a:avLst/>
          </a:prstGeom>
        </p:spPr>
        <p:txBody>
          <a:bodyPr vert="horz" wrap="square" lIns="0" tIns="53340" rIns="0" bIns="0" rtlCol="0">
            <a:spAutoFit/>
          </a:bodyPr>
          <a:lstStyle/>
          <a:p>
            <a:pPr marR="83820" algn="ctr">
              <a:spcBef>
                <a:spcPts val="790"/>
              </a:spcBef>
              <a:tabLst>
                <a:tab pos="2782570" algn="l"/>
              </a:tabLst>
            </a:pPr>
            <a:r>
              <a:rPr lang="zh-CN" altLang="en-US"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lang="en-US" altLang="zh-CN"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Authenticity = Self-Awareness x Courage	</a:t>
            </a:r>
            <a:r>
              <a:rPr lang="zh-CN" altLang="en-US"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lang="en-US" altLang="zh-CN"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Narcissism = (Self-Esteem)² x Entitlement</a:t>
            </a:r>
            <a:endParaRPr lang="en-US" altLang="zh-CN" sz="900" b="1" dirty="0">
              <a:latin typeface="江城圆体 600W" panose="020B0800000000000000" pitchFamily="34" charset="-128"/>
              <a:ea typeface="江城圆体 600W" panose="020B0800000000000000" pitchFamily="34" charset="-128"/>
              <a:cs typeface="PMingLiU" panose="02020500000000000000" charset="-120"/>
            </a:endParaRPr>
          </a:p>
          <a:p>
            <a:pPr marR="83820" algn="ctr">
              <a:spcBef>
                <a:spcPts val="790"/>
              </a:spcBef>
              <a:tabLst>
                <a:tab pos="2782570" algn="l"/>
              </a:tabLst>
            </a:pPr>
            <a:r>
              <a:rPr lang="zh-CN" altLang="en-US"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真实性 </a:t>
            </a:r>
            <a:r>
              <a:rPr lang="en-US" altLang="zh-CN"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lang="zh-CN" altLang="en-US"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自我觉知 </a:t>
            </a:r>
            <a:r>
              <a:rPr lang="en-US" altLang="zh-CN"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lang="zh-CN" altLang="en-US"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勇气	    自恋</a:t>
            </a:r>
            <a:r>
              <a:rPr lang="en-US" altLang="zh-CN"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a:t>
            </a:r>
            <a:r>
              <a:rPr lang="zh-CN" altLang="en-US"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自尊心</a:t>
            </a:r>
            <a:r>
              <a:rPr lang="en-US" altLang="zh-CN"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)²×</a:t>
            </a:r>
            <a:r>
              <a:rPr lang="zh-CN" altLang="en-US"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特权</a:t>
            </a:r>
            <a:endParaRPr lang="zh-CN" altLang="en-US" sz="1500" b="1" dirty="0">
              <a:latin typeface="江城圆体 600W" panose="020B0800000000000000" pitchFamily="34" charset="-128"/>
              <a:ea typeface="江城圆体 600W" panose="020B0800000000000000" pitchFamily="34" charset="-128"/>
              <a:cs typeface="PMingLiU" panose="02020500000000000000" charset="-120"/>
            </a:endParaRPr>
          </a:p>
          <a:p>
            <a:pPr marR="135890" algn="ctr">
              <a:spcBef>
                <a:spcPts val="1000"/>
              </a:spcBef>
            </a:pPr>
            <a:r>
              <a:rPr lang="zh-CN" altLang="en-US"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   </a:t>
            </a:r>
            <a:r>
              <a:rPr lang="en-US" altLang="zh-CN"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Integrity = Authenticity x Invisibility x Reliability</a:t>
            </a:r>
            <a:endParaRPr lang="en-US" altLang="zh-CN" sz="900" b="1" dirty="0">
              <a:latin typeface="江城圆体 600W" panose="020B0800000000000000" pitchFamily="34" charset="-128"/>
              <a:ea typeface="江城圆体 600W" panose="020B0800000000000000" pitchFamily="34" charset="-128"/>
              <a:cs typeface="PMingLiU" panose="02020500000000000000" charset="-120"/>
            </a:endParaRPr>
          </a:p>
          <a:p>
            <a:pPr marR="129540" algn="ctr">
              <a:spcBef>
                <a:spcPts val="570"/>
              </a:spcBef>
            </a:pPr>
            <a:r>
              <a:rPr lang="zh-CN" altLang="en-US"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正直 </a:t>
            </a:r>
            <a:r>
              <a:rPr lang="en-US" altLang="zh-CN"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lang="zh-CN" altLang="en-US"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真实 </a:t>
            </a:r>
            <a:r>
              <a:rPr lang="en-US" altLang="zh-CN"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lang="zh-CN" altLang="en-US"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无形 </a:t>
            </a:r>
            <a:r>
              <a:rPr lang="en-US" altLang="zh-CN"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lang="zh-CN" altLang="en-US"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可靠</a:t>
            </a:r>
            <a:endParaRPr lang="zh-CN" altLang="en-US" sz="15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36" name="文本框 35"/>
          <p:cNvSpPr txBox="1"/>
          <p:nvPr/>
        </p:nvSpPr>
        <p:spPr>
          <a:xfrm>
            <a:off x="585545" y="6867627"/>
            <a:ext cx="3849861" cy="291465"/>
          </a:xfrm>
          <a:prstGeom prst="rect">
            <a:avLst/>
          </a:prstGeom>
          <a:noFill/>
        </p:spPr>
        <p:txBody>
          <a:bodyPr wrap="square">
            <a:spAutoFit/>
          </a:bodyPr>
          <a:lstStyle/>
          <a:p>
            <a:pPr marL="1985010" algn="ctr">
              <a:spcBef>
                <a:spcPts val="50"/>
              </a:spcBef>
            </a:pPr>
            <a:r>
              <a:rPr lang="zh-CN" altLang="en-US" sz="1300" b="1" spc="-8"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如何找到幸福与满足</a:t>
            </a:r>
            <a:endParaRPr lang="zh-CN" altLang="en-US" sz="13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37" name="object 25"/>
          <p:cNvSpPr txBox="1"/>
          <p:nvPr/>
        </p:nvSpPr>
        <p:spPr>
          <a:xfrm>
            <a:off x="2731952" y="1988095"/>
            <a:ext cx="236076"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38" name="object 25"/>
          <p:cNvSpPr txBox="1"/>
          <p:nvPr/>
        </p:nvSpPr>
        <p:spPr>
          <a:xfrm>
            <a:off x="451168" y="1988095"/>
            <a:ext cx="367664"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39" name="object 25"/>
          <p:cNvSpPr txBox="1"/>
          <p:nvPr/>
        </p:nvSpPr>
        <p:spPr>
          <a:xfrm>
            <a:off x="6054162" y="1988095"/>
            <a:ext cx="236076"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40" name="object 25"/>
          <p:cNvSpPr txBox="1"/>
          <p:nvPr/>
        </p:nvSpPr>
        <p:spPr>
          <a:xfrm>
            <a:off x="2937890" y="1988095"/>
            <a:ext cx="367664"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41" name="object 25"/>
          <p:cNvSpPr txBox="1"/>
          <p:nvPr/>
        </p:nvSpPr>
        <p:spPr>
          <a:xfrm>
            <a:off x="3505200" y="2590800"/>
            <a:ext cx="236076"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42" name="object 25"/>
          <p:cNvSpPr txBox="1"/>
          <p:nvPr/>
        </p:nvSpPr>
        <p:spPr>
          <a:xfrm>
            <a:off x="451168" y="2590800"/>
            <a:ext cx="367664"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43" name="object 25"/>
          <p:cNvSpPr txBox="1"/>
          <p:nvPr/>
        </p:nvSpPr>
        <p:spPr>
          <a:xfrm>
            <a:off x="6054162" y="2590800"/>
            <a:ext cx="236076"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44" name="object 25"/>
          <p:cNvSpPr txBox="1"/>
          <p:nvPr/>
        </p:nvSpPr>
        <p:spPr>
          <a:xfrm>
            <a:off x="3632837" y="2590800"/>
            <a:ext cx="367664"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45" name="object 25"/>
          <p:cNvSpPr txBox="1"/>
          <p:nvPr/>
        </p:nvSpPr>
        <p:spPr>
          <a:xfrm>
            <a:off x="3040524" y="3124200"/>
            <a:ext cx="236076"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46" name="object 25"/>
          <p:cNvSpPr txBox="1"/>
          <p:nvPr/>
        </p:nvSpPr>
        <p:spPr>
          <a:xfrm>
            <a:off x="451168" y="3124200"/>
            <a:ext cx="367664"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47" name="object 25"/>
          <p:cNvSpPr txBox="1"/>
          <p:nvPr/>
        </p:nvSpPr>
        <p:spPr>
          <a:xfrm>
            <a:off x="6054162" y="3124200"/>
            <a:ext cx="236076"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48" name="object 25"/>
          <p:cNvSpPr txBox="1"/>
          <p:nvPr/>
        </p:nvSpPr>
        <p:spPr>
          <a:xfrm>
            <a:off x="3269419" y="3124200"/>
            <a:ext cx="367664"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49" name="object 25"/>
          <p:cNvSpPr txBox="1"/>
          <p:nvPr/>
        </p:nvSpPr>
        <p:spPr>
          <a:xfrm>
            <a:off x="2731952" y="4106827"/>
            <a:ext cx="236076"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50" name="object 25"/>
          <p:cNvSpPr txBox="1"/>
          <p:nvPr/>
        </p:nvSpPr>
        <p:spPr>
          <a:xfrm>
            <a:off x="451168" y="4106827"/>
            <a:ext cx="367664"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51" name="object 25"/>
          <p:cNvSpPr txBox="1"/>
          <p:nvPr/>
        </p:nvSpPr>
        <p:spPr>
          <a:xfrm>
            <a:off x="6054162" y="4106827"/>
            <a:ext cx="236076"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52" name="object 25"/>
          <p:cNvSpPr txBox="1"/>
          <p:nvPr/>
        </p:nvSpPr>
        <p:spPr>
          <a:xfrm>
            <a:off x="3556637" y="4106827"/>
            <a:ext cx="367664"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53" name="object 25"/>
          <p:cNvSpPr txBox="1"/>
          <p:nvPr/>
        </p:nvSpPr>
        <p:spPr>
          <a:xfrm>
            <a:off x="4259724" y="4653236"/>
            <a:ext cx="236076"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54" name="object 25"/>
          <p:cNvSpPr txBox="1"/>
          <p:nvPr/>
        </p:nvSpPr>
        <p:spPr>
          <a:xfrm>
            <a:off x="451168" y="4653236"/>
            <a:ext cx="367664"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55" name="object 25"/>
          <p:cNvSpPr txBox="1"/>
          <p:nvPr/>
        </p:nvSpPr>
        <p:spPr>
          <a:xfrm>
            <a:off x="6054162" y="4653236"/>
            <a:ext cx="236076"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56" name="object 25"/>
          <p:cNvSpPr txBox="1"/>
          <p:nvPr/>
        </p:nvSpPr>
        <p:spPr>
          <a:xfrm>
            <a:off x="4204337" y="4653236"/>
            <a:ext cx="367664"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57" name="object 25"/>
          <p:cNvSpPr txBox="1"/>
          <p:nvPr/>
        </p:nvSpPr>
        <p:spPr>
          <a:xfrm>
            <a:off x="3269124" y="5634544"/>
            <a:ext cx="236076"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58" name="object 25"/>
          <p:cNvSpPr txBox="1"/>
          <p:nvPr/>
        </p:nvSpPr>
        <p:spPr>
          <a:xfrm>
            <a:off x="451168" y="5634544"/>
            <a:ext cx="367664"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59" name="object 25"/>
          <p:cNvSpPr txBox="1"/>
          <p:nvPr/>
        </p:nvSpPr>
        <p:spPr>
          <a:xfrm>
            <a:off x="6054162" y="5634544"/>
            <a:ext cx="236076"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60" name="object 25"/>
          <p:cNvSpPr txBox="1"/>
          <p:nvPr/>
        </p:nvSpPr>
        <p:spPr>
          <a:xfrm>
            <a:off x="3366137" y="5634544"/>
            <a:ext cx="367664"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62" name="object 25"/>
          <p:cNvSpPr txBox="1"/>
          <p:nvPr/>
        </p:nvSpPr>
        <p:spPr>
          <a:xfrm>
            <a:off x="1575437" y="6180954"/>
            <a:ext cx="367664"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63" name="object 25"/>
          <p:cNvSpPr txBox="1"/>
          <p:nvPr/>
        </p:nvSpPr>
        <p:spPr>
          <a:xfrm>
            <a:off x="4755024" y="6180954"/>
            <a:ext cx="236076"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65" name="object 25"/>
          <p:cNvSpPr txBox="1"/>
          <p:nvPr/>
        </p:nvSpPr>
        <p:spPr>
          <a:xfrm>
            <a:off x="4450224" y="7084203"/>
            <a:ext cx="236076"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66" name="object 25"/>
          <p:cNvSpPr txBox="1"/>
          <p:nvPr/>
        </p:nvSpPr>
        <p:spPr>
          <a:xfrm>
            <a:off x="451168" y="7084203"/>
            <a:ext cx="367664"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67" name="object 25"/>
          <p:cNvSpPr txBox="1"/>
          <p:nvPr/>
        </p:nvSpPr>
        <p:spPr>
          <a:xfrm>
            <a:off x="6054162" y="7084203"/>
            <a:ext cx="236076"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68" name="object 25"/>
          <p:cNvSpPr txBox="1"/>
          <p:nvPr/>
        </p:nvSpPr>
        <p:spPr>
          <a:xfrm>
            <a:off x="4457700" y="7084203"/>
            <a:ext cx="367664"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70" name="object 25"/>
          <p:cNvSpPr txBox="1"/>
          <p:nvPr/>
        </p:nvSpPr>
        <p:spPr>
          <a:xfrm>
            <a:off x="1181100" y="7552554"/>
            <a:ext cx="367664"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71" name="object 25"/>
          <p:cNvSpPr txBox="1"/>
          <p:nvPr/>
        </p:nvSpPr>
        <p:spPr>
          <a:xfrm>
            <a:off x="5160788" y="7552554"/>
            <a:ext cx="236076"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73" name="object 25"/>
          <p:cNvSpPr txBox="1"/>
          <p:nvPr/>
        </p:nvSpPr>
        <p:spPr>
          <a:xfrm>
            <a:off x="2590800" y="8020906"/>
            <a:ext cx="236076"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74" name="object 25"/>
          <p:cNvSpPr txBox="1"/>
          <p:nvPr/>
        </p:nvSpPr>
        <p:spPr>
          <a:xfrm>
            <a:off x="451168" y="8020906"/>
            <a:ext cx="367664"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75" name="object 25"/>
          <p:cNvSpPr txBox="1"/>
          <p:nvPr/>
        </p:nvSpPr>
        <p:spPr>
          <a:xfrm>
            <a:off x="6054162" y="8020906"/>
            <a:ext cx="236076"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76" name="object 25"/>
          <p:cNvSpPr txBox="1"/>
          <p:nvPr/>
        </p:nvSpPr>
        <p:spPr>
          <a:xfrm>
            <a:off x="3810000" y="8020906"/>
            <a:ext cx="367664" cy="406400"/>
          </a:xfrm>
          <a:prstGeom prst="rect">
            <a:avLst/>
          </a:prstGeom>
        </p:spPr>
        <p:txBody>
          <a:bodyPr vert="horz" wrap="square" lIns="0" tIns="6350" rIns="0" bIns="0" rtlCol="0">
            <a:spAutoFit/>
          </a:bodyPr>
          <a:lstStyle/>
          <a:p>
            <a:pPr marL="19050">
              <a:spcBef>
                <a:spcPts val="50"/>
              </a:spcBef>
            </a:pPr>
            <a:r>
              <a:rPr lang="zh-CN" altLang="en-US" sz="4000" b="1" baseline="-1500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a:t>
            </a:r>
            <a:endParaRPr sz="1400" b="1" dirty="0">
              <a:latin typeface="江城圆体 600W" panose="020B0800000000000000" pitchFamily="34" charset="-128"/>
              <a:ea typeface="江城圆体 600W" panose="020B0800000000000000" pitchFamily="34" charset="-128"/>
              <a:cs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
        <p:nvSpPr>
          <p:cNvPr id="8" name="object 8"/>
          <p:cNvSpPr/>
          <p:nvPr/>
        </p:nvSpPr>
        <p:spPr>
          <a:xfrm>
            <a:off x="3232150" y="1733550"/>
            <a:ext cx="387033" cy="386715"/>
          </a:xfrm>
          <a:custGeom>
            <a:avLst/>
            <a:gdLst/>
            <a:ahLst/>
            <a:cxnLst/>
            <a:rect l="l" t="t" r="r" b="b"/>
            <a:pathLst>
              <a:path w="774065" h="773429">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5" h="773429">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5" h="773429">
                <a:moveTo>
                  <a:pt x="385104" y="0"/>
                </a:moveTo>
                <a:lnTo>
                  <a:pt x="336798" y="3000"/>
                </a:lnTo>
                <a:lnTo>
                  <a:pt x="433411" y="3000"/>
                </a:lnTo>
                <a:lnTo>
                  <a:pt x="385104" y="0"/>
                </a:lnTo>
                <a:close/>
              </a:path>
            </a:pathLst>
          </a:custGeom>
          <a:solidFill>
            <a:srgbClr val="7F62A1"/>
          </a:solidFill>
        </p:spPr>
        <p:txBody>
          <a:bodyPr wrap="square" lIns="0" tIns="0" rIns="0" bIns="0" rtlCol="0"/>
          <a:lstStyle/>
          <a:p>
            <a:endParaRPr sz="900"/>
          </a:p>
        </p:txBody>
      </p:sp>
      <p:sp>
        <p:nvSpPr>
          <p:cNvPr id="9" name="object 9"/>
          <p:cNvSpPr/>
          <p:nvPr/>
        </p:nvSpPr>
        <p:spPr>
          <a:xfrm>
            <a:off x="3232150" y="5016500"/>
            <a:ext cx="387033" cy="386715"/>
          </a:xfrm>
          <a:custGeom>
            <a:avLst/>
            <a:gdLst/>
            <a:ahLst/>
            <a:cxnLst/>
            <a:rect l="l" t="t" r="r" b="b"/>
            <a:pathLst>
              <a:path w="774065" h="773429">
                <a:moveTo>
                  <a:pt x="766838" y="714573"/>
                </a:moveTo>
                <a:lnTo>
                  <a:pt x="584610" y="714573"/>
                </a:lnTo>
                <a:lnTo>
                  <a:pt x="613492" y="715671"/>
                </a:lnTo>
                <a:lnTo>
                  <a:pt x="656308" y="733669"/>
                </a:lnTo>
                <a:lnTo>
                  <a:pt x="703243" y="756683"/>
                </a:lnTo>
                <a:lnTo>
                  <a:pt x="744482" y="772826"/>
                </a:lnTo>
                <a:lnTo>
                  <a:pt x="770209" y="770214"/>
                </a:lnTo>
                <a:lnTo>
                  <a:pt x="773628" y="741225"/>
                </a:lnTo>
                <a:lnTo>
                  <a:pt x="766838" y="714573"/>
                </a:lnTo>
                <a:close/>
              </a:path>
              <a:path w="774065" h="773429">
                <a:moveTo>
                  <a:pt x="385104" y="0"/>
                </a:moveTo>
                <a:lnTo>
                  <a:pt x="336798" y="3000"/>
                </a:lnTo>
                <a:lnTo>
                  <a:pt x="290282" y="11761"/>
                </a:lnTo>
                <a:lnTo>
                  <a:pt x="245917" y="25922"/>
                </a:lnTo>
                <a:lnTo>
                  <a:pt x="204065" y="45121"/>
                </a:lnTo>
                <a:lnTo>
                  <a:pt x="165086" y="68998"/>
                </a:lnTo>
                <a:lnTo>
                  <a:pt x="129341" y="97192"/>
                </a:lnTo>
                <a:lnTo>
                  <a:pt x="97191" y="129342"/>
                </a:lnTo>
                <a:lnTo>
                  <a:pt x="68998" y="165087"/>
                </a:lnTo>
                <a:lnTo>
                  <a:pt x="45121" y="204066"/>
                </a:lnTo>
                <a:lnTo>
                  <a:pt x="25921" y="245919"/>
                </a:lnTo>
                <a:lnTo>
                  <a:pt x="11761" y="290283"/>
                </a:lnTo>
                <a:lnTo>
                  <a:pt x="3000" y="336800"/>
                </a:lnTo>
                <a:lnTo>
                  <a:pt x="0" y="385107"/>
                </a:lnTo>
                <a:lnTo>
                  <a:pt x="3000" y="433414"/>
                </a:lnTo>
                <a:lnTo>
                  <a:pt x="11761" y="479930"/>
                </a:lnTo>
                <a:lnTo>
                  <a:pt x="25921" y="524295"/>
                </a:lnTo>
                <a:lnTo>
                  <a:pt x="45121" y="566148"/>
                </a:lnTo>
                <a:lnTo>
                  <a:pt x="68998" y="605127"/>
                </a:lnTo>
                <a:lnTo>
                  <a:pt x="97191" y="640872"/>
                </a:lnTo>
                <a:lnTo>
                  <a:pt x="129341" y="673022"/>
                </a:lnTo>
                <a:lnTo>
                  <a:pt x="165086" y="701216"/>
                </a:lnTo>
                <a:lnTo>
                  <a:pt x="204065" y="725093"/>
                </a:lnTo>
                <a:lnTo>
                  <a:pt x="245917" y="744292"/>
                </a:lnTo>
                <a:lnTo>
                  <a:pt x="290282" y="758452"/>
                </a:lnTo>
                <a:lnTo>
                  <a:pt x="336798" y="767213"/>
                </a:lnTo>
                <a:lnTo>
                  <a:pt x="385104" y="770214"/>
                </a:lnTo>
                <a:lnTo>
                  <a:pt x="438906" y="766486"/>
                </a:lnTo>
                <a:lnTo>
                  <a:pt x="490425" y="755635"/>
                </a:lnTo>
                <a:lnTo>
                  <a:pt x="539160" y="738163"/>
                </a:lnTo>
                <a:lnTo>
                  <a:pt x="584610" y="714573"/>
                </a:lnTo>
                <a:lnTo>
                  <a:pt x="766838" y="714573"/>
                </a:lnTo>
                <a:lnTo>
                  <a:pt x="761491" y="693585"/>
                </a:lnTo>
                <a:lnTo>
                  <a:pt x="743535" y="639255"/>
                </a:lnTo>
                <a:lnTo>
                  <a:pt x="729499" y="590198"/>
                </a:lnTo>
                <a:lnTo>
                  <a:pt x="729122" y="558375"/>
                </a:lnTo>
                <a:lnTo>
                  <a:pt x="746630" y="518094"/>
                </a:lnTo>
                <a:lnTo>
                  <a:pt x="759521" y="475581"/>
                </a:lnTo>
                <a:lnTo>
                  <a:pt x="767485" y="431148"/>
                </a:lnTo>
                <a:lnTo>
                  <a:pt x="770209" y="385107"/>
                </a:lnTo>
                <a:lnTo>
                  <a:pt x="767208" y="336800"/>
                </a:lnTo>
                <a:lnTo>
                  <a:pt x="758447" y="290283"/>
                </a:lnTo>
                <a:lnTo>
                  <a:pt x="744287" y="245919"/>
                </a:lnTo>
                <a:lnTo>
                  <a:pt x="725088" y="204066"/>
                </a:lnTo>
                <a:lnTo>
                  <a:pt x="701211" y="165087"/>
                </a:lnTo>
                <a:lnTo>
                  <a:pt x="673017" y="129342"/>
                </a:lnTo>
                <a:lnTo>
                  <a:pt x="640867" y="97192"/>
                </a:lnTo>
                <a:lnTo>
                  <a:pt x="605122" y="68998"/>
                </a:lnTo>
                <a:lnTo>
                  <a:pt x="566144" y="45121"/>
                </a:lnTo>
                <a:lnTo>
                  <a:pt x="524291" y="25922"/>
                </a:lnTo>
                <a:lnTo>
                  <a:pt x="479927" y="11761"/>
                </a:lnTo>
                <a:lnTo>
                  <a:pt x="433411" y="3000"/>
                </a:lnTo>
                <a:lnTo>
                  <a:pt x="385104" y="0"/>
                </a:lnTo>
                <a:close/>
              </a:path>
            </a:pathLst>
          </a:custGeom>
          <a:solidFill>
            <a:srgbClr val="7F62A1"/>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0" name="object 10"/>
          <p:cNvSpPr txBox="1"/>
          <p:nvPr/>
        </p:nvSpPr>
        <p:spPr>
          <a:xfrm>
            <a:off x="2418062" y="1794084"/>
            <a:ext cx="2030247" cy="567690"/>
          </a:xfrm>
          <a:prstGeom prst="rect">
            <a:avLst/>
          </a:prstGeom>
        </p:spPr>
        <p:txBody>
          <a:bodyPr vert="horz" wrap="square" lIns="0" tIns="6350" rIns="0" bIns="0" rtlCol="0">
            <a:spAutoFit/>
          </a:bodyPr>
          <a:lstStyle/>
          <a:p>
            <a:pPr algn="ctr">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01</a:t>
            </a:r>
            <a:endParaRPr b="1" dirty="0">
              <a:latin typeface="江城圆体 600W" panose="020B0800000000000000" pitchFamily="34" charset="-128"/>
              <a:ea typeface="江城圆体 600W" panose="020B0800000000000000" pitchFamily="34" charset="-128"/>
              <a:cs typeface="PMingLiU" panose="02020500000000000000" charset="-120"/>
            </a:endParaRPr>
          </a:p>
          <a:p>
            <a:pPr algn="ctr">
              <a:spcBef>
                <a:spcPts val="1140"/>
              </a:spcBef>
            </a:pPr>
            <a:r>
              <a:rPr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Despair = Suﬀering - Meaning</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1" name="object 11"/>
          <p:cNvSpPr txBox="1"/>
          <p:nvPr/>
        </p:nvSpPr>
        <p:spPr>
          <a:xfrm>
            <a:off x="3283848" y="5060950"/>
            <a:ext cx="290513"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02</a:t>
            </a:r>
            <a:endParaRPr b="1">
              <a:latin typeface="江城圆体 600W" panose="020B0800000000000000" pitchFamily="34" charset="-128"/>
              <a:ea typeface="江城圆体 600W" panose="020B0800000000000000" pitchFamily="34" charset="-128"/>
              <a:cs typeface="PMingLiU" panose="02020500000000000000" charset="-120"/>
            </a:endParaRPr>
          </a:p>
        </p:txBody>
      </p:sp>
      <p:sp>
        <p:nvSpPr>
          <p:cNvPr id="12" name="object 12"/>
          <p:cNvSpPr txBox="1"/>
          <p:nvPr/>
        </p:nvSpPr>
        <p:spPr>
          <a:xfrm>
            <a:off x="1441450" y="2400300"/>
            <a:ext cx="3987483" cy="2005330"/>
          </a:xfrm>
          <a:prstGeom prst="rect">
            <a:avLst/>
          </a:prstGeom>
        </p:spPr>
        <p:txBody>
          <a:bodyPr vert="horz" wrap="square" lIns="0" tIns="6350" rIns="0" bIns="0" rtlCol="0">
            <a:spAutoFit/>
          </a:bodyPr>
          <a:lstStyle/>
          <a:p>
            <a:pPr marR="8255" algn="ctr">
              <a:spcBef>
                <a:spcPts val="50"/>
              </a:spcBef>
            </a:pPr>
            <a:r>
              <a:rPr sz="1500" spc="-10" dirty="0">
                <a:solidFill>
                  <a:srgbClr val="11A766"/>
                </a:solidFill>
                <a:latin typeface="Alibaba PuHuiTi" panose="00020600040101010101" pitchFamily="18" charset="-122"/>
                <a:ea typeface="Alibaba PuHuiTi" panose="00020600040101010101" pitchFamily="18" charset="-122"/>
                <a:cs typeface="Alibaba PuHuiTi" panose="00020600040101010101" pitchFamily="18" charset="-122"/>
              </a:rPr>
              <a:t>绝望 = 苦难 - 意义</a:t>
            </a:r>
            <a:endParaRPr sz="150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25"/>
              </a:spcBef>
            </a:pPr>
            <a:endParaRPr sz="1700" dirty="0">
              <a:latin typeface="Alibaba PuHuiTi" panose="00020600040101010101" pitchFamily="18" charset="-122"/>
              <a:ea typeface="Alibaba PuHuiTi" panose="00020600040101010101" pitchFamily="18" charset="-122"/>
              <a:cs typeface="Alibaba PuHuiTi" panose="00020600040101010101" pitchFamily="18" charset="-122"/>
            </a:endParaRPr>
          </a:p>
          <a:p>
            <a:pPr algn="ctr">
              <a:lnSpc>
                <a:spcPct val="100000"/>
              </a:lnSpc>
            </a:pPr>
            <a:r>
              <a:rPr sz="1050" spc="-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绝望就是当承受苦难变得毫无意义时的结果。在一个人的低谷时期</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6985" algn="just">
              <a:lnSpc>
                <a:spcPct val="119000"/>
              </a:lnSpc>
            </a:pPr>
            <a:r>
              <a:rPr sz="1050" spc="-1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（比如对弗兰克尔来说，即他被投入集中营时），</a:t>
            </a:r>
            <a:r>
              <a:rPr sz="1050" spc="-2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苦难实际上是一个常量，所以为了降低绝望感，最好是把注意力转移到寻求更多的意义</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上。</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6985" algn="just">
              <a:lnSpc>
                <a:spcPct val="119000"/>
              </a:lnSpc>
            </a:pPr>
            <a:r>
              <a:rPr sz="1050" spc="-2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积极心理学家相信创建意义是人类的基本需求：我们努力让自己在世界上的存在有意义，特别是随着世界变得更加复杂时。我们的生活变得越复杂，我们就越要对其意义予以关注。没有意义的世界就是绝望</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等于苦难的世界。</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3" name="object 13"/>
          <p:cNvSpPr txBox="1"/>
          <p:nvPr/>
        </p:nvSpPr>
        <p:spPr>
          <a:xfrm>
            <a:off x="1441450" y="6464300"/>
            <a:ext cx="3987483" cy="1100455"/>
          </a:xfrm>
          <a:prstGeom prst="rect">
            <a:avLst/>
          </a:prstGeom>
        </p:spPr>
        <p:txBody>
          <a:bodyPr vert="horz" wrap="square" lIns="0" tIns="6350" rIns="0" bIns="0" rtlCol="0">
            <a:spAutoFit/>
          </a:bodyPr>
          <a:lstStyle/>
          <a:p>
            <a:pPr marL="6350">
              <a:spcBef>
                <a:spcPts val="50"/>
              </a:spcBef>
            </a:pP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失望是你的期望和现实之间的差距。</a:t>
            </a:r>
            <a:endParaRPr sz="105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30"/>
              </a:spcBef>
            </a:pPr>
            <a:endParaRPr sz="105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19000"/>
              </a:lnSpc>
              <a:spcBef>
                <a:spcPts val="5"/>
              </a:spcBef>
            </a:pPr>
            <a:r>
              <a:rPr sz="1050" spc="-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应对失望的方法之一是，在最初试图改变某些事情的结果时保持乐</a:t>
            </a:r>
            <a:r>
              <a:rPr sz="1050" spc="-2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观，然后随着时间的推移，一旦力有不逮就调低期望来振作精神，以对抗潜在的负面结果。另一种应对机制是稀释现实的重要性。问问自</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己，这个结果对你来说究竟有多重要，真的重要吗？</a:t>
            </a:r>
            <a:endParaRPr sz="1050">
              <a:latin typeface="Alibaba PuHuiTi" panose="00020600040101010101" pitchFamily="18" charset="-122"/>
              <a:ea typeface="Alibaba PuHuiTi" panose="00020600040101010101" pitchFamily="18" charset="-122"/>
              <a:cs typeface="Alibaba PuHuiTi" panose="00020600040101010101" pitchFamily="18" charset="-122"/>
            </a:endParaRPr>
          </a:p>
        </p:txBody>
      </p:sp>
      <p:grpSp>
        <p:nvGrpSpPr>
          <p:cNvPr id="14" name="object 14"/>
          <p:cNvGrpSpPr/>
          <p:nvPr/>
        </p:nvGrpSpPr>
        <p:grpSpPr>
          <a:xfrm>
            <a:off x="1708150" y="2562225"/>
            <a:ext cx="4387850" cy="1968500"/>
            <a:chOff x="3416300" y="5124450"/>
            <a:chExt cx="8775700" cy="3937000"/>
          </a:xfrm>
        </p:grpSpPr>
        <p:sp>
          <p:nvSpPr>
            <p:cNvPr id="15" name="object 15"/>
            <p:cNvSpPr/>
            <p:nvPr/>
          </p:nvSpPr>
          <p:spPr>
            <a:xfrm>
              <a:off x="11652250" y="51244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dirty="0"/>
            </a:p>
          </p:txBody>
        </p:sp>
        <p:sp>
          <p:nvSpPr>
            <p:cNvPr id="16" name="object 16"/>
            <p:cNvSpPr/>
            <p:nvPr/>
          </p:nvSpPr>
          <p:spPr>
            <a:xfrm>
              <a:off x="3416300" y="5397500"/>
              <a:ext cx="8775700" cy="241300"/>
            </a:xfrm>
            <a:custGeom>
              <a:avLst/>
              <a:gdLst/>
              <a:ahLst/>
              <a:cxnLst/>
              <a:rect l="l" t="t" r="r" b="b"/>
              <a:pathLst>
                <a:path w="8775700" h="241300">
                  <a:moveTo>
                    <a:pt x="8655050" y="0"/>
                  </a:moveTo>
                  <a:lnTo>
                    <a:pt x="8612342" y="7777"/>
                  </a:lnTo>
                  <a:lnTo>
                    <a:pt x="8576345" y="29205"/>
                  </a:lnTo>
                  <a:lnTo>
                    <a:pt x="8549912" y="61427"/>
                  </a:lnTo>
                  <a:lnTo>
                    <a:pt x="8535897" y="101587"/>
                  </a:lnTo>
                  <a:lnTo>
                    <a:pt x="19050" y="101600"/>
                  </a:lnTo>
                  <a:lnTo>
                    <a:pt x="11635" y="103097"/>
                  </a:lnTo>
                  <a:lnTo>
                    <a:pt x="5579" y="107181"/>
                  </a:lnTo>
                  <a:lnTo>
                    <a:pt x="1497" y="113237"/>
                  </a:lnTo>
                  <a:lnTo>
                    <a:pt x="0" y="120650"/>
                  </a:lnTo>
                  <a:lnTo>
                    <a:pt x="1497" y="128062"/>
                  </a:lnTo>
                  <a:lnTo>
                    <a:pt x="5579" y="134118"/>
                  </a:lnTo>
                  <a:lnTo>
                    <a:pt x="11635" y="138202"/>
                  </a:lnTo>
                  <a:lnTo>
                    <a:pt x="19050" y="139700"/>
                  </a:lnTo>
                  <a:lnTo>
                    <a:pt x="8535897" y="139712"/>
                  </a:lnTo>
                  <a:lnTo>
                    <a:pt x="8549912" y="179875"/>
                  </a:lnTo>
                  <a:lnTo>
                    <a:pt x="8576345" y="212097"/>
                  </a:lnTo>
                  <a:lnTo>
                    <a:pt x="8612342" y="233523"/>
                  </a:lnTo>
                  <a:lnTo>
                    <a:pt x="8655050" y="241300"/>
                  </a:lnTo>
                  <a:lnTo>
                    <a:pt x="8702012" y="231819"/>
                  </a:lnTo>
                  <a:lnTo>
                    <a:pt x="8740362" y="205963"/>
                  </a:lnTo>
                  <a:lnTo>
                    <a:pt x="8742225" y="203200"/>
                  </a:lnTo>
                  <a:lnTo>
                    <a:pt x="8655050" y="203200"/>
                  </a:lnTo>
                  <a:lnTo>
                    <a:pt x="8622917" y="196713"/>
                  </a:lnTo>
                  <a:lnTo>
                    <a:pt x="8596678" y="179022"/>
                  </a:lnTo>
                  <a:lnTo>
                    <a:pt x="8578987" y="152782"/>
                  </a:lnTo>
                  <a:lnTo>
                    <a:pt x="8572500" y="120650"/>
                  </a:lnTo>
                  <a:lnTo>
                    <a:pt x="8578987" y="88517"/>
                  </a:lnTo>
                  <a:lnTo>
                    <a:pt x="8596678" y="62277"/>
                  </a:lnTo>
                  <a:lnTo>
                    <a:pt x="8622917" y="44586"/>
                  </a:lnTo>
                  <a:lnTo>
                    <a:pt x="8655050" y="38100"/>
                  </a:lnTo>
                  <a:lnTo>
                    <a:pt x="8742225" y="38100"/>
                  </a:lnTo>
                  <a:lnTo>
                    <a:pt x="8740362" y="35336"/>
                  </a:lnTo>
                  <a:lnTo>
                    <a:pt x="8702012" y="9480"/>
                  </a:lnTo>
                  <a:lnTo>
                    <a:pt x="8655050" y="0"/>
                  </a:lnTo>
                  <a:close/>
                </a:path>
                <a:path w="8775700" h="241300">
                  <a:moveTo>
                    <a:pt x="8742225" y="38100"/>
                  </a:moveTo>
                  <a:lnTo>
                    <a:pt x="8655050" y="38100"/>
                  </a:lnTo>
                  <a:lnTo>
                    <a:pt x="8687182" y="44586"/>
                  </a:lnTo>
                  <a:lnTo>
                    <a:pt x="8713421" y="62277"/>
                  </a:lnTo>
                  <a:lnTo>
                    <a:pt x="8731112" y="88517"/>
                  </a:lnTo>
                  <a:lnTo>
                    <a:pt x="8737600" y="120650"/>
                  </a:lnTo>
                  <a:lnTo>
                    <a:pt x="8731112" y="152782"/>
                  </a:lnTo>
                  <a:lnTo>
                    <a:pt x="8713421" y="179022"/>
                  </a:lnTo>
                  <a:lnTo>
                    <a:pt x="8687182" y="196713"/>
                  </a:lnTo>
                  <a:lnTo>
                    <a:pt x="8655050" y="203200"/>
                  </a:lnTo>
                  <a:lnTo>
                    <a:pt x="8742225" y="203200"/>
                  </a:lnTo>
                  <a:lnTo>
                    <a:pt x="8766218" y="167614"/>
                  </a:lnTo>
                  <a:lnTo>
                    <a:pt x="8775700" y="120650"/>
                  </a:lnTo>
                  <a:lnTo>
                    <a:pt x="8766218" y="73685"/>
                  </a:lnTo>
                  <a:lnTo>
                    <a:pt x="8742225" y="38100"/>
                  </a:lnTo>
                  <a:close/>
                </a:path>
              </a:pathLst>
            </a:custGeom>
            <a:solidFill>
              <a:srgbClr val="212121"/>
            </a:solidFill>
          </p:spPr>
          <p:txBody>
            <a:bodyPr wrap="square" lIns="0" tIns="0" rIns="0" bIns="0" rtlCol="0"/>
            <a:lstStyle/>
            <a:p>
              <a:endParaRPr sz="900"/>
            </a:p>
          </p:txBody>
        </p:sp>
      </p:grpSp>
      <p:grpSp>
        <p:nvGrpSpPr>
          <p:cNvPr id="17" name="object 17"/>
          <p:cNvGrpSpPr/>
          <p:nvPr/>
        </p:nvGrpSpPr>
        <p:grpSpPr>
          <a:xfrm>
            <a:off x="768350" y="2917825"/>
            <a:ext cx="4387850" cy="1968500"/>
            <a:chOff x="1536700" y="5835650"/>
            <a:chExt cx="8775700" cy="3937000"/>
          </a:xfrm>
        </p:grpSpPr>
        <p:sp>
          <p:nvSpPr>
            <p:cNvPr id="18" name="object 18"/>
            <p:cNvSpPr/>
            <p:nvPr/>
          </p:nvSpPr>
          <p:spPr>
            <a:xfrm>
              <a:off x="2076450" y="58356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dirty="0"/>
            </a:p>
          </p:txBody>
        </p:sp>
        <p:sp>
          <p:nvSpPr>
            <p:cNvPr id="19" name="object 19"/>
            <p:cNvSpPr/>
            <p:nvPr/>
          </p:nvSpPr>
          <p:spPr>
            <a:xfrm>
              <a:off x="1536700" y="9232900"/>
              <a:ext cx="8775700" cy="241300"/>
            </a:xfrm>
            <a:custGeom>
              <a:avLst/>
              <a:gdLst/>
              <a:ahLst/>
              <a:cxnLst/>
              <a:rect l="l" t="t" r="r" b="b"/>
              <a:pathLst>
                <a:path w="8775700" h="241300">
                  <a:moveTo>
                    <a:pt x="120650" y="0"/>
                  </a:moveTo>
                  <a:lnTo>
                    <a:pt x="73687" y="9481"/>
                  </a:lnTo>
                  <a:lnTo>
                    <a:pt x="35337" y="35337"/>
                  </a:lnTo>
                  <a:lnTo>
                    <a:pt x="9481" y="73687"/>
                  </a:lnTo>
                  <a:lnTo>
                    <a:pt x="0" y="120650"/>
                  </a:lnTo>
                  <a:lnTo>
                    <a:pt x="9481" y="167612"/>
                  </a:lnTo>
                  <a:lnTo>
                    <a:pt x="35337" y="205962"/>
                  </a:lnTo>
                  <a:lnTo>
                    <a:pt x="73687" y="231818"/>
                  </a:lnTo>
                  <a:lnTo>
                    <a:pt x="120650" y="241300"/>
                  </a:lnTo>
                  <a:lnTo>
                    <a:pt x="163357" y="233523"/>
                  </a:lnTo>
                  <a:lnTo>
                    <a:pt x="199354" y="212097"/>
                  </a:lnTo>
                  <a:lnTo>
                    <a:pt x="206653" y="203200"/>
                  </a:lnTo>
                  <a:lnTo>
                    <a:pt x="120650" y="203200"/>
                  </a:lnTo>
                  <a:lnTo>
                    <a:pt x="88517" y="196712"/>
                  </a:lnTo>
                  <a:lnTo>
                    <a:pt x="62278" y="179021"/>
                  </a:lnTo>
                  <a:lnTo>
                    <a:pt x="44587" y="152782"/>
                  </a:lnTo>
                  <a:lnTo>
                    <a:pt x="38100" y="120650"/>
                  </a:lnTo>
                  <a:lnTo>
                    <a:pt x="44587" y="88517"/>
                  </a:lnTo>
                  <a:lnTo>
                    <a:pt x="62278" y="62278"/>
                  </a:lnTo>
                  <a:lnTo>
                    <a:pt x="88517" y="44587"/>
                  </a:lnTo>
                  <a:lnTo>
                    <a:pt x="120650" y="38100"/>
                  </a:lnTo>
                  <a:lnTo>
                    <a:pt x="206653" y="38100"/>
                  </a:lnTo>
                  <a:lnTo>
                    <a:pt x="199354" y="29202"/>
                  </a:lnTo>
                  <a:lnTo>
                    <a:pt x="163357" y="7776"/>
                  </a:lnTo>
                  <a:lnTo>
                    <a:pt x="120650" y="0"/>
                  </a:lnTo>
                  <a:close/>
                </a:path>
                <a:path w="8775700" h="241300">
                  <a:moveTo>
                    <a:pt x="206653" y="38100"/>
                  </a:moveTo>
                  <a:lnTo>
                    <a:pt x="120650" y="38100"/>
                  </a:lnTo>
                  <a:lnTo>
                    <a:pt x="152782" y="44587"/>
                  </a:lnTo>
                  <a:lnTo>
                    <a:pt x="179021" y="62278"/>
                  </a:lnTo>
                  <a:lnTo>
                    <a:pt x="196712" y="88517"/>
                  </a:lnTo>
                  <a:lnTo>
                    <a:pt x="203200" y="120650"/>
                  </a:lnTo>
                  <a:lnTo>
                    <a:pt x="196712" y="152782"/>
                  </a:lnTo>
                  <a:lnTo>
                    <a:pt x="179021" y="179021"/>
                  </a:lnTo>
                  <a:lnTo>
                    <a:pt x="152782" y="196712"/>
                  </a:lnTo>
                  <a:lnTo>
                    <a:pt x="120650" y="203200"/>
                  </a:lnTo>
                  <a:lnTo>
                    <a:pt x="206653" y="203200"/>
                  </a:lnTo>
                  <a:lnTo>
                    <a:pt x="225787" y="179875"/>
                  </a:lnTo>
                  <a:lnTo>
                    <a:pt x="239802" y="139712"/>
                  </a:lnTo>
                  <a:lnTo>
                    <a:pt x="8756650" y="139700"/>
                  </a:lnTo>
                  <a:lnTo>
                    <a:pt x="8764064" y="138202"/>
                  </a:lnTo>
                  <a:lnTo>
                    <a:pt x="8770120" y="134120"/>
                  </a:lnTo>
                  <a:lnTo>
                    <a:pt x="8774202" y="128064"/>
                  </a:lnTo>
                  <a:lnTo>
                    <a:pt x="8775700" y="120650"/>
                  </a:lnTo>
                  <a:lnTo>
                    <a:pt x="8774202" y="113235"/>
                  </a:lnTo>
                  <a:lnTo>
                    <a:pt x="8770120" y="107179"/>
                  </a:lnTo>
                  <a:lnTo>
                    <a:pt x="8764064" y="103097"/>
                  </a:lnTo>
                  <a:lnTo>
                    <a:pt x="8756650" y="101600"/>
                  </a:lnTo>
                  <a:lnTo>
                    <a:pt x="239802" y="101587"/>
                  </a:lnTo>
                  <a:lnTo>
                    <a:pt x="225787" y="61424"/>
                  </a:lnTo>
                  <a:lnTo>
                    <a:pt x="206653" y="38100"/>
                  </a:lnTo>
                  <a:close/>
                </a:path>
              </a:pathLst>
            </a:custGeom>
            <a:solidFill>
              <a:srgbClr val="212121"/>
            </a:solidFill>
          </p:spPr>
          <p:txBody>
            <a:bodyPr wrap="square" lIns="0" tIns="0" rIns="0" bIns="0" rtlCol="0"/>
            <a:lstStyle/>
            <a:p>
              <a:endParaRPr sz="900"/>
            </a:p>
          </p:txBody>
        </p:sp>
      </p:grpSp>
      <p:grpSp>
        <p:nvGrpSpPr>
          <p:cNvPr id="20" name="object 20"/>
          <p:cNvGrpSpPr/>
          <p:nvPr/>
        </p:nvGrpSpPr>
        <p:grpSpPr>
          <a:xfrm>
            <a:off x="768350" y="5934075"/>
            <a:ext cx="5327650" cy="2260600"/>
            <a:chOff x="1536700" y="11868150"/>
            <a:chExt cx="10655300" cy="4521200"/>
          </a:xfrm>
        </p:grpSpPr>
        <p:sp>
          <p:nvSpPr>
            <p:cNvPr id="21" name="object 21"/>
            <p:cNvSpPr/>
            <p:nvPr/>
          </p:nvSpPr>
          <p:spPr>
            <a:xfrm>
              <a:off x="11652250" y="118681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dirty="0"/>
            </a:p>
          </p:txBody>
        </p:sp>
        <p:sp>
          <p:nvSpPr>
            <p:cNvPr id="22" name="object 22"/>
            <p:cNvSpPr/>
            <p:nvPr/>
          </p:nvSpPr>
          <p:spPr>
            <a:xfrm>
              <a:off x="3416300" y="12065000"/>
              <a:ext cx="8775700" cy="241300"/>
            </a:xfrm>
            <a:custGeom>
              <a:avLst/>
              <a:gdLst/>
              <a:ahLst/>
              <a:cxnLst/>
              <a:rect l="l" t="t" r="r" b="b"/>
              <a:pathLst>
                <a:path w="8775700" h="241300">
                  <a:moveTo>
                    <a:pt x="8655050" y="0"/>
                  </a:moveTo>
                  <a:lnTo>
                    <a:pt x="8612342" y="7776"/>
                  </a:lnTo>
                  <a:lnTo>
                    <a:pt x="8576345" y="29202"/>
                  </a:lnTo>
                  <a:lnTo>
                    <a:pt x="8549912" y="61424"/>
                  </a:lnTo>
                  <a:lnTo>
                    <a:pt x="8535897" y="101587"/>
                  </a:lnTo>
                  <a:lnTo>
                    <a:pt x="19050" y="101600"/>
                  </a:lnTo>
                  <a:lnTo>
                    <a:pt x="11635" y="103097"/>
                  </a:lnTo>
                  <a:lnTo>
                    <a:pt x="5579" y="107179"/>
                  </a:lnTo>
                  <a:lnTo>
                    <a:pt x="1497" y="113235"/>
                  </a:lnTo>
                  <a:lnTo>
                    <a:pt x="0" y="120650"/>
                  </a:lnTo>
                  <a:lnTo>
                    <a:pt x="1497" y="128064"/>
                  </a:lnTo>
                  <a:lnTo>
                    <a:pt x="5579" y="134120"/>
                  </a:lnTo>
                  <a:lnTo>
                    <a:pt x="11635" y="138202"/>
                  </a:lnTo>
                  <a:lnTo>
                    <a:pt x="19050" y="139700"/>
                  </a:lnTo>
                  <a:lnTo>
                    <a:pt x="8535897" y="139712"/>
                  </a:lnTo>
                  <a:lnTo>
                    <a:pt x="8549912" y="179875"/>
                  </a:lnTo>
                  <a:lnTo>
                    <a:pt x="8576345" y="212097"/>
                  </a:lnTo>
                  <a:lnTo>
                    <a:pt x="8612342" y="233523"/>
                  </a:lnTo>
                  <a:lnTo>
                    <a:pt x="8655050" y="241300"/>
                  </a:lnTo>
                  <a:lnTo>
                    <a:pt x="8702012" y="231818"/>
                  </a:lnTo>
                  <a:lnTo>
                    <a:pt x="8740362" y="205962"/>
                  </a:lnTo>
                  <a:lnTo>
                    <a:pt x="8742224" y="203200"/>
                  </a:lnTo>
                  <a:lnTo>
                    <a:pt x="8655050" y="203200"/>
                  </a:lnTo>
                  <a:lnTo>
                    <a:pt x="8622917" y="196712"/>
                  </a:lnTo>
                  <a:lnTo>
                    <a:pt x="8596678" y="179021"/>
                  </a:lnTo>
                  <a:lnTo>
                    <a:pt x="8578987" y="152782"/>
                  </a:lnTo>
                  <a:lnTo>
                    <a:pt x="8572500" y="120650"/>
                  </a:lnTo>
                  <a:lnTo>
                    <a:pt x="8578987" y="88517"/>
                  </a:lnTo>
                  <a:lnTo>
                    <a:pt x="8596678" y="62278"/>
                  </a:lnTo>
                  <a:lnTo>
                    <a:pt x="8622917" y="44587"/>
                  </a:lnTo>
                  <a:lnTo>
                    <a:pt x="8655050" y="38100"/>
                  </a:lnTo>
                  <a:lnTo>
                    <a:pt x="8742224" y="38100"/>
                  </a:lnTo>
                  <a:lnTo>
                    <a:pt x="8740362" y="35337"/>
                  </a:lnTo>
                  <a:lnTo>
                    <a:pt x="8702012" y="9481"/>
                  </a:lnTo>
                  <a:lnTo>
                    <a:pt x="8655050" y="0"/>
                  </a:lnTo>
                  <a:close/>
                </a:path>
                <a:path w="8775700" h="241300">
                  <a:moveTo>
                    <a:pt x="8742224" y="38100"/>
                  </a:moveTo>
                  <a:lnTo>
                    <a:pt x="8655050" y="38100"/>
                  </a:lnTo>
                  <a:lnTo>
                    <a:pt x="8687182" y="44587"/>
                  </a:lnTo>
                  <a:lnTo>
                    <a:pt x="8713421" y="62278"/>
                  </a:lnTo>
                  <a:lnTo>
                    <a:pt x="8731112" y="88517"/>
                  </a:lnTo>
                  <a:lnTo>
                    <a:pt x="8737600" y="120650"/>
                  </a:lnTo>
                  <a:lnTo>
                    <a:pt x="8731112" y="152782"/>
                  </a:lnTo>
                  <a:lnTo>
                    <a:pt x="8713421" y="179021"/>
                  </a:lnTo>
                  <a:lnTo>
                    <a:pt x="8687182" y="196712"/>
                  </a:lnTo>
                  <a:lnTo>
                    <a:pt x="8655050" y="203200"/>
                  </a:lnTo>
                  <a:lnTo>
                    <a:pt x="8742224" y="203200"/>
                  </a:lnTo>
                  <a:lnTo>
                    <a:pt x="8766218" y="167612"/>
                  </a:lnTo>
                  <a:lnTo>
                    <a:pt x="8775700" y="120650"/>
                  </a:lnTo>
                  <a:lnTo>
                    <a:pt x="8766218" y="73687"/>
                  </a:lnTo>
                  <a:lnTo>
                    <a:pt x="8742224" y="38100"/>
                  </a:lnTo>
                  <a:close/>
                </a:path>
              </a:pathLst>
            </a:custGeom>
            <a:solidFill>
              <a:srgbClr val="212121"/>
            </a:solidFill>
          </p:spPr>
          <p:txBody>
            <a:bodyPr wrap="square" lIns="0" tIns="0" rIns="0" bIns="0" rtlCol="0"/>
            <a:lstStyle/>
            <a:p>
              <a:endParaRPr sz="900"/>
            </a:p>
          </p:txBody>
        </p:sp>
        <p:sp>
          <p:nvSpPr>
            <p:cNvPr id="23" name="object 23"/>
            <p:cNvSpPr/>
            <p:nvPr/>
          </p:nvSpPr>
          <p:spPr>
            <a:xfrm>
              <a:off x="2076450" y="124523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a:p>
          </p:txBody>
        </p:sp>
        <p:sp>
          <p:nvSpPr>
            <p:cNvPr id="24" name="object 24"/>
            <p:cNvSpPr/>
            <p:nvPr/>
          </p:nvSpPr>
          <p:spPr>
            <a:xfrm>
              <a:off x="1536700" y="15849600"/>
              <a:ext cx="8775700" cy="241300"/>
            </a:xfrm>
            <a:custGeom>
              <a:avLst/>
              <a:gdLst/>
              <a:ahLst/>
              <a:cxnLst/>
              <a:rect l="l" t="t" r="r" b="b"/>
              <a:pathLst>
                <a:path w="8775700" h="241300">
                  <a:moveTo>
                    <a:pt x="120650" y="0"/>
                  </a:moveTo>
                  <a:lnTo>
                    <a:pt x="73687" y="9481"/>
                  </a:lnTo>
                  <a:lnTo>
                    <a:pt x="35337" y="35337"/>
                  </a:lnTo>
                  <a:lnTo>
                    <a:pt x="9481" y="73687"/>
                  </a:lnTo>
                  <a:lnTo>
                    <a:pt x="0" y="120650"/>
                  </a:lnTo>
                  <a:lnTo>
                    <a:pt x="9481" y="167612"/>
                  </a:lnTo>
                  <a:lnTo>
                    <a:pt x="35337" y="205962"/>
                  </a:lnTo>
                  <a:lnTo>
                    <a:pt x="73687" y="231818"/>
                  </a:lnTo>
                  <a:lnTo>
                    <a:pt x="120650" y="241300"/>
                  </a:lnTo>
                  <a:lnTo>
                    <a:pt x="163357" y="233523"/>
                  </a:lnTo>
                  <a:lnTo>
                    <a:pt x="199354" y="212097"/>
                  </a:lnTo>
                  <a:lnTo>
                    <a:pt x="206653" y="203200"/>
                  </a:lnTo>
                  <a:lnTo>
                    <a:pt x="120650" y="203200"/>
                  </a:lnTo>
                  <a:lnTo>
                    <a:pt x="88517" y="196712"/>
                  </a:lnTo>
                  <a:lnTo>
                    <a:pt x="62278" y="179021"/>
                  </a:lnTo>
                  <a:lnTo>
                    <a:pt x="44587" y="152782"/>
                  </a:lnTo>
                  <a:lnTo>
                    <a:pt x="38100" y="120650"/>
                  </a:lnTo>
                  <a:lnTo>
                    <a:pt x="44587" y="88517"/>
                  </a:lnTo>
                  <a:lnTo>
                    <a:pt x="62278" y="62278"/>
                  </a:lnTo>
                  <a:lnTo>
                    <a:pt x="88517" y="44587"/>
                  </a:lnTo>
                  <a:lnTo>
                    <a:pt x="120650" y="38100"/>
                  </a:lnTo>
                  <a:lnTo>
                    <a:pt x="206653" y="38100"/>
                  </a:lnTo>
                  <a:lnTo>
                    <a:pt x="199354" y="29202"/>
                  </a:lnTo>
                  <a:lnTo>
                    <a:pt x="163357" y="7776"/>
                  </a:lnTo>
                  <a:lnTo>
                    <a:pt x="120650" y="0"/>
                  </a:lnTo>
                  <a:close/>
                </a:path>
                <a:path w="8775700" h="241300">
                  <a:moveTo>
                    <a:pt x="206653" y="38100"/>
                  </a:moveTo>
                  <a:lnTo>
                    <a:pt x="120650" y="38100"/>
                  </a:lnTo>
                  <a:lnTo>
                    <a:pt x="152782" y="44587"/>
                  </a:lnTo>
                  <a:lnTo>
                    <a:pt x="179021" y="62278"/>
                  </a:lnTo>
                  <a:lnTo>
                    <a:pt x="196712" y="88517"/>
                  </a:lnTo>
                  <a:lnTo>
                    <a:pt x="203200" y="120650"/>
                  </a:lnTo>
                  <a:lnTo>
                    <a:pt x="196712" y="152782"/>
                  </a:lnTo>
                  <a:lnTo>
                    <a:pt x="179021" y="179021"/>
                  </a:lnTo>
                  <a:lnTo>
                    <a:pt x="152782" y="196712"/>
                  </a:lnTo>
                  <a:lnTo>
                    <a:pt x="120650" y="203200"/>
                  </a:lnTo>
                  <a:lnTo>
                    <a:pt x="206653" y="203200"/>
                  </a:lnTo>
                  <a:lnTo>
                    <a:pt x="225787" y="179875"/>
                  </a:lnTo>
                  <a:lnTo>
                    <a:pt x="239802" y="139712"/>
                  </a:lnTo>
                  <a:lnTo>
                    <a:pt x="8756650" y="139700"/>
                  </a:lnTo>
                  <a:lnTo>
                    <a:pt x="8764064" y="138202"/>
                  </a:lnTo>
                  <a:lnTo>
                    <a:pt x="8770120" y="134120"/>
                  </a:lnTo>
                  <a:lnTo>
                    <a:pt x="8774202" y="128064"/>
                  </a:lnTo>
                  <a:lnTo>
                    <a:pt x="8775700" y="120650"/>
                  </a:lnTo>
                  <a:lnTo>
                    <a:pt x="8774202" y="113235"/>
                  </a:lnTo>
                  <a:lnTo>
                    <a:pt x="8770120" y="107179"/>
                  </a:lnTo>
                  <a:lnTo>
                    <a:pt x="8764064" y="103097"/>
                  </a:lnTo>
                  <a:lnTo>
                    <a:pt x="8756650" y="101600"/>
                  </a:lnTo>
                  <a:lnTo>
                    <a:pt x="239802" y="101587"/>
                  </a:lnTo>
                  <a:lnTo>
                    <a:pt x="225787" y="61424"/>
                  </a:lnTo>
                  <a:lnTo>
                    <a:pt x="206653" y="38100"/>
                  </a:lnTo>
                  <a:close/>
                </a:path>
              </a:pathLst>
            </a:custGeom>
            <a:solidFill>
              <a:srgbClr val="212121"/>
            </a:solidFill>
          </p:spPr>
          <p:txBody>
            <a:bodyPr wrap="square" lIns="0" tIns="0" rIns="0" bIns="0" rtlCol="0"/>
            <a:lstStyle/>
            <a:p>
              <a:endParaRPr sz="900"/>
            </a:p>
          </p:txBody>
        </p:sp>
      </p:grpSp>
      <p:sp>
        <p:nvSpPr>
          <p:cNvPr id="25" name="object 25"/>
          <p:cNvSpPr txBox="1"/>
          <p:nvPr/>
        </p:nvSpPr>
        <p:spPr>
          <a:xfrm>
            <a:off x="2275593" y="5511800"/>
            <a:ext cx="2880607" cy="144780"/>
          </a:xfrm>
          <a:prstGeom prst="rect">
            <a:avLst/>
          </a:prstGeom>
        </p:spPr>
        <p:txBody>
          <a:bodyPr vert="horz" wrap="square" lIns="0" tIns="6350" rIns="0" bIns="0" rtlCol="0">
            <a:spAutoFit/>
          </a:bodyPr>
          <a:lstStyle/>
          <a:p>
            <a:pPr marL="6350">
              <a:spcBef>
                <a:spcPts val="50"/>
              </a:spcBef>
            </a:pPr>
            <a:r>
              <a:rPr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Disappointment = Expectations - Reality</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6" name="object 26"/>
          <p:cNvSpPr txBox="1"/>
          <p:nvPr/>
        </p:nvSpPr>
        <p:spPr>
          <a:xfrm>
            <a:off x="2603399" y="5715000"/>
            <a:ext cx="1644968" cy="236855"/>
          </a:xfrm>
          <a:prstGeom prst="rect">
            <a:avLst/>
          </a:prstGeom>
        </p:spPr>
        <p:txBody>
          <a:bodyPr vert="horz" wrap="square" lIns="0" tIns="6350" rIns="0" bIns="0" rtlCol="0">
            <a:spAutoFit/>
          </a:bodyPr>
          <a:lstStyle/>
          <a:p>
            <a:pPr marL="6350">
              <a:spcBef>
                <a:spcPts val="50"/>
              </a:spcBef>
              <a:tabLst>
                <a:tab pos="473075" algn="l"/>
                <a:tab pos="675005" algn="l"/>
                <a:tab pos="1141730" algn="l"/>
              </a:tabLst>
            </a:pPr>
            <a:r>
              <a:rPr sz="1500" b="1" spc="-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失</a:t>
            </a:r>
            <a:r>
              <a:rPr sz="1500" b="1" spc="-2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望</a:t>
            </a: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80"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a:t>
            </a: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期</a:t>
            </a:r>
            <a:r>
              <a:rPr sz="1500" b="1" spc="-2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望</a:t>
            </a: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102"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a:t>
            </a:r>
            <a:r>
              <a:rPr sz="1500" b="1" spc="-53"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 </a:t>
            </a:r>
            <a:r>
              <a:rPr sz="1500" b="1" spc="-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现</a:t>
            </a:r>
            <a:r>
              <a:rPr sz="1500" b="1" spc="-25"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实</a:t>
            </a:r>
            <a:endParaRPr sz="1500" b="1">
              <a:latin typeface="江城圆体 600W" panose="020B0800000000000000" pitchFamily="34" charset="-128"/>
              <a:ea typeface="江城圆体 600W" panose="020B0800000000000000" pitchFamily="34" charset="-128"/>
              <a:cs typeface="PMingLiU" panose="02020500000000000000" charset="-120"/>
            </a:endParaRPr>
          </a:p>
        </p:txBody>
      </p:sp>
      <p:sp>
        <p:nvSpPr>
          <p:cNvPr id="27" name="object 27"/>
          <p:cNvSpPr txBox="1">
            <a:spLocks noGrp="1"/>
          </p:cNvSpPr>
          <p:nvPr>
            <p:ph type="title"/>
          </p:nvPr>
        </p:nvSpPr>
        <p:spPr>
          <a:xfrm>
            <a:off x="768350" y="924053"/>
            <a:ext cx="6421085" cy="691515"/>
          </a:xfrm>
          <a:prstGeom prst="rect">
            <a:avLst/>
          </a:prstGeom>
        </p:spPr>
        <p:txBody>
          <a:bodyPr vert="horz" wrap="square" lIns="0" tIns="184150" rIns="0" bIns="0" rtlCol="0" anchor="ctr">
            <a:spAutoFit/>
          </a:bodyPr>
          <a:lstStyle/>
          <a:p>
            <a:pPr marL="744220">
              <a:lnSpc>
                <a:spcPct val="100000"/>
              </a:lnSpc>
              <a:spcBef>
                <a:spcPts val="50"/>
              </a:spcBef>
            </a:pPr>
            <a:r>
              <a:rPr b="1" spc="-8" dirty="0">
                <a:latin typeface="江城圆体 600W" panose="020B0800000000000000" pitchFamily="34" charset="-128"/>
                <a:ea typeface="江城圆体 600W" panose="020B0800000000000000" pitchFamily="34" charset="-128"/>
              </a:rPr>
              <a:t>如何度过艰难的时期？</a:t>
            </a:r>
          </a:p>
        </p:txBody>
      </p:sp>
      <p:pic>
        <p:nvPicPr>
          <p:cNvPr id="28" name="object 28"/>
          <p:cNvPicPr/>
          <p:nvPr/>
        </p:nvPicPr>
        <p:blipFill>
          <a:blip r:embed="rId2" cstate="print"/>
          <a:stretch>
            <a:fillRect/>
          </a:stretch>
        </p:blipFill>
        <p:spPr>
          <a:xfrm>
            <a:off x="3189837" y="8851900"/>
            <a:ext cx="486698" cy="2921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a:latin typeface="江城圆体 300W" panose="020B0800000000000000" pitchFamily="34" charset="-128"/>
              <a:ea typeface="江城圆体 300W" panose="020B0800000000000000" pitchFamily="34" charset="-128"/>
              <a:cs typeface="PMingLiU" panose="02020500000000000000" charset="-120"/>
            </a:endParaRPr>
          </a:p>
        </p:txBody>
      </p:sp>
      <p:sp>
        <p:nvSpPr>
          <p:cNvPr id="3" name="object 3"/>
          <p:cNvSpPr/>
          <p:nvPr/>
        </p:nvSpPr>
        <p:spPr>
          <a:xfrm>
            <a:off x="3232150" y="1301750"/>
            <a:ext cx="387033" cy="386715"/>
          </a:xfrm>
          <a:custGeom>
            <a:avLst/>
            <a:gdLst/>
            <a:ahLst/>
            <a:cxnLst/>
            <a:rect l="l" t="t" r="r" b="b"/>
            <a:pathLst>
              <a:path w="774065" h="773429">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5" h="773429">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5" h="773429">
                <a:moveTo>
                  <a:pt x="385104" y="0"/>
                </a:moveTo>
                <a:lnTo>
                  <a:pt x="336798" y="3000"/>
                </a:lnTo>
                <a:lnTo>
                  <a:pt x="433411" y="3000"/>
                </a:lnTo>
                <a:lnTo>
                  <a:pt x="385104" y="0"/>
                </a:lnTo>
                <a:close/>
              </a:path>
            </a:pathLst>
          </a:custGeom>
          <a:solidFill>
            <a:srgbClr val="7F62A1"/>
          </a:solidFill>
        </p:spPr>
        <p:txBody>
          <a:bodyPr wrap="square" lIns="0" tIns="0" rIns="0" bIns="0" rtlCol="0"/>
          <a:lstStyle/>
          <a:p>
            <a:endParaRPr sz="900"/>
          </a:p>
        </p:txBody>
      </p:sp>
      <p:sp>
        <p:nvSpPr>
          <p:cNvPr id="4" name="object 4"/>
          <p:cNvSpPr/>
          <p:nvPr/>
        </p:nvSpPr>
        <p:spPr>
          <a:xfrm>
            <a:off x="3232150" y="4508500"/>
            <a:ext cx="387033" cy="386715"/>
          </a:xfrm>
          <a:custGeom>
            <a:avLst/>
            <a:gdLst/>
            <a:ahLst/>
            <a:cxnLst/>
            <a:rect l="l" t="t" r="r" b="b"/>
            <a:pathLst>
              <a:path w="774065" h="773429">
                <a:moveTo>
                  <a:pt x="766838" y="714573"/>
                </a:moveTo>
                <a:lnTo>
                  <a:pt x="584610" y="714573"/>
                </a:lnTo>
                <a:lnTo>
                  <a:pt x="613492" y="715671"/>
                </a:lnTo>
                <a:lnTo>
                  <a:pt x="656308" y="733669"/>
                </a:lnTo>
                <a:lnTo>
                  <a:pt x="703243" y="756683"/>
                </a:lnTo>
                <a:lnTo>
                  <a:pt x="744482" y="772826"/>
                </a:lnTo>
                <a:lnTo>
                  <a:pt x="770209" y="770214"/>
                </a:lnTo>
                <a:lnTo>
                  <a:pt x="773628" y="741225"/>
                </a:lnTo>
                <a:lnTo>
                  <a:pt x="766838" y="714573"/>
                </a:lnTo>
                <a:close/>
              </a:path>
              <a:path w="774065" h="773429">
                <a:moveTo>
                  <a:pt x="385104" y="0"/>
                </a:moveTo>
                <a:lnTo>
                  <a:pt x="336798" y="3000"/>
                </a:lnTo>
                <a:lnTo>
                  <a:pt x="290282" y="11761"/>
                </a:lnTo>
                <a:lnTo>
                  <a:pt x="245917" y="25922"/>
                </a:lnTo>
                <a:lnTo>
                  <a:pt x="204065" y="45121"/>
                </a:lnTo>
                <a:lnTo>
                  <a:pt x="165086" y="68998"/>
                </a:lnTo>
                <a:lnTo>
                  <a:pt x="129341" y="97192"/>
                </a:lnTo>
                <a:lnTo>
                  <a:pt x="97191" y="129342"/>
                </a:lnTo>
                <a:lnTo>
                  <a:pt x="68998" y="165087"/>
                </a:lnTo>
                <a:lnTo>
                  <a:pt x="45121" y="204066"/>
                </a:lnTo>
                <a:lnTo>
                  <a:pt x="25921" y="245919"/>
                </a:lnTo>
                <a:lnTo>
                  <a:pt x="11761" y="290283"/>
                </a:lnTo>
                <a:lnTo>
                  <a:pt x="3000" y="336800"/>
                </a:lnTo>
                <a:lnTo>
                  <a:pt x="0" y="385107"/>
                </a:lnTo>
                <a:lnTo>
                  <a:pt x="3000" y="433414"/>
                </a:lnTo>
                <a:lnTo>
                  <a:pt x="11761" y="479930"/>
                </a:lnTo>
                <a:lnTo>
                  <a:pt x="25921" y="524295"/>
                </a:lnTo>
                <a:lnTo>
                  <a:pt x="45121" y="566148"/>
                </a:lnTo>
                <a:lnTo>
                  <a:pt x="68998" y="605127"/>
                </a:lnTo>
                <a:lnTo>
                  <a:pt x="97191" y="640872"/>
                </a:lnTo>
                <a:lnTo>
                  <a:pt x="129341" y="673022"/>
                </a:lnTo>
                <a:lnTo>
                  <a:pt x="165086" y="701216"/>
                </a:lnTo>
                <a:lnTo>
                  <a:pt x="204065" y="725093"/>
                </a:lnTo>
                <a:lnTo>
                  <a:pt x="245917" y="744292"/>
                </a:lnTo>
                <a:lnTo>
                  <a:pt x="290282" y="758452"/>
                </a:lnTo>
                <a:lnTo>
                  <a:pt x="336798" y="767213"/>
                </a:lnTo>
                <a:lnTo>
                  <a:pt x="385104" y="770214"/>
                </a:lnTo>
                <a:lnTo>
                  <a:pt x="438906" y="766486"/>
                </a:lnTo>
                <a:lnTo>
                  <a:pt x="490425" y="755635"/>
                </a:lnTo>
                <a:lnTo>
                  <a:pt x="539160" y="738163"/>
                </a:lnTo>
                <a:lnTo>
                  <a:pt x="584610" y="714573"/>
                </a:lnTo>
                <a:lnTo>
                  <a:pt x="766838" y="714573"/>
                </a:lnTo>
                <a:lnTo>
                  <a:pt x="761491" y="693585"/>
                </a:lnTo>
                <a:lnTo>
                  <a:pt x="743535" y="639255"/>
                </a:lnTo>
                <a:lnTo>
                  <a:pt x="729499" y="590198"/>
                </a:lnTo>
                <a:lnTo>
                  <a:pt x="729122" y="558375"/>
                </a:lnTo>
                <a:lnTo>
                  <a:pt x="746630" y="518094"/>
                </a:lnTo>
                <a:lnTo>
                  <a:pt x="759521" y="475581"/>
                </a:lnTo>
                <a:lnTo>
                  <a:pt x="767485" y="431148"/>
                </a:lnTo>
                <a:lnTo>
                  <a:pt x="770209" y="385107"/>
                </a:lnTo>
                <a:lnTo>
                  <a:pt x="767208" y="336800"/>
                </a:lnTo>
                <a:lnTo>
                  <a:pt x="758447" y="290283"/>
                </a:lnTo>
                <a:lnTo>
                  <a:pt x="744287" y="245919"/>
                </a:lnTo>
                <a:lnTo>
                  <a:pt x="725088" y="204066"/>
                </a:lnTo>
                <a:lnTo>
                  <a:pt x="701211" y="165087"/>
                </a:lnTo>
                <a:lnTo>
                  <a:pt x="673017" y="129342"/>
                </a:lnTo>
                <a:lnTo>
                  <a:pt x="640867" y="97192"/>
                </a:lnTo>
                <a:lnTo>
                  <a:pt x="605122" y="68998"/>
                </a:lnTo>
                <a:lnTo>
                  <a:pt x="566144" y="45121"/>
                </a:lnTo>
                <a:lnTo>
                  <a:pt x="524291" y="25922"/>
                </a:lnTo>
                <a:lnTo>
                  <a:pt x="479927" y="11761"/>
                </a:lnTo>
                <a:lnTo>
                  <a:pt x="433411" y="3000"/>
                </a:lnTo>
                <a:lnTo>
                  <a:pt x="385104" y="0"/>
                </a:lnTo>
                <a:close/>
              </a:path>
            </a:pathLst>
          </a:custGeom>
          <a:solidFill>
            <a:srgbClr val="7F62A1"/>
          </a:solidFill>
        </p:spPr>
        <p:txBody>
          <a:bodyPr wrap="square" lIns="0" tIns="0" rIns="0" bIns="0" rtlCol="0"/>
          <a:lstStyle/>
          <a:p>
            <a:endParaRPr sz="900"/>
          </a:p>
        </p:txBody>
      </p:sp>
      <p:sp>
        <p:nvSpPr>
          <p:cNvPr id="5" name="object 5"/>
          <p:cNvSpPr txBox="1"/>
          <p:nvPr/>
        </p:nvSpPr>
        <p:spPr>
          <a:xfrm>
            <a:off x="3283676" y="1367690"/>
            <a:ext cx="399037"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03</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6" name="object 6"/>
          <p:cNvSpPr txBox="1"/>
          <p:nvPr/>
        </p:nvSpPr>
        <p:spPr>
          <a:xfrm>
            <a:off x="3283676" y="4567946"/>
            <a:ext cx="399037"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04</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7" name="object 7"/>
          <p:cNvSpPr txBox="1"/>
          <p:nvPr/>
        </p:nvSpPr>
        <p:spPr>
          <a:xfrm>
            <a:off x="1441450" y="2922270"/>
            <a:ext cx="3987483" cy="581025"/>
          </a:xfrm>
          <a:prstGeom prst="rect">
            <a:avLst/>
          </a:prstGeom>
        </p:spPr>
        <p:txBody>
          <a:bodyPr vert="horz" wrap="square" lIns="0" tIns="6350" rIns="0" bIns="0" rtlCol="0">
            <a:spAutoFit/>
          </a:bodyPr>
          <a:lstStyle/>
          <a:p>
            <a:pPr marL="6350" marR="2540" algn="just">
              <a:lnSpc>
                <a:spcPct val="119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遗憾是不幸的个人选择而导致的结果不满。即没能力改变现实的失望，再被个人选择的责任感放大。遗憾中有期望和向往，这是一种更加成熟的情绪，失望与遗憾的主要区别就在于你的责任感。</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grpSp>
        <p:nvGrpSpPr>
          <p:cNvPr id="8" name="object 8"/>
          <p:cNvGrpSpPr/>
          <p:nvPr/>
        </p:nvGrpSpPr>
        <p:grpSpPr>
          <a:xfrm>
            <a:off x="1708150" y="2130425"/>
            <a:ext cx="4387850" cy="1968500"/>
            <a:chOff x="3416300" y="4260850"/>
            <a:chExt cx="8775700" cy="3937000"/>
          </a:xfrm>
        </p:grpSpPr>
        <p:sp>
          <p:nvSpPr>
            <p:cNvPr id="9" name="object 9"/>
            <p:cNvSpPr/>
            <p:nvPr/>
          </p:nvSpPr>
          <p:spPr>
            <a:xfrm>
              <a:off x="11652250" y="42608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dirty="0"/>
            </a:p>
          </p:txBody>
        </p:sp>
        <p:sp>
          <p:nvSpPr>
            <p:cNvPr id="10" name="object 10"/>
            <p:cNvSpPr/>
            <p:nvPr/>
          </p:nvSpPr>
          <p:spPr>
            <a:xfrm>
              <a:off x="3416300" y="4533900"/>
              <a:ext cx="8775700" cy="241300"/>
            </a:xfrm>
            <a:custGeom>
              <a:avLst/>
              <a:gdLst/>
              <a:ahLst/>
              <a:cxnLst/>
              <a:rect l="l" t="t" r="r" b="b"/>
              <a:pathLst>
                <a:path w="8775700" h="241300">
                  <a:moveTo>
                    <a:pt x="8655050" y="0"/>
                  </a:moveTo>
                  <a:lnTo>
                    <a:pt x="8612342" y="7777"/>
                  </a:lnTo>
                  <a:lnTo>
                    <a:pt x="8576345" y="29205"/>
                  </a:lnTo>
                  <a:lnTo>
                    <a:pt x="8549912" y="61427"/>
                  </a:lnTo>
                  <a:lnTo>
                    <a:pt x="8535897" y="101587"/>
                  </a:lnTo>
                  <a:lnTo>
                    <a:pt x="19050" y="101600"/>
                  </a:lnTo>
                  <a:lnTo>
                    <a:pt x="11635" y="103097"/>
                  </a:lnTo>
                  <a:lnTo>
                    <a:pt x="5579" y="107181"/>
                  </a:lnTo>
                  <a:lnTo>
                    <a:pt x="1497" y="113237"/>
                  </a:lnTo>
                  <a:lnTo>
                    <a:pt x="0" y="120650"/>
                  </a:lnTo>
                  <a:lnTo>
                    <a:pt x="1497" y="128062"/>
                  </a:lnTo>
                  <a:lnTo>
                    <a:pt x="5579" y="134118"/>
                  </a:lnTo>
                  <a:lnTo>
                    <a:pt x="11635" y="138202"/>
                  </a:lnTo>
                  <a:lnTo>
                    <a:pt x="19050" y="139700"/>
                  </a:lnTo>
                  <a:lnTo>
                    <a:pt x="8535897" y="139712"/>
                  </a:lnTo>
                  <a:lnTo>
                    <a:pt x="8549912" y="179872"/>
                  </a:lnTo>
                  <a:lnTo>
                    <a:pt x="8576345" y="212094"/>
                  </a:lnTo>
                  <a:lnTo>
                    <a:pt x="8612342" y="233522"/>
                  </a:lnTo>
                  <a:lnTo>
                    <a:pt x="8655050" y="241300"/>
                  </a:lnTo>
                  <a:lnTo>
                    <a:pt x="8702012" y="231819"/>
                  </a:lnTo>
                  <a:lnTo>
                    <a:pt x="8740362" y="205963"/>
                  </a:lnTo>
                  <a:lnTo>
                    <a:pt x="8742225" y="203200"/>
                  </a:lnTo>
                  <a:lnTo>
                    <a:pt x="8655050" y="203200"/>
                  </a:lnTo>
                  <a:lnTo>
                    <a:pt x="8622917" y="196713"/>
                  </a:lnTo>
                  <a:lnTo>
                    <a:pt x="8596678" y="179022"/>
                  </a:lnTo>
                  <a:lnTo>
                    <a:pt x="8578987" y="152782"/>
                  </a:lnTo>
                  <a:lnTo>
                    <a:pt x="8572500" y="120650"/>
                  </a:lnTo>
                  <a:lnTo>
                    <a:pt x="8578987" y="88517"/>
                  </a:lnTo>
                  <a:lnTo>
                    <a:pt x="8596678" y="62277"/>
                  </a:lnTo>
                  <a:lnTo>
                    <a:pt x="8622917" y="44586"/>
                  </a:lnTo>
                  <a:lnTo>
                    <a:pt x="8655050" y="38100"/>
                  </a:lnTo>
                  <a:lnTo>
                    <a:pt x="8742225" y="38100"/>
                  </a:lnTo>
                  <a:lnTo>
                    <a:pt x="8740362" y="35336"/>
                  </a:lnTo>
                  <a:lnTo>
                    <a:pt x="8702012" y="9480"/>
                  </a:lnTo>
                  <a:lnTo>
                    <a:pt x="8655050" y="0"/>
                  </a:lnTo>
                  <a:close/>
                </a:path>
                <a:path w="8775700" h="241300">
                  <a:moveTo>
                    <a:pt x="8742225" y="38100"/>
                  </a:moveTo>
                  <a:lnTo>
                    <a:pt x="8655050" y="38100"/>
                  </a:lnTo>
                  <a:lnTo>
                    <a:pt x="8687182" y="44586"/>
                  </a:lnTo>
                  <a:lnTo>
                    <a:pt x="8713421" y="62277"/>
                  </a:lnTo>
                  <a:lnTo>
                    <a:pt x="8731112" y="88517"/>
                  </a:lnTo>
                  <a:lnTo>
                    <a:pt x="8737600" y="120650"/>
                  </a:lnTo>
                  <a:lnTo>
                    <a:pt x="8731112" y="152782"/>
                  </a:lnTo>
                  <a:lnTo>
                    <a:pt x="8713421" y="179022"/>
                  </a:lnTo>
                  <a:lnTo>
                    <a:pt x="8687182" y="196713"/>
                  </a:lnTo>
                  <a:lnTo>
                    <a:pt x="8655050" y="203200"/>
                  </a:lnTo>
                  <a:lnTo>
                    <a:pt x="8742225" y="203200"/>
                  </a:lnTo>
                  <a:lnTo>
                    <a:pt x="8766218" y="167614"/>
                  </a:lnTo>
                  <a:lnTo>
                    <a:pt x="8775700" y="120650"/>
                  </a:lnTo>
                  <a:lnTo>
                    <a:pt x="8766218" y="73685"/>
                  </a:lnTo>
                  <a:lnTo>
                    <a:pt x="8742225" y="38100"/>
                  </a:lnTo>
                  <a:close/>
                </a:path>
              </a:pathLst>
            </a:custGeom>
            <a:solidFill>
              <a:srgbClr val="212121"/>
            </a:solidFill>
          </p:spPr>
          <p:txBody>
            <a:bodyPr wrap="square" lIns="0" tIns="0" rIns="0" bIns="0" rtlCol="0"/>
            <a:lstStyle/>
            <a:p>
              <a:endParaRPr sz="900"/>
            </a:p>
          </p:txBody>
        </p:sp>
      </p:grpSp>
      <p:grpSp>
        <p:nvGrpSpPr>
          <p:cNvPr id="11" name="object 11"/>
          <p:cNvGrpSpPr/>
          <p:nvPr/>
        </p:nvGrpSpPr>
        <p:grpSpPr>
          <a:xfrm>
            <a:off x="768350" y="2486025"/>
            <a:ext cx="4387850" cy="1968500"/>
            <a:chOff x="1536700" y="4972050"/>
            <a:chExt cx="8775700" cy="3937000"/>
          </a:xfrm>
        </p:grpSpPr>
        <p:sp>
          <p:nvSpPr>
            <p:cNvPr id="12" name="object 12"/>
            <p:cNvSpPr/>
            <p:nvPr/>
          </p:nvSpPr>
          <p:spPr>
            <a:xfrm>
              <a:off x="2076450" y="49720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a:p>
          </p:txBody>
        </p:sp>
        <p:sp>
          <p:nvSpPr>
            <p:cNvPr id="13" name="object 13"/>
            <p:cNvSpPr/>
            <p:nvPr/>
          </p:nvSpPr>
          <p:spPr>
            <a:xfrm>
              <a:off x="1536700" y="8369300"/>
              <a:ext cx="8775700" cy="241300"/>
            </a:xfrm>
            <a:custGeom>
              <a:avLst/>
              <a:gdLst/>
              <a:ahLst/>
              <a:cxnLst/>
              <a:rect l="l" t="t" r="r" b="b"/>
              <a:pathLst>
                <a:path w="8775700" h="241300">
                  <a:moveTo>
                    <a:pt x="120650" y="0"/>
                  </a:moveTo>
                  <a:lnTo>
                    <a:pt x="73687" y="9481"/>
                  </a:lnTo>
                  <a:lnTo>
                    <a:pt x="35337" y="35337"/>
                  </a:lnTo>
                  <a:lnTo>
                    <a:pt x="9481" y="73687"/>
                  </a:lnTo>
                  <a:lnTo>
                    <a:pt x="0" y="120650"/>
                  </a:lnTo>
                  <a:lnTo>
                    <a:pt x="9481" y="167612"/>
                  </a:lnTo>
                  <a:lnTo>
                    <a:pt x="35337" y="205962"/>
                  </a:lnTo>
                  <a:lnTo>
                    <a:pt x="73687" y="231818"/>
                  </a:lnTo>
                  <a:lnTo>
                    <a:pt x="120650" y="241300"/>
                  </a:lnTo>
                  <a:lnTo>
                    <a:pt x="163357" y="233523"/>
                  </a:lnTo>
                  <a:lnTo>
                    <a:pt x="199354" y="212097"/>
                  </a:lnTo>
                  <a:lnTo>
                    <a:pt x="206653" y="203200"/>
                  </a:lnTo>
                  <a:lnTo>
                    <a:pt x="120650" y="203200"/>
                  </a:lnTo>
                  <a:lnTo>
                    <a:pt x="88517" y="196712"/>
                  </a:lnTo>
                  <a:lnTo>
                    <a:pt x="62278" y="179021"/>
                  </a:lnTo>
                  <a:lnTo>
                    <a:pt x="44587" y="152782"/>
                  </a:lnTo>
                  <a:lnTo>
                    <a:pt x="38100" y="120650"/>
                  </a:lnTo>
                  <a:lnTo>
                    <a:pt x="44587" y="88517"/>
                  </a:lnTo>
                  <a:lnTo>
                    <a:pt x="62278" y="62278"/>
                  </a:lnTo>
                  <a:lnTo>
                    <a:pt x="88517" y="44587"/>
                  </a:lnTo>
                  <a:lnTo>
                    <a:pt x="120650" y="38100"/>
                  </a:lnTo>
                  <a:lnTo>
                    <a:pt x="206653" y="38100"/>
                  </a:lnTo>
                  <a:lnTo>
                    <a:pt x="199354" y="29202"/>
                  </a:lnTo>
                  <a:lnTo>
                    <a:pt x="163357" y="7776"/>
                  </a:lnTo>
                  <a:lnTo>
                    <a:pt x="120650" y="0"/>
                  </a:lnTo>
                  <a:close/>
                </a:path>
                <a:path w="8775700" h="241300">
                  <a:moveTo>
                    <a:pt x="206653" y="38100"/>
                  </a:moveTo>
                  <a:lnTo>
                    <a:pt x="120650" y="38100"/>
                  </a:lnTo>
                  <a:lnTo>
                    <a:pt x="152782" y="44587"/>
                  </a:lnTo>
                  <a:lnTo>
                    <a:pt x="179021" y="62278"/>
                  </a:lnTo>
                  <a:lnTo>
                    <a:pt x="196712" y="88517"/>
                  </a:lnTo>
                  <a:lnTo>
                    <a:pt x="203200" y="120650"/>
                  </a:lnTo>
                  <a:lnTo>
                    <a:pt x="196712" y="152782"/>
                  </a:lnTo>
                  <a:lnTo>
                    <a:pt x="179021" y="179021"/>
                  </a:lnTo>
                  <a:lnTo>
                    <a:pt x="152782" y="196712"/>
                  </a:lnTo>
                  <a:lnTo>
                    <a:pt x="120650" y="203200"/>
                  </a:lnTo>
                  <a:lnTo>
                    <a:pt x="206653" y="203200"/>
                  </a:lnTo>
                  <a:lnTo>
                    <a:pt x="225787" y="179875"/>
                  </a:lnTo>
                  <a:lnTo>
                    <a:pt x="239802" y="139712"/>
                  </a:lnTo>
                  <a:lnTo>
                    <a:pt x="8756650" y="139700"/>
                  </a:lnTo>
                  <a:lnTo>
                    <a:pt x="8764064" y="138202"/>
                  </a:lnTo>
                  <a:lnTo>
                    <a:pt x="8770120" y="134120"/>
                  </a:lnTo>
                  <a:lnTo>
                    <a:pt x="8774202" y="128064"/>
                  </a:lnTo>
                  <a:lnTo>
                    <a:pt x="8775700" y="120650"/>
                  </a:lnTo>
                  <a:lnTo>
                    <a:pt x="8774202" y="113235"/>
                  </a:lnTo>
                  <a:lnTo>
                    <a:pt x="8770120" y="107179"/>
                  </a:lnTo>
                  <a:lnTo>
                    <a:pt x="8764064" y="103097"/>
                  </a:lnTo>
                  <a:lnTo>
                    <a:pt x="8756650" y="101600"/>
                  </a:lnTo>
                  <a:lnTo>
                    <a:pt x="239802" y="101587"/>
                  </a:lnTo>
                  <a:lnTo>
                    <a:pt x="225787" y="61424"/>
                  </a:lnTo>
                  <a:lnTo>
                    <a:pt x="206653" y="38100"/>
                  </a:lnTo>
                  <a:close/>
                </a:path>
              </a:pathLst>
            </a:custGeom>
            <a:solidFill>
              <a:srgbClr val="212121"/>
            </a:solidFill>
          </p:spPr>
          <p:txBody>
            <a:bodyPr wrap="square" lIns="0" tIns="0" rIns="0" bIns="0" rtlCol="0"/>
            <a:lstStyle/>
            <a:p>
              <a:endParaRPr sz="900"/>
            </a:p>
          </p:txBody>
        </p:sp>
      </p:grpSp>
      <p:grpSp>
        <p:nvGrpSpPr>
          <p:cNvPr id="14" name="object 14"/>
          <p:cNvGrpSpPr/>
          <p:nvPr/>
        </p:nvGrpSpPr>
        <p:grpSpPr>
          <a:xfrm>
            <a:off x="768350" y="5426075"/>
            <a:ext cx="5327650" cy="2260600"/>
            <a:chOff x="1536700" y="10852150"/>
            <a:chExt cx="10655300" cy="4521200"/>
          </a:xfrm>
        </p:grpSpPr>
        <p:sp>
          <p:nvSpPr>
            <p:cNvPr id="15" name="object 15"/>
            <p:cNvSpPr/>
            <p:nvPr/>
          </p:nvSpPr>
          <p:spPr>
            <a:xfrm>
              <a:off x="11652250" y="108521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dirty="0"/>
            </a:p>
          </p:txBody>
        </p:sp>
        <p:sp>
          <p:nvSpPr>
            <p:cNvPr id="16" name="object 16"/>
            <p:cNvSpPr/>
            <p:nvPr/>
          </p:nvSpPr>
          <p:spPr>
            <a:xfrm>
              <a:off x="3416300" y="11049000"/>
              <a:ext cx="8775700" cy="241300"/>
            </a:xfrm>
            <a:custGeom>
              <a:avLst/>
              <a:gdLst/>
              <a:ahLst/>
              <a:cxnLst/>
              <a:rect l="l" t="t" r="r" b="b"/>
              <a:pathLst>
                <a:path w="8775700" h="241300">
                  <a:moveTo>
                    <a:pt x="8655050" y="0"/>
                  </a:moveTo>
                  <a:lnTo>
                    <a:pt x="8612342" y="7776"/>
                  </a:lnTo>
                  <a:lnTo>
                    <a:pt x="8576345" y="29202"/>
                  </a:lnTo>
                  <a:lnTo>
                    <a:pt x="8549912" y="61424"/>
                  </a:lnTo>
                  <a:lnTo>
                    <a:pt x="8535897" y="101587"/>
                  </a:lnTo>
                  <a:lnTo>
                    <a:pt x="19050" y="101600"/>
                  </a:lnTo>
                  <a:lnTo>
                    <a:pt x="11635" y="103097"/>
                  </a:lnTo>
                  <a:lnTo>
                    <a:pt x="5579" y="107179"/>
                  </a:lnTo>
                  <a:lnTo>
                    <a:pt x="1497" y="113235"/>
                  </a:lnTo>
                  <a:lnTo>
                    <a:pt x="0" y="120650"/>
                  </a:lnTo>
                  <a:lnTo>
                    <a:pt x="1497" y="128064"/>
                  </a:lnTo>
                  <a:lnTo>
                    <a:pt x="5579" y="134120"/>
                  </a:lnTo>
                  <a:lnTo>
                    <a:pt x="11635" y="138202"/>
                  </a:lnTo>
                  <a:lnTo>
                    <a:pt x="19050" y="139700"/>
                  </a:lnTo>
                  <a:lnTo>
                    <a:pt x="8535897" y="139712"/>
                  </a:lnTo>
                  <a:lnTo>
                    <a:pt x="8549912" y="179875"/>
                  </a:lnTo>
                  <a:lnTo>
                    <a:pt x="8576345" y="212097"/>
                  </a:lnTo>
                  <a:lnTo>
                    <a:pt x="8612342" y="233523"/>
                  </a:lnTo>
                  <a:lnTo>
                    <a:pt x="8655050" y="241300"/>
                  </a:lnTo>
                  <a:lnTo>
                    <a:pt x="8702012" y="231818"/>
                  </a:lnTo>
                  <a:lnTo>
                    <a:pt x="8740362" y="205962"/>
                  </a:lnTo>
                  <a:lnTo>
                    <a:pt x="8742224" y="203200"/>
                  </a:lnTo>
                  <a:lnTo>
                    <a:pt x="8655050" y="203200"/>
                  </a:lnTo>
                  <a:lnTo>
                    <a:pt x="8622917" y="196712"/>
                  </a:lnTo>
                  <a:lnTo>
                    <a:pt x="8596678" y="179021"/>
                  </a:lnTo>
                  <a:lnTo>
                    <a:pt x="8578987" y="152782"/>
                  </a:lnTo>
                  <a:lnTo>
                    <a:pt x="8572500" y="120650"/>
                  </a:lnTo>
                  <a:lnTo>
                    <a:pt x="8578987" y="88517"/>
                  </a:lnTo>
                  <a:lnTo>
                    <a:pt x="8596678" y="62278"/>
                  </a:lnTo>
                  <a:lnTo>
                    <a:pt x="8622917" y="44587"/>
                  </a:lnTo>
                  <a:lnTo>
                    <a:pt x="8655050" y="38100"/>
                  </a:lnTo>
                  <a:lnTo>
                    <a:pt x="8742224" y="38100"/>
                  </a:lnTo>
                  <a:lnTo>
                    <a:pt x="8740362" y="35337"/>
                  </a:lnTo>
                  <a:lnTo>
                    <a:pt x="8702012" y="9481"/>
                  </a:lnTo>
                  <a:lnTo>
                    <a:pt x="8655050" y="0"/>
                  </a:lnTo>
                  <a:close/>
                </a:path>
                <a:path w="8775700" h="241300">
                  <a:moveTo>
                    <a:pt x="8742224" y="38100"/>
                  </a:moveTo>
                  <a:lnTo>
                    <a:pt x="8655050" y="38100"/>
                  </a:lnTo>
                  <a:lnTo>
                    <a:pt x="8687182" y="44587"/>
                  </a:lnTo>
                  <a:lnTo>
                    <a:pt x="8713421" y="62278"/>
                  </a:lnTo>
                  <a:lnTo>
                    <a:pt x="8731112" y="88517"/>
                  </a:lnTo>
                  <a:lnTo>
                    <a:pt x="8737600" y="120650"/>
                  </a:lnTo>
                  <a:lnTo>
                    <a:pt x="8731112" y="152782"/>
                  </a:lnTo>
                  <a:lnTo>
                    <a:pt x="8713421" y="179021"/>
                  </a:lnTo>
                  <a:lnTo>
                    <a:pt x="8687182" y="196712"/>
                  </a:lnTo>
                  <a:lnTo>
                    <a:pt x="8655050" y="203200"/>
                  </a:lnTo>
                  <a:lnTo>
                    <a:pt x="8742224" y="203200"/>
                  </a:lnTo>
                  <a:lnTo>
                    <a:pt x="8766218" y="167612"/>
                  </a:lnTo>
                  <a:lnTo>
                    <a:pt x="8775700" y="120650"/>
                  </a:lnTo>
                  <a:lnTo>
                    <a:pt x="8766218" y="73687"/>
                  </a:lnTo>
                  <a:lnTo>
                    <a:pt x="8742224" y="38100"/>
                  </a:lnTo>
                  <a:close/>
                </a:path>
              </a:pathLst>
            </a:custGeom>
            <a:solidFill>
              <a:srgbClr val="212121"/>
            </a:solidFill>
          </p:spPr>
          <p:txBody>
            <a:bodyPr wrap="square" lIns="0" tIns="0" rIns="0" bIns="0" rtlCol="0"/>
            <a:lstStyle/>
            <a:p>
              <a:endParaRPr sz="900"/>
            </a:p>
          </p:txBody>
        </p:sp>
        <p:sp>
          <p:nvSpPr>
            <p:cNvPr id="17" name="object 17"/>
            <p:cNvSpPr/>
            <p:nvPr/>
          </p:nvSpPr>
          <p:spPr>
            <a:xfrm>
              <a:off x="2076450" y="114363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dirty="0"/>
            </a:p>
          </p:txBody>
        </p:sp>
        <p:sp>
          <p:nvSpPr>
            <p:cNvPr id="18" name="object 18"/>
            <p:cNvSpPr/>
            <p:nvPr/>
          </p:nvSpPr>
          <p:spPr>
            <a:xfrm>
              <a:off x="1536700" y="14833600"/>
              <a:ext cx="8775700" cy="241300"/>
            </a:xfrm>
            <a:custGeom>
              <a:avLst/>
              <a:gdLst/>
              <a:ahLst/>
              <a:cxnLst/>
              <a:rect l="l" t="t" r="r" b="b"/>
              <a:pathLst>
                <a:path w="8775700" h="241300">
                  <a:moveTo>
                    <a:pt x="120650" y="0"/>
                  </a:moveTo>
                  <a:lnTo>
                    <a:pt x="73687" y="9481"/>
                  </a:lnTo>
                  <a:lnTo>
                    <a:pt x="35337" y="35337"/>
                  </a:lnTo>
                  <a:lnTo>
                    <a:pt x="9481" y="73687"/>
                  </a:lnTo>
                  <a:lnTo>
                    <a:pt x="0" y="120650"/>
                  </a:lnTo>
                  <a:lnTo>
                    <a:pt x="9481" y="167612"/>
                  </a:lnTo>
                  <a:lnTo>
                    <a:pt x="35337" y="205962"/>
                  </a:lnTo>
                  <a:lnTo>
                    <a:pt x="73687" y="231818"/>
                  </a:lnTo>
                  <a:lnTo>
                    <a:pt x="120650" y="241300"/>
                  </a:lnTo>
                  <a:lnTo>
                    <a:pt x="163357" y="233523"/>
                  </a:lnTo>
                  <a:lnTo>
                    <a:pt x="199354" y="212097"/>
                  </a:lnTo>
                  <a:lnTo>
                    <a:pt x="206653" y="203200"/>
                  </a:lnTo>
                  <a:lnTo>
                    <a:pt x="120650" y="203200"/>
                  </a:lnTo>
                  <a:lnTo>
                    <a:pt x="88517" y="196712"/>
                  </a:lnTo>
                  <a:lnTo>
                    <a:pt x="62278" y="179021"/>
                  </a:lnTo>
                  <a:lnTo>
                    <a:pt x="44587" y="152782"/>
                  </a:lnTo>
                  <a:lnTo>
                    <a:pt x="38100" y="120650"/>
                  </a:lnTo>
                  <a:lnTo>
                    <a:pt x="44587" y="88517"/>
                  </a:lnTo>
                  <a:lnTo>
                    <a:pt x="62278" y="62278"/>
                  </a:lnTo>
                  <a:lnTo>
                    <a:pt x="88517" y="44587"/>
                  </a:lnTo>
                  <a:lnTo>
                    <a:pt x="120650" y="38100"/>
                  </a:lnTo>
                  <a:lnTo>
                    <a:pt x="206653" y="38100"/>
                  </a:lnTo>
                  <a:lnTo>
                    <a:pt x="199354" y="29202"/>
                  </a:lnTo>
                  <a:lnTo>
                    <a:pt x="163357" y="7776"/>
                  </a:lnTo>
                  <a:lnTo>
                    <a:pt x="120650" y="0"/>
                  </a:lnTo>
                  <a:close/>
                </a:path>
                <a:path w="8775700" h="241300">
                  <a:moveTo>
                    <a:pt x="206653" y="38100"/>
                  </a:moveTo>
                  <a:lnTo>
                    <a:pt x="120650" y="38100"/>
                  </a:lnTo>
                  <a:lnTo>
                    <a:pt x="152782" y="44587"/>
                  </a:lnTo>
                  <a:lnTo>
                    <a:pt x="179021" y="62278"/>
                  </a:lnTo>
                  <a:lnTo>
                    <a:pt x="196712" y="88517"/>
                  </a:lnTo>
                  <a:lnTo>
                    <a:pt x="203200" y="120650"/>
                  </a:lnTo>
                  <a:lnTo>
                    <a:pt x="196712" y="152782"/>
                  </a:lnTo>
                  <a:lnTo>
                    <a:pt x="179021" y="179021"/>
                  </a:lnTo>
                  <a:lnTo>
                    <a:pt x="152782" y="196712"/>
                  </a:lnTo>
                  <a:lnTo>
                    <a:pt x="120650" y="203200"/>
                  </a:lnTo>
                  <a:lnTo>
                    <a:pt x="206653" y="203200"/>
                  </a:lnTo>
                  <a:lnTo>
                    <a:pt x="225787" y="179875"/>
                  </a:lnTo>
                  <a:lnTo>
                    <a:pt x="239802" y="139712"/>
                  </a:lnTo>
                  <a:lnTo>
                    <a:pt x="8756650" y="139700"/>
                  </a:lnTo>
                  <a:lnTo>
                    <a:pt x="8764064" y="138202"/>
                  </a:lnTo>
                  <a:lnTo>
                    <a:pt x="8770120" y="134120"/>
                  </a:lnTo>
                  <a:lnTo>
                    <a:pt x="8774202" y="128064"/>
                  </a:lnTo>
                  <a:lnTo>
                    <a:pt x="8775700" y="120650"/>
                  </a:lnTo>
                  <a:lnTo>
                    <a:pt x="8774202" y="113235"/>
                  </a:lnTo>
                  <a:lnTo>
                    <a:pt x="8770120" y="107179"/>
                  </a:lnTo>
                  <a:lnTo>
                    <a:pt x="8764064" y="103097"/>
                  </a:lnTo>
                  <a:lnTo>
                    <a:pt x="8756650" y="101600"/>
                  </a:lnTo>
                  <a:lnTo>
                    <a:pt x="239802" y="101587"/>
                  </a:lnTo>
                  <a:lnTo>
                    <a:pt x="225787" y="61424"/>
                  </a:lnTo>
                  <a:lnTo>
                    <a:pt x="206653" y="38100"/>
                  </a:lnTo>
                  <a:close/>
                </a:path>
              </a:pathLst>
            </a:custGeom>
            <a:solidFill>
              <a:srgbClr val="212121"/>
            </a:solidFill>
          </p:spPr>
          <p:txBody>
            <a:bodyPr wrap="square" lIns="0" tIns="0" rIns="0" bIns="0" rtlCol="0"/>
            <a:lstStyle/>
            <a:p>
              <a:endParaRPr sz="900"/>
            </a:p>
          </p:txBody>
        </p:sp>
      </p:grpSp>
      <p:sp>
        <p:nvSpPr>
          <p:cNvPr id="19" name="object 19"/>
          <p:cNvSpPr txBox="1"/>
          <p:nvPr/>
        </p:nvSpPr>
        <p:spPr>
          <a:xfrm>
            <a:off x="2280346" y="1765046"/>
            <a:ext cx="2405698" cy="461010"/>
          </a:xfrm>
          <a:prstGeom prst="rect">
            <a:avLst/>
          </a:prstGeom>
        </p:spPr>
        <p:txBody>
          <a:bodyPr vert="horz" wrap="square" lIns="0" tIns="38100" rIns="0" bIns="0" rtlCol="0">
            <a:spAutoFit/>
          </a:bodyPr>
          <a:lstStyle/>
          <a:p>
            <a:pPr algn="ctr">
              <a:spcBef>
                <a:spcPts val="300"/>
              </a:spcBef>
            </a:pPr>
            <a:r>
              <a:rPr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Regret = Disappointment + Responsibility</a:t>
            </a:r>
            <a:endParaRPr sz="900" b="1" dirty="0">
              <a:latin typeface="江城圆体 600W" panose="020B0800000000000000" pitchFamily="34" charset="-128"/>
              <a:ea typeface="江城圆体 600W" panose="020B0800000000000000" pitchFamily="34" charset="-128"/>
              <a:cs typeface="PMingLiU" panose="02020500000000000000" charset="-120"/>
            </a:endParaRPr>
          </a:p>
          <a:p>
            <a:pPr marL="19050" algn="ctr">
              <a:spcBef>
                <a:spcPts val="420"/>
              </a:spcBef>
            </a:pP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遗憾 = 失望 + 责任感</a:t>
            </a:r>
            <a:endParaRPr sz="15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0" name="object 20"/>
          <p:cNvSpPr txBox="1"/>
          <p:nvPr/>
        </p:nvSpPr>
        <p:spPr>
          <a:xfrm>
            <a:off x="1441450" y="5000582"/>
            <a:ext cx="3983038" cy="2211705"/>
          </a:xfrm>
          <a:prstGeom prst="rect">
            <a:avLst/>
          </a:prstGeom>
        </p:spPr>
        <p:txBody>
          <a:bodyPr vert="horz" wrap="square" lIns="0" tIns="27622" rIns="0" bIns="0" rtlCol="0">
            <a:spAutoFit/>
          </a:bodyPr>
          <a:lstStyle/>
          <a:p>
            <a:pPr marR="92710" algn="ctr">
              <a:spcBef>
                <a:spcPts val="215"/>
              </a:spcBef>
            </a:pPr>
            <a:r>
              <a:rPr sz="900" b="1" dirty="0">
                <a:solidFill>
                  <a:srgbClr val="4E81BB"/>
                </a:solidFill>
                <a:latin typeface="江城圆体 600W" panose="020B0800000000000000" pitchFamily="34" charset="-128"/>
                <a:ea typeface="江城圆体 600W" panose="020B0800000000000000" pitchFamily="34" charset="-128"/>
                <a:cs typeface="Alibaba PuHuiTi" panose="00020600040101010101" pitchFamily="18" charset="-122"/>
              </a:rPr>
              <a:t>Jealousy =Mistrust/Self-Esteem</a:t>
            </a:r>
            <a:endParaRPr sz="900" b="1" dirty="0">
              <a:latin typeface="江城圆体 600W" panose="020B0800000000000000" pitchFamily="34" charset="-128"/>
              <a:ea typeface="江城圆体 600W" panose="020B0800000000000000" pitchFamily="34" charset="-128"/>
              <a:cs typeface="Alibaba PuHuiTi" panose="00020600040101010101" pitchFamily="18" charset="-122"/>
            </a:endParaRPr>
          </a:p>
          <a:p>
            <a:pPr marR="92710" algn="ctr">
              <a:spcBef>
                <a:spcPts val="280"/>
              </a:spcBef>
            </a:pPr>
            <a:r>
              <a:rPr sz="1500" b="1" dirty="0">
                <a:solidFill>
                  <a:srgbClr val="11A766"/>
                </a:solidFill>
                <a:latin typeface="江城圆体 600W" panose="020B0800000000000000" pitchFamily="34" charset="-128"/>
                <a:ea typeface="江城圆体 600W" panose="020B0800000000000000" pitchFamily="34" charset="-128"/>
                <a:cs typeface="Alibaba PuHuiTi" panose="00020600040101010101" pitchFamily="18" charset="-122"/>
              </a:rPr>
              <a:t>猜忌 = 不信任 / 自尊</a:t>
            </a:r>
            <a:endParaRPr sz="1500" b="1" dirty="0">
              <a:latin typeface="江城圆体 600W" panose="020B0800000000000000" pitchFamily="34" charset="-128"/>
              <a:ea typeface="江城圆体 600W" panose="020B0800000000000000" pitchFamily="34" charset="-128"/>
              <a:cs typeface="Alibaba PuHuiTi" panose="00020600040101010101" pitchFamily="18" charset="-122"/>
            </a:endParaRPr>
          </a:p>
          <a:p>
            <a:pPr>
              <a:spcBef>
                <a:spcPts val="15"/>
              </a:spcBef>
            </a:pPr>
            <a:endParaRPr sz="17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有两个关键因素影响着人们的猜忌心理：你不信任的程度和你的自尊心。</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35"/>
              </a:spcBef>
            </a:pP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猜忌是害怕失去原本属于自己的东西，常在爱恨情仇中出现。妒忌则是见到别人拥有你想有的东西时感到的挫折。爱情中的猜忌通常包含三个主体：你、你的爱人和你的情敌。而妒忌一般只涉及你自己和拥有你想要的东西的那个人。猜忌中隐藏着对失去的害怕而妒忌中隐藏着对得到的期待。</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pic>
        <p:nvPicPr>
          <p:cNvPr id="21" name="object 21"/>
          <p:cNvPicPr/>
          <p:nvPr/>
        </p:nvPicPr>
        <p:blipFill>
          <a:blip r:embed="rId2" cstate="print"/>
          <a:stretch>
            <a:fillRect/>
          </a:stretch>
        </p:blipFill>
        <p:spPr>
          <a:xfrm>
            <a:off x="3189837" y="8851900"/>
            <a:ext cx="486698" cy="2921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
        <p:nvSpPr>
          <p:cNvPr id="3" name="object 3"/>
          <p:cNvSpPr/>
          <p:nvPr/>
        </p:nvSpPr>
        <p:spPr>
          <a:xfrm>
            <a:off x="3232150" y="1301750"/>
            <a:ext cx="387033" cy="386715"/>
          </a:xfrm>
          <a:custGeom>
            <a:avLst/>
            <a:gdLst/>
            <a:ahLst/>
            <a:cxnLst/>
            <a:rect l="l" t="t" r="r" b="b"/>
            <a:pathLst>
              <a:path w="774065" h="773429">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5" h="773429">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5" h="773429">
                <a:moveTo>
                  <a:pt x="385104" y="0"/>
                </a:moveTo>
                <a:lnTo>
                  <a:pt x="336798" y="3000"/>
                </a:lnTo>
                <a:lnTo>
                  <a:pt x="433411" y="3000"/>
                </a:lnTo>
                <a:lnTo>
                  <a:pt x="385104" y="0"/>
                </a:lnTo>
                <a:close/>
              </a:path>
            </a:pathLst>
          </a:custGeom>
          <a:solidFill>
            <a:srgbClr val="7F62A1"/>
          </a:solidFill>
        </p:spPr>
        <p:txBody>
          <a:bodyPr wrap="square" lIns="0" tIns="0" rIns="0" bIns="0" rtlCol="0"/>
          <a:lstStyle/>
          <a:p>
            <a:endParaRPr sz="900"/>
          </a:p>
        </p:txBody>
      </p:sp>
      <p:sp>
        <p:nvSpPr>
          <p:cNvPr id="4" name="object 4"/>
          <p:cNvSpPr/>
          <p:nvPr/>
        </p:nvSpPr>
        <p:spPr>
          <a:xfrm>
            <a:off x="3232150" y="4508500"/>
            <a:ext cx="387033" cy="386715"/>
          </a:xfrm>
          <a:custGeom>
            <a:avLst/>
            <a:gdLst/>
            <a:ahLst/>
            <a:cxnLst/>
            <a:rect l="l" t="t" r="r" b="b"/>
            <a:pathLst>
              <a:path w="774065" h="773429">
                <a:moveTo>
                  <a:pt x="766838" y="714573"/>
                </a:moveTo>
                <a:lnTo>
                  <a:pt x="584610" y="714573"/>
                </a:lnTo>
                <a:lnTo>
                  <a:pt x="613492" y="715671"/>
                </a:lnTo>
                <a:lnTo>
                  <a:pt x="656308" y="733669"/>
                </a:lnTo>
                <a:lnTo>
                  <a:pt x="703243" y="756683"/>
                </a:lnTo>
                <a:lnTo>
                  <a:pt x="744482" y="772826"/>
                </a:lnTo>
                <a:lnTo>
                  <a:pt x="770209" y="770214"/>
                </a:lnTo>
                <a:lnTo>
                  <a:pt x="773628" y="741225"/>
                </a:lnTo>
                <a:lnTo>
                  <a:pt x="766838" y="714573"/>
                </a:lnTo>
                <a:close/>
              </a:path>
              <a:path w="774065" h="773429">
                <a:moveTo>
                  <a:pt x="385104" y="0"/>
                </a:moveTo>
                <a:lnTo>
                  <a:pt x="336798" y="3000"/>
                </a:lnTo>
                <a:lnTo>
                  <a:pt x="290282" y="11761"/>
                </a:lnTo>
                <a:lnTo>
                  <a:pt x="245917" y="25922"/>
                </a:lnTo>
                <a:lnTo>
                  <a:pt x="204065" y="45121"/>
                </a:lnTo>
                <a:lnTo>
                  <a:pt x="165086" y="68998"/>
                </a:lnTo>
                <a:lnTo>
                  <a:pt x="129341" y="97192"/>
                </a:lnTo>
                <a:lnTo>
                  <a:pt x="97191" y="129342"/>
                </a:lnTo>
                <a:lnTo>
                  <a:pt x="68998" y="165087"/>
                </a:lnTo>
                <a:lnTo>
                  <a:pt x="45121" y="204066"/>
                </a:lnTo>
                <a:lnTo>
                  <a:pt x="25921" y="245919"/>
                </a:lnTo>
                <a:lnTo>
                  <a:pt x="11761" y="290283"/>
                </a:lnTo>
                <a:lnTo>
                  <a:pt x="3000" y="336800"/>
                </a:lnTo>
                <a:lnTo>
                  <a:pt x="0" y="385107"/>
                </a:lnTo>
                <a:lnTo>
                  <a:pt x="3000" y="433414"/>
                </a:lnTo>
                <a:lnTo>
                  <a:pt x="11761" y="479930"/>
                </a:lnTo>
                <a:lnTo>
                  <a:pt x="25921" y="524295"/>
                </a:lnTo>
                <a:lnTo>
                  <a:pt x="45121" y="566148"/>
                </a:lnTo>
                <a:lnTo>
                  <a:pt x="68998" y="605127"/>
                </a:lnTo>
                <a:lnTo>
                  <a:pt x="97191" y="640872"/>
                </a:lnTo>
                <a:lnTo>
                  <a:pt x="129341" y="673022"/>
                </a:lnTo>
                <a:lnTo>
                  <a:pt x="165086" y="701216"/>
                </a:lnTo>
                <a:lnTo>
                  <a:pt x="204065" y="725093"/>
                </a:lnTo>
                <a:lnTo>
                  <a:pt x="245917" y="744292"/>
                </a:lnTo>
                <a:lnTo>
                  <a:pt x="290282" y="758452"/>
                </a:lnTo>
                <a:lnTo>
                  <a:pt x="336798" y="767213"/>
                </a:lnTo>
                <a:lnTo>
                  <a:pt x="385104" y="770214"/>
                </a:lnTo>
                <a:lnTo>
                  <a:pt x="438906" y="766486"/>
                </a:lnTo>
                <a:lnTo>
                  <a:pt x="490425" y="755635"/>
                </a:lnTo>
                <a:lnTo>
                  <a:pt x="539160" y="738163"/>
                </a:lnTo>
                <a:lnTo>
                  <a:pt x="584610" y="714573"/>
                </a:lnTo>
                <a:lnTo>
                  <a:pt x="766838" y="714573"/>
                </a:lnTo>
                <a:lnTo>
                  <a:pt x="761491" y="693585"/>
                </a:lnTo>
                <a:lnTo>
                  <a:pt x="743535" y="639255"/>
                </a:lnTo>
                <a:lnTo>
                  <a:pt x="729499" y="590198"/>
                </a:lnTo>
                <a:lnTo>
                  <a:pt x="729122" y="558375"/>
                </a:lnTo>
                <a:lnTo>
                  <a:pt x="746630" y="518094"/>
                </a:lnTo>
                <a:lnTo>
                  <a:pt x="759521" y="475581"/>
                </a:lnTo>
                <a:lnTo>
                  <a:pt x="767485" y="431148"/>
                </a:lnTo>
                <a:lnTo>
                  <a:pt x="770209" y="385107"/>
                </a:lnTo>
                <a:lnTo>
                  <a:pt x="767208" y="336800"/>
                </a:lnTo>
                <a:lnTo>
                  <a:pt x="758447" y="290283"/>
                </a:lnTo>
                <a:lnTo>
                  <a:pt x="744287" y="245919"/>
                </a:lnTo>
                <a:lnTo>
                  <a:pt x="725088" y="204066"/>
                </a:lnTo>
                <a:lnTo>
                  <a:pt x="701211" y="165087"/>
                </a:lnTo>
                <a:lnTo>
                  <a:pt x="673017" y="129342"/>
                </a:lnTo>
                <a:lnTo>
                  <a:pt x="640867" y="97192"/>
                </a:lnTo>
                <a:lnTo>
                  <a:pt x="605122" y="68998"/>
                </a:lnTo>
                <a:lnTo>
                  <a:pt x="566144" y="45121"/>
                </a:lnTo>
                <a:lnTo>
                  <a:pt x="524291" y="25922"/>
                </a:lnTo>
                <a:lnTo>
                  <a:pt x="479927" y="11761"/>
                </a:lnTo>
                <a:lnTo>
                  <a:pt x="433411" y="3000"/>
                </a:lnTo>
                <a:lnTo>
                  <a:pt x="385104" y="0"/>
                </a:lnTo>
                <a:close/>
              </a:path>
            </a:pathLst>
          </a:custGeom>
          <a:solidFill>
            <a:srgbClr val="7F62A1"/>
          </a:solidFill>
        </p:spPr>
        <p:txBody>
          <a:bodyPr wrap="square" lIns="0" tIns="0" rIns="0" bIns="0" rtlCol="0"/>
          <a:lstStyle/>
          <a:p>
            <a:endParaRPr sz="900"/>
          </a:p>
        </p:txBody>
      </p:sp>
      <p:sp>
        <p:nvSpPr>
          <p:cNvPr id="5" name="object 5"/>
          <p:cNvSpPr txBox="1"/>
          <p:nvPr/>
        </p:nvSpPr>
        <p:spPr>
          <a:xfrm>
            <a:off x="3282791" y="4564714"/>
            <a:ext cx="290513"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06</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6" name="object 6"/>
          <p:cNvSpPr txBox="1"/>
          <p:nvPr/>
        </p:nvSpPr>
        <p:spPr>
          <a:xfrm>
            <a:off x="1435100" y="2725420"/>
            <a:ext cx="3985895" cy="1156335"/>
          </a:xfrm>
          <a:prstGeom prst="rect">
            <a:avLst/>
          </a:prstGeom>
        </p:spPr>
        <p:txBody>
          <a:bodyPr vert="horz" wrap="square" lIns="0" tIns="6350" rIns="0" bIns="0" rtlCol="0">
            <a:spAutoFit/>
          </a:bodyPr>
          <a:lstStyle/>
          <a:p>
            <a:pPr marL="6350" marR="2540" algn="just">
              <a:lnSpc>
                <a:spcPct val="119000"/>
              </a:lnSpc>
              <a:spcBef>
                <a:spcPts val="50"/>
              </a:spcBef>
            </a:pPr>
            <a:r>
              <a:rPr sz="1050" spc="-2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妒忌和自我觉知有很大的关联。妒忌和自恋师承一脉。一位自我觉知膨胀的人会很傲慢和虚荣。可以直接反制妒忌的美德是慈悲或者慷慨的精神，当极度妒忌某人时，注入一些慈悲心将会帮助我们淡化不满</a:t>
            </a: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并让它转化为动力，比如让自己更努力工作去获得类似的成就</a:t>
            </a:r>
            <a:r>
              <a:rPr sz="1050" spc="-17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a:t>
            </a:r>
            <a:r>
              <a:rPr sz="1050" spc="-1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或者</a:t>
            </a:r>
            <a:r>
              <a:rPr sz="1050" spc="-2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转变为认同，比如走出自私，过一种沉浸在他人好心情中的更加广阔</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的人生。</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grpSp>
        <p:nvGrpSpPr>
          <p:cNvPr id="7" name="object 7"/>
          <p:cNvGrpSpPr/>
          <p:nvPr/>
        </p:nvGrpSpPr>
        <p:grpSpPr>
          <a:xfrm>
            <a:off x="1708150" y="2130425"/>
            <a:ext cx="4387850" cy="1968500"/>
            <a:chOff x="3416300" y="4260850"/>
            <a:chExt cx="8775700" cy="3937000"/>
          </a:xfrm>
        </p:grpSpPr>
        <p:sp>
          <p:nvSpPr>
            <p:cNvPr id="8" name="object 8"/>
            <p:cNvSpPr/>
            <p:nvPr/>
          </p:nvSpPr>
          <p:spPr>
            <a:xfrm>
              <a:off x="11652250" y="42608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a:p>
          </p:txBody>
        </p:sp>
        <p:sp>
          <p:nvSpPr>
            <p:cNvPr id="9" name="object 9"/>
            <p:cNvSpPr/>
            <p:nvPr/>
          </p:nvSpPr>
          <p:spPr>
            <a:xfrm>
              <a:off x="3416300" y="4533900"/>
              <a:ext cx="8775700" cy="241300"/>
            </a:xfrm>
            <a:custGeom>
              <a:avLst/>
              <a:gdLst/>
              <a:ahLst/>
              <a:cxnLst/>
              <a:rect l="l" t="t" r="r" b="b"/>
              <a:pathLst>
                <a:path w="8775700" h="241300">
                  <a:moveTo>
                    <a:pt x="8655050" y="0"/>
                  </a:moveTo>
                  <a:lnTo>
                    <a:pt x="8612342" y="7777"/>
                  </a:lnTo>
                  <a:lnTo>
                    <a:pt x="8576345" y="29205"/>
                  </a:lnTo>
                  <a:lnTo>
                    <a:pt x="8549912" y="61427"/>
                  </a:lnTo>
                  <a:lnTo>
                    <a:pt x="8535897" y="101587"/>
                  </a:lnTo>
                  <a:lnTo>
                    <a:pt x="19050" y="101600"/>
                  </a:lnTo>
                  <a:lnTo>
                    <a:pt x="11635" y="103097"/>
                  </a:lnTo>
                  <a:lnTo>
                    <a:pt x="5579" y="107181"/>
                  </a:lnTo>
                  <a:lnTo>
                    <a:pt x="1497" y="113237"/>
                  </a:lnTo>
                  <a:lnTo>
                    <a:pt x="0" y="120650"/>
                  </a:lnTo>
                  <a:lnTo>
                    <a:pt x="1497" y="128062"/>
                  </a:lnTo>
                  <a:lnTo>
                    <a:pt x="5579" y="134118"/>
                  </a:lnTo>
                  <a:lnTo>
                    <a:pt x="11635" y="138202"/>
                  </a:lnTo>
                  <a:lnTo>
                    <a:pt x="19050" y="139700"/>
                  </a:lnTo>
                  <a:lnTo>
                    <a:pt x="8535897" y="139712"/>
                  </a:lnTo>
                  <a:lnTo>
                    <a:pt x="8549912" y="179872"/>
                  </a:lnTo>
                  <a:lnTo>
                    <a:pt x="8576345" y="212094"/>
                  </a:lnTo>
                  <a:lnTo>
                    <a:pt x="8612342" y="233522"/>
                  </a:lnTo>
                  <a:lnTo>
                    <a:pt x="8655050" y="241300"/>
                  </a:lnTo>
                  <a:lnTo>
                    <a:pt x="8702012" y="231819"/>
                  </a:lnTo>
                  <a:lnTo>
                    <a:pt x="8740362" y="205963"/>
                  </a:lnTo>
                  <a:lnTo>
                    <a:pt x="8742225" y="203200"/>
                  </a:lnTo>
                  <a:lnTo>
                    <a:pt x="8655050" y="203200"/>
                  </a:lnTo>
                  <a:lnTo>
                    <a:pt x="8622917" y="196713"/>
                  </a:lnTo>
                  <a:lnTo>
                    <a:pt x="8596678" y="179022"/>
                  </a:lnTo>
                  <a:lnTo>
                    <a:pt x="8578987" y="152782"/>
                  </a:lnTo>
                  <a:lnTo>
                    <a:pt x="8572500" y="120650"/>
                  </a:lnTo>
                  <a:lnTo>
                    <a:pt x="8578987" y="88517"/>
                  </a:lnTo>
                  <a:lnTo>
                    <a:pt x="8596678" y="62277"/>
                  </a:lnTo>
                  <a:lnTo>
                    <a:pt x="8622917" y="44586"/>
                  </a:lnTo>
                  <a:lnTo>
                    <a:pt x="8655050" y="38100"/>
                  </a:lnTo>
                  <a:lnTo>
                    <a:pt x="8742225" y="38100"/>
                  </a:lnTo>
                  <a:lnTo>
                    <a:pt x="8740362" y="35336"/>
                  </a:lnTo>
                  <a:lnTo>
                    <a:pt x="8702012" y="9480"/>
                  </a:lnTo>
                  <a:lnTo>
                    <a:pt x="8655050" y="0"/>
                  </a:lnTo>
                  <a:close/>
                </a:path>
                <a:path w="8775700" h="241300">
                  <a:moveTo>
                    <a:pt x="8742225" y="38100"/>
                  </a:moveTo>
                  <a:lnTo>
                    <a:pt x="8655050" y="38100"/>
                  </a:lnTo>
                  <a:lnTo>
                    <a:pt x="8687182" y="44586"/>
                  </a:lnTo>
                  <a:lnTo>
                    <a:pt x="8713421" y="62277"/>
                  </a:lnTo>
                  <a:lnTo>
                    <a:pt x="8731112" y="88517"/>
                  </a:lnTo>
                  <a:lnTo>
                    <a:pt x="8737600" y="120650"/>
                  </a:lnTo>
                  <a:lnTo>
                    <a:pt x="8731112" y="152782"/>
                  </a:lnTo>
                  <a:lnTo>
                    <a:pt x="8713421" y="179022"/>
                  </a:lnTo>
                  <a:lnTo>
                    <a:pt x="8687182" y="196713"/>
                  </a:lnTo>
                  <a:lnTo>
                    <a:pt x="8655050" y="203200"/>
                  </a:lnTo>
                  <a:lnTo>
                    <a:pt x="8742225" y="203200"/>
                  </a:lnTo>
                  <a:lnTo>
                    <a:pt x="8766218" y="167614"/>
                  </a:lnTo>
                  <a:lnTo>
                    <a:pt x="8775700" y="120650"/>
                  </a:lnTo>
                  <a:lnTo>
                    <a:pt x="8766218" y="73685"/>
                  </a:lnTo>
                  <a:lnTo>
                    <a:pt x="8742225" y="38100"/>
                  </a:lnTo>
                  <a:close/>
                </a:path>
              </a:pathLst>
            </a:custGeom>
            <a:solidFill>
              <a:srgbClr val="212121"/>
            </a:solidFill>
          </p:spPr>
          <p:txBody>
            <a:bodyPr wrap="square" lIns="0" tIns="0" rIns="0" bIns="0" rtlCol="0"/>
            <a:lstStyle/>
            <a:p>
              <a:endParaRPr sz="900"/>
            </a:p>
          </p:txBody>
        </p:sp>
      </p:grpSp>
      <p:grpSp>
        <p:nvGrpSpPr>
          <p:cNvPr id="10" name="object 10"/>
          <p:cNvGrpSpPr/>
          <p:nvPr/>
        </p:nvGrpSpPr>
        <p:grpSpPr>
          <a:xfrm>
            <a:off x="1708150" y="5426075"/>
            <a:ext cx="4387850" cy="1968500"/>
            <a:chOff x="3416300" y="10852150"/>
            <a:chExt cx="8775700" cy="3937000"/>
          </a:xfrm>
        </p:grpSpPr>
        <p:sp>
          <p:nvSpPr>
            <p:cNvPr id="11" name="object 11"/>
            <p:cNvSpPr/>
            <p:nvPr/>
          </p:nvSpPr>
          <p:spPr>
            <a:xfrm>
              <a:off x="11652250" y="108521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a:p>
          </p:txBody>
        </p:sp>
        <p:sp>
          <p:nvSpPr>
            <p:cNvPr id="12" name="object 12"/>
            <p:cNvSpPr/>
            <p:nvPr/>
          </p:nvSpPr>
          <p:spPr>
            <a:xfrm>
              <a:off x="3416300" y="11049000"/>
              <a:ext cx="8775700" cy="241300"/>
            </a:xfrm>
            <a:custGeom>
              <a:avLst/>
              <a:gdLst/>
              <a:ahLst/>
              <a:cxnLst/>
              <a:rect l="l" t="t" r="r" b="b"/>
              <a:pathLst>
                <a:path w="8775700" h="241300">
                  <a:moveTo>
                    <a:pt x="8655050" y="0"/>
                  </a:moveTo>
                  <a:lnTo>
                    <a:pt x="8612342" y="7776"/>
                  </a:lnTo>
                  <a:lnTo>
                    <a:pt x="8576345" y="29202"/>
                  </a:lnTo>
                  <a:lnTo>
                    <a:pt x="8549912" y="61424"/>
                  </a:lnTo>
                  <a:lnTo>
                    <a:pt x="8535897" y="101587"/>
                  </a:lnTo>
                  <a:lnTo>
                    <a:pt x="19050" y="101600"/>
                  </a:lnTo>
                  <a:lnTo>
                    <a:pt x="11635" y="103097"/>
                  </a:lnTo>
                  <a:lnTo>
                    <a:pt x="5579" y="107179"/>
                  </a:lnTo>
                  <a:lnTo>
                    <a:pt x="1497" y="113235"/>
                  </a:lnTo>
                  <a:lnTo>
                    <a:pt x="0" y="120650"/>
                  </a:lnTo>
                  <a:lnTo>
                    <a:pt x="1497" y="128064"/>
                  </a:lnTo>
                  <a:lnTo>
                    <a:pt x="5579" y="134120"/>
                  </a:lnTo>
                  <a:lnTo>
                    <a:pt x="11635" y="138202"/>
                  </a:lnTo>
                  <a:lnTo>
                    <a:pt x="19050" y="139700"/>
                  </a:lnTo>
                  <a:lnTo>
                    <a:pt x="8535897" y="139712"/>
                  </a:lnTo>
                  <a:lnTo>
                    <a:pt x="8549912" y="179875"/>
                  </a:lnTo>
                  <a:lnTo>
                    <a:pt x="8576345" y="212097"/>
                  </a:lnTo>
                  <a:lnTo>
                    <a:pt x="8612342" y="233523"/>
                  </a:lnTo>
                  <a:lnTo>
                    <a:pt x="8655050" y="241300"/>
                  </a:lnTo>
                  <a:lnTo>
                    <a:pt x="8702012" y="231818"/>
                  </a:lnTo>
                  <a:lnTo>
                    <a:pt x="8740362" y="205962"/>
                  </a:lnTo>
                  <a:lnTo>
                    <a:pt x="8742224" y="203200"/>
                  </a:lnTo>
                  <a:lnTo>
                    <a:pt x="8655050" y="203200"/>
                  </a:lnTo>
                  <a:lnTo>
                    <a:pt x="8622917" y="196712"/>
                  </a:lnTo>
                  <a:lnTo>
                    <a:pt x="8596678" y="179021"/>
                  </a:lnTo>
                  <a:lnTo>
                    <a:pt x="8578987" y="152782"/>
                  </a:lnTo>
                  <a:lnTo>
                    <a:pt x="8572500" y="120650"/>
                  </a:lnTo>
                  <a:lnTo>
                    <a:pt x="8578987" y="88517"/>
                  </a:lnTo>
                  <a:lnTo>
                    <a:pt x="8596678" y="62278"/>
                  </a:lnTo>
                  <a:lnTo>
                    <a:pt x="8622917" y="44587"/>
                  </a:lnTo>
                  <a:lnTo>
                    <a:pt x="8655050" y="38100"/>
                  </a:lnTo>
                  <a:lnTo>
                    <a:pt x="8742224" y="38100"/>
                  </a:lnTo>
                  <a:lnTo>
                    <a:pt x="8740362" y="35337"/>
                  </a:lnTo>
                  <a:lnTo>
                    <a:pt x="8702012" y="9481"/>
                  </a:lnTo>
                  <a:lnTo>
                    <a:pt x="8655050" y="0"/>
                  </a:lnTo>
                  <a:close/>
                </a:path>
                <a:path w="8775700" h="241300">
                  <a:moveTo>
                    <a:pt x="8742224" y="38100"/>
                  </a:moveTo>
                  <a:lnTo>
                    <a:pt x="8655050" y="38100"/>
                  </a:lnTo>
                  <a:lnTo>
                    <a:pt x="8687182" y="44587"/>
                  </a:lnTo>
                  <a:lnTo>
                    <a:pt x="8713421" y="62278"/>
                  </a:lnTo>
                  <a:lnTo>
                    <a:pt x="8731112" y="88517"/>
                  </a:lnTo>
                  <a:lnTo>
                    <a:pt x="8737600" y="120650"/>
                  </a:lnTo>
                  <a:lnTo>
                    <a:pt x="8731112" y="152782"/>
                  </a:lnTo>
                  <a:lnTo>
                    <a:pt x="8713421" y="179021"/>
                  </a:lnTo>
                  <a:lnTo>
                    <a:pt x="8687182" y="196712"/>
                  </a:lnTo>
                  <a:lnTo>
                    <a:pt x="8655050" y="203200"/>
                  </a:lnTo>
                  <a:lnTo>
                    <a:pt x="8742224" y="203200"/>
                  </a:lnTo>
                  <a:lnTo>
                    <a:pt x="8766218" y="167612"/>
                  </a:lnTo>
                  <a:lnTo>
                    <a:pt x="8775700" y="120650"/>
                  </a:lnTo>
                  <a:lnTo>
                    <a:pt x="8766218" y="73687"/>
                  </a:lnTo>
                  <a:lnTo>
                    <a:pt x="8742224" y="38100"/>
                  </a:lnTo>
                  <a:close/>
                </a:path>
              </a:pathLst>
            </a:custGeom>
            <a:solidFill>
              <a:srgbClr val="212121"/>
            </a:solidFill>
          </p:spPr>
          <p:txBody>
            <a:bodyPr wrap="square" lIns="0" tIns="0" rIns="0" bIns="0" rtlCol="0"/>
            <a:lstStyle/>
            <a:p>
              <a:endParaRPr sz="900"/>
            </a:p>
          </p:txBody>
        </p:sp>
      </p:grpSp>
      <p:grpSp>
        <p:nvGrpSpPr>
          <p:cNvPr id="13" name="object 13"/>
          <p:cNvGrpSpPr/>
          <p:nvPr/>
        </p:nvGrpSpPr>
        <p:grpSpPr>
          <a:xfrm>
            <a:off x="768350" y="2486025"/>
            <a:ext cx="4387850" cy="1968500"/>
            <a:chOff x="1536700" y="4972050"/>
            <a:chExt cx="8775700" cy="3937000"/>
          </a:xfrm>
        </p:grpSpPr>
        <p:sp>
          <p:nvSpPr>
            <p:cNvPr id="14" name="object 14"/>
            <p:cNvSpPr/>
            <p:nvPr/>
          </p:nvSpPr>
          <p:spPr>
            <a:xfrm>
              <a:off x="2076450" y="49720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dirty="0"/>
            </a:p>
          </p:txBody>
        </p:sp>
        <p:sp>
          <p:nvSpPr>
            <p:cNvPr id="15" name="object 15"/>
            <p:cNvSpPr/>
            <p:nvPr/>
          </p:nvSpPr>
          <p:spPr>
            <a:xfrm>
              <a:off x="1536700" y="8369300"/>
              <a:ext cx="8775700" cy="241300"/>
            </a:xfrm>
            <a:custGeom>
              <a:avLst/>
              <a:gdLst/>
              <a:ahLst/>
              <a:cxnLst/>
              <a:rect l="l" t="t" r="r" b="b"/>
              <a:pathLst>
                <a:path w="8775700" h="241300">
                  <a:moveTo>
                    <a:pt x="120650" y="0"/>
                  </a:moveTo>
                  <a:lnTo>
                    <a:pt x="73687" y="9481"/>
                  </a:lnTo>
                  <a:lnTo>
                    <a:pt x="35337" y="35337"/>
                  </a:lnTo>
                  <a:lnTo>
                    <a:pt x="9481" y="73687"/>
                  </a:lnTo>
                  <a:lnTo>
                    <a:pt x="0" y="120650"/>
                  </a:lnTo>
                  <a:lnTo>
                    <a:pt x="9481" y="167612"/>
                  </a:lnTo>
                  <a:lnTo>
                    <a:pt x="35337" y="205962"/>
                  </a:lnTo>
                  <a:lnTo>
                    <a:pt x="73687" y="231818"/>
                  </a:lnTo>
                  <a:lnTo>
                    <a:pt x="120650" y="241300"/>
                  </a:lnTo>
                  <a:lnTo>
                    <a:pt x="163357" y="233523"/>
                  </a:lnTo>
                  <a:lnTo>
                    <a:pt x="199354" y="212097"/>
                  </a:lnTo>
                  <a:lnTo>
                    <a:pt x="206653" y="203200"/>
                  </a:lnTo>
                  <a:lnTo>
                    <a:pt x="120650" y="203200"/>
                  </a:lnTo>
                  <a:lnTo>
                    <a:pt x="88517" y="196712"/>
                  </a:lnTo>
                  <a:lnTo>
                    <a:pt x="62278" y="179021"/>
                  </a:lnTo>
                  <a:lnTo>
                    <a:pt x="44587" y="152782"/>
                  </a:lnTo>
                  <a:lnTo>
                    <a:pt x="38100" y="120650"/>
                  </a:lnTo>
                  <a:lnTo>
                    <a:pt x="44587" y="88517"/>
                  </a:lnTo>
                  <a:lnTo>
                    <a:pt x="62278" y="62278"/>
                  </a:lnTo>
                  <a:lnTo>
                    <a:pt x="88517" y="44587"/>
                  </a:lnTo>
                  <a:lnTo>
                    <a:pt x="120650" y="38100"/>
                  </a:lnTo>
                  <a:lnTo>
                    <a:pt x="206653" y="38100"/>
                  </a:lnTo>
                  <a:lnTo>
                    <a:pt x="199354" y="29202"/>
                  </a:lnTo>
                  <a:lnTo>
                    <a:pt x="163357" y="7776"/>
                  </a:lnTo>
                  <a:lnTo>
                    <a:pt x="120650" y="0"/>
                  </a:lnTo>
                  <a:close/>
                </a:path>
                <a:path w="8775700" h="241300">
                  <a:moveTo>
                    <a:pt x="206653" y="38100"/>
                  </a:moveTo>
                  <a:lnTo>
                    <a:pt x="120650" y="38100"/>
                  </a:lnTo>
                  <a:lnTo>
                    <a:pt x="152782" y="44587"/>
                  </a:lnTo>
                  <a:lnTo>
                    <a:pt x="179021" y="62278"/>
                  </a:lnTo>
                  <a:lnTo>
                    <a:pt x="196712" y="88517"/>
                  </a:lnTo>
                  <a:lnTo>
                    <a:pt x="203200" y="120650"/>
                  </a:lnTo>
                  <a:lnTo>
                    <a:pt x="196712" y="152782"/>
                  </a:lnTo>
                  <a:lnTo>
                    <a:pt x="179021" y="179021"/>
                  </a:lnTo>
                  <a:lnTo>
                    <a:pt x="152782" y="196712"/>
                  </a:lnTo>
                  <a:lnTo>
                    <a:pt x="120650" y="203200"/>
                  </a:lnTo>
                  <a:lnTo>
                    <a:pt x="206653" y="203200"/>
                  </a:lnTo>
                  <a:lnTo>
                    <a:pt x="225787" y="179875"/>
                  </a:lnTo>
                  <a:lnTo>
                    <a:pt x="239802" y="139712"/>
                  </a:lnTo>
                  <a:lnTo>
                    <a:pt x="8756650" y="139700"/>
                  </a:lnTo>
                  <a:lnTo>
                    <a:pt x="8764064" y="138202"/>
                  </a:lnTo>
                  <a:lnTo>
                    <a:pt x="8770120" y="134120"/>
                  </a:lnTo>
                  <a:lnTo>
                    <a:pt x="8774202" y="128064"/>
                  </a:lnTo>
                  <a:lnTo>
                    <a:pt x="8775700" y="120650"/>
                  </a:lnTo>
                  <a:lnTo>
                    <a:pt x="8774202" y="113235"/>
                  </a:lnTo>
                  <a:lnTo>
                    <a:pt x="8770120" y="107179"/>
                  </a:lnTo>
                  <a:lnTo>
                    <a:pt x="8764064" y="103097"/>
                  </a:lnTo>
                  <a:lnTo>
                    <a:pt x="8756650" y="101600"/>
                  </a:lnTo>
                  <a:lnTo>
                    <a:pt x="239802" y="101587"/>
                  </a:lnTo>
                  <a:lnTo>
                    <a:pt x="225787" y="61424"/>
                  </a:lnTo>
                  <a:lnTo>
                    <a:pt x="206653" y="38100"/>
                  </a:lnTo>
                  <a:close/>
                </a:path>
              </a:pathLst>
            </a:custGeom>
            <a:solidFill>
              <a:srgbClr val="212121"/>
            </a:solidFill>
          </p:spPr>
          <p:txBody>
            <a:bodyPr wrap="square" lIns="0" tIns="0" rIns="0" bIns="0" rtlCol="0"/>
            <a:lstStyle/>
            <a:p>
              <a:endParaRPr sz="900"/>
            </a:p>
          </p:txBody>
        </p:sp>
      </p:grpSp>
      <p:grpSp>
        <p:nvGrpSpPr>
          <p:cNvPr id="16" name="object 16"/>
          <p:cNvGrpSpPr/>
          <p:nvPr/>
        </p:nvGrpSpPr>
        <p:grpSpPr>
          <a:xfrm>
            <a:off x="768350" y="5972175"/>
            <a:ext cx="4387850" cy="1968500"/>
            <a:chOff x="1536700" y="11944350"/>
            <a:chExt cx="8775700" cy="3937000"/>
          </a:xfrm>
        </p:grpSpPr>
        <p:sp>
          <p:nvSpPr>
            <p:cNvPr id="17" name="object 17"/>
            <p:cNvSpPr/>
            <p:nvPr/>
          </p:nvSpPr>
          <p:spPr>
            <a:xfrm>
              <a:off x="2076450" y="119443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dirty="0"/>
            </a:p>
          </p:txBody>
        </p:sp>
        <p:sp>
          <p:nvSpPr>
            <p:cNvPr id="18" name="object 18"/>
            <p:cNvSpPr/>
            <p:nvPr/>
          </p:nvSpPr>
          <p:spPr>
            <a:xfrm>
              <a:off x="1536700" y="15341600"/>
              <a:ext cx="8775700" cy="241300"/>
            </a:xfrm>
            <a:custGeom>
              <a:avLst/>
              <a:gdLst/>
              <a:ahLst/>
              <a:cxnLst/>
              <a:rect l="l" t="t" r="r" b="b"/>
              <a:pathLst>
                <a:path w="8775700" h="241300">
                  <a:moveTo>
                    <a:pt x="120650" y="0"/>
                  </a:moveTo>
                  <a:lnTo>
                    <a:pt x="73687" y="9481"/>
                  </a:lnTo>
                  <a:lnTo>
                    <a:pt x="35337" y="35337"/>
                  </a:lnTo>
                  <a:lnTo>
                    <a:pt x="9481" y="73687"/>
                  </a:lnTo>
                  <a:lnTo>
                    <a:pt x="0" y="120650"/>
                  </a:lnTo>
                  <a:lnTo>
                    <a:pt x="9481" y="167612"/>
                  </a:lnTo>
                  <a:lnTo>
                    <a:pt x="35337" y="205962"/>
                  </a:lnTo>
                  <a:lnTo>
                    <a:pt x="73687" y="231818"/>
                  </a:lnTo>
                  <a:lnTo>
                    <a:pt x="120650" y="241300"/>
                  </a:lnTo>
                  <a:lnTo>
                    <a:pt x="163357" y="233523"/>
                  </a:lnTo>
                  <a:lnTo>
                    <a:pt x="199354" y="212097"/>
                  </a:lnTo>
                  <a:lnTo>
                    <a:pt x="206653" y="203200"/>
                  </a:lnTo>
                  <a:lnTo>
                    <a:pt x="120650" y="203200"/>
                  </a:lnTo>
                  <a:lnTo>
                    <a:pt x="88517" y="196712"/>
                  </a:lnTo>
                  <a:lnTo>
                    <a:pt x="62278" y="179021"/>
                  </a:lnTo>
                  <a:lnTo>
                    <a:pt x="44587" y="152782"/>
                  </a:lnTo>
                  <a:lnTo>
                    <a:pt x="38100" y="120650"/>
                  </a:lnTo>
                  <a:lnTo>
                    <a:pt x="44587" y="88517"/>
                  </a:lnTo>
                  <a:lnTo>
                    <a:pt x="62278" y="62278"/>
                  </a:lnTo>
                  <a:lnTo>
                    <a:pt x="88517" y="44587"/>
                  </a:lnTo>
                  <a:lnTo>
                    <a:pt x="120650" y="38100"/>
                  </a:lnTo>
                  <a:lnTo>
                    <a:pt x="206653" y="38100"/>
                  </a:lnTo>
                  <a:lnTo>
                    <a:pt x="199354" y="29202"/>
                  </a:lnTo>
                  <a:lnTo>
                    <a:pt x="163357" y="7776"/>
                  </a:lnTo>
                  <a:lnTo>
                    <a:pt x="120650" y="0"/>
                  </a:lnTo>
                  <a:close/>
                </a:path>
                <a:path w="8775700" h="241300">
                  <a:moveTo>
                    <a:pt x="206653" y="38100"/>
                  </a:moveTo>
                  <a:lnTo>
                    <a:pt x="120650" y="38100"/>
                  </a:lnTo>
                  <a:lnTo>
                    <a:pt x="152782" y="44587"/>
                  </a:lnTo>
                  <a:lnTo>
                    <a:pt x="179021" y="62278"/>
                  </a:lnTo>
                  <a:lnTo>
                    <a:pt x="196712" y="88517"/>
                  </a:lnTo>
                  <a:lnTo>
                    <a:pt x="203200" y="120650"/>
                  </a:lnTo>
                  <a:lnTo>
                    <a:pt x="196712" y="152782"/>
                  </a:lnTo>
                  <a:lnTo>
                    <a:pt x="179021" y="179021"/>
                  </a:lnTo>
                  <a:lnTo>
                    <a:pt x="152782" y="196712"/>
                  </a:lnTo>
                  <a:lnTo>
                    <a:pt x="120650" y="203200"/>
                  </a:lnTo>
                  <a:lnTo>
                    <a:pt x="206653" y="203200"/>
                  </a:lnTo>
                  <a:lnTo>
                    <a:pt x="225787" y="179875"/>
                  </a:lnTo>
                  <a:lnTo>
                    <a:pt x="239802" y="139712"/>
                  </a:lnTo>
                  <a:lnTo>
                    <a:pt x="8756650" y="139700"/>
                  </a:lnTo>
                  <a:lnTo>
                    <a:pt x="8764064" y="138202"/>
                  </a:lnTo>
                  <a:lnTo>
                    <a:pt x="8770120" y="134120"/>
                  </a:lnTo>
                  <a:lnTo>
                    <a:pt x="8774202" y="128064"/>
                  </a:lnTo>
                  <a:lnTo>
                    <a:pt x="8775700" y="120650"/>
                  </a:lnTo>
                  <a:lnTo>
                    <a:pt x="8774202" y="113235"/>
                  </a:lnTo>
                  <a:lnTo>
                    <a:pt x="8770120" y="107179"/>
                  </a:lnTo>
                  <a:lnTo>
                    <a:pt x="8764064" y="103097"/>
                  </a:lnTo>
                  <a:lnTo>
                    <a:pt x="8756650" y="101600"/>
                  </a:lnTo>
                  <a:lnTo>
                    <a:pt x="239802" y="101587"/>
                  </a:lnTo>
                  <a:lnTo>
                    <a:pt x="225787" y="61424"/>
                  </a:lnTo>
                  <a:lnTo>
                    <a:pt x="206653" y="38100"/>
                  </a:lnTo>
                  <a:close/>
                </a:path>
              </a:pathLst>
            </a:custGeom>
            <a:solidFill>
              <a:srgbClr val="212121"/>
            </a:solidFill>
          </p:spPr>
          <p:txBody>
            <a:bodyPr wrap="square" lIns="0" tIns="0" rIns="0" bIns="0" rtlCol="0"/>
            <a:lstStyle/>
            <a:p>
              <a:endParaRPr sz="900"/>
            </a:p>
          </p:txBody>
        </p:sp>
      </p:grpSp>
      <p:sp>
        <p:nvSpPr>
          <p:cNvPr id="19" name="object 19"/>
          <p:cNvSpPr txBox="1"/>
          <p:nvPr/>
        </p:nvSpPr>
        <p:spPr>
          <a:xfrm>
            <a:off x="2282787" y="1358900"/>
            <a:ext cx="2191068" cy="852170"/>
          </a:xfrm>
          <a:prstGeom prst="rect">
            <a:avLst/>
          </a:prstGeom>
        </p:spPr>
        <p:txBody>
          <a:bodyPr vert="horz" wrap="square" lIns="0" tIns="6350" rIns="0" bIns="0" rtlCol="0">
            <a:spAutoFit/>
          </a:bodyPr>
          <a:lstStyle/>
          <a:p>
            <a:pPr marL="88900" algn="ctr">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05</a:t>
            </a:r>
            <a:endParaRPr b="1" dirty="0">
              <a:latin typeface="江城圆体 600W" panose="020B0800000000000000" pitchFamily="34" charset="-128"/>
              <a:ea typeface="江城圆体 600W" panose="020B0800000000000000" pitchFamily="34" charset="-128"/>
              <a:cs typeface="PMingLiU" panose="02020500000000000000" charset="-120"/>
            </a:endParaRPr>
          </a:p>
          <a:p>
            <a:pPr algn="ctr">
              <a:spcBef>
                <a:spcPts val="1040"/>
              </a:spcBef>
            </a:pPr>
            <a:r>
              <a:rPr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Envy =(Pride +Vanity)/Kindness</a:t>
            </a:r>
            <a:endParaRPr sz="900" b="1" dirty="0">
              <a:latin typeface="江城圆体 600W" panose="020B0800000000000000" pitchFamily="34" charset="-128"/>
              <a:ea typeface="江城圆体 600W" panose="020B0800000000000000" pitchFamily="34" charset="-128"/>
              <a:cs typeface="PMingLiU" panose="02020500000000000000" charset="-120"/>
            </a:endParaRPr>
          </a:p>
          <a:p>
            <a:pPr algn="ctr">
              <a:spcBef>
                <a:spcPts val="520"/>
              </a:spcBef>
            </a:pP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妒忌=（傲慢+虚荣) / 慈悲</a:t>
            </a:r>
            <a:endParaRPr sz="15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0" name="object 20"/>
          <p:cNvSpPr txBox="1"/>
          <p:nvPr/>
        </p:nvSpPr>
        <p:spPr>
          <a:xfrm>
            <a:off x="2306234" y="4991100"/>
            <a:ext cx="2232978" cy="144780"/>
          </a:xfrm>
          <a:prstGeom prst="rect">
            <a:avLst/>
          </a:prstGeom>
        </p:spPr>
        <p:txBody>
          <a:bodyPr vert="horz" wrap="square" lIns="0" tIns="6350" rIns="0" bIns="0" rtlCol="0">
            <a:spAutoFit/>
          </a:bodyPr>
          <a:lstStyle/>
          <a:p>
            <a:pPr marL="6350">
              <a:spcBef>
                <a:spcPts val="50"/>
              </a:spcBef>
            </a:pPr>
            <a:r>
              <a:rPr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Anxiety = Uncertainty x Powerlessness</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1" name="object 21"/>
          <p:cNvSpPr txBox="1"/>
          <p:nvPr/>
        </p:nvSpPr>
        <p:spPr>
          <a:xfrm>
            <a:off x="1441450" y="5194300"/>
            <a:ext cx="3983038" cy="2600325"/>
          </a:xfrm>
          <a:prstGeom prst="rect">
            <a:avLst/>
          </a:prstGeom>
        </p:spPr>
        <p:txBody>
          <a:bodyPr vert="horz" wrap="square" lIns="0" tIns="6350" rIns="0" bIns="0" rtlCol="0">
            <a:spAutoFit/>
          </a:bodyPr>
          <a:lstStyle/>
          <a:p>
            <a:pPr marR="10160" algn="ctr">
              <a:spcBef>
                <a:spcPts val="50"/>
              </a:spcBef>
            </a:pPr>
            <a:r>
              <a:rPr sz="1500" b="1" spc="33" dirty="0">
                <a:solidFill>
                  <a:srgbClr val="11A766"/>
                </a:solidFill>
                <a:latin typeface="江城圆体 600W" panose="020B0800000000000000" pitchFamily="34" charset="-128"/>
                <a:ea typeface="江城圆体 600W" panose="020B0800000000000000" pitchFamily="34" charset="-128"/>
                <a:cs typeface="Alibaba PuHuiTi" panose="00020600040101010101" pitchFamily="18" charset="-122"/>
              </a:rPr>
              <a:t>焦虑 = 不确定性 × 无力感</a:t>
            </a:r>
            <a:endParaRPr sz="1500" b="1" dirty="0">
              <a:latin typeface="江城圆体 600W" panose="020B0800000000000000" pitchFamily="34" charset="-128"/>
              <a:ea typeface="江城圆体 600W" panose="020B0800000000000000" pitchFamily="34" charset="-128"/>
              <a:cs typeface="Alibaba PuHuiTi" panose="00020600040101010101" pitchFamily="18" charset="-122"/>
            </a:endParaRPr>
          </a:p>
          <a:p>
            <a:pPr>
              <a:spcBef>
                <a:spcPts val="20"/>
              </a:spcBef>
            </a:pPr>
            <a:endParaRPr sz="2025" dirty="0">
              <a:latin typeface="Alibaba PuHuiTi" panose="00020600040101010101" pitchFamily="18" charset="-122"/>
              <a:ea typeface="Alibaba PuHuiTi" panose="00020600040101010101" pitchFamily="18" charset="-122"/>
              <a:cs typeface="Alibaba PuHuiTi" panose="00020600040101010101" pitchFamily="18" charset="-122"/>
            </a:endParaRPr>
          </a:p>
          <a:p>
            <a:pPr algn="ctr">
              <a:lnSpc>
                <a:spcPct val="100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这个方程中存在两个变量：你不知道的（不确定性）和你不能控制的</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无力感）。通常二者是相互影响的：你感觉越不确定，你就会感觉越无力。因为感觉无力会使人精神衰弱，所以这个方程运用乘法产生一个指数的结果。然而如果你能改变其中一个变量，减小到接近零，你就可以明显降低你的焦虑。一般来说，少一点焦虑不只是会让你感觉好一点，还会让你更好地对待生活。对某件事情十分确定却感到无力去改变它时，我们是会感觉很不自在，但你更多是会逆来顺受，而不会感到焦虑。同样，感觉不确定却充满力量，意味着你对任何迎面而来的事情都有应对的勇气和信心，那也意味着你的焦虑消除了。</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pic>
        <p:nvPicPr>
          <p:cNvPr id="22" name="object 22"/>
          <p:cNvPicPr/>
          <p:nvPr/>
        </p:nvPicPr>
        <p:blipFill>
          <a:blip r:embed="rId2" cstate="print"/>
          <a:stretch>
            <a:fillRect/>
          </a:stretch>
        </p:blipFill>
        <p:spPr>
          <a:xfrm>
            <a:off x="3189837" y="8851900"/>
            <a:ext cx="486698" cy="2921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
        <p:nvSpPr>
          <p:cNvPr id="8" name="object 8"/>
          <p:cNvSpPr/>
          <p:nvPr/>
        </p:nvSpPr>
        <p:spPr>
          <a:xfrm>
            <a:off x="3232150" y="1733550"/>
            <a:ext cx="387033" cy="386715"/>
          </a:xfrm>
          <a:custGeom>
            <a:avLst/>
            <a:gdLst/>
            <a:ahLst/>
            <a:cxnLst/>
            <a:rect l="l" t="t" r="r" b="b"/>
            <a:pathLst>
              <a:path w="774065" h="773429">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5" h="773429">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5" h="773429">
                <a:moveTo>
                  <a:pt x="385104" y="0"/>
                </a:moveTo>
                <a:lnTo>
                  <a:pt x="336798" y="3000"/>
                </a:lnTo>
                <a:lnTo>
                  <a:pt x="433411" y="3000"/>
                </a:lnTo>
                <a:lnTo>
                  <a:pt x="385104" y="0"/>
                </a:lnTo>
                <a:close/>
              </a:path>
            </a:pathLst>
          </a:custGeom>
          <a:solidFill>
            <a:srgbClr val="7F62A1"/>
          </a:solidFill>
        </p:spPr>
        <p:txBody>
          <a:bodyPr wrap="square" lIns="0" tIns="0" rIns="0" bIns="0" rtlCol="0"/>
          <a:lstStyle/>
          <a:p>
            <a:endParaRPr sz="900"/>
          </a:p>
        </p:txBody>
      </p:sp>
      <p:sp>
        <p:nvSpPr>
          <p:cNvPr id="9" name="object 9"/>
          <p:cNvSpPr/>
          <p:nvPr/>
        </p:nvSpPr>
        <p:spPr>
          <a:xfrm>
            <a:off x="3232150" y="4000500"/>
            <a:ext cx="387033" cy="386715"/>
          </a:xfrm>
          <a:custGeom>
            <a:avLst/>
            <a:gdLst/>
            <a:ahLst/>
            <a:cxnLst/>
            <a:rect l="l" t="t" r="r" b="b"/>
            <a:pathLst>
              <a:path w="774065" h="773429">
                <a:moveTo>
                  <a:pt x="766838" y="714573"/>
                </a:moveTo>
                <a:lnTo>
                  <a:pt x="584610" y="714573"/>
                </a:lnTo>
                <a:lnTo>
                  <a:pt x="613492" y="715671"/>
                </a:lnTo>
                <a:lnTo>
                  <a:pt x="656308" y="733669"/>
                </a:lnTo>
                <a:lnTo>
                  <a:pt x="703243" y="756683"/>
                </a:lnTo>
                <a:lnTo>
                  <a:pt x="744482" y="772826"/>
                </a:lnTo>
                <a:lnTo>
                  <a:pt x="770209" y="770214"/>
                </a:lnTo>
                <a:lnTo>
                  <a:pt x="773628" y="741225"/>
                </a:lnTo>
                <a:lnTo>
                  <a:pt x="766838" y="714573"/>
                </a:lnTo>
                <a:close/>
              </a:path>
              <a:path w="774065" h="773429">
                <a:moveTo>
                  <a:pt x="385104" y="0"/>
                </a:moveTo>
                <a:lnTo>
                  <a:pt x="336798" y="3000"/>
                </a:lnTo>
                <a:lnTo>
                  <a:pt x="290282" y="11761"/>
                </a:lnTo>
                <a:lnTo>
                  <a:pt x="245917" y="25922"/>
                </a:lnTo>
                <a:lnTo>
                  <a:pt x="204065" y="45121"/>
                </a:lnTo>
                <a:lnTo>
                  <a:pt x="165086" y="68998"/>
                </a:lnTo>
                <a:lnTo>
                  <a:pt x="129341" y="97192"/>
                </a:lnTo>
                <a:lnTo>
                  <a:pt x="97191" y="129342"/>
                </a:lnTo>
                <a:lnTo>
                  <a:pt x="68998" y="165087"/>
                </a:lnTo>
                <a:lnTo>
                  <a:pt x="45121" y="204066"/>
                </a:lnTo>
                <a:lnTo>
                  <a:pt x="25921" y="245919"/>
                </a:lnTo>
                <a:lnTo>
                  <a:pt x="11761" y="290283"/>
                </a:lnTo>
                <a:lnTo>
                  <a:pt x="3000" y="336800"/>
                </a:lnTo>
                <a:lnTo>
                  <a:pt x="0" y="385107"/>
                </a:lnTo>
                <a:lnTo>
                  <a:pt x="3000" y="433414"/>
                </a:lnTo>
                <a:lnTo>
                  <a:pt x="11761" y="479930"/>
                </a:lnTo>
                <a:lnTo>
                  <a:pt x="25921" y="524295"/>
                </a:lnTo>
                <a:lnTo>
                  <a:pt x="45121" y="566148"/>
                </a:lnTo>
                <a:lnTo>
                  <a:pt x="68998" y="605127"/>
                </a:lnTo>
                <a:lnTo>
                  <a:pt x="97191" y="640872"/>
                </a:lnTo>
                <a:lnTo>
                  <a:pt x="129341" y="673022"/>
                </a:lnTo>
                <a:lnTo>
                  <a:pt x="165086" y="701216"/>
                </a:lnTo>
                <a:lnTo>
                  <a:pt x="204065" y="725093"/>
                </a:lnTo>
                <a:lnTo>
                  <a:pt x="245917" y="744292"/>
                </a:lnTo>
                <a:lnTo>
                  <a:pt x="290282" y="758452"/>
                </a:lnTo>
                <a:lnTo>
                  <a:pt x="336798" y="767213"/>
                </a:lnTo>
                <a:lnTo>
                  <a:pt x="385104" y="770214"/>
                </a:lnTo>
                <a:lnTo>
                  <a:pt x="438906" y="766486"/>
                </a:lnTo>
                <a:lnTo>
                  <a:pt x="490425" y="755635"/>
                </a:lnTo>
                <a:lnTo>
                  <a:pt x="539160" y="738163"/>
                </a:lnTo>
                <a:lnTo>
                  <a:pt x="584610" y="714573"/>
                </a:lnTo>
                <a:lnTo>
                  <a:pt x="766838" y="714573"/>
                </a:lnTo>
                <a:lnTo>
                  <a:pt x="761491" y="693585"/>
                </a:lnTo>
                <a:lnTo>
                  <a:pt x="743535" y="639255"/>
                </a:lnTo>
                <a:lnTo>
                  <a:pt x="729499" y="590198"/>
                </a:lnTo>
                <a:lnTo>
                  <a:pt x="729122" y="558375"/>
                </a:lnTo>
                <a:lnTo>
                  <a:pt x="746630" y="518094"/>
                </a:lnTo>
                <a:lnTo>
                  <a:pt x="759521" y="475581"/>
                </a:lnTo>
                <a:lnTo>
                  <a:pt x="767485" y="431148"/>
                </a:lnTo>
                <a:lnTo>
                  <a:pt x="770209" y="385107"/>
                </a:lnTo>
                <a:lnTo>
                  <a:pt x="767208" y="336800"/>
                </a:lnTo>
                <a:lnTo>
                  <a:pt x="758447" y="290283"/>
                </a:lnTo>
                <a:lnTo>
                  <a:pt x="744287" y="245919"/>
                </a:lnTo>
                <a:lnTo>
                  <a:pt x="725088" y="204066"/>
                </a:lnTo>
                <a:lnTo>
                  <a:pt x="701211" y="165087"/>
                </a:lnTo>
                <a:lnTo>
                  <a:pt x="673017" y="129342"/>
                </a:lnTo>
                <a:lnTo>
                  <a:pt x="640867" y="97192"/>
                </a:lnTo>
                <a:lnTo>
                  <a:pt x="605122" y="68998"/>
                </a:lnTo>
                <a:lnTo>
                  <a:pt x="566144" y="45121"/>
                </a:lnTo>
                <a:lnTo>
                  <a:pt x="524291" y="25922"/>
                </a:lnTo>
                <a:lnTo>
                  <a:pt x="479927" y="11761"/>
                </a:lnTo>
                <a:lnTo>
                  <a:pt x="433411" y="3000"/>
                </a:lnTo>
                <a:lnTo>
                  <a:pt x="385104" y="0"/>
                </a:lnTo>
                <a:close/>
              </a:path>
            </a:pathLst>
          </a:custGeom>
          <a:solidFill>
            <a:srgbClr val="7F62A1"/>
          </a:solidFill>
        </p:spPr>
        <p:txBody>
          <a:bodyPr wrap="square" lIns="0" tIns="0" rIns="0" bIns="0" rtlCol="0"/>
          <a:lstStyle/>
          <a:p>
            <a:endParaRPr sz="900"/>
          </a:p>
        </p:txBody>
      </p:sp>
      <p:sp>
        <p:nvSpPr>
          <p:cNvPr id="10" name="object 10"/>
          <p:cNvSpPr txBox="1"/>
          <p:nvPr/>
        </p:nvSpPr>
        <p:spPr>
          <a:xfrm>
            <a:off x="3277498" y="4044950"/>
            <a:ext cx="290513"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08</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grpSp>
        <p:nvGrpSpPr>
          <p:cNvPr id="11" name="object 11"/>
          <p:cNvGrpSpPr/>
          <p:nvPr/>
        </p:nvGrpSpPr>
        <p:grpSpPr>
          <a:xfrm>
            <a:off x="1708150" y="2562225"/>
            <a:ext cx="4387850" cy="869950"/>
            <a:chOff x="3416300" y="5124450"/>
            <a:chExt cx="8775700" cy="1739900"/>
          </a:xfrm>
        </p:grpSpPr>
        <p:sp>
          <p:nvSpPr>
            <p:cNvPr id="12" name="object 12"/>
            <p:cNvSpPr/>
            <p:nvPr/>
          </p:nvSpPr>
          <p:spPr>
            <a:xfrm>
              <a:off x="11652250" y="5124450"/>
              <a:ext cx="0" cy="1739900"/>
            </a:xfrm>
            <a:custGeom>
              <a:avLst/>
              <a:gdLst/>
              <a:ahLst/>
              <a:cxnLst/>
              <a:rect l="l" t="t" r="r" b="b"/>
              <a:pathLst>
                <a:path h="1739900">
                  <a:moveTo>
                    <a:pt x="0" y="0"/>
                  </a:moveTo>
                  <a:lnTo>
                    <a:pt x="0" y="1739900"/>
                  </a:lnTo>
                </a:path>
              </a:pathLst>
            </a:custGeom>
            <a:ln w="25400" cap="rnd">
              <a:solidFill>
                <a:srgbClr val="212121"/>
              </a:solidFill>
            </a:ln>
          </p:spPr>
          <p:txBody>
            <a:bodyPr wrap="square" lIns="0" tIns="0" rIns="0" bIns="0" rtlCol="0"/>
            <a:lstStyle/>
            <a:p>
              <a:endParaRPr sz="900" dirty="0"/>
            </a:p>
          </p:txBody>
        </p:sp>
        <p:sp>
          <p:nvSpPr>
            <p:cNvPr id="13" name="object 13"/>
            <p:cNvSpPr/>
            <p:nvPr/>
          </p:nvSpPr>
          <p:spPr>
            <a:xfrm>
              <a:off x="3416300" y="5397500"/>
              <a:ext cx="8775700" cy="241300"/>
            </a:xfrm>
            <a:custGeom>
              <a:avLst/>
              <a:gdLst/>
              <a:ahLst/>
              <a:cxnLst/>
              <a:rect l="l" t="t" r="r" b="b"/>
              <a:pathLst>
                <a:path w="8775700" h="241300">
                  <a:moveTo>
                    <a:pt x="8655050" y="0"/>
                  </a:moveTo>
                  <a:lnTo>
                    <a:pt x="8612342" y="7777"/>
                  </a:lnTo>
                  <a:lnTo>
                    <a:pt x="8576345" y="29205"/>
                  </a:lnTo>
                  <a:lnTo>
                    <a:pt x="8549912" y="61427"/>
                  </a:lnTo>
                  <a:lnTo>
                    <a:pt x="8535897" y="101587"/>
                  </a:lnTo>
                  <a:lnTo>
                    <a:pt x="19050" y="101600"/>
                  </a:lnTo>
                  <a:lnTo>
                    <a:pt x="11635" y="103097"/>
                  </a:lnTo>
                  <a:lnTo>
                    <a:pt x="5579" y="107181"/>
                  </a:lnTo>
                  <a:lnTo>
                    <a:pt x="1497" y="113237"/>
                  </a:lnTo>
                  <a:lnTo>
                    <a:pt x="0" y="120650"/>
                  </a:lnTo>
                  <a:lnTo>
                    <a:pt x="1497" y="128062"/>
                  </a:lnTo>
                  <a:lnTo>
                    <a:pt x="5579" y="134118"/>
                  </a:lnTo>
                  <a:lnTo>
                    <a:pt x="11635" y="138202"/>
                  </a:lnTo>
                  <a:lnTo>
                    <a:pt x="19050" y="139700"/>
                  </a:lnTo>
                  <a:lnTo>
                    <a:pt x="8535897" y="139712"/>
                  </a:lnTo>
                  <a:lnTo>
                    <a:pt x="8549912" y="179875"/>
                  </a:lnTo>
                  <a:lnTo>
                    <a:pt x="8576345" y="212097"/>
                  </a:lnTo>
                  <a:lnTo>
                    <a:pt x="8612342" y="233523"/>
                  </a:lnTo>
                  <a:lnTo>
                    <a:pt x="8655050" y="241300"/>
                  </a:lnTo>
                  <a:lnTo>
                    <a:pt x="8702012" y="231819"/>
                  </a:lnTo>
                  <a:lnTo>
                    <a:pt x="8740362" y="205963"/>
                  </a:lnTo>
                  <a:lnTo>
                    <a:pt x="8742225" y="203200"/>
                  </a:lnTo>
                  <a:lnTo>
                    <a:pt x="8655050" y="203200"/>
                  </a:lnTo>
                  <a:lnTo>
                    <a:pt x="8622917" y="196713"/>
                  </a:lnTo>
                  <a:lnTo>
                    <a:pt x="8596678" y="179022"/>
                  </a:lnTo>
                  <a:lnTo>
                    <a:pt x="8578987" y="152782"/>
                  </a:lnTo>
                  <a:lnTo>
                    <a:pt x="8572500" y="120650"/>
                  </a:lnTo>
                  <a:lnTo>
                    <a:pt x="8578987" y="88517"/>
                  </a:lnTo>
                  <a:lnTo>
                    <a:pt x="8596678" y="62277"/>
                  </a:lnTo>
                  <a:lnTo>
                    <a:pt x="8622917" y="44586"/>
                  </a:lnTo>
                  <a:lnTo>
                    <a:pt x="8655050" y="38100"/>
                  </a:lnTo>
                  <a:lnTo>
                    <a:pt x="8742225" y="38100"/>
                  </a:lnTo>
                  <a:lnTo>
                    <a:pt x="8740362" y="35336"/>
                  </a:lnTo>
                  <a:lnTo>
                    <a:pt x="8702012" y="9480"/>
                  </a:lnTo>
                  <a:lnTo>
                    <a:pt x="8655050" y="0"/>
                  </a:lnTo>
                  <a:close/>
                </a:path>
                <a:path w="8775700" h="241300">
                  <a:moveTo>
                    <a:pt x="8742225" y="38100"/>
                  </a:moveTo>
                  <a:lnTo>
                    <a:pt x="8655050" y="38100"/>
                  </a:lnTo>
                  <a:lnTo>
                    <a:pt x="8687182" y="44586"/>
                  </a:lnTo>
                  <a:lnTo>
                    <a:pt x="8713421" y="62277"/>
                  </a:lnTo>
                  <a:lnTo>
                    <a:pt x="8731112" y="88517"/>
                  </a:lnTo>
                  <a:lnTo>
                    <a:pt x="8737600" y="120650"/>
                  </a:lnTo>
                  <a:lnTo>
                    <a:pt x="8731112" y="152782"/>
                  </a:lnTo>
                  <a:lnTo>
                    <a:pt x="8713421" y="179022"/>
                  </a:lnTo>
                  <a:lnTo>
                    <a:pt x="8687182" y="196713"/>
                  </a:lnTo>
                  <a:lnTo>
                    <a:pt x="8655050" y="203200"/>
                  </a:lnTo>
                  <a:lnTo>
                    <a:pt x="8742225" y="203200"/>
                  </a:lnTo>
                  <a:lnTo>
                    <a:pt x="8766218" y="167614"/>
                  </a:lnTo>
                  <a:lnTo>
                    <a:pt x="8775700" y="120650"/>
                  </a:lnTo>
                  <a:lnTo>
                    <a:pt x="8766218" y="73685"/>
                  </a:lnTo>
                  <a:lnTo>
                    <a:pt x="8742225" y="38100"/>
                  </a:lnTo>
                  <a:close/>
                </a:path>
              </a:pathLst>
            </a:custGeom>
            <a:solidFill>
              <a:srgbClr val="212121"/>
            </a:solidFill>
          </p:spPr>
          <p:txBody>
            <a:bodyPr wrap="square" lIns="0" tIns="0" rIns="0" bIns="0" rtlCol="0"/>
            <a:lstStyle/>
            <a:p>
              <a:endParaRPr sz="900"/>
            </a:p>
          </p:txBody>
        </p:sp>
      </p:grpSp>
      <p:grpSp>
        <p:nvGrpSpPr>
          <p:cNvPr id="14" name="object 14"/>
          <p:cNvGrpSpPr/>
          <p:nvPr/>
        </p:nvGrpSpPr>
        <p:grpSpPr>
          <a:xfrm>
            <a:off x="1708150" y="4918075"/>
            <a:ext cx="4387850" cy="1968500"/>
            <a:chOff x="3416300" y="9836150"/>
            <a:chExt cx="8775700" cy="3937000"/>
          </a:xfrm>
        </p:grpSpPr>
        <p:sp>
          <p:nvSpPr>
            <p:cNvPr id="15" name="object 15"/>
            <p:cNvSpPr/>
            <p:nvPr/>
          </p:nvSpPr>
          <p:spPr>
            <a:xfrm>
              <a:off x="11652250" y="98361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dirty="0"/>
            </a:p>
          </p:txBody>
        </p:sp>
        <p:sp>
          <p:nvSpPr>
            <p:cNvPr id="16" name="object 16"/>
            <p:cNvSpPr/>
            <p:nvPr/>
          </p:nvSpPr>
          <p:spPr>
            <a:xfrm>
              <a:off x="3416300" y="10033000"/>
              <a:ext cx="8775700" cy="241300"/>
            </a:xfrm>
            <a:custGeom>
              <a:avLst/>
              <a:gdLst/>
              <a:ahLst/>
              <a:cxnLst/>
              <a:rect l="l" t="t" r="r" b="b"/>
              <a:pathLst>
                <a:path w="8775700" h="241300">
                  <a:moveTo>
                    <a:pt x="8655050" y="0"/>
                  </a:moveTo>
                  <a:lnTo>
                    <a:pt x="8612342" y="7776"/>
                  </a:lnTo>
                  <a:lnTo>
                    <a:pt x="8576345" y="29202"/>
                  </a:lnTo>
                  <a:lnTo>
                    <a:pt x="8549912" y="61424"/>
                  </a:lnTo>
                  <a:lnTo>
                    <a:pt x="8535897" y="101587"/>
                  </a:lnTo>
                  <a:lnTo>
                    <a:pt x="19050" y="101600"/>
                  </a:lnTo>
                  <a:lnTo>
                    <a:pt x="11635" y="103097"/>
                  </a:lnTo>
                  <a:lnTo>
                    <a:pt x="5579" y="107179"/>
                  </a:lnTo>
                  <a:lnTo>
                    <a:pt x="1497" y="113235"/>
                  </a:lnTo>
                  <a:lnTo>
                    <a:pt x="0" y="120650"/>
                  </a:lnTo>
                  <a:lnTo>
                    <a:pt x="1497" y="128064"/>
                  </a:lnTo>
                  <a:lnTo>
                    <a:pt x="5579" y="134120"/>
                  </a:lnTo>
                  <a:lnTo>
                    <a:pt x="11635" y="138202"/>
                  </a:lnTo>
                  <a:lnTo>
                    <a:pt x="19050" y="139700"/>
                  </a:lnTo>
                  <a:lnTo>
                    <a:pt x="8535897" y="139712"/>
                  </a:lnTo>
                  <a:lnTo>
                    <a:pt x="8549912" y="179875"/>
                  </a:lnTo>
                  <a:lnTo>
                    <a:pt x="8576345" y="212097"/>
                  </a:lnTo>
                  <a:lnTo>
                    <a:pt x="8612342" y="233523"/>
                  </a:lnTo>
                  <a:lnTo>
                    <a:pt x="8655050" y="241300"/>
                  </a:lnTo>
                  <a:lnTo>
                    <a:pt x="8702012" y="231818"/>
                  </a:lnTo>
                  <a:lnTo>
                    <a:pt x="8740362" y="205962"/>
                  </a:lnTo>
                  <a:lnTo>
                    <a:pt x="8742224" y="203200"/>
                  </a:lnTo>
                  <a:lnTo>
                    <a:pt x="8655050" y="203200"/>
                  </a:lnTo>
                  <a:lnTo>
                    <a:pt x="8622917" y="196712"/>
                  </a:lnTo>
                  <a:lnTo>
                    <a:pt x="8596678" y="179021"/>
                  </a:lnTo>
                  <a:lnTo>
                    <a:pt x="8578987" y="152782"/>
                  </a:lnTo>
                  <a:lnTo>
                    <a:pt x="8572500" y="120650"/>
                  </a:lnTo>
                  <a:lnTo>
                    <a:pt x="8578987" y="88517"/>
                  </a:lnTo>
                  <a:lnTo>
                    <a:pt x="8596678" y="62278"/>
                  </a:lnTo>
                  <a:lnTo>
                    <a:pt x="8622917" y="44587"/>
                  </a:lnTo>
                  <a:lnTo>
                    <a:pt x="8655050" y="38100"/>
                  </a:lnTo>
                  <a:lnTo>
                    <a:pt x="8742224" y="38100"/>
                  </a:lnTo>
                  <a:lnTo>
                    <a:pt x="8740362" y="35337"/>
                  </a:lnTo>
                  <a:lnTo>
                    <a:pt x="8702012" y="9481"/>
                  </a:lnTo>
                  <a:lnTo>
                    <a:pt x="8655050" y="0"/>
                  </a:lnTo>
                  <a:close/>
                </a:path>
                <a:path w="8775700" h="241300">
                  <a:moveTo>
                    <a:pt x="8742224" y="38100"/>
                  </a:moveTo>
                  <a:lnTo>
                    <a:pt x="8655050" y="38100"/>
                  </a:lnTo>
                  <a:lnTo>
                    <a:pt x="8687182" y="44587"/>
                  </a:lnTo>
                  <a:lnTo>
                    <a:pt x="8713421" y="62278"/>
                  </a:lnTo>
                  <a:lnTo>
                    <a:pt x="8731112" y="88517"/>
                  </a:lnTo>
                  <a:lnTo>
                    <a:pt x="8737600" y="120650"/>
                  </a:lnTo>
                  <a:lnTo>
                    <a:pt x="8731112" y="152782"/>
                  </a:lnTo>
                  <a:lnTo>
                    <a:pt x="8713421" y="179021"/>
                  </a:lnTo>
                  <a:lnTo>
                    <a:pt x="8687182" y="196712"/>
                  </a:lnTo>
                  <a:lnTo>
                    <a:pt x="8655050" y="203200"/>
                  </a:lnTo>
                  <a:lnTo>
                    <a:pt x="8742224" y="203200"/>
                  </a:lnTo>
                  <a:lnTo>
                    <a:pt x="8766218" y="167612"/>
                  </a:lnTo>
                  <a:lnTo>
                    <a:pt x="8775700" y="120650"/>
                  </a:lnTo>
                  <a:lnTo>
                    <a:pt x="8766218" y="73687"/>
                  </a:lnTo>
                  <a:lnTo>
                    <a:pt x="8742224" y="38100"/>
                  </a:lnTo>
                  <a:close/>
                </a:path>
              </a:pathLst>
            </a:custGeom>
            <a:solidFill>
              <a:srgbClr val="212121"/>
            </a:solidFill>
          </p:spPr>
          <p:txBody>
            <a:bodyPr wrap="square" lIns="0" tIns="0" rIns="0" bIns="0" rtlCol="0"/>
            <a:lstStyle/>
            <a:p>
              <a:endParaRPr sz="900"/>
            </a:p>
          </p:txBody>
        </p:sp>
      </p:grpSp>
      <p:grpSp>
        <p:nvGrpSpPr>
          <p:cNvPr id="17" name="object 17"/>
          <p:cNvGrpSpPr/>
          <p:nvPr/>
        </p:nvGrpSpPr>
        <p:grpSpPr>
          <a:xfrm>
            <a:off x="768350" y="2930525"/>
            <a:ext cx="4387850" cy="939800"/>
            <a:chOff x="1536700" y="5861050"/>
            <a:chExt cx="8775700" cy="1879600"/>
          </a:xfrm>
        </p:grpSpPr>
        <p:sp>
          <p:nvSpPr>
            <p:cNvPr id="18" name="object 18"/>
            <p:cNvSpPr/>
            <p:nvPr/>
          </p:nvSpPr>
          <p:spPr>
            <a:xfrm>
              <a:off x="2076450" y="5861050"/>
              <a:ext cx="0" cy="1879600"/>
            </a:xfrm>
            <a:custGeom>
              <a:avLst/>
              <a:gdLst/>
              <a:ahLst/>
              <a:cxnLst/>
              <a:rect l="l" t="t" r="r" b="b"/>
              <a:pathLst>
                <a:path h="1879600">
                  <a:moveTo>
                    <a:pt x="0" y="0"/>
                  </a:moveTo>
                  <a:lnTo>
                    <a:pt x="0" y="1879600"/>
                  </a:lnTo>
                </a:path>
              </a:pathLst>
            </a:custGeom>
            <a:ln w="25400" cap="rnd">
              <a:solidFill>
                <a:srgbClr val="212121"/>
              </a:solidFill>
            </a:ln>
          </p:spPr>
          <p:txBody>
            <a:bodyPr wrap="square" lIns="0" tIns="0" rIns="0" bIns="0" rtlCol="0"/>
            <a:lstStyle/>
            <a:p>
              <a:endParaRPr sz="900"/>
            </a:p>
          </p:txBody>
        </p:sp>
        <p:sp>
          <p:nvSpPr>
            <p:cNvPr id="19" name="object 19"/>
            <p:cNvSpPr/>
            <p:nvPr/>
          </p:nvSpPr>
          <p:spPr>
            <a:xfrm>
              <a:off x="1536700" y="7200900"/>
              <a:ext cx="8775700" cy="241300"/>
            </a:xfrm>
            <a:custGeom>
              <a:avLst/>
              <a:gdLst/>
              <a:ahLst/>
              <a:cxnLst/>
              <a:rect l="l" t="t" r="r" b="b"/>
              <a:pathLst>
                <a:path w="8775700" h="241300">
                  <a:moveTo>
                    <a:pt x="120650" y="0"/>
                  </a:moveTo>
                  <a:lnTo>
                    <a:pt x="73687" y="9481"/>
                  </a:lnTo>
                  <a:lnTo>
                    <a:pt x="35337" y="35337"/>
                  </a:lnTo>
                  <a:lnTo>
                    <a:pt x="9481" y="73687"/>
                  </a:lnTo>
                  <a:lnTo>
                    <a:pt x="0" y="120650"/>
                  </a:lnTo>
                  <a:lnTo>
                    <a:pt x="9481" y="167612"/>
                  </a:lnTo>
                  <a:lnTo>
                    <a:pt x="35337" y="205962"/>
                  </a:lnTo>
                  <a:lnTo>
                    <a:pt x="73687" y="231818"/>
                  </a:lnTo>
                  <a:lnTo>
                    <a:pt x="120650" y="241300"/>
                  </a:lnTo>
                  <a:lnTo>
                    <a:pt x="163357" y="233523"/>
                  </a:lnTo>
                  <a:lnTo>
                    <a:pt x="199354" y="212097"/>
                  </a:lnTo>
                  <a:lnTo>
                    <a:pt x="206653" y="203200"/>
                  </a:lnTo>
                  <a:lnTo>
                    <a:pt x="120650" y="203200"/>
                  </a:lnTo>
                  <a:lnTo>
                    <a:pt x="88517" y="196712"/>
                  </a:lnTo>
                  <a:lnTo>
                    <a:pt x="62278" y="179021"/>
                  </a:lnTo>
                  <a:lnTo>
                    <a:pt x="44587" y="152782"/>
                  </a:lnTo>
                  <a:lnTo>
                    <a:pt x="38100" y="120650"/>
                  </a:lnTo>
                  <a:lnTo>
                    <a:pt x="44587" y="88517"/>
                  </a:lnTo>
                  <a:lnTo>
                    <a:pt x="62278" y="62278"/>
                  </a:lnTo>
                  <a:lnTo>
                    <a:pt x="88517" y="44587"/>
                  </a:lnTo>
                  <a:lnTo>
                    <a:pt x="120650" y="38100"/>
                  </a:lnTo>
                  <a:lnTo>
                    <a:pt x="206653" y="38100"/>
                  </a:lnTo>
                  <a:lnTo>
                    <a:pt x="199354" y="29202"/>
                  </a:lnTo>
                  <a:lnTo>
                    <a:pt x="163357" y="7776"/>
                  </a:lnTo>
                  <a:lnTo>
                    <a:pt x="120650" y="0"/>
                  </a:lnTo>
                  <a:close/>
                </a:path>
                <a:path w="8775700" h="241300">
                  <a:moveTo>
                    <a:pt x="206653" y="38100"/>
                  </a:moveTo>
                  <a:lnTo>
                    <a:pt x="120650" y="38100"/>
                  </a:lnTo>
                  <a:lnTo>
                    <a:pt x="152782" y="44587"/>
                  </a:lnTo>
                  <a:lnTo>
                    <a:pt x="179021" y="62278"/>
                  </a:lnTo>
                  <a:lnTo>
                    <a:pt x="196712" y="88517"/>
                  </a:lnTo>
                  <a:lnTo>
                    <a:pt x="203200" y="120650"/>
                  </a:lnTo>
                  <a:lnTo>
                    <a:pt x="196712" y="152782"/>
                  </a:lnTo>
                  <a:lnTo>
                    <a:pt x="179021" y="179021"/>
                  </a:lnTo>
                  <a:lnTo>
                    <a:pt x="152782" y="196712"/>
                  </a:lnTo>
                  <a:lnTo>
                    <a:pt x="120650" y="203200"/>
                  </a:lnTo>
                  <a:lnTo>
                    <a:pt x="206653" y="203200"/>
                  </a:lnTo>
                  <a:lnTo>
                    <a:pt x="225787" y="179875"/>
                  </a:lnTo>
                  <a:lnTo>
                    <a:pt x="239802" y="139712"/>
                  </a:lnTo>
                  <a:lnTo>
                    <a:pt x="8756650" y="139700"/>
                  </a:lnTo>
                  <a:lnTo>
                    <a:pt x="8764064" y="138202"/>
                  </a:lnTo>
                  <a:lnTo>
                    <a:pt x="8770120" y="134120"/>
                  </a:lnTo>
                  <a:lnTo>
                    <a:pt x="8774202" y="128064"/>
                  </a:lnTo>
                  <a:lnTo>
                    <a:pt x="8775700" y="120650"/>
                  </a:lnTo>
                  <a:lnTo>
                    <a:pt x="8774202" y="113235"/>
                  </a:lnTo>
                  <a:lnTo>
                    <a:pt x="8770120" y="107179"/>
                  </a:lnTo>
                  <a:lnTo>
                    <a:pt x="8764064" y="103097"/>
                  </a:lnTo>
                  <a:lnTo>
                    <a:pt x="8756650" y="101600"/>
                  </a:lnTo>
                  <a:lnTo>
                    <a:pt x="239802" y="101587"/>
                  </a:lnTo>
                  <a:lnTo>
                    <a:pt x="225787" y="61424"/>
                  </a:lnTo>
                  <a:lnTo>
                    <a:pt x="206653" y="38100"/>
                  </a:lnTo>
                  <a:close/>
                </a:path>
              </a:pathLst>
            </a:custGeom>
            <a:solidFill>
              <a:srgbClr val="212121"/>
            </a:solidFill>
          </p:spPr>
          <p:txBody>
            <a:bodyPr wrap="square" lIns="0" tIns="0" rIns="0" bIns="0" rtlCol="0"/>
            <a:lstStyle/>
            <a:p>
              <a:endParaRPr sz="900"/>
            </a:p>
          </p:txBody>
        </p:sp>
      </p:grpSp>
      <p:grpSp>
        <p:nvGrpSpPr>
          <p:cNvPr id="20" name="object 20"/>
          <p:cNvGrpSpPr/>
          <p:nvPr/>
        </p:nvGrpSpPr>
        <p:grpSpPr>
          <a:xfrm>
            <a:off x="768350" y="5908675"/>
            <a:ext cx="4387850" cy="1968500"/>
            <a:chOff x="1536700" y="11817350"/>
            <a:chExt cx="8775700" cy="3937000"/>
          </a:xfrm>
        </p:grpSpPr>
        <p:sp>
          <p:nvSpPr>
            <p:cNvPr id="21" name="object 21"/>
            <p:cNvSpPr/>
            <p:nvPr/>
          </p:nvSpPr>
          <p:spPr>
            <a:xfrm>
              <a:off x="2076450" y="118173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dirty="0"/>
            </a:p>
          </p:txBody>
        </p:sp>
        <p:sp>
          <p:nvSpPr>
            <p:cNvPr id="22" name="object 22"/>
            <p:cNvSpPr/>
            <p:nvPr/>
          </p:nvSpPr>
          <p:spPr>
            <a:xfrm>
              <a:off x="1536700" y="15214600"/>
              <a:ext cx="8775700" cy="241300"/>
            </a:xfrm>
            <a:custGeom>
              <a:avLst/>
              <a:gdLst/>
              <a:ahLst/>
              <a:cxnLst/>
              <a:rect l="l" t="t" r="r" b="b"/>
              <a:pathLst>
                <a:path w="8775700" h="241300">
                  <a:moveTo>
                    <a:pt x="120650" y="0"/>
                  </a:moveTo>
                  <a:lnTo>
                    <a:pt x="73687" y="9481"/>
                  </a:lnTo>
                  <a:lnTo>
                    <a:pt x="35337" y="35337"/>
                  </a:lnTo>
                  <a:lnTo>
                    <a:pt x="9481" y="73687"/>
                  </a:lnTo>
                  <a:lnTo>
                    <a:pt x="0" y="120650"/>
                  </a:lnTo>
                  <a:lnTo>
                    <a:pt x="9481" y="167612"/>
                  </a:lnTo>
                  <a:lnTo>
                    <a:pt x="35337" y="205962"/>
                  </a:lnTo>
                  <a:lnTo>
                    <a:pt x="73687" y="231818"/>
                  </a:lnTo>
                  <a:lnTo>
                    <a:pt x="120650" y="241300"/>
                  </a:lnTo>
                  <a:lnTo>
                    <a:pt x="163357" y="233523"/>
                  </a:lnTo>
                  <a:lnTo>
                    <a:pt x="199354" y="212097"/>
                  </a:lnTo>
                  <a:lnTo>
                    <a:pt x="206653" y="203200"/>
                  </a:lnTo>
                  <a:lnTo>
                    <a:pt x="120650" y="203200"/>
                  </a:lnTo>
                  <a:lnTo>
                    <a:pt x="88517" y="196712"/>
                  </a:lnTo>
                  <a:lnTo>
                    <a:pt x="62278" y="179021"/>
                  </a:lnTo>
                  <a:lnTo>
                    <a:pt x="44587" y="152782"/>
                  </a:lnTo>
                  <a:lnTo>
                    <a:pt x="38100" y="120650"/>
                  </a:lnTo>
                  <a:lnTo>
                    <a:pt x="44587" y="88517"/>
                  </a:lnTo>
                  <a:lnTo>
                    <a:pt x="62278" y="62278"/>
                  </a:lnTo>
                  <a:lnTo>
                    <a:pt x="88517" y="44587"/>
                  </a:lnTo>
                  <a:lnTo>
                    <a:pt x="120650" y="38100"/>
                  </a:lnTo>
                  <a:lnTo>
                    <a:pt x="206653" y="38100"/>
                  </a:lnTo>
                  <a:lnTo>
                    <a:pt x="199354" y="29202"/>
                  </a:lnTo>
                  <a:lnTo>
                    <a:pt x="163357" y="7776"/>
                  </a:lnTo>
                  <a:lnTo>
                    <a:pt x="120650" y="0"/>
                  </a:lnTo>
                  <a:close/>
                </a:path>
                <a:path w="8775700" h="241300">
                  <a:moveTo>
                    <a:pt x="206653" y="38100"/>
                  </a:moveTo>
                  <a:lnTo>
                    <a:pt x="120650" y="38100"/>
                  </a:lnTo>
                  <a:lnTo>
                    <a:pt x="152782" y="44587"/>
                  </a:lnTo>
                  <a:lnTo>
                    <a:pt x="179021" y="62278"/>
                  </a:lnTo>
                  <a:lnTo>
                    <a:pt x="196712" y="88517"/>
                  </a:lnTo>
                  <a:lnTo>
                    <a:pt x="203200" y="120650"/>
                  </a:lnTo>
                  <a:lnTo>
                    <a:pt x="196712" y="152782"/>
                  </a:lnTo>
                  <a:lnTo>
                    <a:pt x="179021" y="179021"/>
                  </a:lnTo>
                  <a:lnTo>
                    <a:pt x="152782" y="196712"/>
                  </a:lnTo>
                  <a:lnTo>
                    <a:pt x="120650" y="203200"/>
                  </a:lnTo>
                  <a:lnTo>
                    <a:pt x="206653" y="203200"/>
                  </a:lnTo>
                  <a:lnTo>
                    <a:pt x="225787" y="179875"/>
                  </a:lnTo>
                  <a:lnTo>
                    <a:pt x="239802" y="139712"/>
                  </a:lnTo>
                  <a:lnTo>
                    <a:pt x="8756650" y="139700"/>
                  </a:lnTo>
                  <a:lnTo>
                    <a:pt x="8764064" y="138202"/>
                  </a:lnTo>
                  <a:lnTo>
                    <a:pt x="8770120" y="134120"/>
                  </a:lnTo>
                  <a:lnTo>
                    <a:pt x="8774202" y="128064"/>
                  </a:lnTo>
                  <a:lnTo>
                    <a:pt x="8775700" y="120650"/>
                  </a:lnTo>
                  <a:lnTo>
                    <a:pt x="8774202" y="113235"/>
                  </a:lnTo>
                  <a:lnTo>
                    <a:pt x="8770120" y="107179"/>
                  </a:lnTo>
                  <a:lnTo>
                    <a:pt x="8764064" y="103097"/>
                  </a:lnTo>
                  <a:lnTo>
                    <a:pt x="8756650" y="101600"/>
                  </a:lnTo>
                  <a:lnTo>
                    <a:pt x="239802" y="101587"/>
                  </a:lnTo>
                  <a:lnTo>
                    <a:pt x="225787" y="61424"/>
                  </a:lnTo>
                  <a:lnTo>
                    <a:pt x="206653" y="38100"/>
                  </a:lnTo>
                  <a:close/>
                </a:path>
              </a:pathLst>
            </a:custGeom>
            <a:solidFill>
              <a:srgbClr val="212121"/>
            </a:solidFill>
          </p:spPr>
          <p:txBody>
            <a:bodyPr wrap="square" lIns="0" tIns="0" rIns="0" bIns="0" rtlCol="0"/>
            <a:lstStyle/>
            <a:p>
              <a:endParaRPr sz="900"/>
            </a:p>
          </p:txBody>
        </p:sp>
      </p:grpSp>
      <p:sp>
        <p:nvSpPr>
          <p:cNvPr id="23" name="object 23"/>
          <p:cNvSpPr txBox="1">
            <a:spLocks noGrp="1"/>
          </p:cNvSpPr>
          <p:nvPr>
            <p:ph type="title"/>
          </p:nvPr>
        </p:nvSpPr>
        <p:spPr>
          <a:xfrm>
            <a:off x="539360" y="838290"/>
            <a:ext cx="6057301" cy="710565"/>
          </a:xfrm>
          <a:prstGeom prst="rect">
            <a:avLst/>
          </a:prstGeom>
        </p:spPr>
        <p:txBody>
          <a:bodyPr vert="horz" wrap="square" lIns="0" tIns="203200" rIns="0" bIns="0" rtlCol="0" anchor="ctr">
            <a:spAutoFit/>
          </a:bodyPr>
          <a:lstStyle/>
          <a:p>
            <a:pPr marL="294005">
              <a:lnSpc>
                <a:spcPct val="100000"/>
              </a:lnSpc>
              <a:spcBef>
                <a:spcPts val="50"/>
              </a:spcBef>
            </a:pPr>
            <a:r>
              <a:rPr b="1" spc="-8" dirty="0">
                <a:latin typeface="江城圆体 600W" panose="020B0800000000000000" pitchFamily="34" charset="-128"/>
                <a:ea typeface="江城圆体 600W" panose="020B0800000000000000" pitchFamily="34" charset="-128"/>
              </a:rPr>
              <a:t>如何从工作中获得更多回报？</a:t>
            </a:r>
          </a:p>
        </p:txBody>
      </p:sp>
      <p:sp>
        <p:nvSpPr>
          <p:cNvPr id="24" name="object 24"/>
          <p:cNvSpPr txBox="1"/>
          <p:nvPr/>
        </p:nvSpPr>
        <p:spPr>
          <a:xfrm>
            <a:off x="1441450" y="1778000"/>
            <a:ext cx="3983038" cy="1482725"/>
          </a:xfrm>
          <a:prstGeom prst="rect">
            <a:avLst/>
          </a:prstGeom>
        </p:spPr>
        <p:txBody>
          <a:bodyPr vert="horz" wrap="square" lIns="0" tIns="6350" rIns="0" bIns="0" rtlCol="0">
            <a:spAutoFit/>
          </a:bodyPr>
          <a:lstStyle/>
          <a:p>
            <a:pPr marR="16510" algn="ctr">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07</a:t>
            </a:r>
            <a:endParaRPr b="1" dirty="0">
              <a:latin typeface="江城圆体 600W" panose="020B0800000000000000" pitchFamily="34" charset="-128"/>
              <a:ea typeface="江城圆体 600W" panose="020B0800000000000000" pitchFamily="34" charset="-128"/>
              <a:cs typeface="PMingLiU" panose="02020500000000000000" charset="-120"/>
            </a:endParaRPr>
          </a:p>
          <a:p>
            <a:pPr marL="62230" algn="ctr">
              <a:spcBef>
                <a:spcPts val="1040"/>
              </a:spcBef>
            </a:pPr>
            <a:r>
              <a:rPr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Calling = Pleasure / Pain</a:t>
            </a:r>
            <a:endParaRPr sz="900" b="1" dirty="0">
              <a:latin typeface="江城圆体 600W" panose="020B0800000000000000" pitchFamily="34" charset="-128"/>
              <a:ea typeface="江城圆体 600W" panose="020B0800000000000000" pitchFamily="34" charset="-128"/>
              <a:cs typeface="PMingLiU" panose="02020500000000000000" charset="-120"/>
            </a:endParaRPr>
          </a:p>
          <a:p>
            <a:pPr marL="62230" algn="ctr">
              <a:spcBef>
                <a:spcPts val="370"/>
              </a:spcBef>
            </a:pP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使命 = 快乐 / 痛苦</a:t>
            </a:r>
            <a:endParaRPr sz="1500" b="1" dirty="0">
              <a:latin typeface="江城圆体 600W" panose="020B0800000000000000" pitchFamily="34" charset="-128"/>
              <a:ea typeface="江城圆体 600W" panose="020B0800000000000000" pitchFamily="34" charset="-128"/>
              <a:cs typeface="PMingLiU" panose="02020500000000000000" charset="-120"/>
            </a:endParaRPr>
          </a:p>
          <a:p>
            <a:pPr>
              <a:spcBef>
                <a:spcPts val="35"/>
              </a:spcBef>
            </a:pPr>
            <a:endParaRPr sz="170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你越是生活在使命中，就越是会留在让你离开小痛的快乐中。你越是生活在使命中，快乐就越能主宰痛苦.</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25" name="object 25"/>
          <p:cNvSpPr txBox="1"/>
          <p:nvPr/>
        </p:nvSpPr>
        <p:spPr>
          <a:xfrm>
            <a:off x="1531270" y="4483100"/>
            <a:ext cx="3789363" cy="144780"/>
          </a:xfrm>
          <a:prstGeom prst="rect">
            <a:avLst/>
          </a:prstGeom>
        </p:spPr>
        <p:txBody>
          <a:bodyPr vert="horz" wrap="square" lIns="0" tIns="6350" rIns="0" bIns="0" rtlCol="0">
            <a:spAutoFit/>
          </a:bodyPr>
          <a:lstStyle/>
          <a:p>
            <a:pPr marL="6350">
              <a:spcBef>
                <a:spcPts val="50"/>
              </a:spcBef>
            </a:pPr>
            <a:r>
              <a:rPr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Workaholism = What are you running from/What are you living for</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6" name="object 26"/>
          <p:cNvSpPr txBox="1"/>
          <p:nvPr/>
        </p:nvSpPr>
        <p:spPr>
          <a:xfrm>
            <a:off x="1441450" y="4699000"/>
            <a:ext cx="3992563" cy="2651760"/>
          </a:xfrm>
          <a:prstGeom prst="rect">
            <a:avLst/>
          </a:prstGeom>
        </p:spPr>
        <p:txBody>
          <a:bodyPr vert="horz" wrap="square" lIns="0" tIns="6350" rIns="0" bIns="0" rtlCol="0">
            <a:spAutoFit/>
          </a:bodyPr>
          <a:lstStyle/>
          <a:p>
            <a:pPr marL="307340">
              <a:spcBef>
                <a:spcPts val="50"/>
              </a:spcBef>
            </a:pPr>
            <a:r>
              <a:rPr sz="1500" b="1" dirty="0">
                <a:solidFill>
                  <a:srgbClr val="11A766"/>
                </a:solidFill>
                <a:latin typeface="江城圆体 600W" panose="020B0800000000000000" pitchFamily="34" charset="-128"/>
                <a:ea typeface="江城圆体 600W" panose="020B0800000000000000" pitchFamily="34" charset="-128"/>
                <a:cs typeface="Alibaba PuHuiTi" panose="00020600040101010101" pitchFamily="18" charset="-122"/>
              </a:rPr>
              <a:t>工作狂 = 你在逃避什么？/ 你为何而活？</a:t>
            </a:r>
            <a:endParaRPr sz="1500" b="1" dirty="0">
              <a:latin typeface="江城圆体 600W" panose="020B0800000000000000" pitchFamily="34" charset="-128"/>
              <a:ea typeface="江城圆体 600W" panose="020B0800000000000000" pitchFamily="34" charset="-128"/>
              <a:cs typeface="Alibaba PuHuiTi" panose="00020600040101010101" pitchFamily="18" charset="-122"/>
            </a:endParaRPr>
          </a:p>
          <a:p>
            <a:pPr>
              <a:spcBef>
                <a:spcPts val="5"/>
              </a:spcBef>
            </a:pPr>
            <a:endParaRPr sz="21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工作狂是上瘾的一种形式，简单来说，各种成瘾都和我们在逃避什么相关。通常我们会沉醉于那些能够改善我们心情的事物（包括工作），一定程度上是因为我们迫切需要逃脱那些正在吞噬我们的情绪或恐惧。在你剥下任何成瘾症的表层情绪后，你会发现一些隐藏的共同情绪，比如自卑、不可爱、羞耻以及诸如害怕亲密、失败甚至成功等各种恐惧。</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35"/>
              </a:spcBef>
            </a:pP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12065" algn="just">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从“工作—休息—工作”循环中抽离出来，反思你究竟为什么而活，反思在我们的生命中，还有哪些细微的愉快感受值得我们更多的关注与投入，能够帮助我们从失衡状态拉回来，从一种习惯性行为的束缚中得到释放。</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pic>
        <p:nvPicPr>
          <p:cNvPr id="27" name="object 27"/>
          <p:cNvPicPr/>
          <p:nvPr/>
        </p:nvPicPr>
        <p:blipFill>
          <a:blip r:embed="rId2" cstate="print"/>
          <a:stretch>
            <a:fillRect/>
          </a:stretch>
        </p:blipFill>
        <p:spPr>
          <a:xfrm>
            <a:off x="3189837" y="8851900"/>
            <a:ext cx="486698" cy="2921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a:latin typeface="江城圆体 300W" panose="020B0800000000000000" pitchFamily="34" charset="-128"/>
              <a:ea typeface="江城圆体 300W" panose="020B0800000000000000" pitchFamily="34" charset="-128"/>
              <a:cs typeface="PMingLiU" panose="02020500000000000000" charset="-120"/>
            </a:endParaRPr>
          </a:p>
        </p:txBody>
      </p:sp>
      <p:sp>
        <p:nvSpPr>
          <p:cNvPr id="3" name="object 3"/>
          <p:cNvSpPr/>
          <p:nvPr/>
        </p:nvSpPr>
        <p:spPr>
          <a:xfrm>
            <a:off x="3232150" y="1174750"/>
            <a:ext cx="387033" cy="386715"/>
          </a:xfrm>
          <a:custGeom>
            <a:avLst/>
            <a:gdLst/>
            <a:ahLst/>
            <a:cxnLst/>
            <a:rect l="l" t="t" r="r" b="b"/>
            <a:pathLst>
              <a:path w="774065" h="773430">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5" h="773430">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5" h="773430">
                <a:moveTo>
                  <a:pt x="385104" y="0"/>
                </a:moveTo>
                <a:lnTo>
                  <a:pt x="336798" y="3000"/>
                </a:lnTo>
                <a:lnTo>
                  <a:pt x="433411" y="3000"/>
                </a:lnTo>
                <a:lnTo>
                  <a:pt x="385104" y="0"/>
                </a:lnTo>
                <a:close/>
              </a:path>
            </a:pathLst>
          </a:custGeom>
          <a:solidFill>
            <a:srgbClr val="7F62A1"/>
          </a:solidFill>
        </p:spPr>
        <p:txBody>
          <a:bodyPr wrap="square" lIns="0" tIns="0" rIns="0" bIns="0" rtlCol="0"/>
          <a:lstStyle/>
          <a:p>
            <a:endParaRPr sz="900"/>
          </a:p>
        </p:txBody>
      </p:sp>
      <p:sp>
        <p:nvSpPr>
          <p:cNvPr id="4" name="object 4"/>
          <p:cNvSpPr/>
          <p:nvPr/>
        </p:nvSpPr>
        <p:spPr>
          <a:xfrm>
            <a:off x="3232150" y="4318000"/>
            <a:ext cx="387033" cy="386715"/>
          </a:xfrm>
          <a:custGeom>
            <a:avLst/>
            <a:gdLst/>
            <a:ahLst/>
            <a:cxnLst/>
            <a:rect l="l" t="t" r="r" b="b"/>
            <a:pathLst>
              <a:path w="774065" h="773429">
                <a:moveTo>
                  <a:pt x="766838" y="714573"/>
                </a:moveTo>
                <a:lnTo>
                  <a:pt x="584610" y="714573"/>
                </a:lnTo>
                <a:lnTo>
                  <a:pt x="613492" y="715671"/>
                </a:lnTo>
                <a:lnTo>
                  <a:pt x="656308" y="733669"/>
                </a:lnTo>
                <a:lnTo>
                  <a:pt x="703243" y="756683"/>
                </a:lnTo>
                <a:lnTo>
                  <a:pt x="744482" y="772826"/>
                </a:lnTo>
                <a:lnTo>
                  <a:pt x="770209" y="770214"/>
                </a:lnTo>
                <a:lnTo>
                  <a:pt x="773628" y="741225"/>
                </a:lnTo>
                <a:lnTo>
                  <a:pt x="766838" y="714573"/>
                </a:lnTo>
                <a:close/>
              </a:path>
              <a:path w="774065" h="773429">
                <a:moveTo>
                  <a:pt x="385104" y="0"/>
                </a:moveTo>
                <a:lnTo>
                  <a:pt x="336798" y="3000"/>
                </a:lnTo>
                <a:lnTo>
                  <a:pt x="290282" y="11761"/>
                </a:lnTo>
                <a:lnTo>
                  <a:pt x="245917" y="25922"/>
                </a:lnTo>
                <a:lnTo>
                  <a:pt x="204065" y="45121"/>
                </a:lnTo>
                <a:lnTo>
                  <a:pt x="165086" y="68998"/>
                </a:lnTo>
                <a:lnTo>
                  <a:pt x="129341" y="97192"/>
                </a:lnTo>
                <a:lnTo>
                  <a:pt x="97191" y="129342"/>
                </a:lnTo>
                <a:lnTo>
                  <a:pt x="68998" y="165087"/>
                </a:lnTo>
                <a:lnTo>
                  <a:pt x="45121" y="204066"/>
                </a:lnTo>
                <a:lnTo>
                  <a:pt x="25921" y="245919"/>
                </a:lnTo>
                <a:lnTo>
                  <a:pt x="11761" y="290283"/>
                </a:lnTo>
                <a:lnTo>
                  <a:pt x="3000" y="336800"/>
                </a:lnTo>
                <a:lnTo>
                  <a:pt x="0" y="385107"/>
                </a:lnTo>
                <a:lnTo>
                  <a:pt x="3000" y="433414"/>
                </a:lnTo>
                <a:lnTo>
                  <a:pt x="11761" y="479930"/>
                </a:lnTo>
                <a:lnTo>
                  <a:pt x="25921" y="524295"/>
                </a:lnTo>
                <a:lnTo>
                  <a:pt x="45121" y="566148"/>
                </a:lnTo>
                <a:lnTo>
                  <a:pt x="68998" y="605127"/>
                </a:lnTo>
                <a:lnTo>
                  <a:pt x="97191" y="640872"/>
                </a:lnTo>
                <a:lnTo>
                  <a:pt x="129341" y="673022"/>
                </a:lnTo>
                <a:lnTo>
                  <a:pt x="165086" y="701216"/>
                </a:lnTo>
                <a:lnTo>
                  <a:pt x="204065" y="725093"/>
                </a:lnTo>
                <a:lnTo>
                  <a:pt x="245917" y="744292"/>
                </a:lnTo>
                <a:lnTo>
                  <a:pt x="290282" y="758452"/>
                </a:lnTo>
                <a:lnTo>
                  <a:pt x="336798" y="767213"/>
                </a:lnTo>
                <a:lnTo>
                  <a:pt x="385104" y="770214"/>
                </a:lnTo>
                <a:lnTo>
                  <a:pt x="438906" y="766486"/>
                </a:lnTo>
                <a:lnTo>
                  <a:pt x="490425" y="755635"/>
                </a:lnTo>
                <a:lnTo>
                  <a:pt x="539160" y="738163"/>
                </a:lnTo>
                <a:lnTo>
                  <a:pt x="584610" y="714573"/>
                </a:lnTo>
                <a:lnTo>
                  <a:pt x="766838" y="714573"/>
                </a:lnTo>
                <a:lnTo>
                  <a:pt x="761491" y="693585"/>
                </a:lnTo>
                <a:lnTo>
                  <a:pt x="743535" y="639255"/>
                </a:lnTo>
                <a:lnTo>
                  <a:pt x="729499" y="590198"/>
                </a:lnTo>
                <a:lnTo>
                  <a:pt x="729122" y="558375"/>
                </a:lnTo>
                <a:lnTo>
                  <a:pt x="746630" y="518094"/>
                </a:lnTo>
                <a:lnTo>
                  <a:pt x="759521" y="475581"/>
                </a:lnTo>
                <a:lnTo>
                  <a:pt x="767485" y="431148"/>
                </a:lnTo>
                <a:lnTo>
                  <a:pt x="770209" y="385107"/>
                </a:lnTo>
                <a:lnTo>
                  <a:pt x="767208" y="336800"/>
                </a:lnTo>
                <a:lnTo>
                  <a:pt x="758447" y="290283"/>
                </a:lnTo>
                <a:lnTo>
                  <a:pt x="744287" y="245919"/>
                </a:lnTo>
                <a:lnTo>
                  <a:pt x="725088" y="204066"/>
                </a:lnTo>
                <a:lnTo>
                  <a:pt x="701211" y="165087"/>
                </a:lnTo>
                <a:lnTo>
                  <a:pt x="673017" y="129342"/>
                </a:lnTo>
                <a:lnTo>
                  <a:pt x="640867" y="97192"/>
                </a:lnTo>
                <a:lnTo>
                  <a:pt x="605122" y="68998"/>
                </a:lnTo>
                <a:lnTo>
                  <a:pt x="566144" y="45121"/>
                </a:lnTo>
                <a:lnTo>
                  <a:pt x="524291" y="25922"/>
                </a:lnTo>
                <a:lnTo>
                  <a:pt x="479927" y="11761"/>
                </a:lnTo>
                <a:lnTo>
                  <a:pt x="433411" y="3000"/>
                </a:lnTo>
                <a:lnTo>
                  <a:pt x="385104" y="0"/>
                </a:lnTo>
                <a:close/>
              </a:path>
            </a:pathLst>
          </a:custGeom>
          <a:solidFill>
            <a:srgbClr val="7F62A1"/>
          </a:solidFill>
        </p:spPr>
        <p:txBody>
          <a:bodyPr wrap="square" lIns="0" tIns="0" rIns="0" bIns="0" rtlCol="0"/>
          <a:lstStyle/>
          <a:p>
            <a:endParaRPr sz="900"/>
          </a:p>
        </p:txBody>
      </p:sp>
      <p:sp>
        <p:nvSpPr>
          <p:cNvPr id="5" name="object 5"/>
          <p:cNvSpPr txBox="1"/>
          <p:nvPr/>
        </p:nvSpPr>
        <p:spPr>
          <a:xfrm>
            <a:off x="1435100" y="2579370"/>
            <a:ext cx="3985895" cy="1156335"/>
          </a:xfrm>
          <a:prstGeom prst="rect">
            <a:avLst/>
          </a:prstGeom>
        </p:spPr>
        <p:txBody>
          <a:bodyPr vert="horz" wrap="square" lIns="0" tIns="6350" rIns="0" bIns="0" rtlCol="0">
            <a:spAutoFit/>
          </a:bodyPr>
          <a:lstStyle/>
          <a:p>
            <a:pPr marL="6350" marR="2540" algn="just">
              <a:lnSpc>
                <a:spcPct val="119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好奇心通常是没有预设目标的行为，它是大脑的养分。但是也有大量证据显示，好奇心好似血管内的血液，是一种让我们永葆青春、不可或缺并给予生命肯定的情绪。好奇心的两个组成部分：惊奇和敬畏。纯粹的好奇心蕴含着高度的敬意和公平，我们只有满怀惊奇与敬畏，才会乐于去学习、去爱、去犯错和去生活。心理学家托德·卡什丹将好奇心比作“成长的引擎”。</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grpSp>
        <p:nvGrpSpPr>
          <p:cNvPr id="6" name="object 6"/>
          <p:cNvGrpSpPr/>
          <p:nvPr/>
        </p:nvGrpSpPr>
        <p:grpSpPr>
          <a:xfrm>
            <a:off x="1708150" y="2003425"/>
            <a:ext cx="4387850" cy="1968500"/>
            <a:chOff x="3416300" y="4006850"/>
            <a:chExt cx="8775700" cy="3937000"/>
          </a:xfrm>
        </p:grpSpPr>
        <p:sp>
          <p:nvSpPr>
            <p:cNvPr id="7" name="object 7"/>
            <p:cNvSpPr/>
            <p:nvPr/>
          </p:nvSpPr>
          <p:spPr>
            <a:xfrm>
              <a:off x="11652250" y="40068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dirty="0"/>
            </a:p>
          </p:txBody>
        </p:sp>
        <p:sp>
          <p:nvSpPr>
            <p:cNvPr id="8" name="object 8"/>
            <p:cNvSpPr/>
            <p:nvPr/>
          </p:nvSpPr>
          <p:spPr>
            <a:xfrm>
              <a:off x="3416300" y="4279900"/>
              <a:ext cx="8775700" cy="241300"/>
            </a:xfrm>
            <a:custGeom>
              <a:avLst/>
              <a:gdLst/>
              <a:ahLst/>
              <a:cxnLst/>
              <a:rect l="l" t="t" r="r" b="b"/>
              <a:pathLst>
                <a:path w="8775700" h="241300">
                  <a:moveTo>
                    <a:pt x="8655050" y="0"/>
                  </a:moveTo>
                  <a:lnTo>
                    <a:pt x="8612342" y="7777"/>
                  </a:lnTo>
                  <a:lnTo>
                    <a:pt x="8576345" y="29205"/>
                  </a:lnTo>
                  <a:lnTo>
                    <a:pt x="8549912" y="61427"/>
                  </a:lnTo>
                  <a:lnTo>
                    <a:pt x="8535897" y="101587"/>
                  </a:lnTo>
                  <a:lnTo>
                    <a:pt x="19050" y="101600"/>
                  </a:lnTo>
                  <a:lnTo>
                    <a:pt x="11635" y="103097"/>
                  </a:lnTo>
                  <a:lnTo>
                    <a:pt x="5579" y="107181"/>
                  </a:lnTo>
                  <a:lnTo>
                    <a:pt x="1497" y="113237"/>
                  </a:lnTo>
                  <a:lnTo>
                    <a:pt x="0" y="120650"/>
                  </a:lnTo>
                  <a:lnTo>
                    <a:pt x="1497" y="128062"/>
                  </a:lnTo>
                  <a:lnTo>
                    <a:pt x="5579" y="134118"/>
                  </a:lnTo>
                  <a:lnTo>
                    <a:pt x="11635" y="138202"/>
                  </a:lnTo>
                  <a:lnTo>
                    <a:pt x="19050" y="139700"/>
                  </a:lnTo>
                  <a:lnTo>
                    <a:pt x="8535897" y="139712"/>
                  </a:lnTo>
                  <a:lnTo>
                    <a:pt x="8549912" y="179872"/>
                  </a:lnTo>
                  <a:lnTo>
                    <a:pt x="8576345" y="212094"/>
                  </a:lnTo>
                  <a:lnTo>
                    <a:pt x="8612342" y="233522"/>
                  </a:lnTo>
                  <a:lnTo>
                    <a:pt x="8655050" y="241300"/>
                  </a:lnTo>
                  <a:lnTo>
                    <a:pt x="8702012" y="231819"/>
                  </a:lnTo>
                  <a:lnTo>
                    <a:pt x="8740362" y="205963"/>
                  </a:lnTo>
                  <a:lnTo>
                    <a:pt x="8742225" y="203200"/>
                  </a:lnTo>
                  <a:lnTo>
                    <a:pt x="8655050" y="203200"/>
                  </a:lnTo>
                  <a:lnTo>
                    <a:pt x="8622917" y="196713"/>
                  </a:lnTo>
                  <a:lnTo>
                    <a:pt x="8596678" y="179022"/>
                  </a:lnTo>
                  <a:lnTo>
                    <a:pt x="8578987" y="152782"/>
                  </a:lnTo>
                  <a:lnTo>
                    <a:pt x="8572500" y="120650"/>
                  </a:lnTo>
                  <a:lnTo>
                    <a:pt x="8578987" y="88517"/>
                  </a:lnTo>
                  <a:lnTo>
                    <a:pt x="8596678" y="62277"/>
                  </a:lnTo>
                  <a:lnTo>
                    <a:pt x="8622917" y="44586"/>
                  </a:lnTo>
                  <a:lnTo>
                    <a:pt x="8655050" y="38100"/>
                  </a:lnTo>
                  <a:lnTo>
                    <a:pt x="8742225" y="38100"/>
                  </a:lnTo>
                  <a:lnTo>
                    <a:pt x="8740362" y="35336"/>
                  </a:lnTo>
                  <a:lnTo>
                    <a:pt x="8702012" y="9480"/>
                  </a:lnTo>
                  <a:lnTo>
                    <a:pt x="8655050" y="0"/>
                  </a:lnTo>
                  <a:close/>
                </a:path>
                <a:path w="8775700" h="241300">
                  <a:moveTo>
                    <a:pt x="8742225" y="38100"/>
                  </a:moveTo>
                  <a:lnTo>
                    <a:pt x="8655050" y="38100"/>
                  </a:lnTo>
                  <a:lnTo>
                    <a:pt x="8687182" y="44586"/>
                  </a:lnTo>
                  <a:lnTo>
                    <a:pt x="8713421" y="62277"/>
                  </a:lnTo>
                  <a:lnTo>
                    <a:pt x="8731112" y="88517"/>
                  </a:lnTo>
                  <a:lnTo>
                    <a:pt x="8737600" y="120650"/>
                  </a:lnTo>
                  <a:lnTo>
                    <a:pt x="8731112" y="152782"/>
                  </a:lnTo>
                  <a:lnTo>
                    <a:pt x="8713421" y="179022"/>
                  </a:lnTo>
                  <a:lnTo>
                    <a:pt x="8687182" y="196713"/>
                  </a:lnTo>
                  <a:lnTo>
                    <a:pt x="8655050" y="203200"/>
                  </a:lnTo>
                  <a:lnTo>
                    <a:pt x="8742225" y="203200"/>
                  </a:lnTo>
                  <a:lnTo>
                    <a:pt x="8766218" y="167614"/>
                  </a:lnTo>
                  <a:lnTo>
                    <a:pt x="8775700" y="120650"/>
                  </a:lnTo>
                  <a:lnTo>
                    <a:pt x="8766218" y="73685"/>
                  </a:lnTo>
                  <a:lnTo>
                    <a:pt x="8742225" y="38100"/>
                  </a:lnTo>
                  <a:close/>
                </a:path>
              </a:pathLst>
            </a:custGeom>
            <a:solidFill>
              <a:srgbClr val="212121"/>
            </a:solidFill>
          </p:spPr>
          <p:txBody>
            <a:bodyPr wrap="square" lIns="0" tIns="0" rIns="0" bIns="0" rtlCol="0"/>
            <a:lstStyle/>
            <a:p>
              <a:endParaRPr sz="900"/>
            </a:p>
          </p:txBody>
        </p:sp>
      </p:grpSp>
      <p:grpSp>
        <p:nvGrpSpPr>
          <p:cNvPr id="9" name="object 9"/>
          <p:cNvGrpSpPr/>
          <p:nvPr/>
        </p:nvGrpSpPr>
        <p:grpSpPr>
          <a:xfrm>
            <a:off x="1708150" y="5235575"/>
            <a:ext cx="4387850" cy="1968500"/>
            <a:chOff x="3416300" y="10471150"/>
            <a:chExt cx="8775700" cy="3937000"/>
          </a:xfrm>
        </p:grpSpPr>
        <p:sp>
          <p:nvSpPr>
            <p:cNvPr id="10" name="object 10"/>
            <p:cNvSpPr/>
            <p:nvPr/>
          </p:nvSpPr>
          <p:spPr>
            <a:xfrm>
              <a:off x="11652250" y="104711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a:p>
          </p:txBody>
        </p:sp>
        <p:sp>
          <p:nvSpPr>
            <p:cNvPr id="11" name="object 11"/>
            <p:cNvSpPr/>
            <p:nvPr/>
          </p:nvSpPr>
          <p:spPr>
            <a:xfrm>
              <a:off x="3416300" y="10668000"/>
              <a:ext cx="8775700" cy="241300"/>
            </a:xfrm>
            <a:custGeom>
              <a:avLst/>
              <a:gdLst/>
              <a:ahLst/>
              <a:cxnLst/>
              <a:rect l="l" t="t" r="r" b="b"/>
              <a:pathLst>
                <a:path w="8775700" h="241300">
                  <a:moveTo>
                    <a:pt x="8655050" y="0"/>
                  </a:moveTo>
                  <a:lnTo>
                    <a:pt x="8612342" y="7776"/>
                  </a:lnTo>
                  <a:lnTo>
                    <a:pt x="8576345" y="29202"/>
                  </a:lnTo>
                  <a:lnTo>
                    <a:pt x="8549912" y="61424"/>
                  </a:lnTo>
                  <a:lnTo>
                    <a:pt x="8535897" y="101587"/>
                  </a:lnTo>
                  <a:lnTo>
                    <a:pt x="19050" y="101600"/>
                  </a:lnTo>
                  <a:lnTo>
                    <a:pt x="11635" y="103097"/>
                  </a:lnTo>
                  <a:lnTo>
                    <a:pt x="5579" y="107179"/>
                  </a:lnTo>
                  <a:lnTo>
                    <a:pt x="1497" y="113235"/>
                  </a:lnTo>
                  <a:lnTo>
                    <a:pt x="0" y="120650"/>
                  </a:lnTo>
                  <a:lnTo>
                    <a:pt x="1497" y="128064"/>
                  </a:lnTo>
                  <a:lnTo>
                    <a:pt x="5579" y="134120"/>
                  </a:lnTo>
                  <a:lnTo>
                    <a:pt x="11635" y="138202"/>
                  </a:lnTo>
                  <a:lnTo>
                    <a:pt x="19050" y="139700"/>
                  </a:lnTo>
                  <a:lnTo>
                    <a:pt x="8535897" y="139712"/>
                  </a:lnTo>
                  <a:lnTo>
                    <a:pt x="8549912" y="179875"/>
                  </a:lnTo>
                  <a:lnTo>
                    <a:pt x="8576345" y="212097"/>
                  </a:lnTo>
                  <a:lnTo>
                    <a:pt x="8612342" y="233523"/>
                  </a:lnTo>
                  <a:lnTo>
                    <a:pt x="8655050" y="241300"/>
                  </a:lnTo>
                  <a:lnTo>
                    <a:pt x="8702012" y="231818"/>
                  </a:lnTo>
                  <a:lnTo>
                    <a:pt x="8740362" y="205962"/>
                  </a:lnTo>
                  <a:lnTo>
                    <a:pt x="8742224" y="203200"/>
                  </a:lnTo>
                  <a:lnTo>
                    <a:pt x="8655050" y="203200"/>
                  </a:lnTo>
                  <a:lnTo>
                    <a:pt x="8622917" y="196712"/>
                  </a:lnTo>
                  <a:lnTo>
                    <a:pt x="8596678" y="179021"/>
                  </a:lnTo>
                  <a:lnTo>
                    <a:pt x="8578987" y="152782"/>
                  </a:lnTo>
                  <a:lnTo>
                    <a:pt x="8572500" y="120650"/>
                  </a:lnTo>
                  <a:lnTo>
                    <a:pt x="8578987" y="88517"/>
                  </a:lnTo>
                  <a:lnTo>
                    <a:pt x="8596678" y="62278"/>
                  </a:lnTo>
                  <a:lnTo>
                    <a:pt x="8622917" y="44587"/>
                  </a:lnTo>
                  <a:lnTo>
                    <a:pt x="8655050" y="38100"/>
                  </a:lnTo>
                  <a:lnTo>
                    <a:pt x="8742224" y="38100"/>
                  </a:lnTo>
                  <a:lnTo>
                    <a:pt x="8740362" y="35337"/>
                  </a:lnTo>
                  <a:lnTo>
                    <a:pt x="8702012" y="9481"/>
                  </a:lnTo>
                  <a:lnTo>
                    <a:pt x="8655050" y="0"/>
                  </a:lnTo>
                  <a:close/>
                </a:path>
                <a:path w="8775700" h="241300">
                  <a:moveTo>
                    <a:pt x="8742224" y="38100"/>
                  </a:moveTo>
                  <a:lnTo>
                    <a:pt x="8655050" y="38100"/>
                  </a:lnTo>
                  <a:lnTo>
                    <a:pt x="8687182" y="44587"/>
                  </a:lnTo>
                  <a:lnTo>
                    <a:pt x="8713421" y="62278"/>
                  </a:lnTo>
                  <a:lnTo>
                    <a:pt x="8731112" y="88517"/>
                  </a:lnTo>
                  <a:lnTo>
                    <a:pt x="8737600" y="120650"/>
                  </a:lnTo>
                  <a:lnTo>
                    <a:pt x="8731112" y="152782"/>
                  </a:lnTo>
                  <a:lnTo>
                    <a:pt x="8713421" y="179021"/>
                  </a:lnTo>
                  <a:lnTo>
                    <a:pt x="8687182" y="196712"/>
                  </a:lnTo>
                  <a:lnTo>
                    <a:pt x="8655050" y="203200"/>
                  </a:lnTo>
                  <a:lnTo>
                    <a:pt x="8742224" y="203200"/>
                  </a:lnTo>
                  <a:lnTo>
                    <a:pt x="8766218" y="167612"/>
                  </a:lnTo>
                  <a:lnTo>
                    <a:pt x="8775700" y="120650"/>
                  </a:lnTo>
                  <a:lnTo>
                    <a:pt x="8766218" y="73687"/>
                  </a:lnTo>
                  <a:lnTo>
                    <a:pt x="8742224" y="38100"/>
                  </a:lnTo>
                  <a:close/>
                </a:path>
              </a:pathLst>
            </a:custGeom>
            <a:solidFill>
              <a:srgbClr val="212121"/>
            </a:solidFill>
          </p:spPr>
          <p:txBody>
            <a:bodyPr wrap="square" lIns="0" tIns="0" rIns="0" bIns="0" rtlCol="0"/>
            <a:lstStyle/>
            <a:p>
              <a:endParaRPr sz="900"/>
            </a:p>
          </p:txBody>
        </p:sp>
      </p:grpSp>
      <p:grpSp>
        <p:nvGrpSpPr>
          <p:cNvPr id="12" name="object 12"/>
          <p:cNvGrpSpPr/>
          <p:nvPr/>
        </p:nvGrpSpPr>
        <p:grpSpPr>
          <a:xfrm>
            <a:off x="768350" y="2359025"/>
            <a:ext cx="4387850" cy="1968500"/>
            <a:chOff x="1536700" y="4718050"/>
            <a:chExt cx="8775700" cy="3937000"/>
          </a:xfrm>
        </p:grpSpPr>
        <p:sp>
          <p:nvSpPr>
            <p:cNvPr id="13" name="object 13"/>
            <p:cNvSpPr/>
            <p:nvPr/>
          </p:nvSpPr>
          <p:spPr>
            <a:xfrm>
              <a:off x="2076450" y="47180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a:p>
          </p:txBody>
        </p:sp>
        <p:sp>
          <p:nvSpPr>
            <p:cNvPr id="14" name="object 14"/>
            <p:cNvSpPr/>
            <p:nvPr/>
          </p:nvSpPr>
          <p:spPr>
            <a:xfrm>
              <a:off x="1536700" y="8115300"/>
              <a:ext cx="8775700" cy="241300"/>
            </a:xfrm>
            <a:custGeom>
              <a:avLst/>
              <a:gdLst/>
              <a:ahLst/>
              <a:cxnLst/>
              <a:rect l="l" t="t" r="r" b="b"/>
              <a:pathLst>
                <a:path w="8775700" h="241300">
                  <a:moveTo>
                    <a:pt x="120650" y="0"/>
                  </a:moveTo>
                  <a:lnTo>
                    <a:pt x="73687" y="9481"/>
                  </a:lnTo>
                  <a:lnTo>
                    <a:pt x="35337" y="35337"/>
                  </a:lnTo>
                  <a:lnTo>
                    <a:pt x="9481" y="73687"/>
                  </a:lnTo>
                  <a:lnTo>
                    <a:pt x="0" y="120650"/>
                  </a:lnTo>
                  <a:lnTo>
                    <a:pt x="9481" y="167612"/>
                  </a:lnTo>
                  <a:lnTo>
                    <a:pt x="35337" y="205962"/>
                  </a:lnTo>
                  <a:lnTo>
                    <a:pt x="73687" y="231818"/>
                  </a:lnTo>
                  <a:lnTo>
                    <a:pt x="120650" y="241300"/>
                  </a:lnTo>
                  <a:lnTo>
                    <a:pt x="163357" y="233523"/>
                  </a:lnTo>
                  <a:lnTo>
                    <a:pt x="199354" y="212097"/>
                  </a:lnTo>
                  <a:lnTo>
                    <a:pt x="206653" y="203200"/>
                  </a:lnTo>
                  <a:lnTo>
                    <a:pt x="120650" y="203200"/>
                  </a:lnTo>
                  <a:lnTo>
                    <a:pt x="88517" y="196712"/>
                  </a:lnTo>
                  <a:lnTo>
                    <a:pt x="62278" y="179021"/>
                  </a:lnTo>
                  <a:lnTo>
                    <a:pt x="44587" y="152782"/>
                  </a:lnTo>
                  <a:lnTo>
                    <a:pt x="38100" y="120650"/>
                  </a:lnTo>
                  <a:lnTo>
                    <a:pt x="44587" y="88517"/>
                  </a:lnTo>
                  <a:lnTo>
                    <a:pt x="62278" y="62278"/>
                  </a:lnTo>
                  <a:lnTo>
                    <a:pt x="88517" y="44587"/>
                  </a:lnTo>
                  <a:lnTo>
                    <a:pt x="120650" y="38100"/>
                  </a:lnTo>
                  <a:lnTo>
                    <a:pt x="206653" y="38100"/>
                  </a:lnTo>
                  <a:lnTo>
                    <a:pt x="199354" y="29202"/>
                  </a:lnTo>
                  <a:lnTo>
                    <a:pt x="163357" y="7776"/>
                  </a:lnTo>
                  <a:lnTo>
                    <a:pt x="120650" y="0"/>
                  </a:lnTo>
                  <a:close/>
                </a:path>
                <a:path w="8775700" h="241300">
                  <a:moveTo>
                    <a:pt x="206653" y="38100"/>
                  </a:moveTo>
                  <a:lnTo>
                    <a:pt x="120650" y="38100"/>
                  </a:lnTo>
                  <a:lnTo>
                    <a:pt x="152782" y="44587"/>
                  </a:lnTo>
                  <a:lnTo>
                    <a:pt x="179021" y="62278"/>
                  </a:lnTo>
                  <a:lnTo>
                    <a:pt x="196712" y="88517"/>
                  </a:lnTo>
                  <a:lnTo>
                    <a:pt x="203200" y="120650"/>
                  </a:lnTo>
                  <a:lnTo>
                    <a:pt x="196712" y="152782"/>
                  </a:lnTo>
                  <a:lnTo>
                    <a:pt x="179021" y="179021"/>
                  </a:lnTo>
                  <a:lnTo>
                    <a:pt x="152782" y="196712"/>
                  </a:lnTo>
                  <a:lnTo>
                    <a:pt x="120650" y="203200"/>
                  </a:lnTo>
                  <a:lnTo>
                    <a:pt x="206653" y="203200"/>
                  </a:lnTo>
                  <a:lnTo>
                    <a:pt x="225787" y="179875"/>
                  </a:lnTo>
                  <a:lnTo>
                    <a:pt x="239802" y="139712"/>
                  </a:lnTo>
                  <a:lnTo>
                    <a:pt x="8756650" y="139700"/>
                  </a:lnTo>
                  <a:lnTo>
                    <a:pt x="8764064" y="138202"/>
                  </a:lnTo>
                  <a:lnTo>
                    <a:pt x="8770120" y="134120"/>
                  </a:lnTo>
                  <a:lnTo>
                    <a:pt x="8774202" y="128064"/>
                  </a:lnTo>
                  <a:lnTo>
                    <a:pt x="8775700" y="120650"/>
                  </a:lnTo>
                  <a:lnTo>
                    <a:pt x="8774202" y="113235"/>
                  </a:lnTo>
                  <a:lnTo>
                    <a:pt x="8770120" y="107179"/>
                  </a:lnTo>
                  <a:lnTo>
                    <a:pt x="8764064" y="103097"/>
                  </a:lnTo>
                  <a:lnTo>
                    <a:pt x="8756650" y="101600"/>
                  </a:lnTo>
                  <a:lnTo>
                    <a:pt x="239802" y="101587"/>
                  </a:lnTo>
                  <a:lnTo>
                    <a:pt x="225787" y="61424"/>
                  </a:lnTo>
                  <a:lnTo>
                    <a:pt x="206653" y="38100"/>
                  </a:lnTo>
                  <a:close/>
                </a:path>
              </a:pathLst>
            </a:custGeom>
            <a:solidFill>
              <a:srgbClr val="212121"/>
            </a:solidFill>
          </p:spPr>
          <p:txBody>
            <a:bodyPr wrap="square" lIns="0" tIns="0" rIns="0" bIns="0" rtlCol="0"/>
            <a:lstStyle/>
            <a:p>
              <a:endParaRPr sz="900"/>
            </a:p>
          </p:txBody>
        </p:sp>
      </p:grpSp>
      <p:grpSp>
        <p:nvGrpSpPr>
          <p:cNvPr id="15" name="object 15"/>
          <p:cNvGrpSpPr/>
          <p:nvPr/>
        </p:nvGrpSpPr>
        <p:grpSpPr>
          <a:xfrm>
            <a:off x="768350" y="6480175"/>
            <a:ext cx="4387850" cy="1968500"/>
            <a:chOff x="1536700" y="12960350"/>
            <a:chExt cx="8775700" cy="3937000"/>
          </a:xfrm>
        </p:grpSpPr>
        <p:sp>
          <p:nvSpPr>
            <p:cNvPr id="16" name="object 16"/>
            <p:cNvSpPr/>
            <p:nvPr/>
          </p:nvSpPr>
          <p:spPr>
            <a:xfrm>
              <a:off x="2076450" y="129603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a:p>
          </p:txBody>
        </p:sp>
        <p:sp>
          <p:nvSpPr>
            <p:cNvPr id="17" name="object 17"/>
            <p:cNvSpPr/>
            <p:nvPr/>
          </p:nvSpPr>
          <p:spPr>
            <a:xfrm>
              <a:off x="1536700" y="16357600"/>
              <a:ext cx="8775700" cy="241300"/>
            </a:xfrm>
            <a:custGeom>
              <a:avLst/>
              <a:gdLst/>
              <a:ahLst/>
              <a:cxnLst/>
              <a:rect l="l" t="t" r="r" b="b"/>
              <a:pathLst>
                <a:path w="8775700" h="241300">
                  <a:moveTo>
                    <a:pt x="120650" y="0"/>
                  </a:moveTo>
                  <a:lnTo>
                    <a:pt x="73687" y="9481"/>
                  </a:lnTo>
                  <a:lnTo>
                    <a:pt x="35337" y="35337"/>
                  </a:lnTo>
                  <a:lnTo>
                    <a:pt x="9481" y="73687"/>
                  </a:lnTo>
                  <a:lnTo>
                    <a:pt x="0" y="120650"/>
                  </a:lnTo>
                  <a:lnTo>
                    <a:pt x="9481" y="167612"/>
                  </a:lnTo>
                  <a:lnTo>
                    <a:pt x="35337" y="205962"/>
                  </a:lnTo>
                  <a:lnTo>
                    <a:pt x="73687" y="231818"/>
                  </a:lnTo>
                  <a:lnTo>
                    <a:pt x="120650" y="241300"/>
                  </a:lnTo>
                  <a:lnTo>
                    <a:pt x="163357" y="233523"/>
                  </a:lnTo>
                  <a:lnTo>
                    <a:pt x="199354" y="212097"/>
                  </a:lnTo>
                  <a:lnTo>
                    <a:pt x="206653" y="203200"/>
                  </a:lnTo>
                  <a:lnTo>
                    <a:pt x="120650" y="203200"/>
                  </a:lnTo>
                  <a:lnTo>
                    <a:pt x="88517" y="196712"/>
                  </a:lnTo>
                  <a:lnTo>
                    <a:pt x="62278" y="179021"/>
                  </a:lnTo>
                  <a:lnTo>
                    <a:pt x="44587" y="152782"/>
                  </a:lnTo>
                  <a:lnTo>
                    <a:pt x="38100" y="120650"/>
                  </a:lnTo>
                  <a:lnTo>
                    <a:pt x="44587" y="88517"/>
                  </a:lnTo>
                  <a:lnTo>
                    <a:pt x="62278" y="62278"/>
                  </a:lnTo>
                  <a:lnTo>
                    <a:pt x="88517" y="44587"/>
                  </a:lnTo>
                  <a:lnTo>
                    <a:pt x="120650" y="38100"/>
                  </a:lnTo>
                  <a:lnTo>
                    <a:pt x="206653" y="38100"/>
                  </a:lnTo>
                  <a:lnTo>
                    <a:pt x="199354" y="29202"/>
                  </a:lnTo>
                  <a:lnTo>
                    <a:pt x="163357" y="7776"/>
                  </a:lnTo>
                  <a:lnTo>
                    <a:pt x="120650" y="0"/>
                  </a:lnTo>
                  <a:close/>
                </a:path>
                <a:path w="8775700" h="241300">
                  <a:moveTo>
                    <a:pt x="206653" y="38100"/>
                  </a:moveTo>
                  <a:lnTo>
                    <a:pt x="120650" y="38100"/>
                  </a:lnTo>
                  <a:lnTo>
                    <a:pt x="152782" y="44587"/>
                  </a:lnTo>
                  <a:lnTo>
                    <a:pt x="179021" y="62278"/>
                  </a:lnTo>
                  <a:lnTo>
                    <a:pt x="196712" y="88517"/>
                  </a:lnTo>
                  <a:lnTo>
                    <a:pt x="203200" y="120650"/>
                  </a:lnTo>
                  <a:lnTo>
                    <a:pt x="196712" y="152782"/>
                  </a:lnTo>
                  <a:lnTo>
                    <a:pt x="179021" y="179021"/>
                  </a:lnTo>
                  <a:lnTo>
                    <a:pt x="152782" y="196712"/>
                  </a:lnTo>
                  <a:lnTo>
                    <a:pt x="120650" y="203200"/>
                  </a:lnTo>
                  <a:lnTo>
                    <a:pt x="206653" y="203200"/>
                  </a:lnTo>
                  <a:lnTo>
                    <a:pt x="225787" y="179875"/>
                  </a:lnTo>
                  <a:lnTo>
                    <a:pt x="239802" y="139712"/>
                  </a:lnTo>
                  <a:lnTo>
                    <a:pt x="8756650" y="139700"/>
                  </a:lnTo>
                  <a:lnTo>
                    <a:pt x="8764064" y="138202"/>
                  </a:lnTo>
                  <a:lnTo>
                    <a:pt x="8770120" y="134120"/>
                  </a:lnTo>
                  <a:lnTo>
                    <a:pt x="8774202" y="128064"/>
                  </a:lnTo>
                  <a:lnTo>
                    <a:pt x="8775700" y="120650"/>
                  </a:lnTo>
                  <a:lnTo>
                    <a:pt x="8774202" y="113235"/>
                  </a:lnTo>
                  <a:lnTo>
                    <a:pt x="8770120" y="107179"/>
                  </a:lnTo>
                  <a:lnTo>
                    <a:pt x="8764064" y="103097"/>
                  </a:lnTo>
                  <a:lnTo>
                    <a:pt x="8756650" y="101600"/>
                  </a:lnTo>
                  <a:lnTo>
                    <a:pt x="239802" y="101587"/>
                  </a:lnTo>
                  <a:lnTo>
                    <a:pt x="225787" y="61424"/>
                  </a:lnTo>
                  <a:lnTo>
                    <a:pt x="206653" y="38100"/>
                  </a:lnTo>
                  <a:close/>
                </a:path>
              </a:pathLst>
            </a:custGeom>
            <a:solidFill>
              <a:srgbClr val="212121"/>
            </a:solidFill>
          </p:spPr>
          <p:txBody>
            <a:bodyPr wrap="square" lIns="0" tIns="0" rIns="0" bIns="0" rtlCol="0"/>
            <a:lstStyle/>
            <a:p>
              <a:endParaRPr sz="900"/>
            </a:p>
          </p:txBody>
        </p:sp>
      </p:grpSp>
      <p:sp>
        <p:nvSpPr>
          <p:cNvPr id="18" name="object 18"/>
          <p:cNvSpPr txBox="1"/>
          <p:nvPr/>
        </p:nvSpPr>
        <p:spPr>
          <a:xfrm>
            <a:off x="2561238" y="1219200"/>
            <a:ext cx="1748473" cy="859155"/>
          </a:xfrm>
          <a:prstGeom prst="rect">
            <a:avLst/>
          </a:prstGeom>
        </p:spPr>
        <p:txBody>
          <a:bodyPr vert="horz" wrap="square" lIns="0" tIns="6350" rIns="0" bIns="0" rtlCol="0">
            <a:spAutoFit/>
          </a:bodyPr>
          <a:lstStyle/>
          <a:p>
            <a:pPr marR="21590" algn="ctr">
              <a:spcBef>
                <a:spcPts val="50"/>
              </a:spcBef>
            </a:pPr>
            <a:r>
              <a:rPr b="1" dirty="0">
                <a:solidFill>
                  <a:srgbClr val="FFFFFF"/>
                </a:solidFill>
                <a:latin typeface="江城圆体 600W" panose="020B0800000000000000" pitchFamily="34" charset="-128"/>
                <a:ea typeface="江城圆体 600W" panose="020B0800000000000000" pitchFamily="34" charset="-128"/>
                <a:cs typeface="Alibaba PuHuiTi" panose="00020600040101010101" pitchFamily="18" charset="-122"/>
              </a:rPr>
              <a:t>09</a:t>
            </a:r>
            <a:endParaRPr b="1" dirty="0">
              <a:latin typeface="江城圆体 600W" panose="020B0800000000000000" pitchFamily="34" charset="-128"/>
              <a:ea typeface="江城圆体 600W" panose="020B0800000000000000" pitchFamily="34" charset="-128"/>
              <a:cs typeface="Alibaba PuHuiTi" panose="00020600040101010101" pitchFamily="18" charset="-122"/>
            </a:endParaRPr>
          </a:p>
          <a:p>
            <a:pPr algn="ctr">
              <a:spcBef>
                <a:spcPts val="1140"/>
              </a:spcBef>
            </a:pPr>
            <a:r>
              <a:rPr sz="900" b="1" dirty="0">
                <a:solidFill>
                  <a:srgbClr val="4E81BB"/>
                </a:solidFill>
                <a:latin typeface="江城圆体 600W" panose="020B0800000000000000" pitchFamily="34" charset="-128"/>
                <a:ea typeface="江城圆体 600W" panose="020B0800000000000000" pitchFamily="34" charset="-128"/>
                <a:cs typeface="Alibaba PuHuiTi" panose="00020600040101010101" pitchFamily="18" charset="-122"/>
              </a:rPr>
              <a:t>Curiosity = Wonder +Awe</a:t>
            </a:r>
            <a:endParaRPr sz="900" b="1" dirty="0">
              <a:latin typeface="江城圆体 600W" panose="020B0800000000000000" pitchFamily="34" charset="-128"/>
              <a:ea typeface="江城圆体 600W" panose="020B0800000000000000" pitchFamily="34" charset="-128"/>
              <a:cs typeface="Alibaba PuHuiTi" panose="00020600040101010101" pitchFamily="18" charset="-122"/>
            </a:endParaRPr>
          </a:p>
          <a:p>
            <a:pPr algn="ctr">
              <a:spcBef>
                <a:spcPts val="470"/>
              </a:spcBef>
            </a:pPr>
            <a:r>
              <a:rPr sz="1500" b="1" dirty="0">
                <a:solidFill>
                  <a:srgbClr val="11A766"/>
                </a:solidFill>
                <a:latin typeface="江城圆体 600W" panose="020B0800000000000000" pitchFamily="34" charset="-128"/>
                <a:ea typeface="江城圆体 600W" panose="020B0800000000000000" pitchFamily="34" charset="-128"/>
                <a:cs typeface="Alibaba PuHuiTi" panose="00020600040101010101" pitchFamily="18" charset="-122"/>
              </a:rPr>
              <a:t>好奇心 = 惊奇 + 敬畏</a:t>
            </a:r>
            <a:endParaRPr sz="1500" b="1" dirty="0">
              <a:latin typeface="江城圆体 600W" panose="020B0800000000000000" pitchFamily="34" charset="-128"/>
              <a:ea typeface="江城圆体 600W" panose="020B0800000000000000" pitchFamily="34" charset="-128"/>
              <a:cs typeface="Alibaba PuHuiTi" panose="00020600040101010101" pitchFamily="18" charset="-122"/>
            </a:endParaRPr>
          </a:p>
        </p:txBody>
      </p:sp>
      <p:sp>
        <p:nvSpPr>
          <p:cNvPr id="19" name="object 19"/>
          <p:cNvSpPr txBox="1"/>
          <p:nvPr/>
        </p:nvSpPr>
        <p:spPr>
          <a:xfrm>
            <a:off x="1441450" y="4362450"/>
            <a:ext cx="3987483" cy="3612515"/>
          </a:xfrm>
          <a:prstGeom prst="rect">
            <a:avLst/>
          </a:prstGeom>
        </p:spPr>
        <p:txBody>
          <a:bodyPr vert="horz" wrap="square" lIns="0" tIns="6350" rIns="0" bIns="0" rtlCol="0">
            <a:spAutoFit/>
          </a:bodyPr>
          <a:lstStyle/>
          <a:p>
            <a:pPr marR="20955" algn="ctr">
              <a:spcBef>
                <a:spcPts val="50"/>
              </a:spcBef>
            </a:pPr>
            <a:r>
              <a:rPr b="1" dirty="0">
                <a:solidFill>
                  <a:srgbClr val="FFFFFF"/>
                </a:solidFill>
                <a:latin typeface="江城圆体 600W" panose="020B0800000000000000" pitchFamily="34" charset="-128"/>
                <a:ea typeface="江城圆体 600W" panose="020B0800000000000000" pitchFamily="34" charset="-128"/>
                <a:cs typeface="Alibaba PuHuiTi" panose="00020600040101010101" pitchFamily="18" charset="-122"/>
              </a:rPr>
              <a:t>10</a:t>
            </a:r>
            <a:endParaRPr b="1" dirty="0">
              <a:latin typeface="江城圆体 600W" panose="020B0800000000000000" pitchFamily="34" charset="-128"/>
              <a:ea typeface="江城圆体 600W" panose="020B0800000000000000" pitchFamily="34" charset="-128"/>
              <a:cs typeface="Alibaba PuHuiTi" panose="00020600040101010101" pitchFamily="18" charset="-122"/>
            </a:endParaRPr>
          </a:p>
          <a:p>
            <a:pPr marR="8255" algn="ctr">
              <a:spcBef>
                <a:spcPts val="1140"/>
              </a:spcBef>
            </a:pPr>
            <a:r>
              <a:rPr sz="900" b="1" dirty="0">
                <a:solidFill>
                  <a:srgbClr val="4E81BB"/>
                </a:solidFill>
                <a:latin typeface="江城圆体 600W" panose="020B0800000000000000" pitchFamily="34" charset="-128"/>
                <a:ea typeface="江城圆体 600W" panose="020B0800000000000000" pitchFamily="34" charset="-128"/>
                <a:cs typeface="Alibaba PuHuiTi" panose="00020600040101010101" pitchFamily="18" charset="-122"/>
              </a:rPr>
              <a:t>Flow = Skill / Challenge</a:t>
            </a:r>
            <a:endParaRPr sz="900" b="1" dirty="0">
              <a:latin typeface="江城圆体 600W" panose="020B0800000000000000" pitchFamily="34" charset="-128"/>
              <a:ea typeface="江城圆体 600W" panose="020B0800000000000000" pitchFamily="34" charset="-128"/>
              <a:cs typeface="Alibaba PuHuiTi" panose="00020600040101010101" pitchFamily="18" charset="-122"/>
            </a:endParaRPr>
          </a:p>
          <a:p>
            <a:pPr marR="14605" algn="ctr">
              <a:spcBef>
                <a:spcPts val="620"/>
              </a:spcBef>
            </a:pPr>
            <a:r>
              <a:rPr sz="1500" b="1" dirty="0">
                <a:solidFill>
                  <a:srgbClr val="11A766"/>
                </a:solidFill>
                <a:latin typeface="江城圆体 600W" panose="020B0800000000000000" pitchFamily="34" charset="-128"/>
                <a:ea typeface="江城圆体 600W" panose="020B0800000000000000" pitchFamily="34" charset="-128"/>
                <a:cs typeface="Alibaba PuHuiTi" panose="00020600040101010101" pitchFamily="18" charset="-122"/>
              </a:rPr>
              <a:t>心流 = 技能 / 挑战</a:t>
            </a:r>
            <a:endParaRPr sz="1500" b="1" dirty="0">
              <a:latin typeface="江城圆体 600W" panose="020B0800000000000000" pitchFamily="34" charset="-128"/>
              <a:ea typeface="江城圆体 600W" panose="020B0800000000000000" pitchFamily="34" charset="-128"/>
              <a:cs typeface="Alibaba PuHuiTi" panose="00020600040101010101" pitchFamily="18" charset="-122"/>
            </a:endParaRPr>
          </a:p>
          <a:p>
            <a:pPr>
              <a:spcBef>
                <a:spcPts val="5"/>
              </a:spcBef>
            </a:pPr>
            <a:endParaRPr sz="190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6985">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当参加有组织、有方向和有明确目标的活动时，你所具备的技能能应对所感知到的挑战，达到平衡状态，就会处于一种心流状态。</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35"/>
              </a:spcBef>
            </a:pP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能让我们体验到心流的地方之一就是在工作中。在工作中达到心流状态意味着你将所有情绪投入到某项能够使你达到巅峰表现的活动中了。</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35"/>
              </a:spcBef>
            </a:pP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6985" algn="just">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进入心流状态与失去自我意识有关。这不是说你得迷失自我，更不是指你昏迷不醒。是意味着，有那么一刻，你意识不到你自己的存在。平时我们是在对自己的意识、脑子里想什么，以及身体感觉如何都极度清醒的状态中生活的。但是当我们处于心流状态时，我们暂时切断了自己与这些感受的联系，让我们去拓宽“我们是谁”和“我们能做什么”的观念。</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pic>
        <p:nvPicPr>
          <p:cNvPr id="20" name="object 20"/>
          <p:cNvPicPr/>
          <p:nvPr/>
        </p:nvPicPr>
        <p:blipFill>
          <a:blip r:embed="rId2" cstate="print"/>
          <a:stretch>
            <a:fillRect/>
          </a:stretch>
        </p:blipFill>
        <p:spPr>
          <a:xfrm>
            <a:off x="3189837" y="8851900"/>
            <a:ext cx="486698" cy="2921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
        <p:nvSpPr>
          <p:cNvPr id="8" name="object 8"/>
          <p:cNvSpPr/>
          <p:nvPr/>
        </p:nvSpPr>
        <p:spPr>
          <a:xfrm>
            <a:off x="3232150" y="1543050"/>
            <a:ext cx="387033" cy="386715"/>
          </a:xfrm>
          <a:custGeom>
            <a:avLst/>
            <a:gdLst/>
            <a:ahLst/>
            <a:cxnLst/>
            <a:rect l="l" t="t" r="r" b="b"/>
            <a:pathLst>
              <a:path w="774065" h="773429">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5" h="773429">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5" h="773429">
                <a:moveTo>
                  <a:pt x="385104" y="0"/>
                </a:moveTo>
                <a:lnTo>
                  <a:pt x="336798" y="3000"/>
                </a:lnTo>
                <a:lnTo>
                  <a:pt x="433411" y="3000"/>
                </a:lnTo>
                <a:lnTo>
                  <a:pt x="385104" y="0"/>
                </a:lnTo>
                <a:close/>
              </a:path>
            </a:pathLst>
          </a:custGeom>
          <a:solidFill>
            <a:srgbClr val="7F62A1"/>
          </a:solidFill>
        </p:spPr>
        <p:txBody>
          <a:bodyPr wrap="square" lIns="0" tIns="0" rIns="0" bIns="0" rtlCol="0"/>
          <a:lstStyle/>
          <a:p>
            <a:endParaRPr sz="900"/>
          </a:p>
        </p:txBody>
      </p:sp>
      <p:sp>
        <p:nvSpPr>
          <p:cNvPr id="9" name="object 9"/>
          <p:cNvSpPr/>
          <p:nvPr/>
        </p:nvSpPr>
        <p:spPr>
          <a:xfrm>
            <a:off x="3232150" y="4375150"/>
            <a:ext cx="387033" cy="386715"/>
          </a:xfrm>
          <a:custGeom>
            <a:avLst/>
            <a:gdLst/>
            <a:ahLst/>
            <a:cxnLst/>
            <a:rect l="l" t="t" r="r" b="b"/>
            <a:pathLst>
              <a:path w="774065" h="773429">
                <a:moveTo>
                  <a:pt x="766838" y="714573"/>
                </a:moveTo>
                <a:lnTo>
                  <a:pt x="584610" y="714573"/>
                </a:lnTo>
                <a:lnTo>
                  <a:pt x="613492" y="715671"/>
                </a:lnTo>
                <a:lnTo>
                  <a:pt x="656308" y="733669"/>
                </a:lnTo>
                <a:lnTo>
                  <a:pt x="703243" y="756683"/>
                </a:lnTo>
                <a:lnTo>
                  <a:pt x="744482" y="772826"/>
                </a:lnTo>
                <a:lnTo>
                  <a:pt x="770209" y="770214"/>
                </a:lnTo>
                <a:lnTo>
                  <a:pt x="773628" y="741225"/>
                </a:lnTo>
                <a:lnTo>
                  <a:pt x="766838" y="714573"/>
                </a:lnTo>
                <a:close/>
              </a:path>
              <a:path w="774065" h="773429">
                <a:moveTo>
                  <a:pt x="385104" y="0"/>
                </a:moveTo>
                <a:lnTo>
                  <a:pt x="336798" y="3000"/>
                </a:lnTo>
                <a:lnTo>
                  <a:pt x="290282" y="11761"/>
                </a:lnTo>
                <a:lnTo>
                  <a:pt x="245917" y="25922"/>
                </a:lnTo>
                <a:lnTo>
                  <a:pt x="204065" y="45121"/>
                </a:lnTo>
                <a:lnTo>
                  <a:pt x="165086" y="68998"/>
                </a:lnTo>
                <a:lnTo>
                  <a:pt x="129341" y="97192"/>
                </a:lnTo>
                <a:lnTo>
                  <a:pt x="97191" y="129342"/>
                </a:lnTo>
                <a:lnTo>
                  <a:pt x="68998" y="165087"/>
                </a:lnTo>
                <a:lnTo>
                  <a:pt x="45121" y="204066"/>
                </a:lnTo>
                <a:lnTo>
                  <a:pt x="25921" y="245919"/>
                </a:lnTo>
                <a:lnTo>
                  <a:pt x="11761" y="290283"/>
                </a:lnTo>
                <a:lnTo>
                  <a:pt x="3000" y="336800"/>
                </a:lnTo>
                <a:lnTo>
                  <a:pt x="0" y="385107"/>
                </a:lnTo>
                <a:lnTo>
                  <a:pt x="3000" y="433414"/>
                </a:lnTo>
                <a:lnTo>
                  <a:pt x="11761" y="479930"/>
                </a:lnTo>
                <a:lnTo>
                  <a:pt x="25921" y="524295"/>
                </a:lnTo>
                <a:lnTo>
                  <a:pt x="45121" y="566148"/>
                </a:lnTo>
                <a:lnTo>
                  <a:pt x="68998" y="605127"/>
                </a:lnTo>
                <a:lnTo>
                  <a:pt x="97191" y="640872"/>
                </a:lnTo>
                <a:lnTo>
                  <a:pt x="129341" y="673022"/>
                </a:lnTo>
                <a:lnTo>
                  <a:pt x="165086" y="701216"/>
                </a:lnTo>
                <a:lnTo>
                  <a:pt x="204065" y="725093"/>
                </a:lnTo>
                <a:lnTo>
                  <a:pt x="245917" y="744292"/>
                </a:lnTo>
                <a:lnTo>
                  <a:pt x="290282" y="758452"/>
                </a:lnTo>
                <a:lnTo>
                  <a:pt x="336798" y="767213"/>
                </a:lnTo>
                <a:lnTo>
                  <a:pt x="385104" y="770214"/>
                </a:lnTo>
                <a:lnTo>
                  <a:pt x="438906" y="766486"/>
                </a:lnTo>
                <a:lnTo>
                  <a:pt x="490425" y="755635"/>
                </a:lnTo>
                <a:lnTo>
                  <a:pt x="539160" y="738163"/>
                </a:lnTo>
                <a:lnTo>
                  <a:pt x="584610" y="714573"/>
                </a:lnTo>
                <a:lnTo>
                  <a:pt x="766838" y="714573"/>
                </a:lnTo>
                <a:lnTo>
                  <a:pt x="761491" y="693585"/>
                </a:lnTo>
                <a:lnTo>
                  <a:pt x="743535" y="639255"/>
                </a:lnTo>
                <a:lnTo>
                  <a:pt x="729499" y="590198"/>
                </a:lnTo>
                <a:lnTo>
                  <a:pt x="729122" y="558375"/>
                </a:lnTo>
                <a:lnTo>
                  <a:pt x="746630" y="518094"/>
                </a:lnTo>
                <a:lnTo>
                  <a:pt x="759521" y="475581"/>
                </a:lnTo>
                <a:lnTo>
                  <a:pt x="767485" y="431148"/>
                </a:lnTo>
                <a:lnTo>
                  <a:pt x="770209" y="385107"/>
                </a:lnTo>
                <a:lnTo>
                  <a:pt x="767208" y="336800"/>
                </a:lnTo>
                <a:lnTo>
                  <a:pt x="758447" y="290283"/>
                </a:lnTo>
                <a:lnTo>
                  <a:pt x="744287" y="245919"/>
                </a:lnTo>
                <a:lnTo>
                  <a:pt x="725088" y="204066"/>
                </a:lnTo>
                <a:lnTo>
                  <a:pt x="701211" y="165087"/>
                </a:lnTo>
                <a:lnTo>
                  <a:pt x="673017" y="129342"/>
                </a:lnTo>
                <a:lnTo>
                  <a:pt x="640867" y="97192"/>
                </a:lnTo>
                <a:lnTo>
                  <a:pt x="605122" y="68998"/>
                </a:lnTo>
                <a:lnTo>
                  <a:pt x="566144" y="45121"/>
                </a:lnTo>
                <a:lnTo>
                  <a:pt x="524291" y="25922"/>
                </a:lnTo>
                <a:lnTo>
                  <a:pt x="479927" y="11761"/>
                </a:lnTo>
                <a:lnTo>
                  <a:pt x="433411" y="3000"/>
                </a:lnTo>
                <a:lnTo>
                  <a:pt x="385104" y="0"/>
                </a:lnTo>
                <a:close/>
              </a:path>
            </a:pathLst>
          </a:custGeom>
          <a:solidFill>
            <a:srgbClr val="7F62A1"/>
          </a:solidFill>
        </p:spPr>
        <p:txBody>
          <a:bodyPr wrap="square" lIns="0" tIns="0" rIns="0" bIns="0" rtlCol="0"/>
          <a:lstStyle/>
          <a:p>
            <a:endParaRPr sz="900"/>
          </a:p>
        </p:txBody>
      </p:sp>
      <p:grpSp>
        <p:nvGrpSpPr>
          <p:cNvPr id="10" name="object 10"/>
          <p:cNvGrpSpPr/>
          <p:nvPr/>
        </p:nvGrpSpPr>
        <p:grpSpPr>
          <a:xfrm>
            <a:off x="1708150" y="2371725"/>
            <a:ext cx="4387850" cy="869950"/>
            <a:chOff x="3416300" y="4743450"/>
            <a:chExt cx="8775700" cy="1739900"/>
          </a:xfrm>
        </p:grpSpPr>
        <p:sp>
          <p:nvSpPr>
            <p:cNvPr id="11" name="object 11"/>
            <p:cNvSpPr/>
            <p:nvPr/>
          </p:nvSpPr>
          <p:spPr>
            <a:xfrm>
              <a:off x="11652250" y="4743450"/>
              <a:ext cx="0" cy="1739900"/>
            </a:xfrm>
            <a:custGeom>
              <a:avLst/>
              <a:gdLst/>
              <a:ahLst/>
              <a:cxnLst/>
              <a:rect l="l" t="t" r="r" b="b"/>
              <a:pathLst>
                <a:path h="1739900">
                  <a:moveTo>
                    <a:pt x="0" y="0"/>
                  </a:moveTo>
                  <a:lnTo>
                    <a:pt x="0" y="1739900"/>
                  </a:lnTo>
                </a:path>
              </a:pathLst>
            </a:custGeom>
            <a:ln w="25400" cap="rnd">
              <a:solidFill>
                <a:srgbClr val="212121"/>
              </a:solidFill>
            </a:ln>
          </p:spPr>
          <p:txBody>
            <a:bodyPr wrap="square" lIns="0" tIns="0" rIns="0" bIns="0" rtlCol="0"/>
            <a:lstStyle/>
            <a:p>
              <a:endParaRPr sz="900"/>
            </a:p>
          </p:txBody>
        </p:sp>
        <p:sp>
          <p:nvSpPr>
            <p:cNvPr id="12" name="object 12"/>
            <p:cNvSpPr/>
            <p:nvPr/>
          </p:nvSpPr>
          <p:spPr>
            <a:xfrm>
              <a:off x="3416300" y="5016500"/>
              <a:ext cx="8775700" cy="241300"/>
            </a:xfrm>
            <a:custGeom>
              <a:avLst/>
              <a:gdLst/>
              <a:ahLst/>
              <a:cxnLst/>
              <a:rect l="l" t="t" r="r" b="b"/>
              <a:pathLst>
                <a:path w="8775700" h="241300">
                  <a:moveTo>
                    <a:pt x="8655050" y="0"/>
                  </a:moveTo>
                  <a:lnTo>
                    <a:pt x="8612342" y="7777"/>
                  </a:lnTo>
                  <a:lnTo>
                    <a:pt x="8576345" y="29205"/>
                  </a:lnTo>
                  <a:lnTo>
                    <a:pt x="8549912" y="61427"/>
                  </a:lnTo>
                  <a:lnTo>
                    <a:pt x="8535897" y="101587"/>
                  </a:lnTo>
                  <a:lnTo>
                    <a:pt x="19050" y="101600"/>
                  </a:lnTo>
                  <a:lnTo>
                    <a:pt x="11635" y="103097"/>
                  </a:lnTo>
                  <a:lnTo>
                    <a:pt x="5579" y="107181"/>
                  </a:lnTo>
                  <a:lnTo>
                    <a:pt x="1497" y="113237"/>
                  </a:lnTo>
                  <a:lnTo>
                    <a:pt x="0" y="120650"/>
                  </a:lnTo>
                  <a:lnTo>
                    <a:pt x="1497" y="128062"/>
                  </a:lnTo>
                  <a:lnTo>
                    <a:pt x="5579" y="134118"/>
                  </a:lnTo>
                  <a:lnTo>
                    <a:pt x="11635" y="138202"/>
                  </a:lnTo>
                  <a:lnTo>
                    <a:pt x="19050" y="139700"/>
                  </a:lnTo>
                  <a:lnTo>
                    <a:pt x="8535897" y="139712"/>
                  </a:lnTo>
                  <a:lnTo>
                    <a:pt x="8549912" y="179872"/>
                  </a:lnTo>
                  <a:lnTo>
                    <a:pt x="8576345" y="212094"/>
                  </a:lnTo>
                  <a:lnTo>
                    <a:pt x="8612342" y="233522"/>
                  </a:lnTo>
                  <a:lnTo>
                    <a:pt x="8655050" y="241300"/>
                  </a:lnTo>
                  <a:lnTo>
                    <a:pt x="8702012" y="231819"/>
                  </a:lnTo>
                  <a:lnTo>
                    <a:pt x="8740362" y="205963"/>
                  </a:lnTo>
                  <a:lnTo>
                    <a:pt x="8742225" y="203200"/>
                  </a:lnTo>
                  <a:lnTo>
                    <a:pt x="8655050" y="203200"/>
                  </a:lnTo>
                  <a:lnTo>
                    <a:pt x="8622917" y="196713"/>
                  </a:lnTo>
                  <a:lnTo>
                    <a:pt x="8596678" y="179022"/>
                  </a:lnTo>
                  <a:lnTo>
                    <a:pt x="8578987" y="152782"/>
                  </a:lnTo>
                  <a:lnTo>
                    <a:pt x="8572500" y="120650"/>
                  </a:lnTo>
                  <a:lnTo>
                    <a:pt x="8578987" y="88517"/>
                  </a:lnTo>
                  <a:lnTo>
                    <a:pt x="8596678" y="62277"/>
                  </a:lnTo>
                  <a:lnTo>
                    <a:pt x="8622917" y="44586"/>
                  </a:lnTo>
                  <a:lnTo>
                    <a:pt x="8655050" y="38100"/>
                  </a:lnTo>
                  <a:lnTo>
                    <a:pt x="8742225" y="38100"/>
                  </a:lnTo>
                  <a:lnTo>
                    <a:pt x="8740362" y="35336"/>
                  </a:lnTo>
                  <a:lnTo>
                    <a:pt x="8702012" y="9480"/>
                  </a:lnTo>
                  <a:lnTo>
                    <a:pt x="8655050" y="0"/>
                  </a:lnTo>
                  <a:close/>
                </a:path>
                <a:path w="8775700" h="241300">
                  <a:moveTo>
                    <a:pt x="8742225" y="38100"/>
                  </a:moveTo>
                  <a:lnTo>
                    <a:pt x="8655050" y="38100"/>
                  </a:lnTo>
                  <a:lnTo>
                    <a:pt x="8687182" y="44586"/>
                  </a:lnTo>
                  <a:lnTo>
                    <a:pt x="8713421" y="62277"/>
                  </a:lnTo>
                  <a:lnTo>
                    <a:pt x="8731112" y="88517"/>
                  </a:lnTo>
                  <a:lnTo>
                    <a:pt x="8737600" y="120650"/>
                  </a:lnTo>
                  <a:lnTo>
                    <a:pt x="8731112" y="152782"/>
                  </a:lnTo>
                  <a:lnTo>
                    <a:pt x="8713421" y="179022"/>
                  </a:lnTo>
                  <a:lnTo>
                    <a:pt x="8687182" y="196713"/>
                  </a:lnTo>
                  <a:lnTo>
                    <a:pt x="8655050" y="203200"/>
                  </a:lnTo>
                  <a:lnTo>
                    <a:pt x="8742225" y="203200"/>
                  </a:lnTo>
                  <a:lnTo>
                    <a:pt x="8766218" y="167614"/>
                  </a:lnTo>
                  <a:lnTo>
                    <a:pt x="8775700" y="120650"/>
                  </a:lnTo>
                  <a:lnTo>
                    <a:pt x="8766218" y="73685"/>
                  </a:lnTo>
                  <a:lnTo>
                    <a:pt x="8742225" y="38100"/>
                  </a:lnTo>
                  <a:close/>
                </a:path>
              </a:pathLst>
            </a:custGeom>
            <a:solidFill>
              <a:srgbClr val="212121"/>
            </a:solidFill>
          </p:spPr>
          <p:txBody>
            <a:bodyPr wrap="square" lIns="0" tIns="0" rIns="0" bIns="0" rtlCol="0"/>
            <a:lstStyle/>
            <a:p>
              <a:endParaRPr sz="900"/>
            </a:p>
          </p:txBody>
        </p:sp>
      </p:grpSp>
      <p:grpSp>
        <p:nvGrpSpPr>
          <p:cNvPr id="13" name="object 13"/>
          <p:cNvGrpSpPr/>
          <p:nvPr/>
        </p:nvGrpSpPr>
        <p:grpSpPr>
          <a:xfrm>
            <a:off x="1708150" y="5235575"/>
            <a:ext cx="4387850" cy="1968500"/>
            <a:chOff x="3416300" y="10471150"/>
            <a:chExt cx="8775700" cy="3937000"/>
          </a:xfrm>
        </p:grpSpPr>
        <p:sp>
          <p:nvSpPr>
            <p:cNvPr id="14" name="object 14"/>
            <p:cNvSpPr/>
            <p:nvPr/>
          </p:nvSpPr>
          <p:spPr>
            <a:xfrm>
              <a:off x="11652250" y="104711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a:p>
          </p:txBody>
        </p:sp>
        <p:sp>
          <p:nvSpPr>
            <p:cNvPr id="15" name="object 15"/>
            <p:cNvSpPr/>
            <p:nvPr/>
          </p:nvSpPr>
          <p:spPr>
            <a:xfrm>
              <a:off x="3416300" y="10668000"/>
              <a:ext cx="8775700" cy="241300"/>
            </a:xfrm>
            <a:custGeom>
              <a:avLst/>
              <a:gdLst/>
              <a:ahLst/>
              <a:cxnLst/>
              <a:rect l="l" t="t" r="r" b="b"/>
              <a:pathLst>
                <a:path w="8775700" h="241300">
                  <a:moveTo>
                    <a:pt x="8655050" y="0"/>
                  </a:moveTo>
                  <a:lnTo>
                    <a:pt x="8612342" y="7776"/>
                  </a:lnTo>
                  <a:lnTo>
                    <a:pt x="8576345" y="29202"/>
                  </a:lnTo>
                  <a:lnTo>
                    <a:pt x="8549912" y="61424"/>
                  </a:lnTo>
                  <a:lnTo>
                    <a:pt x="8535897" y="101587"/>
                  </a:lnTo>
                  <a:lnTo>
                    <a:pt x="19050" y="101600"/>
                  </a:lnTo>
                  <a:lnTo>
                    <a:pt x="11635" y="103097"/>
                  </a:lnTo>
                  <a:lnTo>
                    <a:pt x="5579" y="107179"/>
                  </a:lnTo>
                  <a:lnTo>
                    <a:pt x="1497" y="113235"/>
                  </a:lnTo>
                  <a:lnTo>
                    <a:pt x="0" y="120650"/>
                  </a:lnTo>
                  <a:lnTo>
                    <a:pt x="1497" y="128064"/>
                  </a:lnTo>
                  <a:lnTo>
                    <a:pt x="5579" y="134120"/>
                  </a:lnTo>
                  <a:lnTo>
                    <a:pt x="11635" y="138202"/>
                  </a:lnTo>
                  <a:lnTo>
                    <a:pt x="19050" y="139700"/>
                  </a:lnTo>
                  <a:lnTo>
                    <a:pt x="8535897" y="139712"/>
                  </a:lnTo>
                  <a:lnTo>
                    <a:pt x="8549912" y="179875"/>
                  </a:lnTo>
                  <a:lnTo>
                    <a:pt x="8576345" y="212097"/>
                  </a:lnTo>
                  <a:lnTo>
                    <a:pt x="8612342" y="233523"/>
                  </a:lnTo>
                  <a:lnTo>
                    <a:pt x="8655050" y="241300"/>
                  </a:lnTo>
                  <a:lnTo>
                    <a:pt x="8702012" y="231818"/>
                  </a:lnTo>
                  <a:lnTo>
                    <a:pt x="8740362" y="205962"/>
                  </a:lnTo>
                  <a:lnTo>
                    <a:pt x="8742224" y="203200"/>
                  </a:lnTo>
                  <a:lnTo>
                    <a:pt x="8655050" y="203200"/>
                  </a:lnTo>
                  <a:lnTo>
                    <a:pt x="8622917" y="196712"/>
                  </a:lnTo>
                  <a:lnTo>
                    <a:pt x="8596678" y="179021"/>
                  </a:lnTo>
                  <a:lnTo>
                    <a:pt x="8578987" y="152782"/>
                  </a:lnTo>
                  <a:lnTo>
                    <a:pt x="8572500" y="120650"/>
                  </a:lnTo>
                  <a:lnTo>
                    <a:pt x="8578987" y="88517"/>
                  </a:lnTo>
                  <a:lnTo>
                    <a:pt x="8596678" y="62278"/>
                  </a:lnTo>
                  <a:lnTo>
                    <a:pt x="8622917" y="44587"/>
                  </a:lnTo>
                  <a:lnTo>
                    <a:pt x="8655050" y="38100"/>
                  </a:lnTo>
                  <a:lnTo>
                    <a:pt x="8742224" y="38100"/>
                  </a:lnTo>
                  <a:lnTo>
                    <a:pt x="8740362" y="35337"/>
                  </a:lnTo>
                  <a:lnTo>
                    <a:pt x="8702012" y="9481"/>
                  </a:lnTo>
                  <a:lnTo>
                    <a:pt x="8655050" y="0"/>
                  </a:lnTo>
                  <a:close/>
                </a:path>
                <a:path w="8775700" h="241300">
                  <a:moveTo>
                    <a:pt x="8742224" y="38100"/>
                  </a:moveTo>
                  <a:lnTo>
                    <a:pt x="8655050" y="38100"/>
                  </a:lnTo>
                  <a:lnTo>
                    <a:pt x="8687182" y="44587"/>
                  </a:lnTo>
                  <a:lnTo>
                    <a:pt x="8713421" y="62278"/>
                  </a:lnTo>
                  <a:lnTo>
                    <a:pt x="8731112" y="88517"/>
                  </a:lnTo>
                  <a:lnTo>
                    <a:pt x="8737600" y="120650"/>
                  </a:lnTo>
                  <a:lnTo>
                    <a:pt x="8731112" y="152782"/>
                  </a:lnTo>
                  <a:lnTo>
                    <a:pt x="8713421" y="179021"/>
                  </a:lnTo>
                  <a:lnTo>
                    <a:pt x="8687182" y="196712"/>
                  </a:lnTo>
                  <a:lnTo>
                    <a:pt x="8655050" y="203200"/>
                  </a:lnTo>
                  <a:lnTo>
                    <a:pt x="8742224" y="203200"/>
                  </a:lnTo>
                  <a:lnTo>
                    <a:pt x="8766218" y="167612"/>
                  </a:lnTo>
                  <a:lnTo>
                    <a:pt x="8775700" y="120650"/>
                  </a:lnTo>
                  <a:lnTo>
                    <a:pt x="8766218" y="73687"/>
                  </a:lnTo>
                  <a:lnTo>
                    <a:pt x="8742224" y="38100"/>
                  </a:lnTo>
                  <a:close/>
                </a:path>
              </a:pathLst>
            </a:custGeom>
            <a:solidFill>
              <a:srgbClr val="212121"/>
            </a:solidFill>
          </p:spPr>
          <p:txBody>
            <a:bodyPr wrap="square" lIns="0" tIns="0" rIns="0" bIns="0" rtlCol="0"/>
            <a:lstStyle/>
            <a:p>
              <a:endParaRPr sz="900"/>
            </a:p>
          </p:txBody>
        </p:sp>
      </p:grpSp>
      <p:grpSp>
        <p:nvGrpSpPr>
          <p:cNvPr id="16" name="object 16"/>
          <p:cNvGrpSpPr/>
          <p:nvPr/>
        </p:nvGrpSpPr>
        <p:grpSpPr>
          <a:xfrm>
            <a:off x="768350" y="3375025"/>
            <a:ext cx="4387850" cy="939800"/>
            <a:chOff x="1536700" y="6750050"/>
            <a:chExt cx="8775700" cy="1879600"/>
          </a:xfrm>
        </p:grpSpPr>
        <p:sp>
          <p:nvSpPr>
            <p:cNvPr id="17" name="object 17"/>
            <p:cNvSpPr/>
            <p:nvPr/>
          </p:nvSpPr>
          <p:spPr>
            <a:xfrm>
              <a:off x="2076450" y="6750050"/>
              <a:ext cx="0" cy="1879600"/>
            </a:xfrm>
            <a:custGeom>
              <a:avLst/>
              <a:gdLst/>
              <a:ahLst/>
              <a:cxnLst/>
              <a:rect l="l" t="t" r="r" b="b"/>
              <a:pathLst>
                <a:path h="1879600">
                  <a:moveTo>
                    <a:pt x="0" y="0"/>
                  </a:moveTo>
                  <a:lnTo>
                    <a:pt x="0" y="1879600"/>
                  </a:lnTo>
                </a:path>
              </a:pathLst>
            </a:custGeom>
            <a:ln w="25400" cap="rnd">
              <a:solidFill>
                <a:srgbClr val="212121"/>
              </a:solidFill>
            </a:ln>
          </p:spPr>
          <p:txBody>
            <a:bodyPr wrap="square" lIns="0" tIns="0" rIns="0" bIns="0" rtlCol="0"/>
            <a:lstStyle/>
            <a:p>
              <a:endParaRPr sz="900" dirty="0"/>
            </a:p>
          </p:txBody>
        </p:sp>
        <p:sp>
          <p:nvSpPr>
            <p:cNvPr id="18" name="object 18"/>
            <p:cNvSpPr/>
            <p:nvPr/>
          </p:nvSpPr>
          <p:spPr>
            <a:xfrm>
              <a:off x="1536700" y="8089900"/>
              <a:ext cx="8775700" cy="241300"/>
            </a:xfrm>
            <a:custGeom>
              <a:avLst/>
              <a:gdLst/>
              <a:ahLst/>
              <a:cxnLst/>
              <a:rect l="l" t="t" r="r" b="b"/>
              <a:pathLst>
                <a:path w="8775700" h="241300">
                  <a:moveTo>
                    <a:pt x="120650" y="0"/>
                  </a:moveTo>
                  <a:lnTo>
                    <a:pt x="73687" y="9481"/>
                  </a:lnTo>
                  <a:lnTo>
                    <a:pt x="35337" y="35337"/>
                  </a:lnTo>
                  <a:lnTo>
                    <a:pt x="9481" y="73687"/>
                  </a:lnTo>
                  <a:lnTo>
                    <a:pt x="0" y="120650"/>
                  </a:lnTo>
                  <a:lnTo>
                    <a:pt x="9481" y="167612"/>
                  </a:lnTo>
                  <a:lnTo>
                    <a:pt x="35337" y="205962"/>
                  </a:lnTo>
                  <a:lnTo>
                    <a:pt x="73687" y="231818"/>
                  </a:lnTo>
                  <a:lnTo>
                    <a:pt x="120650" y="241300"/>
                  </a:lnTo>
                  <a:lnTo>
                    <a:pt x="163357" y="233523"/>
                  </a:lnTo>
                  <a:lnTo>
                    <a:pt x="199354" y="212097"/>
                  </a:lnTo>
                  <a:lnTo>
                    <a:pt x="206653" y="203200"/>
                  </a:lnTo>
                  <a:lnTo>
                    <a:pt x="120650" y="203200"/>
                  </a:lnTo>
                  <a:lnTo>
                    <a:pt x="88517" y="196712"/>
                  </a:lnTo>
                  <a:lnTo>
                    <a:pt x="62278" y="179021"/>
                  </a:lnTo>
                  <a:lnTo>
                    <a:pt x="44587" y="152782"/>
                  </a:lnTo>
                  <a:lnTo>
                    <a:pt x="38100" y="120650"/>
                  </a:lnTo>
                  <a:lnTo>
                    <a:pt x="44587" y="88517"/>
                  </a:lnTo>
                  <a:lnTo>
                    <a:pt x="62278" y="62278"/>
                  </a:lnTo>
                  <a:lnTo>
                    <a:pt x="88517" y="44587"/>
                  </a:lnTo>
                  <a:lnTo>
                    <a:pt x="120650" y="38100"/>
                  </a:lnTo>
                  <a:lnTo>
                    <a:pt x="206653" y="38100"/>
                  </a:lnTo>
                  <a:lnTo>
                    <a:pt x="199354" y="29202"/>
                  </a:lnTo>
                  <a:lnTo>
                    <a:pt x="163357" y="7776"/>
                  </a:lnTo>
                  <a:lnTo>
                    <a:pt x="120650" y="0"/>
                  </a:lnTo>
                  <a:close/>
                </a:path>
                <a:path w="8775700" h="241300">
                  <a:moveTo>
                    <a:pt x="206653" y="38100"/>
                  </a:moveTo>
                  <a:lnTo>
                    <a:pt x="120650" y="38100"/>
                  </a:lnTo>
                  <a:lnTo>
                    <a:pt x="152782" y="44587"/>
                  </a:lnTo>
                  <a:lnTo>
                    <a:pt x="179021" y="62278"/>
                  </a:lnTo>
                  <a:lnTo>
                    <a:pt x="196712" y="88517"/>
                  </a:lnTo>
                  <a:lnTo>
                    <a:pt x="203200" y="120650"/>
                  </a:lnTo>
                  <a:lnTo>
                    <a:pt x="196712" y="152782"/>
                  </a:lnTo>
                  <a:lnTo>
                    <a:pt x="179021" y="179021"/>
                  </a:lnTo>
                  <a:lnTo>
                    <a:pt x="152782" y="196712"/>
                  </a:lnTo>
                  <a:lnTo>
                    <a:pt x="120650" y="203200"/>
                  </a:lnTo>
                  <a:lnTo>
                    <a:pt x="206653" y="203200"/>
                  </a:lnTo>
                  <a:lnTo>
                    <a:pt x="225787" y="179875"/>
                  </a:lnTo>
                  <a:lnTo>
                    <a:pt x="239802" y="139712"/>
                  </a:lnTo>
                  <a:lnTo>
                    <a:pt x="8756650" y="139700"/>
                  </a:lnTo>
                  <a:lnTo>
                    <a:pt x="8764064" y="138202"/>
                  </a:lnTo>
                  <a:lnTo>
                    <a:pt x="8770120" y="134120"/>
                  </a:lnTo>
                  <a:lnTo>
                    <a:pt x="8774202" y="128064"/>
                  </a:lnTo>
                  <a:lnTo>
                    <a:pt x="8775700" y="120650"/>
                  </a:lnTo>
                  <a:lnTo>
                    <a:pt x="8774202" y="113235"/>
                  </a:lnTo>
                  <a:lnTo>
                    <a:pt x="8770120" y="107179"/>
                  </a:lnTo>
                  <a:lnTo>
                    <a:pt x="8764064" y="103097"/>
                  </a:lnTo>
                  <a:lnTo>
                    <a:pt x="8756650" y="101600"/>
                  </a:lnTo>
                  <a:lnTo>
                    <a:pt x="239802" y="101587"/>
                  </a:lnTo>
                  <a:lnTo>
                    <a:pt x="225787" y="61424"/>
                  </a:lnTo>
                  <a:lnTo>
                    <a:pt x="206653" y="38100"/>
                  </a:lnTo>
                  <a:close/>
                </a:path>
              </a:pathLst>
            </a:custGeom>
            <a:solidFill>
              <a:srgbClr val="212121"/>
            </a:solidFill>
          </p:spPr>
          <p:txBody>
            <a:bodyPr wrap="square" lIns="0" tIns="0" rIns="0" bIns="0" rtlCol="0"/>
            <a:lstStyle/>
            <a:p>
              <a:endParaRPr sz="900"/>
            </a:p>
          </p:txBody>
        </p:sp>
      </p:grpSp>
      <p:grpSp>
        <p:nvGrpSpPr>
          <p:cNvPr id="19" name="object 19"/>
          <p:cNvGrpSpPr/>
          <p:nvPr/>
        </p:nvGrpSpPr>
        <p:grpSpPr>
          <a:xfrm>
            <a:off x="768350" y="6416675"/>
            <a:ext cx="4387850" cy="1968500"/>
            <a:chOff x="1536700" y="12833350"/>
            <a:chExt cx="8775700" cy="3937000"/>
          </a:xfrm>
        </p:grpSpPr>
        <p:sp>
          <p:nvSpPr>
            <p:cNvPr id="20" name="object 20"/>
            <p:cNvSpPr/>
            <p:nvPr/>
          </p:nvSpPr>
          <p:spPr>
            <a:xfrm>
              <a:off x="2076450" y="128333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a:p>
          </p:txBody>
        </p:sp>
        <p:sp>
          <p:nvSpPr>
            <p:cNvPr id="21" name="object 21"/>
            <p:cNvSpPr/>
            <p:nvPr/>
          </p:nvSpPr>
          <p:spPr>
            <a:xfrm>
              <a:off x="1536700" y="16230600"/>
              <a:ext cx="8775700" cy="241300"/>
            </a:xfrm>
            <a:custGeom>
              <a:avLst/>
              <a:gdLst/>
              <a:ahLst/>
              <a:cxnLst/>
              <a:rect l="l" t="t" r="r" b="b"/>
              <a:pathLst>
                <a:path w="8775700" h="241300">
                  <a:moveTo>
                    <a:pt x="120650" y="0"/>
                  </a:moveTo>
                  <a:lnTo>
                    <a:pt x="73687" y="9481"/>
                  </a:lnTo>
                  <a:lnTo>
                    <a:pt x="35337" y="35337"/>
                  </a:lnTo>
                  <a:lnTo>
                    <a:pt x="9481" y="73687"/>
                  </a:lnTo>
                  <a:lnTo>
                    <a:pt x="0" y="120650"/>
                  </a:lnTo>
                  <a:lnTo>
                    <a:pt x="9481" y="167612"/>
                  </a:lnTo>
                  <a:lnTo>
                    <a:pt x="35337" y="205962"/>
                  </a:lnTo>
                  <a:lnTo>
                    <a:pt x="73687" y="231818"/>
                  </a:lnTo>
                  <a:lnTo>
                    <a:pt x="120650" y="241300"/>
                  </a:lnTo>
                  <a:lnTo>
                    <a:pt x="163357" y="233523"/>
                  </a:lnTo>
                  <a:lnTo>
                    <a:pt x="199354" y="212097"/>
                  </a:lnTo>
                  <a:lnTo>
                    <a:pt x="206653" y="203200"/>
                  </a:lnTo>
                  <a:lnTo>
                    <a:pt x="120650" y="203200"/>
                  </a:lnTo>
                  <a:lnTo>
                    <a:pt x="88517" y="196712"/>
                  </a:lnTo>
                  <a:lnTo>
                    <a:pt x="62278" y="179021"/>
                  </a:lnTo>
                  <a:lnTo>
                    <a:pt x="44587" y="152782"/>
                  </a:lnTo>
                  <a:lnTo>
                    <a:pt x="38100" y="120650"/>
                  </a:lnTo>
                  <a:lnTo>
                    <a:pt x="44587" y="88517"/>
                  </a:lnTo>
                  <a:lnTo>
                    <a:pt x="62278" y="62278"/>
                  </a:lnTo>
                  <a:lnTo>
                    <a:pt x="88517" y="44587"/>
                  </a:lnTo>
                  <a:lnTo>
                    <a:pt x="120650" y="38100"/>
                  </a:lnTo>
                  <a:lnTo>
                    <a:pt x="206653" y="38100"/>
                  </a:lnTo>
                  <a:lnTo>
                    <a:pt x="199354" y="29202"/>
                  </a:lnTo>
                  <a:lnTo>
                    <a:pt x="163357" y="7776"/>
                  </a:lnTo>
                  <a:lnTo>
                    <a:pt x="120650" y="0"/>
                  </a:lnTo>
                  <a:close/>
                </a:path>
                <a:path w="8775700" h="241300">
                  <a:moveTo>
                    <a:pt x="206653" y="38100"/>
                  </a:moveTo>
                  <a:lnTo>
                    <a:pt x="120650" y="38100"/>
                  </a:lnTo>
                  <a:lnTo>
                    <a:pt x="152782" y="44587"/>
                  </a:lnTo>
                  <a:lnTo>
                    <a:pt x="179021" y="62278"/>
                  </a:lnTo>
                  <a:lnTo>
                    <a:pt x="196712" y="88517"/>
                  </a:lnTo>
                  <a:lnTo>
                    <a:pt x="203200" y="120650"/>
                  </a:lnTo>
                  <a:lnTo>
                    <a:pt x="196712" y="152782"/>
                  </a:lnTo>
                  <a:lnTo>
                    <a:pt x="179021" y="179021"/>
                  </a:lnTo>
                  <a:lnTo>
                    <a:pt x="152782" y="196712"/>
                  </a:lnTo>
                  <a:lnTo>
                    <a:pt x="120650" y="203200"/>
                  </a:lnTo>
                  <a:lnTo>
                    <a:pt x="206653" y="203200"/>
                  </a:lnTo>
                  <a:lnTo>
                    <a:pt x="225787" y="179875"/>
                  </a:lnTo>
                  <a:lnTo>
                    <a:pt x="239802" y="139712"/>
                  </a:lnTo>
                  <a:lnTo>
                    <a:pt x="8756650" y="139700"/>
                  </a:lnTo>
                  <a:lnTo>
                    <a:pt x="8764064" y="138202"/>
                  </a:lnTo>
                  <a:lnTo>
                    <a:pt x="8770120" y="134120"/>
                  </a:lnTo>
                  <a:lnTo>
                    <a:pt x="8774202" y="128064"/>
                  </a:lnTo>
                  <a:lnTo>
                    <a:pt x="8775700" y="120650"/>
                  </a:lnTo>
                  <a:lnTo>
                    <a:pt x="8774202" y="113235"/>
                  </a:lnTo>
                  <a:lnTo>
                    <a:pt x="8770120" y="107179"/>
                  </a:lnTo>
                  <a:lnTo>
                    <a:pt x="8764064" y="103097"/>
                  </a:lnTo>
                  <a:lnTo>
                    <a:pt x="8756650" y="101600"/>
                  </a:lnTo>
                  <a:lnTo>
                    <a:pt x="239802" y="101587"/>
                  </a:lnTo>
                  <a:lnTo>
                    <a:pt x="225787" y="61424"/>
                  </a:lnTo>
                  <a:lnTo>
                    <a:pt x="206653" y="38100"/>
                  </a:lnTo>
                  <a:close/>
                </a:path>
              </a:pathLst>
            </a:custGeom>
            <a:solidFill>
              <a:srgbClr val="212121"/>
            </a:solidFill>
          </p:spPr>
          <p:txBody>
            <a:bodyPr wrap="square" lIns="0" tIns="0" rIns="0" bIns="0" rtlCol="0"/>
            <a:lstStyle/>
            <a:p>
              <a:endParaRPr sz="900"/>
            </a:p>
          </p:txBody>
        </p:sp>
      </p:grpSp>
      <p:sp>
        <p:nvSpPr>
          <p:cNvPr id="22" name="object 22"/>
          <p:cNvSpPr txBox="1">
            <a:spLocks noGrp="1"/>
          </p:cNvSpPr>
          <p:nvPr>
            <p:ph type="title"/>
          </p:nvPr>
        </p:nvSpPr>
        <p:spPr>
          <a:xfrm>
            <a:off x="768350" y="922484"/>
            <a:ext cx="4398010" cy="577215"/>
          </a:xfrm>
          <a:prstGeom prst="rect">
            <a:avLst/>
          </a:prstGeom>
        </p:spPr>
        <p:txBody>
          <a:bodyPr vert="horz" wrap="square" lIns="0" tIns="69850" rIns="0" bIns="0" rtlCol="0" anchor="ctr">
            <a:spAutoFit/>
          </a:bodyPr>
          <a:lstStyle/>
          <a:p>
            <a:pPr marL="1054735">
              <a:lnSpc>
                <a:spcPct val="100000"/>
              </a:lnSpc>
              <a:spcBef>
                <a:spcPts val="50"/>
              </a:spcBef>
            </a:pPr>
            <a:r>
              <a:rPr b="1" spc="-10" dirty="0">
                <a:latin typeface="江城圆体 600W" panose="020B0800000000000000" pitchFamily="34" charset="-128"/>
                <a:ea typeface="江城圆体 600W" panose="020B0800000000000000" pitchFamily="34" charset="-128"/>
              </a:rPr>
              <a:t>如何定义我是谁？</a:t>
            </a:r>
          </a:p>
        </p:txBody>
      </p:sp>
      <p:sp>
        <p:nvSpPr>
          <p:cNvPr id="23" name="object 23"/>
          <p:cNvSpPr txBox="1"/>
          <p:nvPr/>
        </p:nvSpPr>
        <p:spPr>
          <a:xfrm>
            <a:off x="2245857" y="1601355"/>
            <a:ext cx="2341245" cy="554990"/>
          </a:xfrm>
          <a:prstGeom prst="rect">
            <a:avLst/>
          </a:prstGeom>
        </p:spPr>
        <p:txBody>
          <a:bodyPr vert="horz" wrap="square" lIns="0" tIns="6350" rIns="0" bIns="0" rtlCol="0">
            <a:spAutoFit/>
          </a:bodyPr>
          <a:lstStyle/>
          <a:p>
            <a:pPr marL="12700" algn="ctr">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11</a:t>
            </a:r>
            <a:endParaRPr b="1" dirty="0">
              <a:latin typeface="江城圆体 600W" panose="020B0800000000000000" pitchFamily="34" charset="-128"/>
              <a:ea typeface="江城圆体 600W" panose="020B0800000000000000" pitchFamily="34" charset="-128"/>
              <a:cs typeface="PMingLiU" panose="02020500000000000000" charset="-120"/>
            </a:endParaRPr>
          </a:p>
          <a:p>
            <a:pPr algn="ctr">
              <a:spcBef>
                <a:spcPts val="1040"/>
              </a:spcBef>
            </a:pPr>
            <a:r>
              <a:rPr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Authenticity = Self-Awareness x Courage</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4" name="object 24"/>
          <p:cNvSpPr txBox="1"/>
          <p:nvPr/>
        </p:nvSpPr>
        <p:spPr>
          <a:xfrm>
            <a:off x="1441450" y="2197100"/>
            <a:ext cx="3983038" cy="1750695"/>
          </a:xfrm>
          <a:prstGeom prst="rect">
            <a:avLst/>
          </a:prstGeom>
        </p:spPr>
        <p:txBody>
          <a:bodyPr vert="horz" wrap="square" lIns="0" tIns="6350" rIns="0" bIns="0" rtlCol="0">
            <a:spAutoFit/>
          </a:bodyPr>
          <a:lstStyle/>
          <a:p>
            <a:pPr marR="22860" algn="ctr">
              <a:spcBef>
                <a:spcPts val="50"/>
              </a:spcBef>
            </a:pPr>
            <a:r>
              <a:rPr sz="1500" b="1" spc="33"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真实性 = 自我觉知 × 勇气</a:t>
            </a:r>
            <a:endParaRPr sz="1500" b="1" dirty="0">
              <a:latin typeface="江城圆体 600W" panose="020B0800000000000000" pitchFamily="34" charset="-128"/>
              <a:ea typeface="江城圆体 600W" panose="020B0800000000000000" pitchFamily="34" charset="-128"/>
              <a:cs typeface="PMingLiU" panose="02020500000000000000" charset="-120"/>
            </a:endParaRPr>
          </a:p>
          <a:p>
            <a:pPr>
              <a:spcBef>
                <a:spcPts val="30"/>
              </a:spcBef>
            </a:pPr>
            <a:endParaRPr sz="1275" b="1" dirty="0">
              <a:latin typeface="江城圆体 600W" panose="020B0800000000000000" pitchFamily="34" charset="-128"/>
              <a:ea typeface="江城圆体 600W" panose="020B0800000000000000" pitchFamily="34" charset="-128"/>
              <a:cs typeface="PMingLiU" panose="02020500000000000000" charset="-120"/>
            </a:endParaRPr>
          </a:p>
          <a:p>
            <a:pPr marL="6350" marR="2540" algn="just">
              <a:lnSpc>
                <a:spcPct val="119000"/>
              </a:lnSpc>
            </a:pPr>
            <a:r>
              <a:rPr sz="1050" spc="-2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要认识到你自己需要两种基本工具，把你的真实自我从大理石中雕琢出来，它们就是自我觉知和勇气。两者都极为重要。没有勇气的自我觉知意味着你认识了自己，但是其他人并没有认识你。有勇气却缺乏自我觉知的人会表现得装腔作势。因此这是一个乘法运算，而不是简</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单加法的方程。</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25"/>
              </a:spcBef>
            </a:pPr>
            <a:endParaRPr sz="122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5"/>
              </a:spcBef>
            </a:pP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“勇气可以是你花费充足的时间与你内心融洽相处的自然结果。</a:t>
            </a:r>
            <a:r>
              <a:rPr sz="1050" spc="-2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25" name="object 25"/>
          <p:cNvSpPr txBox="1"/>
          <p:nvPr/>
        </p:nvSpPr>
        <p:spPr>
          <a:xfrm>
            <a:off x="2209457" y="4433455"/>
            <a:ext cx="2407603" cy="542290"/>
          </a:xfrm>
          <a:prstGeom prst="rect">
            <a:avLst/>
          </a:prstGeom>
        </p:spPr>
        <p:txBody>
          <a:bodyPr vert="horz" wrap="square" lIns="0" tIns="6350" rIns="0" bIns="0" rtlCol="0">
            <a:spAutoFit/>
          </a:bodyPr>
          <a:lstStyle/>
          <a:p>
            <a:pPr marL="19050" algn="ctr">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12</a:t>
            </a:r>
            <a:endParaRPr b="1" dirty="0">
              <a:latin typeface="江城圆体 600W" panose="020B0800000000000000" pitchFamily="34" charset="-128"/>
              <a:ea typeface="江城圆体 600W" panose="020B0800000000000000" pitchFamily="34" charset="-128"/>
              <a:cs typeface="PMingLiU" panose="02020500000000000000" charset="-120"/>
            </a:endParaRPr>
          </a:p>
          <a:p>
            <a:pPr algn="ctr">
              <a:spcBef>
                <a:spcPts val="940"/>
              </a:spcBef>
            </a:pPr>
            <a:r>
              <a:rPr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Narcissism = (Self-Esteem)² x Entitlement</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26" name="object 26"/>
          <p:cNvSpPr txBox="1"/>
          <p:nvPr/>
        </p:nvSpPr>
        <p:spPr>
          <a:xfrm>
            <a:off x="1441450" y="5016500"/>
            <a:ext cx="3983038" cy="3113405"/>
          </a:xfrm>
          <a:prstGeom prst="rect">
            <a:avLst/>
          </a:prstGeom>
        </p:spPr>
        <p:txBody>
          <a:bodyPr vert="horz" wrap="square" lIns="0" tIns="6350" rIns="0" bIns="0" rtlCol="0">
            <a:spAutoFit/>
          </a:bodyPr>
          <a:lstStyle/>
          <a:p>
            <a:pPr marR="29210" algn="ctr">
              <a:spcBef>
                <a:spcPts val="50"/>
              </a:spcBef>
            </a:pP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自恋=(自尊心)²×特权</a:t>
            </a:r>
            <a:endParaRPr sz="1500" b="1" dirty="0">
              <a:latin typeface="江城圆体 600W" panose="020B0800000000000000" pitchFamily="34" charset="-128"/>
              <a:ea typeface="江城圆体 600W" panose="020B0800000000000000" pitchFamily="34" charset="-128"/>
              <a:cs typeface="PMingLiU" panose="02020500000000000000" charset="-120"/>
            </a:endParaRPr>
          </a:p>
          <a:p>
            <a:pPr>
              <a:spcBef>
                <a:spcPts val="10"/>
              </a:spcBef>
            </a:pPr>
            <a:endParaRPr sz="1575" dirty="0">
              <a:latin typeface="PMingLiU" panose="02020500000000000000" charset="-120"/>
              <a:cs typeface="PMingLiU" panose="02020500000000000000" charset="-120"/>
            </a:endParaRPr>
          </a:p>
          <a:p>
            <a:pPr marL="6350" marR="2540" algn="just">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自恋的人自尊心强到极致，一个有正常自尊心的人会关心别人，而自恋者则太过关注自己，以至于与周围的人断了关联，只会关注他人是如何看待或者服务他们的。指数是同样事物重复相乘的速记符号。</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35"/>
              </a:spcBef>
            </a:pP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自尊心极强的人会产生特权思想，当想着自己很独特时，你会相信自己有权享受特殊待遇。通常也会带来失望。特权思想是超高期望的另一种表现，失望则是期望值过高的自然结果。</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25"/>
              </a:spcBef>
            </a:pPr>
            <a:endParaRPr sz="122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5"/>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解析这个方程，我们可以：</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24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1、稀释你的自尊心，让它不会被“平方”。</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24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2、用谦逊和同情心取代虚张声势和特权。</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24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3、改善你的环境并且拓宽你的视野。</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24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4、寻找那些比自身更宏大的东西。</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pic>
        <p:nvPicPr>
          <p:cNvPr id="27" name="object 27"/>
          <p:cNvPicPr/>
          <p:nvPr/>
        </p:nvPicPr>
        <p:blipFill>
          <a:blip r:embed="rId2" cstate="print"/>
          <a:stretch>
            <a:fillRect/>
          </a:stretch>
        </p:blipFill>
        <p:spPr>
          <a:xfrm>
            <a:off x="3189837" y="8851900"/>
            <a:ext cx="486698" cy="2921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a:latin typeface="江城圆体 300W" panose="020B0800000000000000" pitchFamily="34" charset="-128"/>
              <a:ea typeface="江城圆体 300W" panose="020B0800000000000000" pitchFamily="34" charset="-128"/>
              <a:cs typeface="PMingLiU" panose="02020500000000000000" charset="-120"/>
            </a:endParaRPr>
          </a:p>
        </p:txBody>
      </p:sp>
      <p:sp>
        <p:nvSpPr>
          <p:cNvPr id="3" name="object 3"/>
          <p:cNvSpPr/>
          <p:nvPr/>
        </p:nvSpPr>
        <p:spPr>
          <a:xfrm>
            <a:off x="3232150" y="1301750"/>
            <a:ext cx="387033" cy="386715"/>
          </a:xfrm>
          <a:custGeom>
            <a:avLst/>
            <a:gdLst/>
            <a:ahLst/>
            <a:cxnLst/>
            <a:rect l="l" t="t" r="r" b="b"/>
            <a:pathLst>
              <a:path w="774065" h="773429">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5" h="773429">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5" h="773429">
                <a:moveTo>
                  <a:pt x="385104" y="0"/>
                </a:moveTo>
                <a:lnTo>
                  <a:pt x="336798" y="3000"/>
                </a:lnTo>
                <a:lnTo>
                  <a:pt x="433411" y="3000"/>
                </a:lnTo>
                <a:lnTo>
                  <a:pt x="385104" y="0"/>
                </a:lnTo>
                <a:close/>
              </a:path>
            </a:pathLst>
          </a:custGeom>
          <a:solidFill>
            <a:srgbClr val="7F62A1"/>
          </a:solidFill>
        </p:spPr>
        <p:txBody>
          <a:bodyPr wrap="square" lIns="0" tIns="0" rIns="0" bIns="0" rtlCol="0"/>
          <a:lstStyle/>
          <a:p>
            <a:endParaRPr sz="900"/>
          </a:p>
        </p:txBody>
      </p:sp>
      <p:grpSp>
        <p:nvGrpSpPr>
          <p:cNvPr id="4" name="object 4"/>
          <p:cNvGrpSpPr/>
          <p:nvPr/>
        </p:nvGrpSpPr>
        <p:grpSpPr>
          <a:xfrm>
            <a:off x="1708150" y="2130425"/>
            <a:ext cx="4387850" cy="1968500"/>
            <a:chOff x="3416300" y="4260850"/>
            <a:chExt cx="8775700" cy="3937000"/>
          </a:xfrm>
        </p:grpSpPr>
        <p:sp>
          <p:nvSpPr>
            <p:cNvPr id="5" name="object 5"/>
            <p:cNvSpPr/>
            <p:nvPr/>
          </p:nvSpPr>
          <p:spPr>
            <a:xfrm>
              <a:off x="11652250" y="42608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a:p>
          </p:txBody>
        </p:sp>
        <p:sp>
          <p:nvSpPr>
            <p:cNvPr id="6" name="object 6"/>
            <p:cNvSpPr/>
            <p:nvPr/>
          </p:nvSpPr>
          <p:spPr>
            <a:xfrm>
              <a:off x="3416300" y="4533900"/>
              <a:ext cx="8775700" cy="241300"/>
            </a:xfrm>
            <a:custGeom>
              <a:avLst/>
              <a:gdLst/>
              <a:ahLst/>
              <a:cxnLst/>
              <a:rect l="l" t="t" r="r" b="b"/>
              <a:pathLst>
                <a:path w="8775700" h="241300">
                  <a:moveTo>
                    <a:pt x="8655050" y="0"/>
                  </a:moveTo>
                  <a:lnTo>
                    <a:pt x="8612342" y="7777"/>
                  </a:lnTo>
                  <a:lnTo>
                    <a:pt x="8576345" y="29205"/>
                  </a:lnTo>
                  <a:lnTo>
                    <a:pt x="8549912" y="61427"/>
                  </a:lnTo>
                  <a:lnTo>
                    <a:pt x="8535897" y="101587"/>
                  </a:lnTo>
                  <a:lnTo>
                    <a:pt x="19050" y="101600"/>
                  </a:lnTo>
                  <a:lnTo>
                    <a:pt x="11635" y="103097"/>
                  </a:lnTo>
                  <a:lnTo>
                    <a:pt x="5579" y="107181"/>
                  </a:lnTo>
                  <a:lnTo>
                    <a:pt x="1497" y="113237"/>
                  </a:lnTo>
                  <a:lnTo>
                    <a:pt x="0" y="120650"/>
                  </a:lnTo>
                  <a:lnTo>
                    <a:pt x="1497" y="128062"/>
                  </a:lnTo>
                  <a:lnTo>
                    <a:pt x="5579" y="134118"/>
                  </a:lnTo>
                  <a:lnTo>
                    <a:pt x="11635" y="138202"/>
                  </a:lnTo>
                  <a:lnTo>
                    <a:pt x="19050" y="139700"/>
                  </a:lnTo>
                  <a:lnTo>
                    <a:pt x="8535897" y="139712"/>
                  </a:lnTo>
                  <a:lnTo>
                    <a:pt x="8549912" y="179872"/>
                  </a:lnTo>
                  <a:lnTo>
                    <a:pt x="8576345" y="212094"/>
                  </a:lnTo>
                  <a:lnTo>
                    <a:pt x="8612342" y="233522"/>
                  </a:lnTo>
                  <a:lnTo>
                    <a:pt x="8655050" y="241300"/>
                  </a:lnTo>
                  <a:lnTo>
                    <a:pt x="8702012" y="231819"/>
                  </a:lnTo>
                  <a:lnTo>
                    <a:pt x="8740362" y="205963"/>
                  </a:lnTo>
                  <a:lnTo>
                    <a:pt x="8742225" y="203200"/>
                  </a:lnTo>
                  <a:lnTo>
                    <a:pt x="8655050" y="203200"/>
                  </a:lnTo>
                  <a:lnTo>
                    <a:pt x="8622917" y="196713"/>
                  </a:lnTo>
                  <a:lnTo>
                    <a:pt x="8596678" y="179022"/>
                  </a:lnTo>
                  <a:lnTo>
                    <a:pt x="8578987" y="152782"/>
                  </a:lnTo>
                  <a:lnTo>
                    <a:pt x="8572500" y="120650"/>
                  </a:lnTo>
                  <a:lnTo>
                    <a:pt x="8578987" y="88517"/>
                  </a:lnTo>
                  <a:lnTo>
                    <a:pt x="8596678" y="62277"/>
                  </a:lnTo>
                  <a:lnTo>
                    <a:pt x="8622917" y="44586"/>
                  </a:lnTo>
                  <a:lnTo>
                    <a:pt x="8655050" y="38100"/>
                  </a:lnTo>
                  <a:lnTo>
                    <a:pt x="8742225" y="38100"/>
                  </a:lnTo>
                  <a:lnTo>
                    <a:pt x="8740362" y="35336"/>
                  </a:lnTo>
                  <a:lnTo>
                    <a:pt x="8702012" y="9480"/>
                  </a:lnTo>
                  <a:lnTo>
                    <a:pt x="8655050" y="0"/>
                  </a:lnTo>
                  <a:close/>
                </a:path>
                <a:path w="8775700" h="241300">
                  <a:moveTo>
                    <a:pt x="8742225" y="38100"/>
                  </a:moveTo>
                  <a:lnTo>
                    <a:pt x="8655050" y="38100"/>
                  </a:lnTo>
                  <a:lnTo>
                    <a:pt x="8687182" y="44586"/>
                  </a:lnTo>
                  <a:lnTo>
                    <a:pt x="8713421" y="62277"/>
                  </a:lnTo>
                  <a:lnTo>
                    <a:pt x="8731112" y="88517"/>
                  </a:lnTo>
                  <a:lnTo>
                    <a:pt x="8737600" y="120650"/>
                  </a:lnTo>
                  <a:lnTo>
                    <a:pt x="8731112" y="152782"/>
                  </a:lnTo>
                  <a:lnTo>
                    <a:pt x="8713421" y="179022"/>
                  </a:lnTo>
                  <a:lnTo>
                    <a:pt x="8687182" y="196713"/>
                  </a:lnTo>
                  <a:lnTo>
                    <a:pt x="8655050" y="203200"/>
                  </a:lnTo>
                  <a:lnTo>
                    <a:pt x="8742225" y="203200"/>
                  </a:lnTo>
                  <a:lnTo>
                    <a:pt x="8766218" y="167614"/>
                  </a:lnTo>
                  <a:lnTo>
                    <a:pt x="8775700" y="120650"/>
                  </a:lnTo>
                  <a:lnTo>
                    <a:pt x="8766218" y="73685"/>
                  </a:lnTo>
                  <a:lnTo>
                    <a:pt x="8742225" y="38100"/>
                  </a:lnTo>
                  <a:close/>
                </a:path>
              </a:pathLst>
            </a:custGeom>
            <a:solidFill>
              <a:srgbClr val="212121"/>
            </a:solidFill>
          </p:spPr>
          <p:txBody>
            <a:bodyPr wrap="square" lIns="0" tIns="0" rIns="0" bIns="0" rtlCol="0"/>
            <a:lstStyle/>
            <a:p>
              <a:endParaRPr sz="900"/>
            </a:p>
          </p:txBody>
        </p:sp>
      </p:grpSp>
      <p:grpSp>
        <p:nvGrpSpPr>
          <p:cNvPr id="7" name="object 7"/>
          <p:cNvGrpSpPr/>
          <p:nvPr/>
        </p:nvGrpSpPr>
        <p:grpSpPr>
          <a:xfrm>
            <a:off x="768350" y="4206875"/>
            <a:ext cx="4387850" cy="1968500"/>
            <a:chOff x="1536700" y="8413750"/>
            <a:chExt cx="8775700" cy="3937000"/>
          </a:xfrm>
        </p:grpSpPr>
        <p:sp>
          <p:nvSpPr>
            <p:cNvPr id="8" name="object 8"/>
            <p:cNvSpPr/>
            <p:nvPr/>
          </p:nvSpPr>
          <p:spPr>
            <a:xfrm>
              <a:off x="2076450" y="84137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a:p>
          </p:txBody>
        </p:sp>
        <p:sp>
          <p:nvSpPr>
            <p:cNvPr id="9" name="object 9"/>
            <p:cNvSpPr/>
            <p:nvPr/>
          </p:nvSpPr>
          <p:spPr>
            <a:xfrm>
              <a:off x="1536700" y="11811000"/>
              <a:ext cx="8775700" cy="241300"/>
            </a:xfrm>
            <a:custGeom>
              <a:avLst/>
              <a:gdLst/>
              <a:ahLst/>
              <a:cxnLst/>
              <a:rect l="l" t="t" r="r" b="b"/>
              <a:pathLst>
                <a:path w="8775700" h="241300">
                  <a:moveTo>
                    <a:pt x="120650" y="0"/>
                  </a:moveTo>
                  <a:lnTo>
                    <a:pt x="73687" y="9481"/>
                  </a:lnTo>
                  <a:lnTo>
                    <a:pt x="35337" y="35337"/>
                  </a:lnTo>
                  <a:lnTo>
                    <a:pt x="9481" y="73687"/>
                  </a:lnTo>
                  <a:lnTo>
                    <a:pt x="0" y="120650"/>
                  </a:lnTo>
                  <a:lnTo>
                    <a:pt x="9481" y="167612"/>
                  </a:lnTo>
                  <a:lnTo>
                    <a:pt x="35337" y="205962"/>
                  </a:lnTo>
                  <a:lnTo>
                    <a:pt x="73687" y="231818"/>
                  </a:lnTo>
                  <a:lnTo>
                    <a:pt x="120650" y="241300"/>
                  </a:lnTo>
                  <a:lnTo>
                    <a:pt x="163357" y="233523"/>
                  </a:lnTo>
                  <a:lnTo>
                    <a:pt x="199354" y="212097"/>
                  </a:lnTo>
                  <a:lnTo>
                    <a:pt x="206653" y="203200"/>
                  </a:lnTo>
                  <a:lnTo>
                    <a:pt x="120650" y="203200"/>
                  </a:lnTo>
                  <a:lnTo>
                    <a:pt x="88517" y="196712"/>
                  </a:lnTo>
                  <a:lnTo>
                    <a:pt x="62278" y="179021"/>
                  </a:lnTo>
                  <a:lnTo>
                    <a:pt x="44587" y="152782"/>
                  </a:lnTo>
                  <a:lnTo>
                    <a:pt x="38100" y="120650"/>
                  </a:lnTo>
                  <a:lnTo>
                    <a:pt x="44587" y="88517"/>
                  </a:lnTo>
                  <a:lnTo>
                    <a:pt x="62278" y="62278"/>
                  </a:lnTo>
                  <a:lnTo>
                    <a:pt x="88517" y="44587"/>
                  </a:lnTo>
                  <a:lnTo>
                    <a:pt x="120650" y="38100"/>
                  </a:lnTo>
                  <a:lnTo>
                    <a:pt x="206653" y="38100"/>
                  </a:lnTo>
                  <a:lnTo>
                    <a:pt x="199354" y="29202"/>
                  </a:lnTo>
                  <a:lnTo>
                    <a:pt x="163357" y="7776"/>
                  </a:lnTo>
                  <a:lnTo>
                    <a:pt x="120650" y="0"/>
                  </a:lnTo>
                  <a:close/>
                </a:path>
                <a:path w="8775700" h="241300">
                  <a:moveTo>
                    <a:pt x="206653" y="38100"/>
                  </a:moveTo>
                  <a:lnTo>
                    <a:pt x="120650" y="38100"/>
                  </a:lnTo>
                  <a:lnTo>
                    <a:pt x="152782" y="44587"/>
                  </a:lnTo>
                  <a:lnTo>
                    <a:pt x="179021" y="62278"/>
                  </a:lnTo>
                  <a:lnTo>
                    <a:pt x="196712" y="88517"/>
                  </a:lnTo>
                  <a:lnTo>
                    <a:pt x="203200" y="120650"/>
                  </a:lnTo>
                  <a:lnTo>
                    <a:pt x="196712" y="152782"/>
                  </a:lnTo>
                  <a:lnTo>
                    <a:pt x="179021" y="179021"/>
                  </a:lnTo>
                  <a:lnTo>
                    <a:pt x="152782" y="196712"/>
                  </a:lnTo>
                  <a:lnTo>
                    <a:pt x="120650" y="203200"/>
                  </a:lnTo>
                  <a:lnTo>
                    <a:pt x="206653" y="203200"/>
                  </a:lnTo>
                  <a:lnTo>
                    <a:pt x="225787" y="179875"/>
                  </a:lnTo>
                  <a:lnTo>
                    <a:pt x="239802" y="139712"/>
                  </a:lnTo>
                  <a:lnTo>
                    <a:pt x="8756650" y="139700"/>
                  </a:lnTo>
                  <a:lnTo>
                    <a:pt x="8764064" y="138202"/>
                  </a:lnTo>
                  <a:lnTo>
                    <a:pt x="8770120" y="134120"/>
                  </a:lnTo>
                  <a:lnTo>
                    <a:pt x="8774202" y="128064"/>
                  </a:lnTo>
                  <a:lnTo>
                    <a:pt x="8775700" y="120650"/>
                  </a:lnTo>
                  <a:lnTo>
                    <a:pt x="8774202" y="113235"/>
                  </a:lnTo>
                  <a:lnTo>
                    <a:pt x="8770120" y="107179"/>
                  </a:lnTo>
                  <a:lnTo>
                    <a:pt x="8764064" y="103097"/>
                  </a:lnTo>
                  <a:lnTo>
                    <a:pt x="8756650" y="101600"/>
                  </a:lnTo>
                  <a:lnTo>
                    <a:pt x="239802" y="101587"/>
                  </a:lnTo>
                  <a:lnTo>
                    <a:pt x="225787" y="61424"/>
                  </a:lnTo>
                  <a:lnTo>
                    <a:pt x="206653" y="38100"/>
                  </a:lnTo>
                  <a:close/>
                </a:path>
              </a:pathLst>
            </a:custGeom>
            <a:solidFill>
              <a:srgbClr val="212121"/>
            </a:solidFill>
          </p:spPr>
          <p:txBody>
            <a:bodyPr wrap="square" lIns="0" tIns="0" rIns="0" bIns="0" rtlCol="0"/>
            <a:lstStyle/>
            <a:p>
              <a:endParaRPr sz="900"/>
            </a:p>
          </p:txBody>
        </p:sp>
      </p:grpSp>
      <p:sp>
        <p:nvSpPr>
          <p:cNvPr id="10" name="object 10"/>
          <p:cNvSpPr txBox="1"/>
          <p:nvPr/>
        </p:nvSpPr>
        <p:spPr>
          <a:xfrm>
            <a:off x="2018381" y="1360055"/>
            <a:ext cx="2821623" cy="548640"/>
          </a:xfrm>
          <a:prstGeom prst="rect">
            <a:avLst/>
          </a:prstGeom>
        </p:spPr>
        <p:txBody>
          <a:bodyPr vert="horz" wrap="square" lIns="0" tIns="6350" rIns="0" bIns="0" rtlCol="0">
            <a:spAutoFit/>
          </a:bodyPr>
          <a:lstStyle/>
          <a:p>
            <a:pPr marR="21590" algn="ctr">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13</a:t>
            </a:r>
            <a:endParaRPr b="1" dirty="0">
              <a:latin typeface="江城圆体 600W" panose="020B0800000000000000" pitchFamily="34" charset="-128"/>
              <a:ea typeface="江城圆体 600W" panose="020B0800000000000000" pitchFamily="34" charset="-128"/>
              <a:cs typeface="PMingLiU" panose="02020500000000000000" charset="-120"/>
            </a:endParaRPr>
          </a:p>
          <a:p>
            <a:pPr algn="ctr">
              <a:spcBef>
                <a:spcPts val="990"/>
              </a:spcBef>
            </a:pPr>
            <a:r>
              <a:rPr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Integrity = Authenticity x Invisibility x Reliability</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1" name="object 11"/>
          <p:cNvSpPr txBox="1"/>
          <p:nvPr/>
        </p:nvSpPr>
        <p:spPr>
          <a:xfrm>
            <a:off x="1409700" y="1955800"/>
            <a:ext cx="4114799" cy="3687445"/>
          </a:xfrm>
          <a:prstGeom prst="rect">
            <a:avLst/>
          </a:prstGeom>
        </p:spPr>
        <p:txBody>
          <a:bodyPr vert="horz" wrap="square" lIns="0" tIns="6350" rIns="0" bIns="0" rtlCol="0">
            <a:spAutoFit/>
          </a:bodyPr>
          <a:lstStyle/>
          <a:p>
            <a:pPr marR="1905" algn="ctr">
              <a:spcBef>
                <a:spcPts val="50"/>
              </a:spcBef>
            </a:pP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正直 = 真实 × 无形 × 可靠</a:t>
            </a:r>
            <a:endParaRPr sz="1500" b="1" dirty="0">
              <a:latin typeface="江城圆体 600W" panose="020B0800000000000000" pitchFamily="34" charset="-128"/>
              <a:ea typeface="江城圆体 600W" panose="020B0800000000000000" pitchFamily="34" charset="-128"/>
              <a:cs typeface="PMingLiU" panose="02020500000000000000" charset="-120"/>
            </a:endParaRPr>
          </a:p>
          <a:p>
            <a:pPr>
              <a:spcBef>
                <a:spcPts val="10"/>
              </a:spcBef>
            </a:pPr>
            <a:endParaRPr sz="1925" b="1" dirty="0">
              <a:latin typeface="江城圆体 600W" panose="020B0800000000000000" pitchFamily="34" charset="-128"/>
              <a:ea typeface="江城圆体 600W" panose="020B0800000000000000" pitchFamily="34" charset="-128"/>
              <a:cs typeface="PMingLiU" panose="02020500000000000000" charset="-120"/>
            </a:endParaRPr>
          </a:p>
          <a:p>
            <a:pPr marL="6350"/>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有三个情绪变量可以组合成为正直，这就是真实、无形和可靠。</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35"/>
              </a:spcBef>
            </a:pP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6985" algn="just">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正直是“完整”的内在感觉，就是那种我们身上的特点合而为一的感觉。正直不需要观众，一个正直的人就算没有人在注意，也会做正当的事。可靠包括兼容性、忠诚，还有言行一致。</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35"/>
              </a:spcBef>
            </a:pP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无论你面临什么样的情况，正直都能够跟你的价值观进行可靠的结合。如果你看到了一个人的正直，那么他很有可能在践行你所钦佩的生活和做人的方式。</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30"/>
              </a:spcBef>
            </a:pP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19000"/>
              </a:lnSpc>
              <a:spcBef>
                <a:spcPts val="5"/>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如果这三个品质缺少了任何一个，正直缺口就会再现。这种情况通常出现在你处于一个陌生的环境中，你无法像平时一样很好地表现出你的正直时。由于某种原因，在与人交流中，你无法表现得像平常那样坦诚或开放（缺乏真实性），或者你是在用一种太注重自我形象或自私的方式与人沟通（缺乏无形）。抑或当你的意图（无形的）让人觉得是真实而纯洁的，但是你却无法正确地“履行承诺”（缺乏可靠性）。</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pic>
        <p:nvPicPr>
          <p:cNvPr id="12" name="object 12"/>
          <p:cNvPicPr/>
          <p:nvPr/>
        </p:nvPicPr>
        <p:blipFill>
          <a:blip r:embed="rId2" cstate="print"/>
          <a:stretch>
            <a:fillRect/>
          </a:stretch>
        </p:blipFill>
        <p:spPr>
          <a:xfrm>
            <a:off x="3189837" y="8851900"/>
            <a:ext cx="486698" cy="2921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
        <p:nvSpPr>
          <p:cNvPr id="8" name="object 8"/>
          <p:cNvSpPr/>
          <p:nvPr/>
        </p:nvSpPr>
        <p:spPr>
          <a:xfrm>
            <a:off x="3232150" y="1543050"/>
            <a:ext cx="387033" cy="386715"/>
          </a:xfrm>
          <a:custGeom>
            <a:avLst/>
            <a:gdLst/>
            <a:ahLst/>
            <a:cxnLst/>
            <a:rect l="l" t="t" r="r" b="b"/>
            <a:pathLst>
              <a:path w="774065" h="773429">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5" h="773429">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5" h="773429">
                <a:moveTo>
                  <a:pt x="385104" y="0"/>
                </a:moveTo>
                <a:lnTo>
                  <a:pt x="336798" y="3000"/>
                </a:lnTo>
                <a:lnTo>
                  <a:pt x="433411" y="3000"/>
                </a:lnTo>
                <a:lnTo>
                  <a:pt x="385104" y="0"/>
                </a:lnTo>
                <a:close/>
              </a:path>
            </a:pathLst>
          </a:custGeom>
          <a:solidFill>
            <a:srgbClr val="7F62A1"/>
          </a:solidFill>
        </p:spPr>
        <p:txBody>
          <a:bodyPr wrap="square" lIns="0" tIns="0" rIns="0" bIns="0" rtlCol="0"/>
          <a:lstStyle/>
          <a:p>
            <a:endParaRPr sz="900"/>
          </a:p>
        </p:txBody>
      </p:sp>
      <p:sp>
        <p:nvSpPr>
          <p:cNvPr id="9" name="object 9"/>
          <p:cNvSpPr/>
          <p:nvPr/>
        </p:nvSpPr>
        <p:spPr>
          <a:xfrm>
            <a:off x="3232150" y="5772150"/>
            <a:ext cx="387033" cy="386715"/>
          </a:xfrm>
          <a:custGeom>
            <a:avLst/>
            <a:gdLst/>
            <a:ahLst/>
            <a:cxnLst/>
            <a:rect l="l" t="t" r="r" b="b"/>
            <a:pathLst>
              <a:path w="774065" h="773429">
                <a:moveTo>
                  <a:pt x="766838" y="714573"/>
                </a:moveTo>
                <a:lnTo>
                  <a:pt x="584610" y="714573"/>
                </a:lnTo>
                <a:lnTo>
                  <a:pt x="613492" y="715671"/>
                </a:lnTo>
                <a:lnTo>
                  <a:pt x="656308" y="733669"/>
                </a:lnTo>
                <a:lnTo>
                  <a:pt x="703243" y="756683"/>
                </a:lnTo>
                <a:lnTo>
                  <a:pt x="744482" y="772826"/>
                </a:lnTo>
                <a:lnTo>
                  <a:pt x="770209" y="770214"/>
                </a:lnTo>
                <a:lnTo>
                  <a:pt x="773628" y="741225"/>
                </a:lnTo>
                <a:lnTo>
                  <a:pt x="766838" y="714573"/>
                </a:lnTo>
                <a:close/>
              </a:path>
              <a:path w="774065" h="773429">
                <a:moveTo>
                  <a:pt x="433411" y="3000"/>
                </a:moveTo>
                <a:lnTo>
                  <a:pt x="336798" y="3000"/>
                </a:lnTo>
                <a:lnTo>
                  <a:pt x="290282" y="11761"/>
                </a:lnTo>
                <a:lnTo>
                  <a:pt x="245917" y="25922"/>
                </a:lnTo>
                <a:lnTo>
                  <a:pt x="204065" y="45121"/>
                </a:lnTo>
                <a:lnTo>
                  <a:pt x="165086" y="68998"/>
                </a:lnTo>
                <a:lnTo>
                  <a:pt x="129341" y="97192"/>
                </a:lnTo>
                <a:lnTo>
                  <a:pt x="97191" y="129342"/>
                </a:lnTo>
                <a:lnTo>
                  <a:pt x="68998" y="165087"/>
                </a:lnTo>
                <a:lnTo>
                  <a:pt x="45121" y="204066"/>
                </a:lnTo>
                <a:lnTo>
                  <a:pt x="25921" y="245919"/>
                </a:lnTo>
                <a:lnTo>
                  <a:pt x="11761" y="290283"/>
                </a:lnTo>
                <a:lnTo>
                  <a:pt x="3000" y="336800"/>
                </a:lnTo>
                <a:lnTo>
                  <a:pt x="0" y="385107"/>
                </a:lnTo>
                <a:lnTo>
                  <a:pt x="3000" y="433414"/>
                </a:lnTo>
                <a:lnTo>
                  <a:pt x="11761" y="479930"/>
                </a:lnTo>
                <a:lnTo>
                  <a:pt x="25921" y="524295"/>
                </a:lnTo>
                <a:lnTo>
                  <a:pt x="45121" y="566148"/>
                </a:lnTo>
                <a:lnTo>
                  <a:pt x="68998" y="605127"/>
                </a:lnTo>
                <a:lnTo>
                  <a:pt x="97191" y="640872"/>
                </a:lnTo>
                <a:lnTo>
                  <a:pt x="129341" y="673022"/>
                </a:lnTo>
                <a:lnTo>
                  <a:pt x="165086" y="701216"/>
                </a:lnTo>
                <a:lnTo>
                  <a:pt x="204065" y="725093"/>
                </a:lnTo>
                <a:lnTo>
                  <a:pt x="245917" y="744292"/>
                </a:lnTo>
                <a:lnTo>
                  <a:pt x="290282" y="758452"/>
                </a:lnTo>
                <a:lnTo>
                  <a:pt x="336798" y="767213"/>
                </a:lnTo>
                <a:lnTo>
                  <a:pt x="385104" y="770214"/>
                </a:lnTo>
                <a:lnTo>
                  <a:pt x="438906" y="766486"/>
                </a:lnTo>
                <a:lnTo>
                  <a:pt x="490425" y="755635"/>
                </a:lnTo>
                <a:lnTo>
                  <a:pt x="539160" y="738163"/>
                </a:lnTo>
                <a:lnTo>
                  <a:pt x="584610" y="714573"/>
                </a:lnTo>
                <a:lnTo>
                  <a:pt x="766838" y="714573"/>
                </a:lnTo>
                <a:lnTo>
                  <a:pt x="761491" y="693585"/>
                </a:lnTo>
                <a:lnTo>
                  <a:pt x="743535" y="639255"/>
                </a:lnTo>
                <a:lnTo>
                  <a:pt x="729499" y="590198"/>
                </a:lnTo>
                <a:lnTo>
                  <a:pt x="729122" y="558375"/>
                </a:lnTo>
                <a:lnTo>
                  <a:pt x="746630" y="518094"/>
                </a:lnTo>
                <a:lnTo>
                  <a:pt x="759521" y="475581"/>
                </a:lnTo>
                <a:lnTo>
                  <a:pt x="767485" y="431148"/>
                </a:lnTo>
                <a:lnTo>
                  <a:pt x="770209" y="385107"/>
                </a:lnTo>
                <a:lnTo>
                  <a:pt x="767208" y="336800"/>
                </a:lnTo>
                <a:lnTo>
                  <a:pt x="758447" y="290283"/>
                </a:lnTo>
                <a:lnTo>
                  <a:pt x="744287" y="245919"/>
                </a:lnTo>
                <a:lnTo>
                  <a:pt x="725088" y="204066"/>
                </a:lnTo>
                <a:lnTo>
                  <a:pt x="701211" y="165087"/>
                </a:lnTo>
                <a:lnTo>
                  <a:pt x="673017" y="129342"/>
                </a:lnTo>
                <a:lnTo>
                  <a:pt x="640867" y="97192"/>
                </a:lnTo>
                <a:lnTo>
                  <a:pt x="605122" y="68998"/>
                </a:lnTo>
                <a:lnTo>
                  <a:pt x="566144" y="45121"/>
                </a:lnTo>
                <a:lnTo>
                  <a:pt x="524291" y="25922"/>
                </a:lnTo>
                <a:lnTo>
                  <a:pt x="479927" y="11761"/>
                </a:lnTo>
                <a:lnTo>
                  <a:pt x="433411" y="3000"/>
                </a:lnTo>
                <a:close/>
              </a:path>
              <a:path w="774065" h="773429">
                <a:moveTo>
                  <a:pt x="385104" y="0"/>
                </a:moveTo>
                <a:lnTo>
                  <a:pt x="336798" y="3000"/>
                </a:lnTo>
                <a:lnTo>
                  <a:pt x="433411" y="3000"/>
                </a:lnTo>
                <a:lnTo>
                  <a:pt x="385104" y="0"/>
                </a:lnTo>
                <a:close/>
              </a:path>
            </a:pathLst>
          </a:custGeom>
          <a:solidFill>
            <a:srgbClr val="7F62A1"/>
          </a:solidFill>
        </p:spPr>
        <p:txBody>
          <a:bodyPr wrap="square" lIns="0" tIns="0" rIns="0" bIns="0" rtlCol="0"/>
          <a:lstStyle/>
          <a:p>
            <a:endParaRPr sz="900"/>
          </a:p>
        </p:txBody>
      </p:sp>
      <p:sp>
        <p:nvSpPr>
          <p:cNvPr id="10" name="object 10"/>
          <p:cNvSpPr txBox="1"/>
          <p:nvPr/>
        </p:nvSpPr>
        <p:spPr>
          <a:xfrm>
            <a:off x="3271148" y="1601355"/>
            <a:ext cx="290513"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14</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1" name="object 11"/>
          <p:cNvSpPr txBox="1"/>
          <p:nvPr/>
        </p:nvSpPr>
        <p:spPr>
          <a:xfrm>
            <a:off x="3271148" y="5816600"/>
            <a:ext cx="290513"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15</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grpSp>
        <p:nvGrpSpPr>
          <p:cNvPr id="12" name="object 12"/>
          <p:cNvGrpSpPr/>
          <p:nvPr/>
        </p:nvGrpSpPr>
        <p:grpSpPr>
          <a:xfrm>
            <a:off x="1708150" y="2371725"/>
            <a:ext cx="4387850" cy="869950"/>
            <a:chOff x="3416300" y="4743450"/>
            <a:chExt cx="8775700" cy="1739900"/>
          </a:xfrm>
        </p:grpSpPr>
        <p:sp>
          <p:nvSpPr>
            <p:cNvPr id="13" name="object 13"/>
            <p:cNvSpPr/>
            <p:nvPr/>
          </p:nvSpPr>
          <p:spPr>
            <a:xfrm>
              <a:off x="11652250" y="4743450"/>
              <a:ext cx="0" cy="1739900"/>
            </a:xfrm>
            <a:custGeom>
              <a:avLst/>
              <a:gdLst/>
              <a:ahLst/>
              <a:cxnLst/>
              <a:rect l="l" t="t" r="r" b="b"/>
              <a:pathLst>
                <a:path h="1739900">
                  <a:moveTo>
                    <a:pt x="0" y="0"/>
                  </a:moveTo>
                  <a:lnTo>
                    <a:pt x="0" y="1739900"/>
                  </a:lnTo>
                </a:path>
              </a:pathLst>
            </a:custGeom>
            <a:ln w="25400" cap="rnd">
              <a:solidFill>
                <a:srgbClr val="212121"/>
              </a:solidFill>
            </a:ln>
          </p:spPr>
          <p:txBody>
            <a:bodyPr wrap="square" lIns="0" tIns="0" rIns="0" bIns="0" rtlCol="0"/>
            <a:lstStyle/>
            <a:p>
              <a:endParaRPr sz="900"/>
            </a:p>
          </p:txBody>
        </p:sp>
        <p:sp>
          <p:nvSpPr>
            <p:cNvPr id="14" name="object 14"/>
            <p:cNvSpPr/>
            <p:nvPr/>
          </p:nvSpPr>
          <p:spPr>
            <a:xfrm>
              <a:off x="3416300" y="5016500"/>
              <a:ext cx="8775700" cy="241300"/>
            </a:xfrm>
            <a:custGeom>
              <a:avLst/>
              <a:gdLst/>
              <a:ahLst/>
              <a:cxnLst/>
              <a:rect l="l" t="t" r="r" b="b"/>
              <a:pathLst>
                <a:path w="8775700" h="241300">
                  <a:moveTo>
                    <a:pt x="8655050" y="0"/>
                  </a:moveTo>
                  <a:lnTo>
                    <a:pt x="8612342" y="7777"/>
                  </a:lnTo>
                  <a:lnTo>
                    <a:pt x="8576345" y="29205"/>
                  </a:lnTo>
                  <a:lnTo>
                    <a:pt x="8549912" y="61427"/>
                  </a:lnTo>
                  <a:lnTo>
                    <a:pt x="8535897" y="101587"/>
                  </a:lnTo>
                  <a:lnTo>
                    <a:pt x="19050" y="101600"/>
                  </a:lnTo>
                  <a:lnTo>
                    <a:pt x="11635" y="103097"/>
                  </a:lnTo>
                  <a:lnTo>
                    <a:pt x="5579" y="107181"/>
                  </a:lnTo>
                  <a:lnTo>
                    <a:pt x="1497" y="113237"/>
                  </a:lnTo>
                  <a:lnTo>
                    <a:pt x="0" y="120650"/>
                  </a:lnTo>
                  <a:lnTo>
                    <a:pt x="1497" y="128062"/>
                  </a:lnTo>
                  <a:lnTo>
                    <a:pt x="5579" y="134118"/>
                  </a:lnTo>
                  <a:lnTo>
                    <a:pt x="11635" y="138202"/>
                  </a:lnTo>
                  <a:lnTo>
                    <a:pt x="19050" y="139700"/>
                  </a:lnTo>
                  <a:lnTo>
                    <a:pt x="8535897" y="139712"/>
                  </a:lnTo>
                  <a:lnTo>
                    <a:pt x="8549912" y="179872"/>
                  </a:lnTo>
                  <a:lnTo>
                    <a:pt x="8576345" y="212094"/>
                  </a:lnTo>
                  <a:lnTo>
                    <a:pt x="8612342" y="233522"/>
                  </a:lnTo>
                  <a:lnTo>
                    <a:pt x="8655050" y="241300"/>
                  </a:lnTo>
                  <a:lnTo>
                    <a:pt x="8702012" y="231819"/>
                  </a:lnTo>
                  <a:lnTo>
                    <a:pt x="8740362" y="205963"/>
                  </a:lnTo>
                  <a:lnTo>
                    <a:pt x="8742225" y="203200"/>
                  </a:lnTo>
                  <a:lnTo>
                    <a:pt x="8655050" y="203200"/>
                  </a:lnTo>
                  <a:lnTo>
                    <a:pt x="8622917" y="196713"/>
                  </a:lnTo>
                  <a:lnTo>
                    <a:pt x="8596678" y="179022"/>
                  </a:lnTo>
                  <a:lnTo>
                    <a:pt x="8578987" y="152782"/>
                  </a:lnTo>
                  <a:lnTo>
                    <a:pt x="8572500" y="120650"/>
                  </a:lnTo>
                  <a:lnTo>
                    <a:pt x="8578987" y="88517"/>
                  </a:lnTo>
                  <a:lnTo>
                    <a:pt x="8596678" y="62277"/>
                  </a:lnTo>
                  <a:lnTo>
                    <a:pt x="8622917" y="44586"/>
                  </a:lnTo>
                  <a:lnTo>
                    <a:pt x="8655050" y="38100"/>
                  </a:lnTo>
                  <a:lnTo>
                    <a:pt x="8742225" y="38100"/>
                  </a:lnTo>
                  <a:lnTo>
                    <a:pt x="8740362" y="35336"/>
                  </a:lnTo>
                  <a:lnTo>
                    <a:pt x="8702012" y="9480"/>
                  </a:lnTo>
                  <a:lnTo>
                    <a:pt x="8655050" y="0"/>
                  </a:lnTo>
                  <a:close/>
                </a:path>
                <a:path w="8775700" h="241300">
                  <a:moveTo>
                    <a:pt x="8742225" y="38100"/>
                  </a:moveTo>
                  <a:lnTo>
                    <a:pt x="8655050" y="38100"/>
                  </a:lnTo>
                  <a:lnTo>
                    <a:pt x="8687182" y="44586"/>
                  </a:lnTo>
                  <a:lnTo>
                    <a:pt x="8713421" y="62277"/>
                  </a:lnTo>
                  <a:lnTo>
                    <a:pt x="8731112" y="88517"/>
                  </a:lnTo>
                  <a:lnTo>
                    <a:pt x="8737600" y="120650"/>
                  </a:lnTo>
                  <a:lnTo>
                    <a:pt x="8731112" y="152782"/>
                  </a:lnTo>
                  <a:lnTo>
                    <a:pt x="8713421" y="179022"/>
                  </a:lnTo>
                  <a:lnTo>
                    <a:pt x="8687182" y="196713"/>
                  </a:lnTo>
                  <a:lnTo>
                    <a:pt x="8655050" y="203200"/>
                  </a:lnTo>
                  <a:lnTo>
                    <a:pt x="8742225" y="203200"/>
                  </a:lnTo>
                  <a:lnTo>
                    <a:pt x="8766218" y="167614"/>
                  </a:lnTo>
                  <a:lnTo>
                    <a:pt x="8775700" y="120650"/>
                  </a:lnTo>
                  <a:lnTo>
                    <a:pt x="8766218" y="73685"/>
                  </a:lnTo>
                  <a:lnTo>
                    <a:pt x="8742225" y="38100"/>
                  </a:lnTo>
                  <a:close/>
                </a:path>
              </a:pathLst>
            </a:custGeom>
            <a:solidFill>
              <a:srgbClr val="212121"/>
            </a:solidFill>
          </p:spPr>
          <p:txBody>
            <a:bodyPr wrap="square" lIns="0" tIns="0" rIns="0" bIns="0" rtlCol="0"/>
            <a:lstStyle/>
            <a:p>
              <a:endParaRPr sz="900"/>
            </a:p>
          </p:txBody>
        </p:sp>
      </p:grpSp>
      <p:grpSp>
        <p:nvGrpSpPr>
          <p:cNvPr id="15" name="object 15"/>
          <p:cNvGrpSpPr/>
          <p:nvPr/>
        </p:nvGrpSpPr>
        <p:grpSpPr>
          <a:xfrm>
            <a:off x="1708150" y="6632575"/>
            <a:ext cx="4387850" cy="1257300"/>
            <a:chOff x="3416300" y="13265150"/>
            <a:chExt cx="8775700" cy="2514600"/>
          </a:xfrm>
        </p:grpSpPr>
        <p:sp>
          <p:nvSpPr>
            <p:cNvPr id="16" name="object 16"/>
            <p:cNvSpPr/>
            <p:nvPr/>
          </p:nvSpPr>
          <p:spPr>
            <a:xfrm>
              <a:off x="11652250" y="13265150"/>
              <a:ext cx="0" cy="2514600"/>
            </a:xfrm>
            <a:custGeom>
              <a:avLst/>
              <a:gdLst/>
              <a:ahLst/>
              <a:cxnLst/>
              <a:rect l="l" t="t" r="r" b="b"/>
              <a:pathLst>
                <a:path h="2514600">
                  <a:moveTo>
                    <a:pt x="0" y="0"/>
                  </a:moveTo>
                  <a:lnTo>
                    <a:pt x="0" y="2514600"/>
                  </a:lnTo>
                </a:path>
              </a:pathLst>
            </a:custGeom>
            <a:ln w="25400" cap="rnd">
              <a:solidFill>
                <a:srgbClr val="212121"/>
              </a:solidFill>
            </a:ln>
          </p:spPr>
          <p:txBody>
            <a:bodyPr wrap="square" lIns="0" tIns="0" rIns="0" bIns="0" rtlCol="0"/>
            <a:lstStyle/>
            <a:p>
              <a:endParaRPr sz="900" dirty="0"/>
            </a:p>
          </p:txBody>
        </p:sp>
        <p:sp>
          <p:nvSpPr>
            <p:cNvPr id="17" name="object 17"/>
            <p:cNvSpPr/>
            <p:nvPr/>
          </p:nvSpPr>
          <p:spPr>
            <a:xfrm>
              <a:off x="3416300" y="13462000"/>
              <a:ext cx="8775700" cy="241300"/>
            </a:xfrm>
            <a:custGeom>
              <a:avLst/>
              <a:gdLst/>
              <a:ahLst/>
              <a:cxnLst/>
              <a:rect l="l" t="t" r="r" b="b"/>
              <a:pathLst>
                <a:path w="8775700" h="241300">
                  <a:moveTo>
                    <a:pt x="8655050" y="0"/>
                  </a:moveTo>
                  <a:lnTo>
                    <a:pt x="8612342" y="7776"/>
                  </a:lnTo>
                  <a:lnTo>
                    <a:pt x="8576345" y="29202"/>
                  </a:lnTo>
                  <a:lnTo>
                    <a:pt x="8549912" y="61424"/>
                  </a:lnTo>
                  <a:lnTo>
                    <a:pt x="8535897" y="101587"/>
                  </a:lnTo>
                  <a:lnTo>
                    <a:pt x="19050" y="101600"/>
                  </a:lnTo>
                  <a:lnTo>
                    <a:pt x="11635" y="103097"/>
                  </a:lnTo>
                  <a:lnTo>
                    <a:pt x="5579" y="107179"/>
                  </a:lnTo>
                  <a:lnTo>
                    <a:pt x="1497" y="113235"/>
                  </a:lnTo>
                  <a:lnTo>
                    <a:pt x="0" y="120650"/>
                  </a:lnTo>
                  <a:lnTo>
                    <a:pt x="1497" y="128064"/>
                  </a:lnTo>
                  <a:lnTo>
                    <a:pt x="5579" y="134120"/>
                  </a:lnTo>
                  <a:lnTo>
                    <a:pt x="11635" y="138202"/>
                  </a:lnTo>
                  <a:lnTo>
                    <a:pt x="19050" y="139700"/>
                  </a:lnTo>
                  <a:lnTo>
                    <a:pt x="8535897" y="139712"/>
                  </a:lnTo>
                  <a:lnTo>
                    <a:pt x="8549912" y="179875"/>
                  </a:lnTo>
                  <a:lnTo>
                    <a:pt x="8576345" y="212097"/>
                  </a:lnTo>
                  <a:lnTo>
                    <a:pt x="8612342" y="233523"/>
                  </a:lnTo>
                  <a:lnTo>
                    <a:pt x="8655050" y="241300"/>
                  </a:lnTo>
                  <a:lnTo>
                    <a:pt x="8702012" y="231818"/>
                  </a:lnTo>
                  <a:lnTo>
                    <a:pt x="8740362" y="205962"/>
                  </a:lnTo>
                  <a:lnTo>
                    <a:pt x="8742224" y="203200"/>
                  </a:lnTo>
                  <a:lnTo>
                    <a:pt x="8655050" y="203200"/>
                  </a:lnTo>
                  <a:lnTo>
                    <a:pt x="8622917" y="196712"/>
                  </a:lnTo>
                  <a:lnTo>
                    <a:pt x="8596678" y="179021"/>
                  </a:lnTo>
                  <a:lnTo>
                    <a:pt x="8578987" y="152782"/>
                  </a:lnTo>
                  <a:lnTo>
                    <a:pt x="8572500" y="120650"/>
                  </a:lnTo>
                  <a:lnTo>
                    <a:pt x="8578987" y="88517"/>
                  </a:lnTo>
                  <a:lnTo>
                    <a:pt x="8596678" y="62278"/>
                  </a:lnTo>
                  <a:lnTo>
                    <a:pt x="8622917" y="44587"/>
                  </a:lnTo>
                  <a:lnTo>
                    <a:pt x="8655050" y="38100"/>
                  </a:lnTo>
                  <a:lnTo>
                    <a:pt x="8742224" y="38100"/>
                  </a:lnTo>
                  <a:lnTo>
                    <a:pt x="8740362" y="35337"/>
                  </a:lnTo>
                  <a:lnTo>
                    <a:pt x="8702012" y="9481"/>
                  </a:lnTo>
                  <a:lnTo>
                    <a:pt x="8655050" y="0"/>
                  </a:lnTo>
                  <a:close/>
                </a:path>
                <a:path w="8775700" h="241300">
                  <a:moveTo>
                    <a:pt x="8742224" y="38100"/>
                  </a:moveTo>
                  <a:lnTo>
                    <a:pt x="8655050" y="38100"/>
                  </a:lnTo>
                  <a:lnTo>
                    <a:pt x="8687182" y="44587"/>
                  </a:lnTo>
                  <a:lnTo>
                    <a:pt x="8713421" y="62278"/>
                  </a:lnTo>
                  <a:lnTo>
                    <a:pt x="8731112" y="88517"/>
                  </a:lnTo>
                  <a:lnTo>
                    <a:pt x="8737600" y="120650"/>
                  </a:lnTo>
                  <a:lnTo>
                    <a:pt x="8731112" y="152782"/>
                  </a:lnTo>
                  <a:lnTo>
                    <a:pt x="8713421" y="179021"/>
                  </a:lnTo>
                  <a:lnTo>
                    <a:pt x="8687182" y="196712"/>
                  </a:lnTo>
                  <a:lnTo>
                    <a:pt x="8655050" y="203200"/>
                  </a:lnTo>
                  <a:lnTo>
                    <a:pt x="8742224" y="203200"/>
                  </a:lnTo>
                  <a:lnTo>
                    <a:pt x="8766218" y="167612"/>
                  </a:lnTo>
                  <a:lnTo>
                    <a:pt x="8775700" y="120650"/>
                  </a:lnTo>
                  <a:lnTo>
                    <a:pt x="8766218" y="73687"/>
                  </a:lnTo>
                  <a:lnTo>
                    <a:pt x="8742224" y="38100"/>
                  </a:lnTo>
                  <a:close/>
                </a:path>
              </a:pathLst>
            </a:custGeom>
            <a:solidFill>
              <a:srgbClr val="212121"/>
            </a:solidFill>
          </p:spPr>
          <p:txBody>
            <a:bodyPr wrap="square" lIns="0" tIns="0" rIns="0" bIns="0" rtlCol="0"/>
            <a:lstStyle/>
            <a:p>
              <a:endParaRPr sz="900"/>
            </a:p>
          </p:txBody>
        </p:sp>
      </p:grpSp>
      <p:grpSp>
        <p:nvGrpSpPr>
          <p:cNvPr id="18" name="object 18"/>
          <p:cNvGrpSpPr/>
          <p:nvPr/>
        </p:nvGrpSpPr>
        <p:grpSpPr>
          <a:xfrm>
            <a:off x="768350" y="4890370"/>
            <a:ext cx="4387850" cy="939800"/>
            <a:chOff x="1536700" y="9531350"/>
            <a:chExt cx="8775700" cy="1879600"/>
          </a:xfrm>
        </p:grpSpPr>
        <p:sp>
          <p:nvSpPr>
            <p:cNvPr id="19" name="object 19"/>
            <p:cNvSpPr/>
            <p:nvPr/>
          </p:nvSpPr>
          <p:spPr>
            <a:xfrm>
              <a:off x="2076450" y="9531350"/>
              <a:ext cx="0" cy="1879600"/>
            </a:xfrm>
            <a:custGeom>
              <a:avLst/>
              <a:gdLst/>
              <a:ahLst/>
              <a:cxnLst/>
              <a:rect l="l" t="t" r="r" b="b"/>
              <a:pathLst>
                <a:path h="1879600">
                  <a:moveTo>
                    <a:pt x="0" y="0"/>
                  </a:moveTo>
                  <a:lnTo>
                    <a:pt x="0" y="1879600"/>
                  </a:lnTo>
                </a:path>
              </a:pathLst>
            </a:custGeom>
            <a:ln w="25400" cap="rnd">
              <a:solidFill>
                <a:srgbClr val="212121"/>
              </a:solidFill>
            </a:ln>
          </p:spPr>
          <p:txBody>
            <a:bodyPr wrap="square" lIns="0" tIns="0" rIns="0" bIns="0" rtlCol="0"/>
            <a:lstStyle/>
            <a:p>
              <a:endParaRPr sz="900" dirty="0"/>
            </a:p>
          </p:txBody>
        </p:sp>
        <p:sp>
          <p:nvSpPr>
            <p:cNvPr id="20" name="object 20"/>
            <p:cNvSpPr/>
            <p:nvPr/>
          </p:nvSpPr>
          <p:spPr>
            <a:xfrm>
              <a:off x="1536700" y="10871200"/>
              <a:ext cx="8775700" cy="241300"/>
            </a:xfrm>
            <a:custGeom>
              <a:avLst/>
              <a:gdLst/>
              <a:ahLst/>
              <a:cxnLst/>
              <a:rect l="l" t="t" r="r" b="b"/>
              <a:pathLst>
                <a:path w="8775700" h="241300">
                  <a:moveTo>
                    <a:pt x="120650" y="0"/>
                  </a:moveTo>
                  <a:lnTo>
                    <a:pt x="73687" y="9481"/>
                  </a:lnTo>
                  <a:lnTo>
                    <a:pt x="35337" y="35337"/>
                  </a:lnTo>
                  <a:lnTo>
                    <a:pt x="9481" y="73687"/>
                  </a:lnTo>
                  <a:lnTo>
                    <a:pt x="0" y="120650"/>
                  </a:lnTo>
                  <a:lnTo>
                    <a:pt x="9481" y="167612"/>
                  </a:lnTo>
                  <a:lnTo>
                    <a:pt x="35337" y="205962"/>
                  </a:lnTo>
                  <a:lnTo>
                    <a:pt x="73687" y="231818"/>
                  </a:lnTo>
                  <a:lnTo>
                    <a:pt x="120650" y="241300"/>
                  </a:lnTo>
                  <a:lnTo>
                    <a:pt x="163357" y="233523"/>
                  </a:lnTo>
                  <a:lnTo>
                    <a:pt x="199354" y="212097"/>
                  </a:lnTo>
                  <a:lnTo>
                    <a:pt x="206653" y="203200"/>
                  </a:lnTo>
                  <a:lnTo>
                    <a:pt x="120650" y="203200"/>
                  </a:lnTo>
                  <a:lnTo>
                    <a:pt x="88517" y="196712"/>
                  </a:lnTo>
                  <a:lnTo>
                    <a:pt x="62278" y="179021"/>
                  </a:lnTo>
                  <a:lnTo>
                    <a:pt x="44587" y="152782"/>
                  </a:lnTo>
                  <a:lnTo>
                    <a:pt x="38100" y="120650"/>
                  </a:lnTo>
                  <a:lnTo>
                    <a:pt x="44587" y="88517"/>
                  </a:lnTo>
                  <a:lnTo>
                    <a:pt x="62278" y="62278"/>
                  </a:lnTo>
                  <a:lnTo>
                    <a:pt x="88517" y="44587"/>
                  </a:lnTo>
                  <a:lnTo>
                    <a:pt x="120650" y="38100"/>
                  </a:lnTo>
                  <a:lnTo>
                    <a:pt x="206653" y="38100"/>
                  </a:lnTo>
                  <a:lnTo>
                    <a:pt x="199354" y="29202"/>
                  </a:lnTo>
                  <a:lnTo>
                    <a:pt x="163357" y="7776"/>
                  </a:lnTo>
                  <a:lnTo>
                    <a:pt x="120650" y="0"/>
                  </a:lnTo>
                  <a:close/>
                </a:path>
                <a:path w="8775700" h="241300">
                  <a:moveTo>
                    <a:pt x="206653" y="38100"/>
                  </a:moveTo>
                  <a:lnTo>
                    <a:pt x="120650" y="38100"/>
                  </a:lnTo>
                  <a:lnTo>
                    <a:pt x="152782" y="44587"/>
                  </a:lnTo>
                  <a:lnTo>
                    <a:pt x="179021" y="62278"/>
                  </a:lnTo>
                  <a:lnTo>
                    <a:pt x="196712" y="88517"/>
                  </a:lnTo>
                  <a:lnTo>
                    <a:pt x="203200" y="120650"/>
                  </a:lnTo>
                  <a:lnTo>
                    <a:pt x="196712" y="152782"/>
                  </a:lnTo>
                  <a:lnTo>
                    <a:pt x="179021" y="179021"/>
                  </a:lnTo>
                  <a:lnTo>
                    <a:pt x="152782" y="196712"/>
                  </a:lnTo>
                  <a:lnTo>
                    <a:pt x="120650" y="203200"/>
                  </a:lnTo>
                  <a:lnTo>
                    <a:pt x="206653" y="203200"/>
                  </a:lnTo>
                  <a:lnTo>
                    <a:pt x="225787" y="179875"/>
                  </a:lnTo>
                  <a:lnTo>
                    <a:pt x="239802" y="139712"/>
                  </a:lnTo>
                  <a:lnTo>
                    <a:pt x="8756650" y="139700"/>
                  </a:lnTo>
                  <a:lnTo>
                    <a:pt x="8764064" y="138202"/>
                  </a:lnTo>
                  <a:lnTo>
                    <a:pt x="8770120" y="134120"/>
                  </a:lnTo>
                  <a:lnTo>
                    <a:pt x="8774202" y="128064"/>
                  </a:lnTo>
                  <a:lnTo>
                    <a:pt x="8775700" y="120650"/>
                  </a:lnTo>
                  <a:lnTo>
                    <a:pt x="8774202" y="113235"/>
                  </a:lnTo>
                  <a:lnTo>
                    <a:pt x="8770120" y="107179"/>
                  </a:lnTo>
                  <a:lnTo>
                    <a:pt x="8764064" y="103097"/>
                  </a:lnTo>
                  <a:lnTo>
                    <a:pt x="8756650" y="101600"/>
                  </a:lnTo>
                  <a:lnTo>
                    <a:pt x="239802" y="101587"/>
                  </a:lnTo>
                  <a:lnTo>
                    <a:pt x="225787" y="61424"/>
                  </a:lnTo>
                  <a:lnTo>
                    <a:pt x="206653" y="38100"/>
                  </a:lnTo>
                  <a:close/>
                </a:path>
              </a:pathLst>
            </a:custGeom>
            <a:solidFill>
              <a:srgbClr val="212121"/>
            </a:solidFill>
          </p:spPr>
          <p:txBody>
            <a:bodyPr wrap="square" lIns="0" tIns="0" rIns="0" bIns="0" rtlCol="0"/>
            <a:lstStyle/>
            <a:p>
              <a:endParaRPr sz="900"/>
            </a:p>
          </p:txBody>
        </p:sp>
      </p:grpSp>
      <p:grpSp>
        <p:nvGrpSpPr>
          <p:cNvPr id="21" name="object 21"/>
          <p:cNvGrpSpPr/>
          <p:nvPr/>
        </p:nvGrpSpPr>
        <p:grpSpPr>
          <a:xfrm>
            <a:off x="768350" y="7140575"/>
            <a:ext cx="4387850" cy="1181100"/>
            <a:chOff x="1536700" y="14281150"/>
            <a:chExt cx="8775700" cy="2362200"/>
          </a:xfrm>
        </p:grpSpPr>
        <p:sp>
          <p:nvSpPr>
            <p:cNvPr id="22" name="object 22"/>
            <p:cNvSpPr/>
            <p:nvPr/>
          </p:nvSpPr>
          <p:spPr>
            <a:xfrm>
              <a:off x="2076450" y="14281150"/>
              <a:ext cx="0" cy="2362200"/>
            </a:xfrm>
            <a:custGeom>
              <a:avLst/>
              <a:gdLst/>
              <a:ahLst/>
              <a:cxnLst/>
              <a:rect l="l" t="t" r="r" b="b"/>
              <a:pathLst>
                <a:path h="2362200">
                  <a:moveTo>
                    <a:pt x="0" y="0"/>
                  </a:moveTo>
                  <a:lnTo>
                    <a:pt x="0" y="2362200"/>
                  </a:lnTo>
                </a:path>
              </a:pathLst>
            </a:custGeom>
            <a:ln w="25400" cap="rnd">
              <a:solidFill>
                <a:srgbClr val="212121"/>
              </a:solidFill>
            </a:ln>
          </p:spPr>
          <p:txBody>
            <a:bodyPr wrap="square" lIns="0" tIns="0" rIns="0" bIns="0" rtlCol="0"/>
            <a:lstStyle/>
            <a:p>
              <a:endParaRPr sz="900"/>
            </a:p>
          </p:txBody>
        </p:sp>
        <p:sp>
          <p:nvSpPr>
            <p:cNvPr id="23" name="object 23"/>
            <p:cNvSpPr/>
            <p:nvPr/>
          </p:nvSpPr>
          <p:spPr>
            <a:xfrm>
              <a:off x="1536700" y="16103600"/>
              <a:ext cx="8775700" cy="241300"/>
            </a:xfrm>
            <a:custGeom>
              <a:avLst/>
              <a:gdLst/>
              <a:ahLst/>
              <a:cxnLst/>
              <a:rect l="l" t="t" r="r" b="b"/>
              <a:pathLst>
                <a:path w="8775700" h="241300">
                  <a:moveTo>
                    <a:pt x="120650" y="0"/>
                  </a:moveTo>
                  <a:lnTo>
                    <a:pt x="73687" y="9481"/>
                  </a:lnTo>
                  <a:lnTo>
                    <a:pt x="35337" y="35337"/>
                  </a:lnTo>
                  <a:lnTo>
                    <a:pt x="9481" y="73687"/>
                  </a:lnTo>
                  <a:lnTo>
                    <a:pt x="0" y="120650"/>
                  </a:lnTo>
                  <a:lnTo>
                    <a:pt x="9481" y="167612"/>
                  </a:lnTo>
                  <a:lnTo>
                    <a:pt x="35337" y="205962"/>
                  </a:lnTo>
                  <a:lnTo>
                    <a:pt x="73687" y="231818"/>
                  </a:lnTo>
                  <a:lnTo>
                    <a:pt x="120650" y="241300"/>
                  </a:lnTo>
                  <a:lnTo>
                    <a:pt x="163357" y="233523"/>
                  </a:lnTo>
                  <a:lnTo>
                    <a:pt x="199354" y="212097"/>
                  </a:lnTo>
                  <a:lnTo>
                    <a:pt x="206653" y="203200"/>
                  </a:lnTo>
                  <a:lnTo>
                    <a:pt x="120650" y="203200"/>
                  </a:lnTo>
                  <a:lnTo>
                    <a:pt x="88517" y="196712"/>
                  </a:lnTo>
                  <a:lnTo>
                    <a:pt x="62278" y="179021"/>
                  </a:lnTo>
                  <a:lnTo>
                    <a:pt x="44587" y="152782"/>
                  </a:lnTo>
                  <a:lnTo>
                    <a:pt x="38100" y="120650"/>
                  </a:lnTo>
                  <a:lnTo>
                    <a:pt x="44587" y="88517"/>
                  </a:lnTo>
                  <a:lnTo>
                    <a:pt x="62278" y="62278"/>
                  </a:lnTo>
                  <a:lnTo>
                    <a:pt x="88517" y="44587"/>
                  </a:lnTo>
                  <a:lnTo>
                    <a:pt x="120650" y="38100"/>
                  </a:lnTo>
                  <a:lnTo>
                    <a:pt x="206653" y="38100"/>
                  </a:lnTo>
                  <a:lnTo>
                    <a:pt x="199354" y="29202"/>
                  </a:lnTo>
                  <a:lnTo>
                    <a:pt x="163357" y="7776"/>
                  </a:lnTo>
                  <a:lnTo>
                    <a:pt x="120650" y="0"/>
                  </a:lnTo>
                  <a:close/>
                </a:path>
                <a:path w="8775700" h="241300">
                  <a:moveTo>
                    <a:pt x="206653" y="38100"/>
                  </a:moveTo>
                  <a:lnTo>
                    <a:pt x="120650" y="38100"/>
                  </a:lnTo>
                  <a:lnTo>
                    <a:pt x="152782" y="44587"/>
                  </a:lnTo>
                  <a:lnTo>
                    <a:pt x="179021" y="62278"/>
                  </a:lnTo>
                  <a:lnTo>
                    <a:pt x="196712" y="88517"/>
                  </a:lnTo>
                  <a:lnTo>
                    <a:pt x="203200" y="120650"/>
                  </a:lnTo>
                  <a:lnTo>
                    <a:pt x="196712" y="152782"/>
                  </a:lnTo>
                  <a:lnTo>
                    <a:pt x="179021" y="179021"/>
                  </a:lnTo>
                  <a:lnTo>
                    <a:pt x="152782" y="196712"/>
                  </a:lnTo>
                  <a:lnTo>
                    <a:pt x="120650" y="203200"/>
                  </a:lnTo>
                  <a:lnTo>
                    <a:pt x="206653" y="203200"/>
                  </a:lnTo>
                  <a:lnTo>
                    <a:pt x="225787" y="179875"/>
                  </a:lnTo>
                  <a:lnTo>
                    <a:pt x="239802" y="139712"/>
                  </a:lnTo>
                  <a:lnTo>
                    <a:pt x="8756650" y="139700"/>
                  </a:lnTo>
                  <a:lnTo>
                    <a:pt x="8764064" y="138202"/>
                  </a:lnTo>
                  <a:lnTo>
                    <a:pt x="8770120" y="134120"/>
                  </a:lnTo>
                  <a:lnTo>
                    <a:pt x="8774202" y="128064"/>
                  </a:lnTo>
                  <a:lnTo>
                    <a:pt x="8775700" y="120650"/>
                  </a:lnTo>
                  <a:lnTo>
                    <a:pt x="8774202" y="113235"/>
                  </a:lnTo>
                  <a:lnTo>
                    <a:pt x="8770120" y="107179"/>
                  </a:lnTo>
                  <a:lnTo>
                    <a:pt x="8764064" y="103097"/>
                  </a:lnTo>
                  <a:lnTo>
                    <a:pt x="8756650" y="101600"/>
                  </a:lnTo>
                  <a:lnTo>
                    <a:pt x="239802" y="101587"/>
                  </a:lnTo>
                  <a:lnTo>
                    <a:pt x="225787" y="61424"/>
                  </a:lnTo>
                  <a:lnTo>
                    <a:pt x="206653" y="38100"/>
                  </a:lnTo>
                  <a:close/>
                </a:path>
              </a:pathLst>
            </a:custGeom>
            <a:solidFill>
              <a:srgbClr val="212121"/>
            </a:solidFill>
          </p:spPr>
          <p:txBody>
            <a:bodyPr wrap="square" lIns="0" tIns="0" rIns="0" bIns="0" rtlCol="0"/>
            <a:lstStyle/>
            <a:p>
              <a:endParaRPr sz="900"/>
            </a:p>
          </p:txBody>
        </p:sp>
      </p:grpSp>
      <p:sp>
        <p:nvSpPr>
          <p:cNvPr id="24" name="object 24"/>
          <p:cNvSpPr txBox="1">
            <a:spLocks noGrp="1"/>
          </p:cNvSpPr>
          <p:nvPr>
            <p:ph type="title"/>
          </p:nvPr>
        </p:nvSpPr>
        <p:spPr>
          <a:xfrm>
            <a:off x="785243" y="879348"/>
            <a:ext cx="5048243" cy="577215"/>
          </a:xfrm>
          <a:prstGeom prst="rect">
            <a:avLst/>
          </a:prstGeom>
        </p:spPr>
        <p:txBody>
          <a:bodyPr vert="horz" wrap="square" lIns="0" tIns="69850" rIns="0" bIns="0" rtlCol="0" anchor="ctr">
            <a:spAutoFit/>
          </a:bodyPr>
          <a:lstStyle/>
          <a:p>
            <a:pPr marL="750570">
              <a:lnSpc>
                <a:spcPct val="100000"/>
              </a:lnSpc>
              <a:spcBef>
                <a:spcPts val="50"/>
              </a:spcBef>
            </a:pPr>
            <a:r>
              <a:rPr b="1" spc="-8" dirty="0">
                <a:latin typeface="江城圆体 600W" panose="020B0800000000000000" pitchFamily="34" charset="-128"/>
                <a:ea typeface="江城圆体 600W" panose="020B0800000000000000" pitchFamily="34" charset="-128"/>
              </a:rPr>
              <a:t>如何找到幸福与满足？</a:t>
            </a:r>
          </a:p>
        </p:txBody>
      </p:sp>
      <p:sp>
        <p:nvSpPr>
          <p:cNvPr id="25" name="object 25"/>
          <p:cNvSpPr txBox="1"/>
          <p:nvPr/>
        </p:nvSpPr>
        <p:spPr>
          <a:xfrm>
            <a:off x="1441450" y="1996186"/>
            <a:ext cx="3992563" cy="3492500"/>
          </a:xfrm>
          <a:prstGeom prst="rect">
            <a:avLst/>
          </a:prstGeom>
        </p:spPr>
        <p:txBody>
          <a:bodyPr vert="horz" wrap="square" lIns="0" tIns="42228" rIns="0" bIns="0" rtlCol="0">
            <a:spAutoFit/>
          </a:bodyPr>
          <a:lstStyle/>
          <a:p>
            <a:pPr marR="6985" algn="ctr">
              <a:spcBef>
                <a:spcPts val="335"/>
              </a:spcBef>
            </a:pPr>
            <a:r>
              <a:rPr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Happiness = Wanting what you have/ Having what you want</a:t>
            </a:r>
            <a:endParaRPr sz="900" b="1" dirty="0">
              <a:latin typeface="江城圆体 600W" panose="020B0800000000000000" pitchFamily="34" charset="-128"/>
              <a:ea typeface="江城圆体 600W" panose="020B0800000000000000" pitchFamily="34" charset="-128"/>
              <a:cs typeface="PMingLiU" panose="02020500000000000000" charset="-120"/>
            </a:endParaRPr>
          </a:p>
          <a:p>
            <a:pPr marR="6985" algn="ctr">
              <a:spcBef>
                <a:spcPts val="470"/>
              </a:spcBef>
            </a:pP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幸福 = 拥有的 / 想要的</a:t>
            </a:r>
            <a:endParaRPr sz="1500" b="1" dirty="0">
              <a:latin typeface="江城圆体 600W" panose="020B0800000000000000" pitchFamily="34" charset="-128"/>
              <a:ea typeface="江城圆体 600W" panose="020B0800000000000000" pitchFamily="34" charset="-128"/>
              <a:cs typeface="PMingLiU" panose="02020500000000000000" charset="-120"/>
            </a:endParaRPr>
          </a:p>
          <a:p>
            <a:pPr>
              <a:spcBef>
                <a:spcPts val="20"/>
              </a:spcBef>
            </a:pPr>
            <a:endParaRPr sz="110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19000"/>
              </a:lnSpc>
            </a:pPr>
            <a:endParaRPr lang="en-US"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也许成功应该定义为“拥有想要的”，而幸福应该是“</a:t>
            </a:r>
            <a:r>
              <a:rPr sz="1050" spc="-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要我所拥有</a:t>
            </a:r>
            <a:r>
              <a:rPr sz="1050" spc="-1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的”</a:t>
            </a:r>
            <a:r>
              <a:rPr sz="1050" spc="-2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。成功和幸福经常被混为一谈，但是成功是策略上的最大化和最优化，而幸福则倾向于对现状的知足与感恩。心理学家在临床研究中表明，幸福感当中最重要的一部分是表达感恩。该调查同时表明，那</a:t>
            </a:r>
            <a:r>
              <a:rPr sz="1050" spc="-1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些“策略上的最大化者”（受成功激励的人）</a:t>
            </a:r>
            <a:r>
              <a:rPr sz="1050" spc="-2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的幸福感远远不及那些</a:t>
            </a:r>
            <a:r>
              <a:rPr sz="1050" spc="-2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 </a:t>
            </a:r>
            <a:r>
              <a:rPr sz="1050" spc="6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“知足者”。幸福的人更关注“舒适的生活”而不是“</a:t>
            </a:r>
            <a:r>
              <a:rPr sz="1050" spc="5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更好的生</a:t>
            </a:r>
            <a:r>
              <a:rPr sz="1050" spc="-1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活”</a:t>
            </a:r>
            <a:r>
              <a:rPr sz="1050" spc="-2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。他们渴望追求进步，同时也学着用一个健康的被除数去平衡这</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些欲望，那就是珍惜自己所拥有的一切。</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30"/>
              </a:spcBef>
            </a:pPr>
            <a:endParaRPr sz="122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解析这个方程，我们可以：</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240"/>
              </a:spcBef>
            </a:pPr>
            <a:r>
              <a:rPr sz="1050" spc="7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1</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、每年腾出时间对“想要拥有的”作总检查。</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240"/>
              </a:spcBef>
            </a:pPr>
            <a:r>
              <a:rPr sz="1050" spc="7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2</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、和幸福的人一起体味幸福。</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240"/>
              </a:spcBef>
            </a:pPr>
            <a:r>
              <a:rPr sz="1050" spc="7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3</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、创造正确的幸福栖息地。</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240"/>
              </a:spcBef>
            </a:pPr>
            <a:r>
              <a:rPr sz="1050" spc="7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4</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、培养一颗感恩的心。</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26" name="object 26"/>
          <p:cNvSpPr txBox="1"/>
          <p:nvPr/>
        </p:nvSpPr>
        <p:spPr>
          <a:xfrm>
            <a:off x="1441450" y="6244336"/>
            <a:ext cx="3983038" cy="1610360"/>
          </a:xfrm>
          <a:prstGeom prst="rect">
            <a:avLst/>
          </a:prstGeom>
        </p:spPr>
        <p:txBody>
          <a:bodyPr vert="horz" wrap="square" lIns="0" tIns="22860" rIns="0" bIns="0" rtlCol="0">
            <a:spAutoFit/>
          </a:bodyPr>
          <a:lstStyle/>
          <a:p>
            <a:pPr algn="ctr">
              <a:spcBef>
                <a:spcPts val="180"/>
              </a:spcBef>
            </a:pPr>
            <a:r>
              <a:rPr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Joy = Love - Fear</a:t>
            </a:r>
            <a:endParaRPr sz="900" b="1" dirty="0">
              <a:latin typeface="江城圆体 600W" panose="020B0800000000000000" pitchFamily="34" charset="-128"/>
              <a:ea typeface="江城圆体 600W" panose="020B0800000000000000" pitchFamily="34" charset="-128"/>
              <a:cs typeface="PMingLiU" panose="02020500000000000000" charset="-120"/>
            </a:endParaRPr>
          </a:p>
          <a:p>
            <a:pPr algn="ctr">
              <a:spcBef>
                <a:spcPts val="220"/>
              </a:spcBef>
            </a:pP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喜悦 = 爱 ‒ 恐惧</a:t>
            </a:r>
            <a:endParaRPr sz="1500" b="1" dirty="0">
              <a:latin typeface="江城圆体 600W" panose="020B0800000000000000" pitchFamily="34" charset="-128"/>
              <a:ea typeface="江城圆体 600W" panose="020B0800000000000000" pitchFamily="34" charset="-128"/>
              <a:cs typeface="PMingLiU" panose="02020500000000000000" charset="-120"/>
            </a:endParaRPr>
          </a:p>
          <a:p>
            <a:pPr>
              <a:spcBef>
                <a:spcPts val="15"/>
              </a:spcBef>
            </a:pPr>
            <a:endParaRPr sz="1850" dirty="0">
              <a:latin typeface="PMingLiU" panose="02020500000000000000" charset="-120"/>
              <a:cs typeface="PMingLiU" panose="02020500000000000000" charset="-120"/>
            </a:endParaRPr>
          </a:p>
          <a:p>
            <a:pPr marL="6350">
              <a:spcBef>
                <a:spcPts val="5"/>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寻求爱可能毫无所得，但寻求喜悦可能却是获得爱的一种方式。</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30"/>
              </a:spcBef>
            </a:pP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19000"/>
              </a:lnSpc>
              <a:spcBef>
                <a:spcPts val="5"/>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爱就像一种电流，我们可以选择关闭或者打开，这一切只是基于我们是否愿意生活在黑暗的恐惧之中。只要我们生活在爱中，喜悦的情绪就会缓缓流入。</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pic>
        <p:nvPicPr>
          <p:cNvPr id="27" name="object 27"/>
          <p:cNvPicPr/>
          <p:nvPr/>
        </p:nvPicPr>
        <p:blipFill>
          <a:blip r:embed="rId2" cstate="print"/>
          <a:stretch>
            <a:fillRect/>
          </a:stretch>
        </p:blipFill>
        <p:spPr>
          <a:xfrm>
            <a:off x="3189837" y="8851900"/>
            <a:ext cx="486698" cy="2921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232150" y="1117600"/>
            <a:ext cx="387033" cy="386715"/>
          </a:xfrm>
          <a:custGeom>
            <a:avLst/>
            <a:gdLst/>
            <a:ahLst/>
            <a:cxnLst/>
            <a:rect l="l" t="t" r="r" b="b"/>
            <a:pathLst>
              <a:path w="774065" h="773430">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5" h="773430">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5" h="773430">
                <a:moveTo>
                  <a:pt x="385104" y="0"/>
                </a:moveTo>
                <a:lnTo>
                  <a:pt x="336798" y="3000"/>
                </a:lnTo>
                <a:lnTo>
                  <a:pt x="433411" y="3000"/>
                </a:lnTo>
                <a:lnTo>
                  <a:pt x="385104" y="0"/>
                </a:lnTo>
                <a:close/>
              </a:path>
            </a:pathLst>
          </a:custGeom>
          <a:solidFill>
            <a:srgbClr val="7F62A1"/>
          </a:solidFill>
        </p:spPr>
        <p:txBody>
          <a:bodyPr wrap="square" lIns="0" tIns="0" rIns="0" bIns="0" rtlCol="0"/>
          <a:lstStyle/>
          <a:p>
            <a:endParaRPr sz="900"/>
          </a:p>
        </p:txBody>
      </p:sp>
      <p:sp>
        <p:nvSpPr>
          <p:cNvPr id="3" name="object 3"/>
          <p:cNvSpPr/>
          <p:nvPr/>
        </p:nvSpPr>
        <p:spPr>
          <a:xfrm>
            <a:off x="3232150" y="4127500"/>
            <a:ext cx="387033" cy="386715"/>
          </a:xfrm>
          <a:custGeom>
            <a:avLst/>
            <a:gdLst/>
            <a:ahLst/>
            <a:cxnLst/>
            <a:rect l="l" t="t" r="r" b="b"/>
            <a:pathLst>
              <a:path w="774065" h="773429">
                <a:moveTo>
                  <a:pt x="766838" y="714573"/>
                </a:moveTo>
                <a:lnTo>
                  <a:pt x="584610" y="714573"/>
                </a:lnTo>
                <a:lnTo>
                  <a:pt x="613492" y="715671"/>
                </a:lnTo>
                <a:lnTo>
                  <a:pt x="656308" y="733669"/>
                </a:lnTo>
                <a:lnTo>
                  <a:pt x="703243" y="756683"/>
                </a:lnTo>
                <a:lnTo>
                  <a:pt x="744482" y="772826"/>
                </a:lnTo>
                <a:lnTo>
                  <a:pt x="770209" y="770214"/>
                </a:lnTo>
                <a:lnTo>
                  <a:pt x="773628" y="741225"/>
                </a:lnTo>
                <a:lnTo>
                  <a:pt x="766838" y="714573"/>
                </a:lnTo>
                <a:close/>
              </a:path>
              <a:path w="774065" h="773429">
                <a:moveTo>
                  <a:pt x="385104" y="0"/>
                </a:moveTo>
                <a:lnTo>
                  <a:pt x="336798" y="3000"/>
                </a:lnTo>
                <a:lnTo>
                  <a:pt x="290282" y="11761"/>
                </a:lnTo>
                <a:lnTo>
                  <a:pt x="245917" y="25922"/>
                </a:lnTo>
                <a:lnTo>
                  <a:pt x="204065" y="45121"/>
                </a:lnTo>
                <a:lnTo>
                  <a:pt x="165086" y="68998"/>
                </a:lnTo>
                <a:lnTo>
                  <a:pt x="129341" y="97192"/>
                </a:lnTo>
                <a:lnTo>
                  <a:pt x="97191" y="129342"/>
                </a:lnTo>
                <a:lnTo>
                  <a:pt x="68998" y="165087"/>
                </a:lnTo>
                <a:lnTo>
                  <a:pt x="45121" y="204066"/>
                </a:lnTo>
                <a:lnTo>
                  <a:pt x="25921" y="245919"/>
                </a:lnTo>
                <a:lnTo>
                  <a:pt x="11761" y="290283"/>
                </a:lnTo>
                <a:lnTo>
                  <a:pt x="3000" y="336800"/>
                </a:lnTo>
                <a:lnTo>
                  <a:pt x="0" y="385107"/>
                </a:lnTo>
                <a:lnTo>
                  <a:pt x="3000" y="433414"/>
                </a:lnTo>
                <a:lnTo>
                  <a:pt x="11761" y="479930"/>
                </a:lnTo>
                <a:lnTo>
                  <a:pt x="25921" y="524295"/>
                </a:lnTo>
                <a:lnTo>
                  <a:pt x="45121" y="566148"/>
                </a:lnTo>
                <a:lnTo>
                  <a:pt x="68998" y="605127"/>
                </a:lnTo>
                <a:lnTo>
                  <a:pt x="97191" y="640872"/>
                </a:lnTo>
                <a:lnTo>
                  <a:pt x="129341" y="673022"/>
                </a:lnTo>
                <a:lnTo>
                  <a:pt x="165086" y="701216"/>
                </a:lnTo>
                <a:lnTo>
                  <a:pt x="204065" y="725093"/>
                </a:lnTo>
                <a:lnTo>
                  <a:pt x="245917" y="744292"/>
                </a:lnTo>
                <a:lnTo>
                  <a:pt x="290282" y="758452"/>
                </a:lnTo>
                <a:lnTo>
                  <a:pt x="336798" y="767213"/>
                </a:lnTo>
                <a:lnTo>
                  <a:pt x="385104" y="770214"/>
                </a:lnTo>
                <a:lnTo>
                  <a:pt x="438906" y="766486"/>
                </a:lnTo>
                <a:lnTo>
                  <a:pt x="490425" y="755635"/>
                </a:lnTo>
                <a:lnTo>
                  <a:pt x="539160" y="738163"/>
                </a:lnTo>
                <a:lnTo>
                  <a:pt x="584610" y="714573"/>
                </a:lnTo>
                <a:lnTo>
                  <a:pt x="766838" y="714573"/>
                </a:lnTo>
                <a:lnTo>
                  <a:pt x="761491" y="693585"/>
                </a:lnTo>
                <a:lnTo>
                  <a:pt x="743535" y="639255"/>
                </a:lnTo>
                <a:lnTo>
                  <a:pt x="729499" y="590198"/>
                </a:lnTo>
                <a:lnTo>
                  <a:pt x="729122" y="558375"/>
                </a:lnTo>
                <a:lnTo>
                  <a:pt x="746630" y="518094"/>
                </a:lnTo>
                <a:lnTo>
                  <a:pt x="759521" y="475581"/>
                </a:lnTo>
                <a:lnTo>
                  <a:pt x="767485" y="431148"/>
                </a:lnTo>
                <a:lnTo>
                  <a:pt x="770209" y="385107"/>
                </a:lnTo>
                <a:lnTo>
                  <a:pt x="767208" y="336800"/>
                </a:lnTo>
                <a:lnTo>
                  <a:pt x="758447" y="290283"/>
                </a:lnTo>
                <a:lnTo>
                  <a:pt x="744287" y="245919"/>
                </a:lnTo>
                <a:lnTo>
                  <a:pt x="725088" y="204066"/>
                </a:lnTo>
                <a:lnTo>
                  <a:pt x="701211" y="165087"/>
                </a:lnTo>
                <a:lnTo>
                  <a:pt x="673017" y="129342"/>
                </a:lnTo>
                <a:lnTo>
                  <a:pt x="640867" y="97192"/>
                </a:lnTo>
                <a:lnTo>
                  <a:pt x="605122" y="68998"/>
                </a:lnTo>
                <a:lnTo>
                  <a:pt x="566144" y="45121"/>
                </a:lnTo>
                <a:lnTo>
                  <a:pt x="524291" y="25922"/>
                </a:lnTo>
                <a:lnTo>
                  <a:pt x="479927" y="11761"/>
                </a:lnTo>
                <a:lnTo>
                  <a:pt x="433411" y="3000"/>
                </a:lnTo>
                <a:lnTo>
                  <a:pt x="385104" y="0"/>
                </a:lnTo>
                <a:close/>
              </a:path>
            </a:pathLst>
          </a:custGeom>
          <a:solidFill>
            <a:srgbClr val="7F62A1"/>
          </a:solidFill>
        </p:spPr>
        <p:txBody>
          <a:bodyPr wrap="square" lIns="0" tIns="0" rIns="0" bIns="0" rtlCol="0"/>
          <a:lstStyle/>
          <a:p>
            <a:endParaRPr sz="900"/>
          </a:p>
        </p:txBody>
      </p:sp>
      <p:grpSp>
        <p:nvGrpSpPr>
          <p:cNvPr id="4" name="object 4"/>
          <p:cNvGrpSpPr/>
          <p:nvPr/>
        </p:nvGrpSpPr>
        <p:grpSpPr>
          <a:xfrm>
            <a:off x="1708150" y="1936750"/>
            <a:ext cx="4387850" cy="1682750"/>
            <a:chOff x="3416300" y="3873500"/>
            <a:chExt cx="8775700" cy="3365500"/>
          </a:xfrm>
        </p:grpSpPr>
        <p:sp>
          <p:nvSpPr>
            <p:cNvPr id="5" name="object 5"/>
            <p:cNvSpPr/>
            <p:nvPr/>
          </p:nvSpPr>
          <p:spPr>
            <a:xfrm>
              <a:off x="11652250" y="3892550"/>
              <a:ext cx="12700" cy="3327400"/>
            </a:xfrm>
            <a:custGeom>
              <a:avLst/>
              <a:gdLst/>
              <a:ahLst/>
              <a:cxnLst/>
              <a:rect l="l" t="t" r="r" b="b"/>
              <a:pathLst>
                <a:path w="12700" h="3327400">
                  <a:moveTo>
                    <a:pt x="0" y="0"/>
                  </a:moveTo>
                  <a:lnTo>
                    <a:pt x="12700" y="3327400"/>
                  </a:lnTo>
                </a:path>
              </a:pathLst>
            </a:custGeom>
            <a:ln w="25400" cap="rnd">
              <a:solidFill>
                <a:srgbClr val="212121"/>
              </a:solidFill>
            </a:ln>
          </p:spPr>
          <p:txBody>
            <a:bodyPr wrap="square" lIns="0" tIns="0" rIns="0" bIns="0" rtlCol="0"/>
            <a:lstStyle/>
            <a:p>
              <a:endParaRPr sz="900" dirty="0"/>
            </a:p>
          </p:txBody>
        </p:sp>
        <p:sp>
          <p:nvSpPr>
            <p:cNvPr id="6" name="object 6"/>
            <p:cNvSpPr/>
            <p:nvPr/>
          </p:nvSpPr>
          <p:spPr>
            <a:xfrm>
              <a:off x="3416300" y="4165600"/>
              <a:ext cx="8775700" cy="241300"/>
            </a:xfrm>
            <a:custGeom>
              <a:avLst/>
              <a:gdLst/>
              <a:ahLst/>
              <a:cxnLst/>
              <a:rect l="l" t="t" r="r" b="b"/>
              <a:pathLst>
                <a:path w="8775700" h="241300">
                  <a:moveTo>
                    <a:pt x="8655050" y="0"/>
                  </a:moveTo>
                  <a:lnTo>
                    <a:pt x="8612342" y="7777"/>
                  </a:lnTo>
                  <a:lnTo>
                    <a:pt x="8576345" y="29205"/>
                  </a:lnTo>
                  <a:lnTo>
                    <a:pt x="8549912" y="61427"/>
                  </a:lnTo>
                  <a:lnTo>
                    <a:pt x="8535897" y="101587"/>
                  </a:lnTo>
                  <a:lnTo>
                    <a:pt x="19050" y="101600"/>
                  </a:lnTo>
                  <a:lnTo>
                    <a:pt x="11635" y="103097"/>
                  </a:lnTo>
                  <a:lnTo>
                    <a:pt x="5579" y="107181"/>
                  </a:lnTo>
                  <a:lnTo>
                    <a:pt x="1497" y="113237"/>
                  </a:lnTo>
                  <a:lnTo>
                    <a:pt x="0" y="120650"/>
                  </a:lnTo>
                  <a:lnTo>
                    <a:pt x="1497" y="128062"/>
                  </a:lnTo>
                  <a:lnTo>
                    <a:pt x="5579" y="134118"/>
                  </a:lnTo>
                  <a:lnTo>
                    <a:pt x="11635" y="138202"/>
                  </a:lnTo>
                  <a:lnTo>
                    <a:pt x="19050" y="139700"/>
                  </a:lnTo>
                  <a:lnTo>
                    <a:pt x="8535897" y="139712"/>
                  </a:lnTo>
                  <a:lnTo>
                    <a:pt x="8549912" y="179872"/>
                  </a:lnTo>
                  <a:lnTo>
                    <a:pt x="8576345" y="212094"/>
                  </a:lnTo>
                  <a:lnTo>
                    <a:pt x="8612342" y="233522"/>
                  </a:lnTo>
                  <a:lnTo>
                    <a:pt x="8655050" y="241300"/>
                  </a:lnTo>
                  <a:lnTo>
                    <a:pt x="8702012" y="231819"/>
                  </a:lnTo>
                  <a:lnTo>
                    <a:pt x="8740362" y="205963"/>
                  </a:lnTo>
                  <a:lnTo>
                    <a:pt x="8742225" y="203200"/>
                  </a:lnTo>
                  <a:lnTo>
                    <a:pt x="8655050" y="203200"/>
                  </a:lnTo>
                  <a:lnTo>
                    <a:pt x="8622917" y="196713"/>
                  </a:lnTo>
                  <a:lnTo>
                    <a:pt x="8596678" y="179022"/>
                  </a:lnTo>
                  <a:lnTo>
                    <a:pt x="8578987" y="152782"/>
                  </a:lnTo>
                  <a:lnTo>
                    <a:pt x="8572500" y="120650"/>
                  </a:lnTo>
                  <a:lnTo>
                    <a:pt x="8578987" y="88517"/>
                  </a:lnTo>
                  <a:lnTo>
                    <a:pt x="8596678" y="62277"/>
                  </a:lnTo>
                  <a:lnTo>
                    <a:pt x="8622917" y="44586"/>
                  </a:lnTo>
                  <a:lnTo>
                    <a:pt x="8655050" y="38100"/>
                  </a:lnTo>
                  <a:lnTo>
                    <a:pt x="8742225" y="38100"/>
                  </a:lnTo>
                  <a:lnTo>
                    <a:pt x="8740362" y="35336"/>
                  </a:lnTo>
                  <a:lnTo>
                    <a:pt x="8702012" y="9480"/>
                  </a:lnTo>
                  <a:lnTo>
                    <a:pt x="8655050" y="0"/>
                  </a:lnTo>
                  <a:close/>
                </a:path>
                <a:path w="8775700" h="241300">
                  <a:moveTo>
                    <a:pt x="8742225" y="38100"/>
                  </a:moveTo>
                  <a:lnTo>
                    <a:pt x="8655050" y="38100"/>
                  </a:lnTo>
                  <a:lnTo>
                    <a:pt x="8687182" y="44586"/>
                  </a:lnTo>
                  <a:lnTo>
                    <a:pt x="8713421" y="62277"/>
                  </a:lnTo>
                  <a:lnTo>
                    <a:pt x="8731112" y="88517"/>
                  </a:lnTo>
                  <a:lnTo>
                    <a:pt x="8737600" y="120650"/>
                  </a:lnTo>
                  <a:lnTo>
                    <a:pt x="8731112" y="152782"/>
                  </a:lnTo>
                  <a:lnTo>
                    <a:pt x="8713421" y="179022"/>
                  </a:lnTo>
                  <a:lnTo>
                    <a:pt x="8687182" y="196713"/>
                  </a:lnTo>
                  <a:lnTo>
                    <a:pt x="8655050" y="203200"/>
                  </a:lnTo>
                  <a:lnTo>
                    <a:pt x="8742225" y="203200"/>
                  </a:lnTo>
                  <a:lnTo>
                    <a:pt x="8766218" y="167614"/>
                  </a:lnTo>
                  <a:lnTo>
                    <a:pt x="8775700" y="120650"/>
                  </a:lnTo>
                  <a:lnTo>
                    <a:pt x="8766218" y="73685"/>
                  </a:lnTo>
                  <a:lnTo>
                    <a:pt x="8742225" y="38100"/>
                  </a:lnTo>
                  <a:close/>
                </a:path>
              </a:pathLst>
            </a:custGeom>
            <a:solidFill>
              <a:srgbClr val="212121"/>
            </a:solidFill>
          </p:spPr>
          <p:txBody>
            <a:bodyPr wrap="square" lIns="0" tIns="0" rIns="0" bIns="0" rtlCol="0"/>
            <a:lstStyle/>
            <a:p>
              <a:endParaRPr sz="900"/>
            </a:p>
          </p:txBody>
        </p:sp>
      </p:grpSp>
      <p:grpSp>
        <p:nvGrpSpPr>
          <p:cNvPr id="7" name="object 7"/>
          <p:cNvGrpSpPr/>
          <p:nvPr/>
        </p:nvGrpSpPr>
        <p:grpSpPr>
          <a:xfrm>
            <a:off x="1708150" y="5045075"/>
            <a:ext cx="4387850" cy="1968500"/>
            <a:chOff x="3416300" y="10090150"/>
            <a:chExt cx="8775700" cy="3937000"/>
          </a:xfrm>
        </p:grpSpPr>
        <p:sp>
          <p:nvSpPr>
            <p:cNvPr id="8" name="object 8"/>
            <p:cNvSpPr/>
            <p:nvPr/>
          </p:nvSpPr>
          <p:spPr>
            <a:xfrm>
              <a:off x="11652250" y="100901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a:p>
          </p:txBody>
        </p:sp>
        <p:sp>
          <p:nvSpPr>
            <p:cNvPr id="9" name="object 9"/>
            <p:cNvSpPr/>
            <p:nvPr/>
          </p:nvSpPr>
          <p:spPr>
            <a:xfrm>
              <a:off x="3416300" y="10287000"/>
              <a:ext cx="8775700" cy="241300"/>
            </a:xfrm>
            <a:custGeom>
              <a:avLst/>
              <a:gdLst/>
              <a:ahLst/>
              <a:cxnLst/>
              <a:rect l="l" t="t" r="r" b="b"/>
              <a:pathLst>
                <a:path w="8775700" h="241300">
                  <a:moveTo>
                    <a:pt x="8655050" y="0"/>
                  </a:moveTo>
                  <a:lnTo>
                    <a:pt x="8612342" y="7776"/>
                  </a:lnTo>
                  <a:lnTo>
                    <a:pt x="8576345" y="29202"/>
                  </a:lnTo>
                  <a:lnTo>
                    <a:pt x="8549912" y="61424"/>
                  </a:lnTo>
                  <a:lnTo>
                    <a:pt x="8535897" y="101587"/>
                  </a:lnTo>
                  <a:lnTo>
                    <a:pt x="19050" y="101600"/>
                  </a:lnTo>
                  <a:lnTo>
                    <a:pt x="11635" y="103097"/>
                  </a:lnTo>
                  <a:lnTo>
                    <a:pt x="5579" y="107179"/>
                  </a:lnTo>
                  <a:lnTo>
                    <a:pt x="1497" y="113235"/>
                  </a:lnTo>
                  <a:lnTo>
                    <a:pt x="0" y="120650"/>
                  </a:lnTo>
                  <a:lnTo>
                    <a:pt x="1497" y="128064"/>
                  </a:lnTo>
                  <a:lnTo>
                    <a:pt x="5579" y="134120"/>
                  </a:lnTo>
                  <a:lnTo>
                    <a:pt x="11635" y="138202"/>
                  </a:lnTo>
                  <a:lnTo>
                    <a:pt x="19050" y="139700"/>
                  </a:lnTo>
                  <a:lnTo>
                    <a:pt x="8535897" y="139712"/>
                  </a:lnTo>
                  <a:lnTo>
                    <a:pt x="8549912" y="179875"/>
                  </a:lnTo>
                  <a:lnTo>
                    <a:pt x="8576345" y="212097"/>
                  </a:lnTo>
                  <a:lnTo>
                    <a:pt x="8612342" y="233523"/>
                  </a:lnTo>
                  <a:lnTo>
                    <a:pt x="8655050" y="241300"/>
                  </a:lnTo>
                  <a:lnTo>
                    <a:pt x="8702012" y="231818"/>
                  </a:lnTo>
                  <a:lnTo>
                    <a:pt x="8740362" y="205962"/>
                  </a:lnTo>
                  <a:lnTo>
                    <a:pt x="8742224" y="203200"/>
                  </a:lnTo>
                  <a:lnTo>
                    <a:pt x="8655050" y="203200"/>
                  </a:lnTo>
                  <a:lnTo>
                    <a:pt x="8622917" y="196712"/>
                  </a:lnTo>
                  <a:lnTo>
                    <a:pt x="8596678" y="179021"/>
                  </a:lnTo>
                  <a:lnTo>
                    <a:pt x="8578987" y="152782"/>
                  </a:lnTo>
                  <a:lnTo>
                    <a:pt x="8572500" y="120650"/>
                  </a:lnTo>
                  <a:lnTo>
                    <a:pt x="8578987" y="88517"/>
                  </a:lnTo>
                  <a:lnTo>
                    <a:pt x="8596678" y="62278"/>
                  </a:lnTo>
                  <a:lnTo>
                    <a:pt x="8622917" y="44587"/>
                  </a:lnTo>
                  <a:lnTo>
                    <a:pt x="8655050" y="38100"/>
                  </a:lnTo>
                  <a:lnTo>
                    <a:pt x="8742224" y="38100"/>
                  </a:lnTo>
                  <a:lnTo>
                    <a:pt x="8740362" y="35337"/>
                  </a:lnTo>
                  <a:lnTo>
                    <a:pt x="8702012" y="9481"/>
                  </a:lnTo>
                  <a:lnTo>
                    <a:pt x="8655050" y="0"/>
                  </a:lnTo>
                  <a:close/>
                </a:path>
                <a:path w="8775700" h="241300">
                  <a:moveTo>
                    <a:pt x="8742224" y="38100"/>
                  </a:moveTo>
                  <a:lnTo>
                    <a:pt x="8655050" y="38100"/>
                  </a:lnTo>
                  <a:lnTo>
                    <a:pt x="8687182" y="44587"/>
                  </a:lnTo>
                  <a:lnTo>
                    <a:pt x="8713421" y="62278"/>
                  </a:lnTo>
                  <a:lnTo>
                    <a:pt x="8731112" y="88517"/>
                  </a:lnTo>
                  <a:lnTo>
                    <a:pt x="8737600" y="120650"/>
                  </a:lnTo>
                  <a:lnTo>
                    <a:pt x="8731112" y="152782"/>
                  </a:lnTo>
                  <a:lnTo>
                    <a:pt x="8713421" y="179021"/>
                  </a:lnTo>
                  <a:lnTo>
                    <a:pt x="8687182" y="196712"/>
                  </a:lnTo>
                  <a:lnTo>
                    <a:pt x="8655050" y="203200"/>
                  </a:lnTo>
                  <a:lnTo>
                    <a:pt x="8742224" y="203200"/>
                  </a:lnTo>
                  <a:lnTo>
                    <a:pt x="8766218" y="167612"/>
                  </a:lnTo>
                  <a:lnTo>
                    <a:pt x="8775700" y="120650"/>
                  </a:lnTo>
                  <a:lnTo>
                    <a:pt x="8766218" y="73687"/>
                  </a:lnTo>
                  <a:lnTo>
                    <a:pt x="8742224" y="38100"/>
                  </a:lnTo>
                  <a:close/>
                </a:path>
              </a:pathLst>
            </a:custGeom>
            <a:solidFill>
              <a:srgbClr val="212121"/>
            </a:solidFill>
          </p:spPr>
          <p:txBody>
            <a:bodyPr wrap="square" lIns="0" tIns="0" rIns="0" bIns="0" rtlCol="0"/>
            <a:lstStyle/>
            <a:p>
              <a:endParaRPr sz="900"/>
            </a:p>
          </p:txBody>
        </p:sp>
      </p:grpSp>
      <p:grpSp>
        <p:nvGrpSpPr>
          <p:cNvPr id="10" name="object 10"/>
          <p:cNvGrpSpPr/>
          <p:nvPr/>
        </p:nvGrpSpPr>
        <p:grpSpPr>
          <a:xfrm>
            <a:off x="768350" y="2466975"/>
            <a:ext cx="4387850" cy="1549400"/>
            <a:chOff x="1536700" y="4933950"/>
            <a:chExt cx="8775700" cy="3098800"/>
          </a:xfrm>
        </p:grpSpPr>
        <p:sp>
          <p:nvSpPr>
            <p:cNvPr id="11" name="object 11"/>
            <p:cNvSpPr/>
            <p:nvPr/>
          </p:nvSpPr>
          <p:spPr>
            <a:xfrm>
              <a:off x="2076450" y="4933950"/>
              <a:ext cx="0" cy="3098800"/>
            </a:xfrm>
            <a:custGeom>
              <a:avLst/>
              <a:gdLst/>
              <a:ahLst/>
              <a:cxnLst/>
              <a:rect l="l" t="t" r="r" b="b"/>
              <a:pathLst>
                <a:path h="3098800">
                  <a:moveTo>
                    <a:pt x="0" y="0"/>
                  </a:moveTo>
                  <a:lnTo>
                    <a:pt x="0" y="3098800"/>
                  </a:lnTo>
                </a:path>
              </a:pathLst>
            </a:custGeom>
            <a:ln w="25400" cap="rnd">
              <a:solidFill>
                <a:srgbClr val="212121"/>
              </a:solidFill>
            </a:ln>
          </p:spPr>
          <p:txBody>
            <a:bodyPr wrap="square" lIns="0" tIns="0" rIns="0" bIns="0" rtlCol="0"/>
            <a:lstStyle/>
            <a:p>
              <a:endParaRPr sz="900" dirty="0"/>
            </a:p>
          </p:txBody>
        </p:sp>
        <p:sp>
          <p:nvSpPr>
            <p:cNvPr id="12" name="object 12"/>
            <p:cNvSpPr/>
            <p:nvPr/>
          </p:nvSpPr>
          <p:spPr>
            <a:xfrm>
              <a:off x="1536700" y="7493000"/>
              <a:ext cx="8775700" cy="241300"/>
            </a:xfrm>
            <a:custGeom>
              <a:avLst/>
              <a:gdLst/>
              <a:ahLst/>
              <a:cxnLst/>
              <a:rect l="l" t="t" r="r" b="b"/>
              <a:pathLst>
                <a:path w="8775700" h="241300">
                  <a:moveTo>
                    <a:pt x="120650" y="0"/>
                  </a:moveTo>
                  <a:lnTo>
                    <a:pt x="73687" y="9481"/>
                  </a:lnTo>
                  <a:lnTo>
                    <a:pt x="35337" y="35337"/>
                  </a:lnTo>
                  <a:lnTo>
                    <a:pt x="9481" y="73687"/>
                  </a:lnTo>
                  <a:lnTo>
                    <a:pt x="0" y="120650"/>
                  </a:lnTo>
                  <a:lnTo>
                    <a:pt x="9481" y="167612"/>
                  </a:lnTo>
                  <a:lnTo>
                    <a:pt x="35337" y="205962"/>
                  </a:lnTo>
                  <a:lnTo>
                    <a:pt x="73687" y="231818"/>
                  </a:lnTo>
                  <a:lnTo>
                    <a:pt x="120650" y="241300"/>
                  </a:lnTo>
                  <a:lnTo>
                    <a:pt x="163357" y="233523"/>
                  </a:lnTo>
                  <a:lnTo>
                    <a:pt x="199354" y="212097"/>
                  </a:lnTo>
                  <a:lnTo>
                    <a:pt x="206653" y="203200"/>
                  </a:lnTo>
                  <a:lnTo>
                    <a:pt x="120650" y="203200"/>
                  </a:lnTo>
                  <a:lnTo>
                    <a:pt x="88517" y="196712"/>
                  </a:lnTo>
                  <a:lnTo>
                    <a:pt x="62278" y="179021"/>
                  </a:lnTo>
                  <a:lnTo>
                    <a:pt x="44587" y="152782"/>
                  </a:lnTo>
                  <a:lnTo>
                    <a:pt x="38100" y="120650"/>
                  </a:lnTo>
                  <a:lnTo>
                    <a:pt x="44587" y="88517"/>
                  </a:lnTo>
                  <a:lnTo>
                    <a:pt x="62278" y="62278"/>
                  </a:lnTo>
                  <a:lnTo>
                    <a:pt x="88517" y="44587"/>
                  </a:lnTo>
                  <a:lnTo>
                    <a:pt x="120650" y="38100"/>
                  </a:lnTo>
                  <a:lnTo>
                    <a:pt x="206653" y="38100"/>
                  </a:lnTo>
                  <a:lnTo>
                    <a:pt x="199354" y="29202"/>
                  </a:lnTo>
                  <a:lnTo>
                    <a:pt x="163357" y="7776"/>
                  </a:lnTo>
                  <a:lnTo>
                    <a:pt x="120650" y="0"/>
                  </a:lnTo>
                  <a:close/>
                </a:path>
                <a:path w="8775700" h="241300">
                  <a:moveTo>
                    <a:pt x="206653" y="38100"/>
                  </a:moveTo>
                  <a:lnTo>
                    <a:pt x="120650" y="38100"/>
                  </a:lnTo>
                  <a:lnTo>
                    <a:pt x="152782" y="44587"/>
                  </a:lnTo>
                  <a:lnTo>
                    <a:pt x="179021" y="62278"/>
                  </a:lnTo>
                  <a:lnTo>
                    <a:pt x="196712" y="88517"/>
                  </a:lnTo>
                  <a:lnTo>
                    <a:pt x="203200" y="120650"/>
                  </a:lnTo>
                  <a:lnTo>
                    <a:pt x="196712" y="152782"/>
                  </a:lnTo>
                  <a:lnTo>
                    <a:pt x="179021" y="179021"/>
                  </a:lnTo>
                  <a:lnTo>
                    <a:pt x="152782" y="196712"/>
                  </a:lnTo>
                  <a:lnTo>
                    <a:pt x="120650" y="203200"/>
                  </a:lnTo>
                  <a:lnTo>
                    <a:pt x="206653" y="203200"/>
                  </a:lnTo>
                  <a:lnTo>
                    <a:pt x="225787" y="179875"/>
                  </a:lnTo>
                  <a:lnTo>
                    <a:pt x="239802" y="139712"/>
                  </a:lnTo>
                  <a:lnTo>
                    <a:pt x="8756650" y="139700"/>
                  </a:lnTo>
                  <a:lnTo>
                    <a:pt x="8764064" y="138202"/>
                  </a:lnTo>
                  <a:lnTo>
                    <a:pt x="8770120" y="134120"/>
                  </a:lnTo>
                  <a:lnTo>
                    <a:pt x="8774202" y="128064"/>
                  </a:lnTo>
                  <a:lnTo>
                    <a:pt x="8775700" y="120650"/>
                  </a:lnTo>
                  <a:lnTo>
                    <a:pt x="8774202" y="113235"/>
                  </a:lnTo>
                  <a:lnTo>
                    <a:pt x="8770120" y="107179"/>
                  </a:lnTo>
                  <a:lnTo>
                    <a:pt x="8764064" y="103097"/>
                  </a:lnTo>
                  <a:lnTo>
                    <a:pt x="8756650" y="101600"/>
                  </a:lnTo>
                  <a:lnTo>
                    <a:pt x="239802" y="101587"/>
                  </a:lnTo>
                  <a:lnTo>
                    <a:pt x="225787" y="61424"/>
                  </a:lnTo>
                  <a:lnTo>
                    <a:pt x="206653" y="38100"/>
                  </a:lnTo>
                  <a:close/>
                </a:path>
              </a:pathLst>
            </a:custGeom>
            <a:solidFill>
              <a:srgbClr val="212121"/>
            </a:solidFill>
          </p:spPr>
          <p:txBody>
            <a:bodyPr wrap="square" lIns="0" tIns="0" rIns="0" bIns="0" rtlCol="0"/>
            <a:lstStyle/>
            <a:p>
              <a:endParaRPr sz="900"/>
            </a:p>
          </p:txBody>
        </p:sp>
      </p:grpSp>
      <p:grpSp>
        <p:nvGrpSpPr>
          <p:cNvPr id="13" name="object 13"/>
          <p:cNvGrpSpPr/>
          <p:nvPr/>
        </p:nvGrpSpPr>
        <p:grpSpPr>
          <a:xfrm>
            <a:off x="768350" y="6480175"/>
            <a:ext cx="4387850" cy="1968500"/>
            <a:chOff x="1536700" y="12960350"/>
            <a:chExt cx="8775700" cy="3937000"/>
          </a:xfrm>
        </p:grpSpPr>
        <p:sp>
          <p:nvSpPr>
            <p:cNvPr id="14" name="object 14"/>
            <p:cNvSpPr/>
            <p:nvPr/>
          </p:nvSpPr>
          <p:spPr>
            <a:xfrm>
              <a:off x="2076450" y="129603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a:p>
          </p:txBody>
        </p:sp>
        <p:sp>
          <p:nvSpPr>
            <p:cNvPr id="15" name="object 15"/>
            <p:cNvSpPr/>
            <p:nvPr/>
          </p:nvSpPr>
          <p:spPr>
            <a:xfrm>
              <a:off x="1536700" y="16357600"/>
              <a:ext cx="8775700" cy="241300"/>
            </a:xfrm>
            <a:custGeom>
              <a:avLst/>
              <a:gdLst/>
              <a:ahLst/>
              <a:cxnLst/>
              <a:rect l="l" t="t" r="r" b="b"/>
              <a:pathLst>
                <a:path w="8775700" h="241300">
                  <a:moveTo>
                    <a:pt x="120650" y="0"/>
                  </a:moveTo>
                  <a:lnTo>
                    <a:pt x="73687" y="9481"/>
                  </a:lnTo>
                  <a:lnTo>
                    <a:pt x="35337" y="35337"/>
                  </a:lnTo>
                  <a:lnTo>
                    <a:pt x="9481" y="73687"/>
                  </a:lnTo>
                  <a:lnTo>
                    <a:pt x="0" y="120650"/>
                  </a:lnTo>
                  <a:lnTo>
                    <a:pt x="9481" y="167612"/>
                  </a:lnTo>
                  <a:lnTo>
                    <a:pt x="35337" y="205962"/>
                  </a:lnTo>
                  <a:lnTo>
                    <a:pt x="73687" y="231818"/>
                  </a:lnTo>
                  <a:lnTo>
                    <a:pt x="120650" y="241300"/>
                  </a:lnTo>
                  <a:lnTo>
                    <a:pt x="163357" y="233523"/>
                  </a:lnTo>
                  <a:lnTo>
                    <a:pt x="199354" y="212097"/>
                  </a:lnTo>
                  <a:lnTo>
                    <a:pt x="206653" y="203200"/>
                  </a:lnTo>
                  <a:lnTo>
                    <a:pt x="120650" y="203200"/>
                  </a:lnTo>
                  <a:lnTo>
                    <a:pt x="88517" y="196712"/>
                  </a:lnTo>
                  <a:lnTo>
                    <a:pt x="62278" y="179021"/>
                  </a:lnTo>
                  <a:lnTo>
                    <a:pt x="44587" y="152782"/>
                  </a:lnTo>
                  <a:lnTo>
                    <a:pt x="38100" y="120650"/>
                  </a:lnTo>
                  <a:lnTo>
                    <a:pt x="44587" y="88517"/>
                  </a:lnTo>
                  <a:lnTo>
                    <a:pt x="62278" y="62278"/>
                  </a:lnTo>
                  <a:lnTo>
                    <a:pt x="88517" y="44587"/>
                  </a:lnTo>
                  <a:lnTo>
                    <a:pt x="120650" y="38100"/>
                  </a:lnTo>
                  <a:lnTo>
                    <a:pt x="206653" y="38100"/>
                  </a:lnTo>
                  <a:lnTo>
                    <a:pt x="199354" y="29202"/>
                  </a:lnTo>
                  <a:lnTo>
                    <a:pt x="163357" y="7776"/>
                  </a:lnTo>
                  <a:lnTo>
                    <a:pt x="120650" y="0"/>
                  </a:lnTo>
                  <a:close/>
                </a:path>
                <a:path w="8775700" h="241300">
                  <a:moveTo>
                    <a:pt x="206653" y="38100"/>
                  </a:moveTo>
                  <a:lnTo>
                    <a:pt x="120650" y="38100"/>
                  </a:lnTo>
                  <a:lnTo>
                    <a:pt x="152782" y="44587"/>
                  </a:lnTo>
                  <a:lnTo>
                    <a:pt x="179021" y="62278"/>
                  </a:lnTo>
                  <a:lnTo>
                    <a:pt x="196712" y="88517"/>
                  </a:lnTo>
                  <a:lnTo>
                    <a:pt x="203200" y="120650"/>
                  </a:lnTo>
                  <a:lnTo>
                    <a:pt x="196712" y="152782"/>
                  </a:lnTo>
                  <a:lnTo>
                    <a:pt x="179021" y="179021"/>
                  </a:lnTo>
                  <a:lnTo>
                    <a:pt x="152782" y="196712"/>
                  </a:lnTo>
                  <a:lnTo>
                    <a:pt x="120650" y="203200"/>
                  </a:lnTo>
                  <a:lnTo>
                    <a:pt x="206653" y="203200"/>
                  </a:lnTo>
                  <a:lnTo>
                    <a:pt x="225787" y="179875"/>
                  </a:lnTo>
                  <a:lnTo>
                    <a:pt x="239802" y="139712"/>
                  </a:lnTo>
                  <a:lnTo>
                    <a:pt x="8756650" y="139700"/>
                  </a:lnTo>
                  <a:lnTo>
                    <a:pt x="8764064" y="138202"/>
                  </a:lnTo>
                  <a:lnTo>
                    <a:pt x="8770120" y="134120"/>
                  </a:lnTo>
                  <a:lnTo>
                    <a:pt x="8774202" y="128064"/>
                  </a:lnTo>
                  <a:lnTo>
                    <a:pt x="8775700" y="120650"/>
                  </a:lnTo>
                  <a:lnTo>
                    <a:pt x="8774202" y="113235"/>
                  </a:lnTo>
                  <a:lnTo>
                    <a:pt x="8770120" y="107179"/>
                  </a:lnTo>
                  <a:lnTo>
                    <a:pt x="8764064" y="103097"/>
                  </a:lnTo>
                  <a:lnTo>
                    <a:pt x="8756650" y="101600"/>
                  </a:lnTo>
                  <a:lnTo>
                    <a:pt x="239802" y="101587"/>
                  </a:lnTo>
                  <a:lnTo>
                    <a:pt x="225787" y="61424"/>
                  </a:lnTo>
                  <a:lnTo>
                    <a:pt x="206653" y="38100"/>
                  </a:lnTo>
                  <a:close/>
                </a:path>
              </a:pathLst>
            </a:custGeom>
            <a:solidFill>
              <a:srgbClr val="212121"/>
            </a:solidFill>
          </p:spPr>
          <p:txBody>
            <a:bodyPr wrap="square" lIns="0" tIns="0" rIns="0" bIns="0" rtlCol="0"/>
            <a:lstStyle/>
            <a:p>
              <a:endParaRPr sz="900"/>
            </a:p>
          </p:txBody>
        </p:sp>
      </p:grpSp>
      <p:sp>
        <p:nvSpPr>
          <p:cNvPr id="16" name="object 16"/>
          <p:cNvSpPr txBox="1"/>
          <p:nvPr/>
        </p:nvSpPr>
        <p:spPr>
          <a:xfrm>
            <a:off x="1820827" y="779257"/>
            <a:ext cx="3248660" cy="973455"/>
          </a:xfrm>
          <a:prstGeom prst="rect">
            <a:avLst/>
          </a:prstGeom>
        </p:spPr>
        <p:txBody>
          <a:bodyPr vert="horz" wrap="square" lIns="0" tIns="6350" rIns="0" bIns="0" rtlCol="0">
            <a:spAutoFit/>
          </a:bodyPr>
          <a:lstStyle/>
          <a:p>
            <a:pPr marR="27940" algn="ctr">
              <a:spcBef>
                <a:spcPts val="50"/>
              </a:spcBef>
            </a:pPr>
            <a:r>
              <a:rPr sz="900" dirty="0">
                <a:solidFill>
                  <a:srgbClr val="212121"/>
                </a:solidFill>
                <a:latin typeface="江城圆体 300W" panose="020B0800000000000000" pitchFamily="34" charset="-128"/>
                <a:ea typeface="江城圆体 300W" panose="020B0800000000000000" pitchFamily="34" charset="-128"/>
                <a:cs typeface="Alibaba PuHuiTi Light" panose="00020600040101010101" pitchFamily="18" charset="-122"/>
              </a:rPr>
              <a:t>宫了了的思维工具箱</a:t>
            </a:r>
            <a:endParaRPr sz="900" dirty="0">
              <a:latin typeface="江城圆体 300W" panose="020B0800000000000000" pitchFamily="34" charset="-128"/>
              <a:ea typeface="江城圆体 300W" panose="020B0800000000000000" pitchFamily="34" charset="-128"/>
              <a:cs typeface="Alibaba PuHuiTi Light" panose="00020600040101010101" pitchFamily="18" charset="-122"/>
            </a:endParaRPr>
          </a:p>
          <a:p>
            <a:pPr>
              <a:lnSpc>
                <a:spcPct val="100000"/>
              </a:lnSpc>
            </a:pPr>
            <a:endParaRPr sz="900" dirty="0">
              <a:latin typeface="江城圆体 300W" panose="020B0800000000000000" pitchFamily="34" charset="-128"/>
              <a:ea typeface="江城圆体 300W" panose="020B0800000000000000" pitchFamily="34" charset="-128"/>
              <a:cs typeface="PMingLiU" panose="02020500000000000000" charset="-120"/>
            </a:endParaRPr>
          </a:p>
          <a:p>
            <a:pPr>
              <a:spcBef>
                <a:spcPts val="10"/>
              </a:spcBef>
            </a:pPr>
            <a:endParaRPr sz="825" b="1" dirty="0">
              <a:latin typeface="江城圆体 600W" panose="020B0800000000000000" pitchFamily="34" charset="-128"/>
              <a:ea typeface="江城圆体 600W" panose="020B0800000000000000" pitchFamily="34" charset="-128"/>
              <a:cs typeface="PMingLiU" panose="02020500000000000000" charset="-120"/>
            </a:endParaRPr>
          </a:p>
          <a:p>
            <a:pPr marR="53340" algn="ct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16</a:t>
            </a:r>
            <a:endParaRPr b="1" dirty="0">
              <a:latin typeface="江城圆体 600W" panose="020B0800000000000000" pitchFamily="34" charset="-128"/>
              <a:ea typeface="江城圆体 600W" panose="020B0800000000000000" pitchFamily="34" charset="-128"/>
              <a:cs typeface="PMingLiU" panose="02020500000000000000" charset="-120"/>
            </a:endParaRPr>
          </a:p>
          <a:p>
            <a:pPr marL="6350">
              <a:spcBef>
                <a:spcPts val="1140"/>
              </a:spcBef>
            </a:pPr>
            <a:r>
              <a:rPr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Thriving = Frequency of Positive / Frequency of Negative</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7" name="object 17"/>
          <p:cNvSpPr txBox="1"/>
          <p:nvPr/>
        </p:nvSpPr>
        <p:spPr>
          <a:xfrm>
            <a:off x="1441450" y="1790700"/>
            <a:ext cx="3985895" cy="1802765"/>
          </a:xfrm>
          <a:prstGeom prst="rect">
            <a:avLst/>
          </a:prstGeom>
        </p:spPr>
        <p:txBody>
          <a:bodyPr vert="horz" wrap="square" lIns="0" tIns="6350" rIns="0" bIns="0" rtlCol="0">
            <a:spAutoFit/>
          </a:bodyPr>
          <a:lstStyle/>
          <a:p>
            <a:pPr marL="27305" algn="ctr">
              <a:spcBef>
                <a:spcPts val="50"/>
              </a:spcBef>
            </a:pP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活力 = 积极的频率 / 消极的频率</a:t>
            </a:r>
            <a:endParaRPr sz="1500" b="1" dirty="0">
              <a:latin typeface="江城圆体 600W" panose="020B0800000000000000" pitchFamily="34" charset="-128"/>
              <a:ea typeface="江城圆体 600W" panose="020B0800000000000000" pitchFamily="34" charset="-128"/>
              <a:cs typeface="PMingLiU" panose="02020500000000000000" charset="-120"/>
            </a:endParaRPr>
          </a:p>
          <a:p>
            <a:pPr>
              <a:spcBef>
                <a:spcPts val="25"/>
              </a:spcBef>
            </a:pPr>
            <a:endParaRPr sz="1700" dirty="0">
              <a:latin typeface="PMingLiU" panose="02020500000000000000" charset="-120"/>
              <a:cs typeface="PMingLiU" panose="02020500000000000000" charset="-120"/>
            </a:endParaRPr>
          </a:p>
          <a:p>
            <a:pPr marL="6350"/>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活力是积极频率与消极频率的比例，且要大于或等于3.</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25"/>
              </a:spcBef>
            </a:pPr>
            <a:endParaRPr sz="11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19000"/>
              </a:lnSpc>
              <a:spcBef>
                <a:spcPts val="5"/>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巴西的社会学家马西亚尔·洛萨达（Marcial Losada)和心理学的领军人物芭芭拉·弗雷德里克森进行了一场关于积极情绪的实验，实验表明，一旦积极情绪与消极情绪的比例达到3:1，人们就会感到充满希望，情绪高昂，这个比例被心理学家成为“洛萨达比例”或“洛萨达线”。</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8" name="object 18"/>
          <p:cNvSpPr txBox="1"/>
          <p:nvPr/>
        </p:nvSpPr>
        <p:spPr>
          <a:xfrm>
            <a:off x="1441450" y="4213515"/>
            <a:ext cx="3987483" cy="3805555"/>
          </a:xfrm>
          <a:prstGeom prst="rect">
            <a:avLst/>
          </a:prstGeom>
        </p:spPr>
        <p:txBody>
          <a:bodyPr vert="horz" wrap="square" lIns="0" tIns="6350" rIns="0" bIns="0" rtlCol="0">
            <a:spAutoFit/>
          </a:bodyPr>
          <a:lstStyle/>
          <a:p>
            <a:pPr marR="33655" algn="ctr">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17</a:t>
            </a:r>
            <a:endParaRPr b="1" dirty="0">
              <a:latin typeface="江城圆体 600W" panose="020B0800000000000000" pitchFamily="34" charset="-128"/>
              <a:ea typeface="江城圆体 600W" panose="020B0800000000000000" pitchFamily="34" charset="-128"/>
              <a:cs typeface="PMingLiU" panose="02020500000000000000" charset="-120"/>
            </a:endParaRPr>
          </a:p>
          <a:p>
            <a:pPr marL="64770" algn="ctr">
              <a:spcBef>
                <a:spcPts val="1090"/>
              </a:spcBef>
            </a:pPr>
            <a:r>
              <a:rPr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Faith =Belief / Intellect</a:t>
            </a:r>
            <a:endParaRPr sz="900" b="1" dirty="0">
              <a:latin typeface="江城圆体 600W" panose="020B0800000000000000" pitchFamily="34" charset="-128"/>
              <a:ea typeface="江城圆体 600W" panose="020B0800000000000000" pitchFamily="34" charset="-128"/>
              <a:cs typeface="PMingLiU" panose="02020500000000000000" charset="-120"/>
            </a:endParaRPr>
          </a:p>
          <a:p>
            <a:pPr marL="32385" algn="ctr">
              <a:spcBef>
                <a:spcPts val="220"/>
              </a:spcBef>
            </a:pP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信仰 = 信念 / 智力</a:t>
            </a:r>
            <a:endParaRPr sz="1500" b="1" dirty="0">
              <a:latin typeface="江城圆体 600W" panose="020B0800000000000000" pitchFamily="34" charset="-128"/>
              <a:ea typeface="江城圆体 600W" panose="020B0800000000000000" pitchFamily="34" charset="-128"/>
              <a:cs typeface="PMingLiU" panose="02020500000000000000" charset="-120"/>
            </a:endParaRPr>
          </a:p>
          <a:p>
            <a:pPr>
              <a:spcBef>
                <a:spcPts val="25"/>
              </a:spcBef>
            </a:pPr>
            <a:endParaRPr sz="2100" dirty="0">
              <a:latin typeface="PMingLiU" panose="02020500000000000000" charset="-120"/>
              <a:cs typeface="PMingLiU" panose="02020500000000000000" charset="-120"/>
            </a:endParaRPr>
          </a:p>
          <a:p>
            <a:pPr marL="6350" marR="6985" algn="just">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我们所有人都会信仰或者信赖某些事物，无神论者也一样，信仰存在于他们的思想中、本质中、宇宙中，以及所有事物中。信仰和信念经常被当作同义词，但其实前者是一种可能没有明显证据的信赖，而后者则混杂有经验证据。越理性智力水平越高，对于某些事物的信仰就越弱，这就是很多无神论者有些可能会认为信仰宗教的人没有智力的原因。</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35"/>
              </a:spcBef>
            </a:pP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信仰并不能解开我们所有的疑惑，有时可能只是让我们愉快地忽视了问题的存在。信仰能够给我们一定程度的信心，更加自由地感受生活。像萨姆·哈里斯这样的无神论者也承认：“信仰能让我们当中的很多人平静地承担起生命中的苦楚，而这是我们在纯理性的世界中力有不逮的。”多项事实证明，在很多情况下，药用安慰剂能够发挥很大的作用，部分是因为我们相信得到了某种能够治愈我们的药而产生的信仰。</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pic>
        <p:nvPicPr>
          <p:cNvPr id="19" name="object 19"/>
          <p:cNvPicPr/>
          <p:nvPr/>
        </p:nvPicPr>
        <p:blipFill>
          <a:blip r:embed="rId2" cstate="print"/>
          <a:stretch>
            <a:fillRect/>
          </a:stretch>
        </p:blipFill>
        <p:spPr>
          <a:xfrm>
            <a:off x="3189837" y="8851900"/>
            <a:ext cx="486698" cy="2921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PMingLiU" panose="02020500000000000000" charset="-120"/>
                <a:cs typeface="PMingLiU" panose="02020500000000000000" charset="-120"/>
              </a:rPr>
              <a:t>宫了了的思维工具箱</a:t>
            </a:r>
            <a:endParaRPr sz="900" dirty="0">
              <a:latin typeface="PMingLiU" panose="02020500000000000000" charset="-120"/>
              <a:cs typeface="PMingLiU" panose="02020500000000000000" charset="-120"/>
            </a:endParaRPr>
          </a:p>
        </p:txBody>
      </p:sp>
      <p:sp>
        <p:nvSpPr>
          <p:cNvPr id="3" name="object 3"/>
          <p:cNvSpPr/>
          <p:nvPr/>
        </p:nvSpPr>
        <p:spPr>
          <a:xfrm>
            <a:off x="3232150" y="1111250"/>
            <a:ext cx="387033" cy="386715"/>
          </a:xfrm>
          <a:custGeom>
            <a:avLst/>
            <a:gdLst/>
            <a:ahLst/>
            <a:cxnLst/>
            <a:rect l="l" t="t" r="r" b="b"/>
            <a:pathLst>
              <a:path w="774065" h="773430">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5" h="773430">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5" h="773430">
                <a:moveTo>
                  <a:pt x="385104" y="0"/>
                </a:moveTo>
                <a:lnTo>
                  <a:pt x="336798" y="3000"/>
                </a:lnTo>
                <a:lnTo>
                  <a:pt x="433411" y="3000"/>
                </a:lnTo>
                <a:lnTo>
                  <a:pt x="385104" y="0"/>
                </a:lnTo>
                <a:close/>
              </a:path>
            </a:pathLst>
          </a:custGeom>
          <a:solidFill>
            <a:srgbClr val="7F62A1"/>
          </a:solidFill>
        </p:spPr>
        <p:txBody>
          <a:bodyPr wrap="square" lIns="0" tIns="0" rIns="0" bIns="0" rtlCol="0"/>
          <a:lstStyle/>
          <a:p>
            <a:endParaRPr sz="900"/>
          </a:p>
        </p:txBody>
      </p:sp>
      <p:sp>
        <p:nvSpPr>
          <p:cNvPr id="4" name="object 4"/>
          <p:cNvSpPr txBox="1"/>
          <p:nvPr/>
        </p:nvSpPr>
        <p:spPr>
          <a:xfrm>
            <a:off x="3271148" y="1169555"/>
            <a:ext cx="290513"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18</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grpSp>
        <p:nvGrpSpPr>
          <p:cNvPr id="5" name="object 5"/>
          <p:cNvGrpSpPr/>
          <p:nvPr/>
        </p:nvGrpSpPr>
        <p:grpSpPr>
          <a:xfrm>
            <a:off x="1708150" y="1939925"/>
            <a:ext cx="4387850" cy="1968500"/>
            <a:chOff x="3416300" y="3879850"/>
            <a:chExt cx="8775700" cy="3937000"/>
          </a:xfrm>
        </p:grpSpPr>
        <p:sp>
          <p:nvSpPr>
            <p:cNvPr id="6" name="object 6"/>
            <p:cNvSpPr/>
            <p:nvPr/>
          </p:nvSpPr>
          <p:spPr>
            <a:xfrm>
              <a:off x="11652250" y="38798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dirty="0"/>
            </a:p>
          </p:txBody>
        </p:sp>
        <p:sp>
          <p:nvSpPr>
            <p:cNvPr id="7" name="object 7"/>
            <p:cNvSpPr/>
            <p:nvPr/>
          </p:nvSpPr>
          <p:spPr>
            <a:xfrm>
              <a:off x="3416300" y="4152900"/>
              <a:ext cx="8775700" cy="241300"/>
            </a:xfrm>
            <a:custGeom>
              <a:avLst/>
              <a:gdLst/>
              <a:ahLst/>
              <a:cxnLst/>
              <a:rect l="l" t="t" r="r" b="b"/>
              <a:pathLst>
                <a:path w="8775700" h="241300">
                  <a:moveTo>
                    <a:pt x="8655050" y="0"/>
                  </a:moveTo>
                  <a:lnTo>
                    <a:pt x="8612342" y="7777"/>
                  </a:lnTo>
                  <a:lnTo>
                    <a:pt x="8576345" y="29205"/>
                  </a:lnTo>
                  <a:lnTo>
                    <a:pt x="8549912" y="61427"/>
                  </a:lnTo>
                  <a:lnTo>
                    <a:pt x="8535897" y="101587"/>
                  </a:lnTo>
                  <a:lnTo>
                    <a:pt x="19050" y="101600"/>
                  </a:lnTo>
                  <a:lnTo>
                    <a:pt x="11635" y="103097"/>
                  </a:lnTo>
                  <a:lnTo>
                    <a:pt x="5579" y="107181"/>
                  </a:lnTo>
                  <a:lnTo>
                    <a:pt x="1497" y="113237"/>
                  </a:lnTo>
                  <a:lnTo>
                    <a:pt x="0" y="120650"/>
                  </a:lnTo>
                  <a:lnTo>
                    <a:pt x="1497" y="128062"/>
                  </a:lnTo>
                  <a:lnTo>
                    <a:pt x="5579" y="134118"/>
                  </a:lnTo>
                  <a:lnTo>
                    <a:pt x="11635" y="138202"/>
                  </a:lnTo>
                  <a:lnTo>
                    <a:pt x="19050" y="139700"/>
                  </a:lnTo>
                  <a:lnTo>
                    <a:pt x="8535897" y="139712"/>
                  </a:lnTo>
                  <a:lnTo>
                    <a:pt x="8549912" y="179872"/>
                  </a:lnTo>
                  <a:lnTo>
                    <a:pt x="8576345" y="212094"/>
                  </a:lnTo>
                  <a:lnTo>
                    <a:pt x="8612342" y="233522"/>
                  </a:lnTo>
                  <a:lnTo>
                    <a:pt x="8655050" y="241300"/>
                  </a:lnTo>
                  <a:lnTo>
                    <a:pt x="8702012" y="231819"/>
                  </a:lnTo>
                  <a:lnTo>
                    <a:pt x="8740362" y="205963"/>
                  </a:lnTo>
                  <a:lnTo>
                    <a:pt x="8742225" y="203200"/>
                  </a:lnTo>
                  <a:lnTo>
                    <a:pt x="8655050" y="203200"/>
                  </a:lnTo>
                  <a:lnTo>
                    <a:pt x="8622917" y="196713"/>
                  </a:lnTo>
                  <a:lnTo>
                    <a:pt x="8596678" y="179022"/>
                  </a:lnTo>
                  <a:lnTo>
                    <a:pt x="8578987" y="152782"/>
                  </a:lnTo>
                  <a:lnTo>
                    <a:pt x="8572500" y="120650"/>
                  </a:lnTo>
                  <a:lnTo>
                    <a:pt x="8578987" y="88517"/>
                  </a:lnTo>
                  <a:lnTo>
                    <a:pt x="8596678" y="62277"/>
                  </a:lnTo>
                  <a:lnTo>
                    <a:pt x="8622917" y="44586"/>
                  </a:lnTo>
                  <a:lnTo>
                    <a:pt x="8655050" y="38100"/>
                  </a:lnTo>
                  <a:lnTo>
                    <a:pt x="8742225" y="38100"/>
                  </a:lnTo>
                  <a:lnTo>
                    <a:pt x="8740362" y="35336"/>
                  </a:lnTo>
                  <a:lnTo>
                    <a:pt x="8702012" y="9480"/>
                  </a:lnTo>
                  <a:lnTo>
                    <a:pt x="8655050" y="0"/>
                  </a:lnTo>
                  <a:close/>
                </a:path>
                <a:path w="8775700" h="241300">
                  <a:moveTo>
                    <a:pt x="8742225" y="38100"/>
                  </a:moveTo>
                  <a:lnTo>
                    <a:pt x="8655050" y="38100"/>
                  </a:lnTo>
                  <a:lnTo>
                    <a:pt x="8687182" y="44586"/>
                  </a:lnTo>
                  <a:lnTo>
                    <a:pt x="8713421" y="62277"/>
                  </a:lnTo>
                  <a:lnTo>
                    <a:pt x="8731112" y="88517"/>
                  </a:lnTo>
                  <a:lnTo>
                    <a:pt x="8737600" y="120650"/>
                  </a:lnTo>
                  <a:lnTo>
                    <a:pt x="8731112" y="152782"/>
                  </a:lnTo>
                  <a:lnTo>
                    <a:pt x="8713421" y="179022"/>
                  </a:lnTo>
                  <a:lnTo>
                    <a:pt x="8687182" y="196713"/>
                  </a:lnTo>
                  <a:lnTo>
                    <a:pt x="8655050" y="203200"/>
                  </a:lnTo>
                  <a:lnTo>
                    <a:pt x="8742225" y="203200"/>
                  </a:lnTo>
                  <a:lnTo>
                    <a:pt x="8766218" y="167614"/>
                  </a:lnTo>
                  <a:lnTo>
                    <a:pt x="8775700" y="120650"/>
                  </a:lnTo>
                  <a:lnTo>
                    <a:pt x="8766218" y="73685"/>
                  </a:lnTo>
                  <a:lnTo>
                    <a:pt x="8742225" y="38100"/>
                  </a:lnTo>
                  <a:close/>
                </a:path>
              </a:pathLst>
            </a:custGeom>
            <a:solidFill>
              <a:srgbClr val="212121"/>
            </a:solidFill>
          </p:spPr>
          <p:txBody>
            <a:bodyPr wrap="square" lIns="0" tIns="0" rIns="0" bIns="0" rtlCol="0"/>
            <a:lstStyle/>
            <a:p>
              <a:endParaRPr sz="900"/>
            </a:p>
          </p:txBody>
        </p:sp>
      </p:grpSp>
      <p:grpSp>
        <p:nvGrpSpPr>
          <p:cNvPr id="8" name="object 8"/>
          <p:cNvGrpSpPr/>
          <p:nvPr/>
        </p:nvGrpSpPr>
        <p:grpSpPr>
          <a:xfrm>
            <a:off x="768350" y="3819525"/>
            <a:ext cx="4387850" cy="1968500"/>
            <a:chOff x="1536700" y="7639050"/>
            <a:chExt cx="8775700" cy="3937000"/>
          </a:xfrm>
        </p:grpSpPr>
        <p:sp>
          <p:nvSpPr>
            <p:cNvPr id="9" name="object 9"/>
            <p:cNvSpPr/>
            <p:nvPr/>
          </p:nvSpPr>
          <p:spPr>
            <a:xfrm>
              <a:off x="2076450" y="7639050"/>
              <a:ext cx="0" cy="3937000"/>
            </a:xfrm>
            <a:custGeom>
              <a:avLst/>
              <a:gdLst/>
              <a:ahLst/>
              <a:cxnLst/>
              <a:rect l="l" t="t" r="r" b="b"/>
              <a:pathLst>
                <a:path h="3937000">
                  <a:moveTo>
                    <a:pt x="0" y="0"/>
                  </a:moveTo>
                  <a:lnTo>
                    <a:pt x="0" y="3937000"/>
                  </a:lnTo>
                </a:path>
              </a:pathLst>
            </a:custGeom>
            <a:ln w="25400" cap="rnd">
              <a:solidFill>
                <a:srgbClr val="212121"/>
              </a:solidFill>
            </a:ln>
          </p:spPr>
          <p:txBody>
            <a:bodyPr wrap="square" lIns="0" tIns="0" rIns="0" bIns="0" rtlCol="0"/>
            <a:lstStyle/>
            <a:p>
              <a:endParaRPr sz="900" dirty="0"/>
            </a:p>
          </p:txBody>
        </p:sp>
        <p:sp>
          <p:nvSpPr>
            <p:cNvPr id="10" name="object 10"/>
            <p:cNvSpPr/>
            <p:nvPr/>
          </p:nvSpPr>
          <p:spPr>
            <a:xfrm>
              <a:off x="1536700" y="11036300"/>
              <a:ext cx="8775700" cy="241300"/>
            </a:xfrm>
            <a:custGeom>
              <a:avLst/>
              <a:gdLst/>
              <a:ahLst/>
              <a:cxnLst/>
              <a:rect l="l" t="t" r="r" b="b"/>
              <a:pathLst>
                <a:path w="8775700" h="241300">
                  <a:moveTo>
                    <a:pt x="120650" y="0"/>
                  </a:moveTo>
                  <a:lnTo>
                    <a:pt x="73687" y="9481"/>
                  </a:lnTo>
                  <a:lnTo>
                    <a:pt x="35337" y="35337"/>
                  </a:lnTo>
                  <a:lnTo>
                    <a:pt x="9481" y="73687"/>
                  </a:lnTo>
                  <a:lnTo>
                    <a:pt x="0" y="120650"/>
                  </a:lnTo>
                  <a:lnTo>
                    <a:pt x="9481" y="167612"/>
                  </a:lnTo>
                  <a:lnTo>
                    <a:pt x="35337" y="205962"/>
                  </a:lnTo>
                  <a:lnTo>
                    <a:pt x="73687" y="231818"/>
                  </a:lnTo>
                  <a:lnTo>
                    <a:pt x="120650" y="241300"/>
                  </a:lnTo>
                  <a:lnTo>
                    <a:pt x="163357" y="233523"/>
                  </a:lnTo>
                  <a:lnTo>
                    <a:pt x="199354" y="212097"/>
                  </a:lnTo>
                  <a:lnTo>
                    <a:pt x="206653" y="203200"/>
                  </a:lnTo>
                  <a:lnTo>
                    <a:pt x="120650" y="203200"/>
                  </a:lnTo>
                  <a:lnTo>
                    <a:pt x="88517" y="196712"/>
                  </a:lnTo>
                  <a:lnTo>
                    <a:pt x="62278" y="179021"/>
                  </a:lnTo>
                  <a:lnTo>
                    <a:pt x="44587" y="152782"/>
                  </a:lnTo>
                  <a:lnTo>
                    <a:pt x="38100" y="120650"/>
                  </a:lnTo>
                  <a:lnTo>
                    <a:pt x="44587" y="88517"/>
                  </a:lnTo>
                  <a:lnTo>
                    <a:pt x="62278" y="62278"/>
                  </a:lnTo>
                  <a:lnTo>
                    <a:pt x="88517" y="44587"/>
                  </a:lnTo>
                  <a:lnTo>
                    <a:pt x="120650" y="38100"/>
                  </a:lnTo>
                  <a:lnTo>
                    <a:pt x="206653" y="38100"/>
                  </a:lnTo>
                  <a:lnTo>
                    <a:pt x="199354" y="29202"/>
                  </a:lnTo>
                  <a:lnTo>
                    <a:pt x="163357" y="7776"/>
                  </a:lnTo>
                  <a:lnTo>
                    <a:pt x="120650" y="0"/>
                  </a:lnTo>
                  <a:close/>
                </a:path>
                <a:path w="8775700" h="241300">
                  <a:moveTo>
                    <a:pt x="206653" y="38100"/>
                  </a:moveTo>
                  <a:lnTo>
                    <a:pt x="120650" y="38100"/>
                  </a:lnTo>
                  <a:lnTo>
                    <a:pt x="152782" y="44587"/>
                  </a:lnTo>
                  <a:lnTo>
                    <a:pt x="179021" y="62278"/>
                  </a:lnTo>
                  <a:lnTo>
                    <a:pt x="196712" y="88517"/>
                  </a:lnTo>
                  <a:lnTo>
                    <a:pt x="203200" y="120650"/>
                  </a:lnTo>
                  <a:lnTo>
                    <a:pt x="196712" y="152782"/>
                  </a:lnTo>
                  <a:lnTo>
                    <a:pt x="179021" y="179021"/>
                  </a:lnTo>
                  <a:lnTo>
                    <a:pt x="152782" y="196712"/>
                  </a:lnTo>
                  <a:lnTo>
                    <a:pt x="120650" y="203200"/>
                  </a:lnTo>
                  <a:lnTo>
                    <a:pt x="206653" y="203200"/>
                  </a:lnTo>
                  <a:lnTo>
                    <a:pt x="225787" y="179875"/>
                  </a:lnTo>
                  <a:lnTo>
                    <a:pt x="239802" y="139712"/>
                  </a:lnTo>
                  <a:lnTo>
                    <a:pt x="8756650" y="139700"/>
                  </a:lnTo>
                  <a:lnTo>
                    <a:pt x="8764064" y="138202"/>
                  </a:lnTo>
                  <a:lnTo>
                    <a:pt x="8770120" y="134120"/>
                  </a:lnTo>
                  <a:lnTo>
                    <a:pt x="8774202" y="128064"/>
                  </a:lnTo>
                  <a:lnTo>
                    <a:pt x="8775700" y="120650"/>
                  </a:lnTo>
                  <a:lnTo>
                    <a:pt x="8774202" y="113235"/>
                  </a:lnTo>
                  <a:lnTo>
                    <a:pt x="8770120" y="107179"/>
                  </a:lnTo>
                  <a:lnTo>
                    <a:pt x="8764064" y="103097"/>
                  </a:lnTo>
                  <a:lnTo>
                    <a:pt x="8756650" y="101600"/>
                  </a:lnTo>
                  <a:lnTo>
                    <a:pt x="239802" y="101587"/>
                  </a:lnTo>
                  <a:lnTo>
                    <a:pt x="225787" y="61424"/>
                  </a:lnTo>
                  <a:lnTo>
                    <a:pt x="206653" y="38100"/>
                  </a:lnTo>
                  <a:close/>
                </a:path>
              </a:pathLst>
            </a:custGeom>
            <a:solidFill>
              <a:srgbClr val="212121"/>
            </a:solidFill>
          </p:spPr>
          <p:txBody>
            <a:bodyPr wrap="square" lIns="0" tIns="0" rIns="0" bIns="0" rtlCol="0"/>
            <a:lstStyle/>
            <a:p>
              <a:endParaRPr sz="900"/>
            </a:p>
          </p:txBody>
        </p:sp>
      </p:grpSp>
      <p:sp>
        <p:nvSpPr>
          <p:cNvPr id="11" name="object 11"/>
          <p:cNvSpPr txBox="1"/>
          <p:nvPr/>
        </p:nvSpPr>
        <p:spPr>
          <a:xfrm>
            <a:off x="1441450" y="1613571"/>
            <a:ext cx="3983038" cy="3704590"/>
          </a:xfrm>
          <a:prstGeom prst="rect">
            <a:avLst/>
          </a:prstGeom>
        </p:spPr>
        <p:txBody>
          <a:bodyPr vert="horz" wrap="square" lIns="0" tIns="34608" rIns="0" bIns="0" rtlCol="0">
            <a:spAutoFit/>
          </a:bodyPr>
          <a:lstStyle/>
          <a:p>
            <a:pPr marL="5080" algn="ctr">
              <a:spcBef>
                <a:spcPts val="275"/>
              </a:spcBef>
            </a:pPr>
            <a:r>
              <a:rPr sz="900" b="1" dirty="0">
                <a:solidFill>
                  <a:srgbClr val="4E81BB"/>
                </a:solidFill>
                <a:latin typeface="江城圆体 600W" panose="020B0800000000000000" pitchFamily="34" charset="-128"/>
                <a:ea typeface="江城圆体 600W" panose="020B0800000000000000" pitchFamily="34" charset="-128"/>
                <a:cs typeface="PMingLiU" panose="02020500000000000000" charset="-120"/>
              </a:rPr>
              <a:t>Wisdom = √Experience</a:t>
            </a:r>
            <a:endParaRPr sz="900" b="1" dirty="0">
              <a:latin typeface="江城圆体 600W" panose="020B0800000000000000" pitchFamily="34" charset="-128"/>
              <a:ea typeface="江城圆体 600W" panose="020B0800000000000000" pitchFamily="34" charset="-128"/>
              <a:cs typeface="PMingLiU" panose="02020500000000000000" charset="-120"/>
            </a:endParaRPr>
          </a:p>
          <a:p>
            <a:pPr marL="5080" algn="ctr">
              <a:spcBef>
                <a:spcPts val="370"/>
              </a:spcBef>
            </a:pP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智慧 = 经历的开方</a:t>
            </a:r>
            <a:endParaRPr sz="1500" b="1" dirty="0">
              <a:latin typeface="江城圆体 600W" panose="020B0800000000000000" pitchFamily="34" charset="-128"/>
              <a:ea typeface="江城圆体 600W" panose="020B0800000000000000" pitchFamily="34" charset="-128"/>
              <a:cs typeface="PMingLiU" panose="02020500000000000000" charset="-120"/>
            </a:endParaRPr>
          </a:p>
          <a:p>
            <a:pPr>
              <a:spcBef>
                <a:spcPts val="30"/>
              </a:spcBef>
            </a:pPr>
            <a:endParaRPr sz="1525" dirty="0">
              <a:latin typeface="PMingLiU" panose="02020500000000000000" charset="-120"/>
              <a:cs typeface="PMingLiU" panose="02020500000000000000" charset="-120"/>
            </a:endParaRPr>
          </a:p>
          <a:p>
            <a:pPr marL="6350" marR="2540" algn="just">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智慧就是简化生活的复杂性，将分散的东西集中到核心。察觉到规律并将其简化为普遍真理，然后创造成简单的认知模式，在无意识情况下运用到待人处世中。智慧之美在于它的简单。大多数研究人员关于智慧的研究都一致地显示出，智慧的一个品质便是「经历」。这也是为什么我们会认为那些已经有几十年生活经历的人会比年轻人更加智慧的原因。</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30"/>
              </a:spcBef>
            </a:pP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19000"/>
              </a:lnSpc>
              <a:spcBef>
                <a:spcPts val="5"/>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生活的阅历源于成千上万的小举动，每个小事件的组合成就了一个大的集合。但是，智慧寻找的是核心的真理。智慧能看清我们生活中的复杂体，也就是我们阅历的总和，在它的深处是源于对我们的存在至关紧要的一些东西，以及我们处理经历的方式。</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25"/>
              </a:spcBef>
            </a:pPr>
            <a:endParaRPr sz="122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解析这个方程，我们可以：</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24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1、每日诵读静思祈祷。</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24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2、开发你的经历</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24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3、了解什么活动最能激发你的灵感。</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pic>
        <p:nvPicPr>
          <p:cNvPr id="12" name="object 12"/>
          <p:cNvPicPr/>
          <p:nvPr/>
        </p:nvPicPr>
        <p:blipFill>
          <a:blip r:embed="rId2" cstate="print"/>
          <a:stretch>
            <a:fillRect/>
          </a:stretch>
        </p:blipFill>
        <p:spPr>
          <a:xfrm>
            <a:off x="3189837" y="8851900"/>
            <a:ext cx="486698" cy="2921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57550" y="8934450"/>
            <a:ext cx="338572" cy="209550"/>
          </a:xfrm>
          <a:prstGeom prst="rect">
            <a:avLst/>
          </a:prstGeom>
        </p:spPr>
      </p:pic>
      <p:sp>
        <p:nvSpPr>
          <p:cNvPr id="3" name="object 3"/>
          <p:cNvSpPr txBox="1"/>
          <p:nvPr/>
        </p:nvSpPr>
        <p:spPr>
          <a:xfrm>
            <a:off x="1765208" y="768350"/>
            <a:ext cx="3340417"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Alibaba PuHuiTi" panose="00020600040101010101" pitchFamily="18" charset="-122"/>
              </a:rPr>
              <a:t>@ 《纽约时报》畅销书榜的作者约瑟夫·格雷尼（Joseph Grenny）</a:t>
            </a:r>
            <a:endParaRPr sz="900" dirty="0">
              <a:latin typeface="江城圆体 400W" panose="020B0800000000000000" pitchFamily="34" charset="-128"/>
              <a:ea typeface="江城圆体 400W" panose="020B0800000000000000" pitchFamily="34" charset="-128"/>
              <a:cs typeface="Alibaba PuHuiTi" panose="00020600040101010101" pitchFamily="18" charset="-122"/>
            </a:endParaRPr>
          </a:p>
        </p:txBody>
      </p:sp>
      <p:sp>
        <p:nvSpPr>
          <p:cNvPr id="9" name="object 9"/>
          <p:cNvSpPr txBox="1">
            <a:spLocks noGrp="1"/>
          </p:cNvSpPr>
          <p:nvPr>
            <p:ph type="title"/>
          </p:nvPr>
        </p:nvSpPr>
        <p:spPr>
          <a:xfrm>
            <a:off x="1002005" y="933621"/>
            <a:ext cx="5509921" cy="560070"/>
          </a:xfrm>
          <a:prstGeom prst="rect">
            <a:avLst/>
          </a:prstGeom>
        </p:spPr>
        <p:txBody>
          <a:bodyPr vert="horz" wrap="square" lIns="0" tIns="6350" rIns="0" bIns="0" rtlCol="0" anchor="ctr">
            <a:spAutoFit/>
          </a:bodyPr>
          <a:lstStyle/>
          <a:p>
            <a:pPr marL="6350">
              <a:lnSpc>
                <a:spcPct val="100000"/>
              </a:lnSpc>
              <a:spcBef>
                <a:spcPts val="50"/>
              </a:spcBef>
            </a:pPr>
            <a:r>
              <a:rPr sz="3600" b="1" dirty="0">
                <a:latin typeface="江城圆体 700W" panose="020B0800000000000000" pitchFamily="34" charset="-128"/>
                <a:ea typeface="江城圆体 700W" panose="020B0800000000000000" pitchFamily="34" charset="-128"/>
              </a:rPr>
              <a:t>驱动他人改变的6种力量</a:t>
            </a:r>
          </a:p>
        </p:txBody>
      </p:sp>
      <p:sp>
        <p:nvSpPr>
          <p:cNvPr id="10" name="object 10"/>
          <p:cNvSpPr txBox="1"/>
          <p:nvPr/>
        </p:nvSpPr>
        <p:spPr>
          <a:xfrm>
            <a:off x="1847585" y="8801100"/>
            <a:ext cx="3150235"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300W" panose="020B0800000000000000" pitchFamily="34" charset="-128"/>
                <a:ea typeface="江城圆体 300W" panose="020B0800000000000000" pitchFamily="34" charset="-128"/>
                <a:cs typeface="Microsoft JhengHei"/>
              </a:rPr>
              <a:t>借助个人与环境的力量，让别人想要改变，同时也有能力改变。</a:t>
            </a:r>
            <a:endParaRPr sz="900" dirty="0">
              <a:latin typeface="江城圆体 300W" panose="020B0800000000000000" pitchFamily="34" charset="-128"/>
              <a:ea typeface="江城圆体 300W" panose="020B0800000000000000" pitchFamily="34" charset="-128"/>
              <a:cs typeface="Microsoft JhengHei"/>
            </a:endParaRPr>
          </a:p>
        </p:txBody>
      </p:sp>
      <p:grpSp>
        <p:nvGrpSpPr>
          <p:cNvPr id="11" name="object 11"/>
          <p:cNvGrpSpPr/>
          <p:nvPr/>
        </p:nvGrpSpPr>
        <p:grpSpPr>
          <a:xfrm>
            <a:off x="1882775" y="2962275"/>
            <a:ext cx="3079750" cy="2237423"/>
            <a:chOff x="3765550" y="5924550"/>
            <a:chExt cx="6159500" cy="4474845"/>
          </a:xfrm>
        </p:grpSpPr>
        <p:sp>
          <p:nvSpPr>
            <p:cNvPr id="12" name="object 12"/>
            <p:cNvSpPr/>
            <p:nvPr/>
          </p:nvSpPr>
          <p:spPr>
            <a:xfrm>
              <a:off x="4749800" y="8493231"/>
              <a:ext cx="4179570" cy="1906270"/>
            </a:xfrm>
            <a:custGeom>
              <a:avLst/>
              <a:gdLst/>
              <a:ahLst/>
              <a:cxnLst/>
              <a:rect l="l" t="t" r="r" b="b"/>
              <a:pathLst>
                <a:path w="4179570" h="1906270">
                  <a:moveTo>
                    <a:pt x="2127882" y="0"/>
                  </a:moveTo>
                  <a:lnTo>
                    <a:pt x="0" y="829184"/>
                  </a:lnTo>
                  <a:lnTo>
                    <a:pt x="2127882" y="1905882"/>
                  </a:lnTo>
                  <a:lnTo>
                    <a:pt x="4179242" y="829184"/>
                  </a:lnTo>
                  <a:lnTo>
                    <a:pt x="2127882" y="0"/>
                  </a:lnTo>
                  <a:close/>
                </a:path>
              </a:pathLst>
            </a:custGeom>
            <a:solidFill>
              <a:srgbClr val="3068E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 name="object 13"/>
            <p:cNvSpPr/>
            <p:nvPr/>
          </p:nvSpPr>
          <p:spPr>
            <a:xfrm>
              <a:off x="5614023" y="8625904"/>
              <a:ext cx="2492375" cy="1170940"/>
            </a:xfrm>
            <a:custGeom>
              <a:avLst/>
              <a:gdLst/>
              <a:ahLst/>
              <a:cxnLst/>
              <a:rect l="l" t="t" r="r" b="b"/>
              <a:pathLst>
                <a:path w="2492375" h="1170940">
                  <a:moveTo>
                    <a:pt x="1223346" y="0"/>
                  </a:moveTo>
                  <a:lnTo>
                    <a:pt x="0" y="562171"/>
                  </a:lnTo>
                  <a:lnTo>
                    <a:pt x="1246143" y="1170522"/>
                  </a:lnTo>
                  <a:lnTo>
                    <a:pt x="2492284" y="562171"/>
                  </a:lnTo>
                  <a:lnTo>
                    <a:pt x="1223346" y="0"/>
                  </a:lnTo>
                  <a:close/>
                </a:path>
              </a:pathLst>
            </a:custGeom>
            <a:solidFill>
              <a:srgbClr val="F3CE4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4" name="object 14"/>
            <p:cNvSpPr/>
            <p:nvPr/>
          </p:nvSpPr>
          <p:spPr>
            <a:xfrm>
              <a:off x="5690232" y="8402118"/>
              <a:ext cx="2384425" cy="962660"/>
            </a:xfrm>
            <a:custGeom>
              <a:avLst/>
              <a:gdLst/>
              <a:ahLst/>
              <a:cxnLst/>
              <a:rect l="l" t="t" r="r" b="b"/>
              <a:pathLst>
                <a:path w="2384425" h="962659">
                  <a:moveTo>
                    <a:pt x="1195334" y="0"/>
                  </a:moveTo>
                  <a:lnTo>
                    <a:pt x="0" y="409897"/>
                  </a:lnTo>
                  <a:lnTo>
                    <a:pt x="1195334" y="962508"/>
                  </a:lnTo>
                  <a:lnTo>
                    <a:pt x="2384032" y="409897"/>
                  </a:lnTo>
                  <a:lnTo>
                    <a:pt x="119533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 name="object 15"/>
            <p:cNvSpPr/>
            <p:nvPr/>
          </p:nvSpPr>
          <p:spPr>
            <a:xfrm>
              <a:off x="5690233" y="8402117"/>
              <a:ext cx="2384425" cy="962660"/>
            </a:xfrm>
            <a:custGeom>
              <a:avLst/>
              <a:gdLst/>
              <a:ahLst/>
              <a:cxnLst/>
              <a:rect l="l" t="t" r="r" b="b"/>
              <a:pathLst>
                <a:path w="2384425" h="962659">
                  <a:moveTo>
                    <a:pt x="1195332" y="0"/>
                  </a:moveTo>
                  <a:lnTo>
                    <a:pt x="2384031" y="409898"/>
                  </a:lnTo>
                  <a:lnTo>
                    <a:pt x="1195332" y="962509"/>
                  </a:lnTo>
                  <a:lnTo>
                    <a:pt x="0" y="409898"/>
                  </a:lnTo>
                  <a:lnTo>
                    <a:pt x="1195332" y="0"/>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6" name="object 16"/>
            <p:cNvSpPr/>
            <p:nvPr/>
          </p:nvSpPr>
          <p:spPr>
            <a:xfrm>
              <a:off x="5677532" y="8071918"/>
              <a:ext cx="2384425" cy="962660"/>
            </a:xfrm>
            <a:custGeom>
              <a:avLst/>
              <a:gdLst/>
              <a:ahLst/>
              <a:cxnLst/>
              <a:rect l="l" t="t" r="r" b="b"/>
              <a:pathLst>
                <a:path w="2384425" h="962659">
                  <a:moveTo>
                    <a:pt x="1195334" y="0"/>
                  </a:moveTo>
                  <a:lnTo>
                    <a:pt x="0" y="409897"/>
                  </a:lnTo>
                  <a:lnTo>
                    <a:pt x="1195334" y="962508"/>
                  </a:lnTo>
                  <a:lnTo>
                    <a:pt x="2384032" y="409897"/>
                  </a:lnTo>
                  <a:lnTo>
                    <a:pt x="119533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7" name="object 17"/>
            <p:cNvSpPr/>
            <p:nvPr/>
          </p:nvSpPr>
          <p:spPr>
            <a:xfrm>
              <a:off x="5677533" y="8071917"/>
              <a:ext cx="2384425" cy="962660"/>
            </a:xfrm>
            <a:custGeom>
              <a:avLst/>
              <a:gdLst/>
              <a:ahLst/>
              <a:cxnLst/>
              <a:rect l="l" t="t" r="r" b="b"/>
              <a:pathLst>
                <a:path w="2384425" h="962659">
                  <a:moveTo>
                    <a:pt x="1195332" y="0"/>
                  </a:moveTo>
                  <a:lnTo>
                    <a:pt x="2384031" y="409898"/>
                  </a:lnTo>
                  <a:lnTo>
                    <a:pt x="1195332" y="962509"/>
                  </a:lnTo>
                  <a:lnTo>
                    <a:pt x="0" y="409898"/>
                  </a:lnTo>
                  <a:lnTo>
                    <a:pt x="1195332" y="0"/>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8" name="object 18"/>
            <p:cNvSpPr/>
            <p:nvPr/>
          </p:nvSpPr>
          <p:spPr>
            <a:xfrm>
              <a:off x="5677532" y="7716318"/>
              <a:ext cx="2384425" cy="962660"/>
            </a:xfrm>
            <a:custGeom>
              <a:avLst/>
              <a:gdLst/>
              <a:ahLst/>
              <a:cxnLst/>
              <a:rect l="l" t="t" r="r" b="b"/>
              <a:pathLst>
                <a:path w="2384425" h="962659">
                  <a:moveTo>
                    <a:pt x="1195334" y="0"/>
                  </a:moveTo>
                  <a:lnTo>
                    <a:pt x="0" y="409897"/>
                  </a:lnTo>
                  <a:lnTo>
                    <a:pt x="1195334" y="962508"/>
                  </a:lnTo>
                  <a:lnTo>
                    <a:pt x="2384032" y="409897"/>
                  </a:lnTo>
                  <a:lnTo>
                    <a:pt x="119533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9" name="object 19"/>
            <p:cNvSpPr/>
            <p:nvPr/>
          </p:nvSpPr>
          <p:spPr>
            <a:xfrm>
              <a:off x="5677533" y="7716317"/>
              <a:ext cx="2384425" cy="962660"/>
            </a:xfrm>
            <a:custGeom>
              <a:avLst/>
              <a:gdLst/>
              <a:ahLst/>
              <a:cxnLst/>
              <a:rect l="l" t="t" r="r" b="b"/>
              <a:pathLst>
                <a:path w="2384425" h="962659">
                  <a:moveTo>
                    <a:pt x="1195332" y="0"/>
                  </a:moveTo>
                  <a:lnTo>
                    <a:pt x="2384031" y="409898"/>
                  </a:lnTo>
                  <a:lnTo>
                    <a:pt x="1195332" y="962509"/>
                  </a:lnTo>
                  <a:lnTo>
                    <a:pt x="0" y="409898"/>
                  </a:lnTo>
                  <a:lnTo>
                    <a:pt x="1195332" y="0"/>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0" name="object 20"/>
            <p:cNvSpPr/>
            <p:nvPr/>
          </p:nvSpPr>
          <p:spPr>
            <a:xfrm>
              <a:off x="5677532" y="7398818"/>
              <a:ext cx="2384425" cy="962660"/>
            </a:xfrm>
            <a:custGeom>
              <a:avLst/>
              <a:gdLst/>
              <a:ahLst/>
              <a:cxnLst/>
              <a:rect l="l" t="t" r="r" b="b"/>
              <a:pathLst>
                <a:path w="2384425" h="962659">
                  <a:moveTo>
                    <a:pt x="1195334" y="0"/>
                  </a:moveTo>
                  <a:lnTo>
                    <a:pt x="0" y="409897"/>
                  </a:lnTo>
                  <a:lnTo>
                    <a:pt x="1195334" y="962508"/>
                  </a:lnTo>
                  <a:lnTo>
                    <a:pt x="2384032" y="409897"/>
                  </a:lnTo>
                  <a:lnTo>
                    <a:pt x="119533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 name="object 21"/>
            <p:cNvSpPr/>
            <p:nvPr/>
          </p:nvSpPr>
          <p:spPr>
            <a:xfrm>
              <a:off x="5677533" y="7398817"/>
              <a:ext cx="2384425" cy="962660"/>
            </a:xfrm>
            <a:custGeom>
              <a:avLst/>
              <a:gdLst/>
              <a:ahLst/>
              <a:cxnLst/>
              <a:rect l="l" t="t" r="r" b="b"/>
              <a:pathLst>
                <a:path w="2384425" h="962659">
                  <a:moveTo>
                    <a:pt x="1195332" y="0"/>
                  </a:moveTo>
                  <a:lnTo>
                    <a:pt x="2384031" y="409898"/>
                  </a:lnTo>
                  <a:lnTo>
                    <a:pt x="1195332" y="962509"/>
                  </a:lnTo>
                  <a:lnTo>
                    <a:pt x="0" y="409898"/>
                  </a:lnTo>
                  <a:lnTo>
                    <a:pt x="1195332" y="0"/>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2" name="object 22"/>
            <p:cNvSpPr/>
            <p:nvPr/>
          </p:nvSpPr>
          <p:spPr>
            <a:xfrm>
              <a:off x="5664832" y="7068618"/>
              <a:ext cx="2384425" cy="962660"/>
            </a:xfrm>
            <a:custGeom>
              <a:avLst/>
              <a:gdLst/>
              <a:ahLst/>
              <a:cxnLst/>
              <a:rect l="l" t="t" r="r" b="b"/>
              <a:pathLst>
                <a:path w="2384425" h="962659">
                  <a:moveTo>
                    <a:pt x="1195334" y="0"/>
                  </a:moveTo>
                  <a:lnTo>
                    <a:pt x="0" y="409897"/>
                  </a:lnTo>
                  <a:lnTo>
                    <a:pt x="1195334" y="962508"/>
                  </a:lnTo>
                  <a:lnTo>
                    <a:pt x="2384032" y="409897"/>
                  </a:lnTo>
                  <a:lnTo>
                    <a:pt x="119533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3" name="object 23"/>
            <p:cNvSpPr/>
            <p:nvPr/>
          </p:nvSpPr>
          <p:spPr>
            <a:xfrm>
              <a:off x="5664833" y="7068617"/>
              <a:ext cx="2384425" cy="962660"/>
            </a:xfrm>
            <a:custGeom>
              <a:avLst/>
              <a:gdLst/>
              <a:ahLst/>
              <a:cxnLst/>
              <a:rect l="l" t="t" r="r" b="b"/>
              <a:pathLst>
                <a:path w="2384425" h="962659">
                  <a:moveTo>
                    <a:pt x="1195332" y="0"/>
                  </a:moveTo>
                  <a:lnTo>
                    <a:pt x="2384031" y="409898"/>
                  </a:lnTo>
                  <a:lnTo>
                    <a:pt x="1195332" y="962509"/>
                  </a:lnTo>
                  <a:lnTo>
                    <a:pt x="0" y="409898"/>
                  </a:lnTo>
                  <a:lnTo>
                    <a:pt x="1195332" y="0"/>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4" name="object 24"/>
            <p:cNvSpPr/>
            <p:nvPr/>
          </p:nvSpPr>
          <p:spPr>
            <a:xfrm>
              <a:off x="5664832" y="6713018"/>
              <a:ext cx="2384425" cy="962660"/>
            </a:xfrm>
            <a:custGeom>
              <a:avLst/>
              <a:gdLst/>
              <a:ahLst/>
              <a:cxnLst/>
              <a:rect l="l" t="t" r="r" b="b"/>
              <a:pathLst>
                <a:path w="2384425" h="962659">
                  <a:moveTo>
                    <a:pt x="1195334" y="0"/>
                  </a:moveTo>
                  <a:lnTo>
                    <a:pt x="0" y="409897"/>
                  </a:lnTo>
                  <a:lnTo>
                    <a:pt x="1195334" y="962508"/>
                  </a:lnTo>
                  <a:lnTo>
                    <a:pt x="2384032" y="409897"/>
                  </a:lnTo>
                  <a:lnTo>
                    <a:pt x="119533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 name="object 25"/>
            <p:cNvSpPr/>
            <p:nvPr/>
          </p:nvSpPr>
          <p:spPr>
            <a:xfrm>
              <a:off x="5664833" y="6713017"/>
              <a:ext cx="2384425" cy="962660"/>
            </a:xfrm>
            <a:custGeom>
              <a:avLst/>
              <a:gdLst/>
              <a:ahLst/>
              <a:cxnLst/>
              <a:rect l="l" t="t" r="r" b="b"/>
              <a:pathLst>
                <a:path w="2384425" h="962659">
                  <a:moveTo>
                    <a:pt x="1195332" y="0"/>
                  </a:moveTo>
                  <a:lnTo>
                    <a:pt x="2384031" y="409898"/>
                  </a:lnTo>
                  <a:lnTo>
                    <a:pt x="1195332" y="962509"/>
                  </a:lnTo>
                  <a:lnTo>
                    <a:pt x="0" y="409898"/>
                  </a:lnTo>
                  <a:lnTo>
                    <a:pt x="1195332" y="0"/>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6" name="object 26"/>
            <p:cNvSpPr/>
            <p:nvPr/>
          </p:nvSpPr>
          <p:spPr>
            <a:xfrm>
              <a:off x="5601332" y="6655415"/>
              <a:ext cx="0" cy="2527300"/>
            </a:xfrm>
            <a:custGeom>
              <a:avLst/>
              <a:gdLst/>
              <a:ahLst/>
              <a:cxnLst/>
              <a:rect l="l" t="t" r="r" b="b"/>
              <a:pathLst>
                <a:path h="2527300">
                  <a:moveTo>
                    <a:pt x="0" y="0"/>
                  </a:moveTo>
                  <a:lnTo>
                    <a:pt x="0" y="2527300"/>
                  </a:lnTo>
                </a:path>
              </a:pathLst>
            </a:custGeom>
            <a:ln w="508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7" name="object 27"/>
            <p:cNvSpPr/>
            <p:nvPr/>
          </p:nvSpPr>
          <p:spPr>
            <a:xfrm>
              <a:off x="8102599" y="6642715"/>
              <a:ext cx="635" cy="2540000"/>
            </a:xfrm>
            <a:custGeom>
              <a:avLst/>
              <a:gdLst/>
              <a:ahLst/>
              <a:cxnLst/>
              <a:rect l="l" t="t" r="r" b="b"/>
              <a:pathLst>
                <a:path w="634" h="2540000">
                  <a:moveTo>
                    <a:pt x="632" y="0"/>
                  </a:moveTo>
                  <a:lnTo>
                    <a:pt x="0" y="2539384"/>
                  </a:lnTo>
                </a:path>
              </a:pathLst>
            </a:custGeom>
            <a:ln w="508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 name="object 28"/>
            <p:cNvSpPr/>
            <p:nvPr/>
          </p:nvSpPr>
          <p:spPr>
            <a:xfrm>
              <a:off x="6845932" y="7239615"/>
              <a:ext cx="0" cy="2560320"/>
            </a:xfrm>
            <a:custGeom>
              <a:avLst/>
              <a:gdLst/>
              <a:ahLst/>
              <a:cxnLst/>
              <a:rect l="l" t="t" r="r" b="b"/>
              <a:pathLst>
                <a:path h="2560320">
                  <a:moveTo>
                    <a:pt x="0" y="0"/>
                  </a:moveTo>
                  <a:lnTo>
                    <a:pt x="0" y="2559831"/>
                  </a:lnTo>
                </a:path>
              </a:pathLst>
            </a:custGeom>
            <a:ln w="508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9" name="object 29"/>
            <p:cNvSpPr/>
            <p:nvPr/>
          </p:nvSpPr>
          <p:spPr>
            <a:xfrm>
              <a:off x="5601323" y="9208115"/>
              <a:ext cx="1246505" cy="604520"/>
            </a:xfrm>
            <a:custGeom>
              <a:avLst/>
              <a:gdLst/>
              <a:ahLst/>
              <a:cxnLst/>
              <a:rect l="l" t="t" r="r" b="b"/>
              <a:pathLst>
                <a:path w="1246504" h="604520">
                  <a:moveTo>
                    <a:pt x="0" y="0"/>
                  </a:moveTo>
                  <a:lnTo>
                    <a:pt x="1246142" y="604052"/>
                  </a:lnTo>
                </a:path>
              </a:pathLst>
            </a:custGeom>
            <a:ln w="508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0" name="object 30"/>
            <p:cNvSpPr/>
            <p:nvPr/>
          </p:nvSpPr>
          <p:spPr>
            <a:xfrm>
              <a:off x="5717468" y="6745998"/>
              <a:ext cx="1158240" cy="494030"/>
            </a:xfrm>
            <a:custGeom>
              <a:avLst/>
              <a:gdLst/>
              <a:ahLst/>
              <a:cxnLst/>
              <a:rect l="l" t="t" r="r" b="b"/>
              <a:pathLst>
                <a:path w="1158240" h="494029">
                  <a:moveTo>
                    <a:pt x="0" y="0"/>
                  </a:moveTo>
                  <a:lnTo>
                    <a:pt x="1157885" y="493617"/>
                  </a:lnTo>
                </a:path>
              </a:pathLst>
            </a:custGeom>
            <a:ln w="508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1" name="object 31"/>
            <p:cNvSpPr/>
            <p:nvPr/>
          </p:nvSpPr>
          <p:spPr>
            <a:xfrm>
              <a:off x="6875354" y="6745998"/>
              <a:ext cx="1104900" cy="494030"/>
            </a:xfrm>
            <a:custGeom>
              <a:avLst/>
              <a:gdLst/>
              <a:ahLst/>
              <a:cxnLst/>
              <a:rect l="l" t="t" r="r" b="b"/>
              <a:pathLst>
                <a:path w="1104900" h="494029">
                  <a:moveTo>
                    <a:pt x="1104900" y="0"/>
                  </a:moveTo>
                  <a:lnTo>
                    <a:pt x="0" y="493617"/>
                  </a:lnTo>
                </a:path>
              </a:pathLst>
            </a:custGeom>
            <a:ln w="508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2" name="object 32"/>
            <p:cNvSpPr/>
            <p:nvPr/>
          </p:nvSpPr>
          <p:spPr>
            <a:xfrm>
              <a:off x="6862654" y="9202546"/>
              <a:ext cx="1221740" cy="598805"/>
            </a:xfrm>
            <a:custGeom>
              <a:avLst/>
              <a:gdLst/>
              <a:ahLst/>
              <a:cxnLst/>
              <a:rect l="l" t="t" r="r" b="b"/>
              <a:pathLst>
                <a:path w="1221740" h="598804">
                  <a:moveTo>
                    <a:pt x="1221528" y="0"/>
                  </a:moveTo>
                  <a:lnTo>
                    <a:pt x="0" y="598557"/>
                  </a:lnTo>
                </a:path>
              </a:pathLst>
            </a:custGeom>
            <a:ln w="508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 name="object 33"/>
            <p:cNvSpPr/>
            <p:nvPr/>
          </p:nvSpPr>
          <p:spPr>
            <a:xfrm>
              <a:off x="6847466" y="6228306"/>
              <a:ext cx="1246505" cy="412115"/>
            </a:xfrm>
            <a:custGeom>
              <a:avLst/>
              <a:gdLst/>
              <a:ahLst/>
              <a:cxnLst/>
              <a:rect l="l" t="t" r="r" b="b"/>
              <a:pathLst>
                <a:path w="1246504" h="412115">
                  <a:moveTo>
                    <a:pt x="0" y="0"/>
                  </a:moveTo>
                  <a:lnTo>
                    <a:pt x="1246142" y="411617"/>
                  </a:lnTo>
                </a:path>
              </a:pathLst>
            </a:custGeom>
            <a:ln w="508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4" name="object 34"/>
            <p:cNvSpPr/>
            <p:nvPr/>
          </p:nvSpPr>
          <p:spPr>
            <a:xfrm>
              <a:off x="5605354" y="6228306"/>
              <a:ext cx="1233170" cy="427355"/>
            </a:xfrm>
            <a:custGeom>
              <a:avLst/>
              <a:gdLst/>
              <a:ahLst/>
              <a:cxnLst/>
              <a:rect l="l" t="t" r="r" b="b"/>
              <a:pathLst>
                <a:path w="1233170" h="427354">
                  <a:moveTo>
                    <a:pt x="1233037" y="0"/>
                  </a:moveTo>
                  <a:lnTo>
                    <a:pt x="0" y="427109"/>
                  </a:lnTo>
                </a:path>
              </a:pathLst>
            </a:custGeom>
            <a:ln w="508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 name="object 35"/>
            <p:cNvSpPr/>
            <p:nvPr/>
          </p:nvSpPr>
          <p:spPr>
            <a:xfrm>
              <a:off x="8547100" y="5930900"/>
              <a:ext cx="1371600" cy="698500"/>
            </a:xfrm>
            <a:custGeom>
              <a:avLst/>
              <a:gdLst/>
              <a:ahLst/>
              <a:cxnLst/>
              <a:rect l="l" t="t" r="r" b="b"/>
              <a:pathLst>
                <a:path w="1371600" h="698500">
                  <a:moveTo>
                    <a:pt x="1371600" y="0"/>
                  </a:moveTo>
                  <a:lnTo>
                    <a:pt x="0" y="0"/>
                  </a:lnTo>
                  <a:lnTo>
                    <a:pt x="0" y="698500"/>
                  </a:lnTo>
                  <a:lnTo>
                    <a:pt x="1371600" y="698500"/>
                  </a:lnTo>
                  <a:lnTo>
                    <a:pt x="13716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6" name="object 36"/>
            <p:cNvSpPr/>
            <p:nvPr/>
          </p:nvSpPr>
          <p:spPr>
            <a:xfrm>
              <a:off x="8547100" y="5930900"/>
              <a:ext cx="1371600" cy="698500"/>
            </a:xfrm>
            <a:custGeom>
              <a:avLst/>
              <a:gdLst/>
              <a:ahLst/>
              <a:cxnLst/>
              <a:rect l="l" t="t" r="r" b="b"/>
              <a:pathLst>
                <a:path w="1371600" h="698500">
                  <a:moveTo>
                    <a:pt x="0" y="0"/>
                  </a:moveTo>
                  <a:lnTo>
                    <a:pt x="1371600" y="0"/>
                  </a:lnTo>
                  <a:lnTo>
                    <a:pt x="1371600" y="698500"/>
                  </a:lnTo>
                  <a:lnTo>
                    <a:pt x="0" y="698500"/>
                  </a:lnTo>
                  <a:lnTo>
                    <a:pt x="0" y="0"/>
                  </a:lnTo>
                  <a:close/>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7" name="object 37"/>
            <p:cNvSpPr/>
            <p:nvPr/>
          </p:nvSpPr>
          <p:spPr>
            <a:xfrm>
              <a:off x="8547100" y="7302500"/>
              <a:ext cx="1371600" cy="698500"/>
            </a:xfrm>
            <a:custGeom>
              <a:avLst/>
              <a:gdLst/>
              <a:ahLst/>
              <a:cxnLst/>
              <a:rect l="l" t="t" r="r" b="b"/>
              <a:pathLst>
                <a:path w="1371600" h="698500">
                  <a:moveTo>
                    <a:pt x="1371600" y="0"/>
                  </a:moveTo>
                  <a:lnTo>
                    <a:pt x="0" y="0"/>
                  </a:lnTo>
                  <a:lnTo>
                    <a:pt x="0" y="698500"/>
                  </a:lnTo>
                  <a:lnTo>
                    <a:pt x="1371600" y="698500"/>
                  </a:lnTo>
                  <a:lnTo>
                    <a:pt x="13716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8" name="object 38"/>
            <p:cNvSpPr/>
            <p:nvPr/>
          </p:nvSpPr>
          <p:spPr>
            <a:xfrm>
              <a:off x="8547100" y="7302500"/>
              <a:ext cx="1371600" cy="698500"/>
            </a:xfrm>
            <a:custGeom>
              <a:avLst/>
              <a:gdLst/>
              <a:ahLst/>
              <a:cxnLst/>
              <a:rect l="l" t="t" r="r" b="b"/>
              <a:pathLst>
                <a:path w="1371600" h="698500">
                  <a:moveTo>
                    <a:pt x="0" y="0"/>
                  </a:moveTo>
                  <a:lnTo>
                    <a:pt x="1371600" y="0"/>
                  </a:lnTo>
                  <a:lnTo>
                    <a:pt x="1371600" y="698500"/>
                  </a:lnTo>
                  <a:lnTo>
                    <a:pt x="0" y="698500"/>
                  </a:lnTo>
                  <a:lnTo>
                    <a:pt x="0" y="0"/>
                  </a:lnTo>
                  <a:close/>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9" name="object 39"/>
            <p:cNvSpPr/>
            <p:nvPr/>
          </p:nvSpPr>
          <p:spPr>
            <a:xfrm>
              <a:off x="8547100" y="8674100"/>
              <a:ext cx="1371600" cy="698500"/>
            </a:xfrm>
            <a:custGeom>
              <a:avLst/>
              <a:gdLst/>
              <a:ahLst/>
              <a:cxnLst/>
              <a:rect l="l" t="t" r="r" b="b"/>
              <a:pathLst>
                <a:path w="1371600" h="698500">
                  <a:moveTo>
                    <a:pt x="1371600" y="0"/>
                  </a:moveTo>
                  <a:lnTo>
                    <a:pt x="0" y="0"/>
                  </a:lnTo>
                  <a:lnTo>
                    <a:pt x="0" y="698500"/>
                  </a:lnTo>
                  <a:lnTo>
                    <a:pt x="1371600" y="698500"/>
                  </a:lnTo>
                  <a:lnTo>
                    <a:pt x="13716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0" name="object 40"/>
            <p:cNvSpPr/>
            <p:nvPr/>
          </p:nvSpPr>
          <p:spPr>
            <a:xfrm>
              <a:off x="8547100" y="8674100"/>
              <a:ext cx="1371600" cy="698500"/>
            </a:xfrm>
            <a:custGeom>
              <a:avLst/>
              <a:gdLst/>
              <a:ahLst/>
              <a:cxnLst/>
              <a:rect l="l" t="t" r="r" b="b"/>
              <a:pathLst>
                <a:path w="1371600" h="698500">
                  <a:moveTo>
                    <a:pt x="0" y="0"/>
                  </a:moveTo>
                  <a:lnTo>
                    <a:pt x="1371600" y="0"/>
                  </a:lnTo>
                  <a:lnTo>
                    <a:pt x="1371600" y="698500"/>
                  </a:lnTo>
                  <a:lnTo>
                    <a:pt x="0" y="698500"/>
                  </a:lnTo>
                  <a:lnTo>
                    <a:pt x="0" y="0"/>
                  </a:lnTo>
                  <a:close/>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1" name="object 41"/>
            <p:cNvSpPr/>
            <p:nvPr/>
          </p:nvSpPr>
          <p:spPr>
            <a:xfrm>
              <a:off x="3771900" y="5930900"/>
              <a:ext cx="1371600" cy="698500"/>
            </a:xfrm>
            <a:custGeom>
              <a:avLst/>
              <a:gdLst/>
              <a:ahLst/>
              <a:cxnLst/>
              <a:rect l="l" t="t" r="r" b="b"/>
              <a:pathLst>
                <a:path w="1371600" h="698500">
                  <a:moveTo>
                    <a:pt x="1371600" y="0"/>
                  </a:moveTo>
                  <a:lnTo>
                    <a:pt x="0" y="0"/>
                  </a:lnTo>
                  <a:lnTo>
                    <a:pt x="0" y="698500"/>
                  </a:lnTo>
                  <a:lnTo>
                    <a:pt x="1371600" y="698500"/>
                  </a:lnTo>
                  <a:lnTo>
                    <a:pt x="13716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2" name="object 42"/>
            <p:cNvSpPr/>
            <p:nvPr/>
          </p:nvSpPr>
          <p:spPr>
            <a:xfrm>
              <a:off x="3771900" y="5930900"/>
              <a:ext cx="1371600" cy="698500"/>
            </a:xfrm>
            <a:custGeom>
              <a:avLst/>
              <a:gdLst/>
              <a:ahLst/>
              <a:cxnLst/>
              <a:rect l="l" t="t" r="r" b="b"/>
              <a:pathLst>
                <a:path w="1371600" h="698500">
                  <a:moveTo>
                    <a:pt x="0" y="0"/>
                  </a:moveTo>
                  <a:lnTo>
                    <a:pt x="1371600" y="0"/>
                  </a:lnTo>
                  <a:lnTo>
                    <a:pt x="1371600" y="698500"/>
                  </a:lnTo>
                  <a:lnTo>
                    <a:pt x="0" y="698500"/>
                  </a:lnTo>
                  <a:lnTo>
                    <a:pt x="0" y="0"/>
                  </a:lnTo>
                  <a:close/>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3" name="object 43"/>
            <p:cNvSpPr/>
            <p:nvPr/>
          </p:nvSpPr>
          <p:spPr>
            <a:xfrm>
              <a:off x="3771900" y="7302500"/>
              <a:ext cx="1371600" cy="698500"/>
            </a:xfrm>
            <a:custGeom>
              <a:avLst/>
              <a:gdLst/>
              <a:ahLst/>
              <a:cxnLst/>
              <a:rect l="l" t="t" r="r" b="b"/>
              <a:pathLst>
                <a:path w="1371600" h="698500">
                  <a:moveTo>
                    <a:pt x="1371600" y="0"/>
                  </a:moveTo>
                  <a:lnTo>
                    <a:pt x="0" y="0"/>
                  </a:lnTo>
                  <a:lnTo>
                    <a:pt x="0" y="698500"/>
                  </a:lnTo>
                  <a:lnTo>
                    <a:pt x="1371600" y="698500"/>
                  </a:lnTo>
                  <a:lnTo>
                    <a:pt x="13716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4" name="object 44"/>
            <p:cNvSpPr/>
            <p:nvPr/>
          </p:nvSpPr>
          <p:spPr>
            <a:xfrm>
              <a:off x="3771900" y="7302500"/>
              <a:ext cx="1371600" cy="698500"/>
            </a:xfrm>
            <a:custGeom>
              <a:avLst/>
              <a:gdLst/>
              <a:ahLst/>
              <a:cxnLst/>
              <a:rect l="l" t="t" r="r" b="b"/>
              <a:pathLst>
                <a:path w="1371600" h="698500">
                  <a:moveTo>
                    <a:pt x="0" y="0"/>
                  </a:moveTo>
                  <a:lnTo>
                    <a:pt x="1371600" y="0"/>
                  </a:lnTo>
                  <a:lnTo>
                    <a:pt x="1371600" y="698500"/>
                  </a:lnTo>
                  <a:lnTo>
                    <a:pt x="0" y="698500"/>
                  </a:lnTo>
                  <a:lnTo>
                    <a:pt x="0" y="0"/>
                  </a:lnTo>
                  <a:close/>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5" name="object 45"/>
            <p:cNvSpPr/>
            <p:nvPr/>
          </p:nvSpPr>
          <p:spPr>
            <a:xfrm>
              <a:off x="3771900" y="8674100"/>
              <a:ext cx="1371600" cy="698500"/>
            </a:xfrm>
            <a:custGeom>
              <a:avLst/>
              <a:gdLst/>
              <a:ahLst/>
              <a:cxnLst/>
              <a:rect l="l" t="t" r="r" b="b"/>
              <a:pathLst>
                <a:path w="1371600" h="698500">
                  <a:moveTo>
                    <a:pt x="1371600" y="0"/>
                  </a:moveTo>
                  <a:lnTo>
                    <a:pt x="0" y="0"/>
                  </a:lnTo>
                  <a:lnTo>
                    <a:pt x="0" y="698500"/>
                  </a:lnTo>
                  <a:lnTo>
                    <a:pt x="1371600" y="698500"/>
                  </a:lnTo>
                  <a:lnTo>
                    <a:pt x="13716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6" name="object 46"/>
            <p:cNvSpPr/>
            <p:nvPr/>
          </p:nvSpPr>
          <p:spPr>
            <a:xfrm>
              <a:off x="3771900" y="8674100"/>
              <a:ext cx="1371600" cy="698500"/>
            </a:xfrm>
            <a:custGeom>
              <a:avLst/>
              <a:gdLst/>
              <a:ahLst/>
              <a:cxnLst/>
              <a:rect l="l" t="t" r="r" b="b"/>
              <a:pathLst>
                <a:path w="1371600" h="698500">
                  <a:moveTo>
                    <a:pt x="0" y="0"/>
                  </a:moveTo>
                  <a:lnTo>
                    <a:pt x="1371600" y="0"/>
                  </a:lnTo>
                  <a:lnTo>
                    <a:pt x="1371600" y="698500"/>
                  </a:lnTo>
                  <a:lnTo>
                    <a:pt x="0" y="698500"/>
                  </a:lnTo>
                  <a:lnTo>
                    <a:pt x="0" y="0"/>
                  </a:lnTo>
                  <a:close/>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47" name="object 47"/>
          <p:cNvSpPr txBox="1"/>
          <p:nvPr/>
        </p:nvSpPr>
        <p:spPr>
          <a:xfrm>
            <a:off x="508000" y="1333500"/>
            <a:ext cx="5843270" cy="1561465"/>
          </a:xfrm>
          <a:prstGeom prst="rect">
            <a:avLst/>
          </a:prstGeom>
        </p:spPr>
        <p:txBody>
          <a:bodyPr vert="horz" wrap="square" lIns="0" tIns="6350" rIns="0" bIns="0" rtlCol="0">
            <a:spAutoFit/>
          </a:bodyPr>
          <a:lstStyle/>
          <a:p>
            <a:pPr marL="571500">
              <a:spcBef>
                <a:spcPts val="50"/>
              </a:spcBef>
            </a:pPr>
            <a:r>
              <a:rPr b="1" dirty="0">
                <a:solidFill>
                  <a:srgbClr val="11A766"/>
                </a:solidFill>
                <a:latin typeface="江城圆体 700W" panose="020B0800000000000000" pitchFamily="34" charset="-128"/>
                <a:ea typeface="江城圆体 700W" panose="020B0800000000000000" pitchFamily="34" charset="-128"/>
                <a:cs typeface="PMingLiU" panose="02020500000000000000" charset="-120"/>
              </a:rPr>
              <a:t>The 6 Forces That Drive Change in Others</a:t>
            </a:r>
            <a:endParaRPr b="1" dirty="0">
              <a:latin typeface="江城圆体 700W" panose="020B0800000000000000" pitchFamily="34" charset="-128"/>
              <a:ea typeface="江城圆体 700W" panose="020B0800000000000000" pitchFamily="34" charset="-128"/>
              <a:cs typeface="PMingLiU" panose="02020500000000000000" charset="-120"/>
            </a:endParaRPr>
          </a:p>
          <a:p>
            <a:pPr marL="6350" marR="2540" algn="just">
              <a:lnSpc>
                <a:spcPct val="125000"/>
              </a:lnSpc>
              <a:spcBef>
                <a:spcPts val="520"/>
              </a:spcBef>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一个人要受到他人影响而改变习性，是一件非常不容易的事。Joseph Grenny 等5位VitalSmarts的共同创办人在《掌握影响力》一书中指出，影响人类行为的力量很多，但是这些力量背后只与2件事有关：“我有「能力」吗？“”我有</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25000"/>
              </a:lnSpc>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动机」吗“，而无论是哪种力量改变人类行为，其运用的策略背后又只有2种原理：「鼓励」关键行为和『促成」关键行为。他们针对「动机」与「能力」两大元素，再分别从「个人」「社会」「组织」3个层次，归纳出促成改变人类行为的6大力量，称为「影响力六因子模型」：个人动机、个人能力、社会动机、社会能力、组织动机、组织能力。</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48" name="object 48"/>
          <p:cNvSpPr txBox="1"/>
          <p:nvPr/>
        </p:nvSpPr>
        <p:spPr>
          <a:xfrm>
            <a:off x="2882570" y="2762250"/>
            <a:ext cx="1086803"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江城圆体 400W" panose="020B0800000000000000" pitchFamily="34" charset="-128"/>
                <a:ea typeface="江城圆体 400W" panose="020B0800000000000000" pitchFamily="34" charset="-128"/>
                <a:cs typeface="Microsoft JhengHei"/>
              </a:rPr>
              <a:t>影响人类行为的2种力量</a:t>
            </a:r>
            <a:endParaRPr sz="800">
              <a:latin typeface="江城圆体 400W" panose="020B0800000000000000" pitchFamily="34" charset="-128"/>
              <a:ea typeface="江城圆体 400W" panose="020B0800000000000000" pitchFamily="34" charset="-128"/>
              <a:cs typeface="Microsoft JhengHei"/>
            </a:endParaRPr>
          </a:p>
        </p:txBody>
      </p:sp>
      <p:sp>
        <p:nvSpPr>
          <p:cNvPr id="49" name="object 49"/>
          <p:cNvSpPr txBox="1"/>
          <p:nvPr/>
        </p:nvSpPr>
        <p:spPr>
          <a:xfrm rot="19920000">
            <a:off x="3483646" y="4797985"/>
            <a:ext cx="717163" cy="102235"/>
          </a:xfrm>
          <a:prstGeom prst="rect">
            <a:avLst/>
          </a:prstGeom>
        </p:spPr>
        <p:txBody>
          <a:bodyPr vert="horz" wrap="square" lIns="0" tIns="0" rIns="0" bIns="0" rtlCol="0">
            <a:spAutoFit/>
          </a:bodyPr>
          <a:lstStyle/>
          <a:p>
            <a:pPr>
              <a:lnSpc>
                <a:spcPts val="800"/>
              </a:lnSpc>
            </a:pPr>
            <a:r>
              <a:rPr sz="800" b="1" dirty="0">
                <a:solidFill>
                  <a:srgbClr val="FFFFFF"/>
                </a:solidFill>
                <a:latin typeface="江城圆体 600W" panose="020B0800000000000000" pitchFamily="34" charset="-128"/>
                <a:ea typeface="江城圆体 600W" panose="020B0800000000000000" pitchFamily="34" charset="-128"/>
                <a:cs typeface="Microsoft JhengHei"/>
              </a:rPr>
              <a:t>「促成」关键行为</a:t>
            </a:r>
            <a:endParaRPr sz="800" b="1" dirty="0">
              <a:latin typeface="江城圆体 600W" panose="020B0800000000000000" pitchFamily="34" charset="-128"/>
              <a:ea typeface="江城圆体 600W" panose="020B0800000000000000" pitchFamily="34" charset="-128"/>
              <a:cs typeface="Microsoft JhengHei"/>
            </a:endParaRPr>
          </a:p>
        </p:txBody>
      </p:sp>
      <p:sp>
        <p:nvSpPr>
          <p:cNvPr id="50" name="object 50"/>
          <p:cNvSpPr txBox="1"/>
          <p:nvPr/>
        </p:nvSpPr>
        <p:spPr>
          <a:xfrm rot="1560000">
            <a:off x="2662228" y="4804237"/>
            <a:ext cx="718735" cy="100965"/>
          </a:xfrm>
          <a:prstGeom prst="rect">
            <a:avLst/>
          </a:prstGeom>
        </p:spPr>
        <p:txBody>
          <a:bodyPr vert="horz" wrap="square" lIns="0" tIns="0" rIns="0" bIns="0" rtlCol="0">
            <a:spAutoFit/>
          </a:bodyPr>
          <a:lstStyle/>
          <a:p>
            <a:pPr>
              <a:lnSpc>
                <a:spcPts val="790"/>
              </a:lnSpc>
            </a:pPr>
            <a:r>
              <a:rPr sz="800" b="1" dirty="0">
                <a:solidFill>
                  <a:srgbClr val="FFFFFF"/>
                </a:solidFill>
                <a:latin typeface="江城圆体 600W" panose="020B0800000000000000" pitchFamily="34" charset="-128"/>
                <a:ea typeface="江城圆体 600W" panose="020B0800000000000000" pitchFamily="34" charset="-128"/>
                <a:cs typeface="Microsoft JhengHei"/>
              </a:rPr>
              <a:t>「鼓励」关键行为</a:t>
            </a:r>
            <a:endParaRPr sz="800" b="1">
              <a:latin typeface="江城圆体 600W" panose="020B0800000000000000" pitchFamily="34" charset="-128"/>
              <a:ea typeface="江城圆体 600W" panose="020B0800000000000000" pitchFamily="34" charset="-128"/>
              <a:cs typeface="Microsoft JhengHei"/>
            </a:endParaRPr>
          </a:p>
        </p:txBody>
      </p:sp>
      <p:sp>
        <p:nvSpPr>
          <p:cNvPr id="51" name="object 51"/>
          <p:cNvSpPr txBox="1"/>
          <p:nvPr/>
        </p:nvSpPr>
        <p:spPr>
          <a:xfrm>
            <a:off x="1241910" y="5022850"/>
            <a:ext cx="545148"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个人动机</a:t>
            </a:r>
            <a:endParaRPr sz="1050">
              <a:latin typeface="江城圆体 400W" panose="020B0800000000000000" pitchFamily="34" charset="-128"/>
              <a:ea typeface="江城圆体 400W" panose="020B0800000000000000" pitchFamily="34" charset="-128"/>
              <a:cs typeface="Microsoft JhengHei"/>
            </a:endParaRPr>
          </a:p>
        </p:txBody>
      </p:sp>
      <p:sp>
        <p:nvSpPr>
          <p:cNvPr id="52" name="object 52"/>
          <p:cNvSpPr txBox="1"/>
          <p:nvPr/>
        </p:nvSpPr>
        <p:spPr>
          <a:xfrm>
            <a:off x="5064610" y="5022850"/>
            <a:ext cx="545148"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个人能力</a:t>
            </a:r>
            <a:endParaRPr sz="1050">
              <a:latin typeface="江城圆体 400W" panose="020B0800000000000000" pitchFamily="34" charset="-128"/>
              <a:ea typeface="江城圆体 400W" panose="020B0800000000000000" pitchFamily="34" charset="-128"/>
              <a:cs typeface="Microsoft JhengHei"/>
            </a:endParaRPr>
          </a:p>
        </p:txBody>
      </p:sp>
      <p:sp>
        <p:nvSpPr>
          <p:cNvPr id="53" name="object 53"/>
          <p:cNvSpPr txBox="1"/>
          <p:nvPr/>
        </p:nvSpPr>
        <p:spPr>
          <a:xfrm>
            <a:off x="1959460" y="3733800"/>
            <a:ext cx="545148"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Microsoft JhengHei"/>
              </a:rPr>
              <a:t>社会动机</a:t>
            </a:r>
            <a:endParaRPr sz="1050" b="1">
              <a:latin typeface="江城圆体 600W" panose="020B0800000000000000" pitchFamily="34" charset="-128"/>
              <a:ea typeface="江城圆体 600W" panose="020B0800000000000000" pitchFamily="34" charset="-128"/>
              <a:cs typeface="Microsoft JhengHei"/>
            </a:endParaRPr>
          </a:p>
        </p:txBody>
      </p:sp>
      <p:sp>
        <p:nvSpPr>
          <p:cNvPr id="54" name="object 54"/>
          <p:cNvSpPr txBox="1"/>
          <p:nvPr/>
        </p:nvSpPr>
        <p:spPr>
          <a:xfrm>
            <a:off x="1959460" y="4419600"/>
            <a:ext cx="545148"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Microsoft JhengHei"/>
              </a:rPr>
              <a:t>组织动机</a:t>
            </a:r>
            <a:endParaRPr sz="1050" b="1">
              <a:latin typeface="江城圆体 600W" panose="020B0800000000000000" pitchFamily="34" charset="-128"/>
              <a:ea typeface="江城圆体 600W" panose="020B0800000000000000" pitchFamily="34" charset="-128"/>
              <a:cs typeface="Microsoft JhengHei"/>
            </a:endParaRPr>
          </a:p>
        </p:txBody>
      </p:sp>
      <p:sp>
        <p:nvSpPr>
          <p:cNvPr id="55" name="object 55"/>
          <p:cNvSpPr txBox="1"/>
          <p:nvPr/>
        </p:nvSpPr>
        <p:spPr>
          <a:xfrm>
            <a:off x="1959460" y="3048000"/>
            <a:ext cx="2939098" cy="167640"/>
          </a:xfrm>
          <a:prstGeom prst="rect">
            <a:avLst/>
          </a:prstGeom>
        </p:spPr>
        <p:txBody>
          <a:bodyPr vert="horz" wrap="square" lIns="0" tIns="6350" rIns="0" bIns="0" rtlCol="0">
            <a:spAutoFit/>
          </a:bodyPr>
          <a:lstStyle/>
          <a:p>
            <a:pPr marL="6350">
              <a:spcBef>
                <a:spcPts val="50"/>
              </a:spcBef>
              <a:tabLst>
                <a:tab pos="2399665" algn="l"/>
              </a:tabLst>
            </a:pPr>
            <a:r>
              <a:rPr sz="1050" b="1" dirty="0">
                <a:solidFill>
                  <a:srgbClr val="FFFFFF"/>
                </a:solidFill>
                <a:latin typeface="江城圆体 600W" panose="020B0800000000000000" pitchFamily="34" charset="-128"/>
                <a:ea typeface="江城圆体 600W" panose="020B0800000000000000" pitchFamily="34" charset="-128"/>
                <a:cs typeface="Microsoft JhengHei"/>
              </a:rPr>
              <a:t>个人动机	个人能力</a:t>
            </a:r>
            <a:endParaRPr sz="1050" b="1" dirty="0">
              <a:latin typeface="江城圆体 600W" panose="020B0800000000000000" pitchFamily="34" charset="-128"/>
              <a:ea typeface="江城圆体 600W" panose="020B0800000000000000" pitchFamily="34" charset="-128"/>
              <a:cs typeface="Microsoft JhengHei"/>
            </a:endParaRPr>
          </a:p>
        </p:txBody>
      </p:sp>
      <p:sp>
        <p:nvSpPr>
          <p:cNvPr id="56" name="object 56"/>
          <p:cNvSpPr txBox="1"/>
          <p:nvPr/>
        </p:nvSpPr>
        <p:spPr>
          <a:xfrm>
            <a:off x="4353410" y="3733800"/>
            <a:ext cx="545148"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Microsoft JhengHei"/>
              </a:rPr>
              <a:t>社会能力</a:t>
            </a:r>
            <a:endParaRPr sz="1050" b="1">
              <a:latin typeface="江城圆体 600W" panose="020B0800000000000000" pitchFamily="34" charset="-128"/>
              <a:ea typeface="江城圆体 600W" panose="020B0800000000000000" pitchFamily="34" charset="-128"/>
              <a:cs typeface="Microsoft JhengHei"/>
            </a:endParaRPr>
          </a:p>
        </p:txBody>
      </p:sp>
      <p:sp>
        <p:nvSpPr>
          <p:cNvPr id="57" name="object 57"/>
          <p:cNvSpPr txBox="1"/>
          <p:nvPr/>
        </p:nvSpPr>
        <p:spPr>
          <a:xfrm>
            <a:off x="4353410" y="4419600"/>
            <a:ext cx="545148"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Microsoft JhengHei"/>
              </a:rPr>
              <a:t>组织能力</a:t>
            </a:r>
            <a:endParaRPr sz="1050" b="1">
              <a:latin typeface="江城圆体 600W" panose="020B0800000000000000" pitchFamily="34" charset="-128"/>
              <a:ea typeface="江城圆体 600W" panose="020B0800000000000000" pitchFamily="34" charset="-128"/>
              <a:cs typeface="Microsoft JhengHei"/>
            </a:endParaRPr>
          </a:p>
        </p:txBody>
      </p:sp>
      <p:sp>
        <p:nvSpPr>
          <p:cNvPr id="58" name="object 58"/>
          <p:cNvSpPr txBox="1"/>
          <p:nvPr/>
        </p:nvSpPr>
        <p:spPr>
          <a:xfrm>
            <a:off x="1946691" y="2609850"/>
            <a:ext cx="2869565" cy="283210"/>
          </a:xfrm>
          <a:prstGeom prst="rect">
            <a:avLst/>
          </a:prstGeom>
        </p:spPr>
        <p:txBody>
          <a:bodyPr vert="horz" wrap="square" lIns="0" tIns="6350" rIns="0" bIns="0" rtlCol="0">
            <a:spAutoFit/>
          </a:bodyPr>
          <a:lstStyle/>
          <a:p>
            <a:pPr marL="6350">
              <a:spcBef>
                <a:spcPts val="50"/>
              </a:spcBef>
              <a:tabLst>
                <a:tab pos="2406015" algn="l"/>
              </a:tabLst>
            </a:pPr>
            <a:r>
              <a:rPr b="1" dirty="0">
                <a:solidFill>
                  <a:srgbClr val="212121"/>
                </a:solidFill>
                <a:latin typeface="江城圆体 600W" panose="020B0800000000000000" pitchFamily="34" charset="-128"/>
                <a:ea typeface="江城圆体 600W" panose="020B0800000000000000" pitchFamily="34" charset="-128"/>
                <a:cs typeface="Microsoft JhengHei"/>
              </a:rPr>
              <a:t>动机	能力</a:t>
            </a:r>
            <a:endParaRPr b="1" dirty="0">
              <a:latin typeface="江城圆体 600W" panose="020B0800000000000000" pitchFamily="34" charset="-128"/>
              <a:ea typeface="江城圆体 600W" panose="020B0800000000000000" pitchFamily="34" charset="-128"/>
              <a:cs typeface="Microsoft JhengHei"/>
            </a:endParaRPr>
          </a:p>
        </p:txBody>
      </p:sp>
      <p:sp>
        <p:nvSpPr>
          <p:cNvPr id="59" name="object 59"/>
          <p:cNvSpPr/>
          <p:nvPr/>
        </p:nvSpPr>
        <p:spPr>
          <a:xfrm>
            <a:off x="2504535" y="2726874"/>
            <a:ext cx="1823720" cy="64453"/>
          </a:xfrm>
          <a:custGeom>
            <a:avLst/>
            <a:gdLst/>
            <a:ahLst/>
            <a:cxnLst/>
            <a:rect l="l" t="t" r="r" b="b"/>
            <a:pathLst>
              <a:path w="3647440" h="128904">
                <a:moveTo>
                  <a:pt x="3538086" y="0"/>
                </a:moveTo>
                <a:lnTo>
                  <a:pt x="3534214" y="1079"/>
                </a:lnTo>
                <a:lnTo>
                  <a:pt x="3532494" y="4140"/>
                </a:lnTo>
                <a:lnTo>
                  <a:pt x="3531040" y="8026"/>
                </a:lnTo>
                <a:lnTo>
                  <a:pt x="3532198" y="11252"/>
                </a:lnTo>
                <a:lnTo>
                  <a:pt x="3615385" y="58051"/>
                </a:lnTo>
                <a:lnTo>
                  <a:pt x="31661" y="58051"/>
                </a:lnTo>
                <a:lnTo>
                  <a:pt x="115199" y="11061"/>
                </a:lnTo>
                <a:lnTo>
                  <a:pt x="116283" y="7200"/>
                </a:lnTo>
                <a:lnTo>
                  <a:pt x="112844" y="1079"/>
                </a:lnTo>
                <a:lnTo>
                  <a:pt x="108972" y="0"/>
                </a:lnTo>
                <a:lnTo>
                  <a:pt x="0" y="61290"/>
                </a:lnTo>
                <a:lnTo>
                  <a:pt x="0" y="67513"/>
                </a:lnTo>
                <a:lnTo>
                  <a:pt x="108972" y="128803"/>
                </a:lnTo>
                <a:lnTo>
                  <a:pt x="31661" y="70751"/>
                </a:lnTo>
                <a:lnTo>
                  <a:pt x="3615385" y="70751"/>
                </a:lnTo>
                <a:lnTo>
                  <a:pt x="3531859" y="117741"/>
                </a:lnTo>
                <a:lnTo>
                  <a:pt x="3530775" y="121602"/>
                </a:lnTo>
                <a:lnTo>
                  <a:pt x="3534214" y="127723"/>
                </a:lnTo>
                <a:lnTo>
                  <a:pt x="3538086" y="128803"/>
                </a:lnTo>
                <a:lnTo>
                  <a:pt x="3647059" y="67513"/>
                </a:lnTo>
                <a:lnTo>
                  <a:pt x="3647059" y="61290"/>
                </a:lnTo>
                <a:lnTo>
                  <a:pt x="3541142" y="1714"/>
                </a:lnTo>
                <a:lnTo>
                  <a:pt x="3538086"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0" name="object 60"/>
          <p:cNvSpPr/>
          <p:nvPr/>
        </p:nvSpPr>
        <p:spPr>
          <a:xfrm>
            <a:off x="2543175" y="3111500"/>
            <a:ext cx="1765300" cy="1430973"/>
          </a:xfrm>
          <a:custGeom>
            <a:avLst/>
            <a:gdLst/>
            <a:ahLst/>
            <a:cxnLst/>
            <a:rect l="l" t="t" r="r" b="b"/>
            <a:pathLst>
              <a:path w="3530600" h="2861945">
                <a:moveTo>
                  <a:pt x="723900" y="2258199"/>
                </a:moveTo>
                <a:lnTo>
                  <a:pt x="719404" y="2235962"/>
                </a:lnTo>
                <a:lnTo>
                  <a:pt x="707148" y="2217801"/>
                </a:lnTo>
                <a:lnTo>
                  <a:pt x="688987" y="2205545"/>
                </a:lnTo>
                <a:lnTo>
                  <a:pt x="666750" y="2201049"/>
                </a:lnTo>
                <a:lnTo>
                  <a:pt x="645909" y="2204974"/>
                </a:lnTo>
                <a:lnTo>
                  <a:pt x="628497" y="2215743"/>
                </a:lnTo>
                <a:lnTo>
                  <a:pt x="616013" y="2231860"/>
                </a:lnTo>
                <a:lnTo>
                  <a:pt x="609942" y="2251849"/>
                </a:lnTo>
                <a:lnTo>
                  <a:pt x="355168" y="2251849"/>
                </a:lnTo>
                <a:lnTo>
                  <a:pt x="352323" y="2254694"/>
                </a:lnTo>
                <a:lnTo>
                  <a:pt x="352323" y="2785249"/>
                </a:lnTo>
                <a:lnTo>
                  <a:pt x="113944" y="2785249"/>
                </a:lnTo>
                <a:lnTo>
                  <a:pt x="107873" y="2765260"/>
                </a:lnTo>
                <a:lnTo>
                  <a:pt x="95389" y="2749143"/>
                </a:lnTo>
                <a:lnTo>
                  <a:pt x="77978" y="2738374"/>
                </a:lnTo>
                <a:lnTo>
                  <a:pt x="57150" y="2734449"/>
                </a:lnTo>
                <a:lnTo>
                  <a:pt x="34899" y="2738945"/>
                </a:lnTo>
                <a:lnTo>
                  <a:pt x="16738" y="2751201"/>
                </a:lnTo>
                <a:lnTo>
                  <a:pt x="4483" y="2769362"/>
                </a:lnTo>
                <a:lnTo>
                  <a:pt x="0" y="2791599"/>
                </a:lnTo>
                <a:lnTo>
                  <a:pt x="4483" y="2813850"/>
                </a:lnTo>
                <a:lnTo>
                  <a:pt x="16738" y="2832011"/>
                </a:lnTo>
                <a:lnTo>
                  <a:pt x="34899" y="2844266"/>
                </a:lnTo>
                <a:lnTo>
                  <a:pt x="57150" y="2848749"/>
                </a:lnTo>
                <a:lnTo>
                  <a:pt x="77978" y="2844838"/>
                </a:lnTo>
                <a:lnTo>
                  <a:pt x="95389" y="2834068"/>
                </a:lnTo>
                <a:lnTo>
                  <a:pt x="107873" y="2817952"/>
                </a:lnTo>
                <a:lnTo>
                  <a:pt x="113944" y="2797962"/>
                </a:lnTo>
                <a:lnTo>
                  <a:pt x="362178" y="2797949"/>
                </a:lnTo>
                <a:lnTo>
                  <a:pt x="365023" y="2795117"/>
                </a:lnTo>
                <a:lnTo>
                  <a:pt x="365023" y="2264549"/>
                </a:lnTo>
                <a:lnTo>
                  <a:pt x="609942" y="2264549"/>
                </a:lnTo>
                <a:lnTo>
                  <a:pt x="616013" y="2284552"/>
                </a:lnTo>
                <a:lnTo>
                  <a:pt x="628497" y="2300668"/>
                </a:lnTo>
                <a:lnTo>
                  <a:pt x="645896" y="2311438"/>
                </a:lnTo>
                <a:lnTo>
                  <a:pt x="666750" y="2315349"/>
                </a:lnTo>
                <a:lnTo>
                  <a:pt x="688987" y="2310866"/>
                </a:lnTo>
                <a:lnTo>
                  <a:pt x="707148" y="2298611"/>
                </a:lnTo>
                <a:lnTo>
                  <a:pt x="719404" y="2280450"/>
                </a:lnTo>
                <a:lnTo>
                  <a:pt x="723900" y="2258199"/>
                </a:lnTo>
                <a:close/>
              </a:path>
              <a:path w="3530600" h="2861945">
                <a:moveTo>
                  <a:pt x="723900" y="1559699"/>
                </a:moveTo>
                <a:lnTo>
                  <a:pt x="719404" y="1537462"/>
                </a:lnTo>
                <a:lnTo>
                  <a:pt x="707148" y="1519301"/>
                </a:lnTo>
                <a:lnTo>
                  <a:pt x="688987" y="1507045"/>
                </a:lnTo>
                <a:lnTo>
                  <a:pt x="666750" y="1502549"/>
                </a:lnTo>
                <a:lnTo>
                  <a:pt x="645896" y="1506474"/>
                </a:lnTo>
                <a:lnTo>
                  <a:pt x="628497" y="1517243"/>
                </a:lnTo>
                <a:lnTo>
                  <a:pt x="616013" y="1533359"/>
                </a:lnTo>
                <a:lnTo>
                  <a:pt x="609942" y="1553362"/>
                </a:lnTo>
                <a:lnTo>
                  <a:pt x="365023" y="1553349"/>
                </a:lnTo>
                <a:lnTo>
                  <a:pt x="365023" y="1429194"/>
                </a:lnTo>
                <a:lnTo>
                  <a:pt x="362178" y="1426349"/>
                </a:lnTo>
                <a:lnTo>
                  <a:pt x="113944" y="1426349"/>
                </a:lnTo>
                <a:lnTo>
                  <a:pt x="107873" y="1406359"/>
                </a:lnTo>
                <a:lnTo>
                  <a:pt x="95389" y="1390243"/>
                </a:lnTo>
                <a:lnTo>
                  <a:pt x="77978" y="1379474"/>
                </a:lnTo>
                <a:lnTo>
                  <a:pt x="57150" y="1375549"/>
                </a:lnTo>
                <a:lnTo>
                  <a:pt x="34899" y="1380045"/>
                </a:lnTo>
                <a:lnTo>
                  <a:pt x="16738" y="1392301"/>
                </a:lnTo>
                <a:lnTo>
                  <a:pt x="4483" y="1410462"/>
                </a:lnTo>
                <a:lnTo>
                  <a:pt x="0" y="1432699"/>
                </a:lnTo>
                <a:lnTo>
                  <a:pt x="4483" y="1454950"/>
                </a:lnTo>
                <a:lnTo>
                  <a:pt x="16738" y="1473111"/>
                </a:lnTo>
                <a:lnTo>
                  <a:pt x="34899" y="1485366"/>
                </a:lnTo>
                <a:lnTo>
                  <a:pt x="57150" y="1489849"/>
                </a:lnTo>
                <a:lnTo>
                  <a:pt x="77978" y="1485938"/>
                </a:lnTo>
                <a:lnTo>
                  <a:pt x="95389" y="1475168"/>
                </a:lnTo>
                <a:lnTo>
                  <a:pt x="107873" y="1459052"/>
                </a:lnTo>
                <a:lnTo>
                  <a:pt x="113944" y="1439062"/>
                </a:lnTo>
                <a:lnTo>
                  <a:pt x="352323" y="1439049"/>
                </a:lnTo>
                <a:lnTo>
                  <a:pt x="352323" y="1563217"/>
                </a:lnTo>
                <a:lnTo>
                  <a:pt x="355168" y="1566049"/>
                </a:lnTo>
                <a:lnTo>
                  <a:pt x="609942" y="1566062"/>
                </a:lnTo>
                <a:lnTo>
                  <a:pt x="616013" y="1586052"/>
                </a:lnTo>
                <a:lnTo>
                  <a:pt x="628497" y="1602168"/>
                </a:lnTo>
                <a:lnTo>
                  <a:pt x="645909" y="1612938"/>
                </a:lnTo>
                <a:lnTo>
                  <a:pt x="666750" y="1616849"/>
                </a:lnTo>
                <a:lnTo>
                  <a:pt x="688987" y="1612366"/>
                </a:lnTo>
                <a:lnTo>
                  <a:pt x="707148" y="1600111"/>
                </a:lnTo>
                <a:lnTo>
                  <a:pt x="719404" y="1581950"/>
                </a:lnTo>
                <a:lnTo>
                  <a:pt x="723900" y="1559699"/>
                </a:lnTo>
                <a:close/>
              </a:path>
              <a:path w="3530600" h="2861945">
                <a:moveTo>
                  <a:pt x="723900" y="899299"/>
                </a:moveTo>
                <a:lnTo>
                  <a:pt x="719404" y="877062"/>
                </a:lnTo>
                <a:lnTo>
                  <a:pt x="707148" y="858901"/>
                </a:lnTo>
                <a:lnTo>
                  <a:pt x="688987" y="846645"/>
                </a:lnTo>
                <a:lnTo>
                  <a:pt x="666750" y="842149"/>
                </a:lnTo>
                <a:lnTo>
                  <a:pt x="645896" y="846074"/>
                </a:lnTo>
                <a:lnTo>
                  <a:pt x="628497" y="856843"/>
                </a:lnTo>
                <a:lnTo>
                  <a:pt x="616013" y="872959"/>
                </a:lnTo>
                <a:lnTo>
                  <a:pt x="609942" y="892962"/>
                </a:lnTo>
                <a:lnTo>
                  <a:pt x="365023" y="892949"/>
                </a:lnTo>
                <a:lnTo>
                  <a:pt x="365023" y="53644"/>
                </a:lnTo>
                <a:lnTo>
                  <a:pt x="362178" y="50800"/>
                </a:lnTo>
                <a:lnTo>
                  <a:pt x="113944" y="50800"/>
                </a:lnTo>
                <a:lnTo>
                  <a:pt x="107873" y="30810"/>
                </a:lnTo>
                <a:lnTo>
                  <a:pt x="95389" y="14693"/>
                </a:lnTo>
                <a:lnTo>
                  <a:pt x="77978" y="3924"/>
                </a:lnTo>
                <a:lnTo>
                  <a:pt x="57150" y="0"/>
                </a:lnTo>
                <a:lnTo>
                  <a:pt x="34899" y="4495"/>
                </a:lnTo>
                <a:lnTo>
                  <a:pt x="16738" y="16751"/>
                </a:lnTo>
                <a:lnTo>
                  <a:pt x="4483" y="34912"/>
                </a:lnTo>
                <a:lnTo>
                  <a:pt x="0" y="57150"/>
                </a:lnTo>
                <a:lnTo>
                  <a:pt x="4483" y="79400"/>
                </a:lnTo>
                <a:lnTo>
                  <a:pt x="16738" y="97561"/>
                </a:lnTo>
                <a:lnTo>
                  <a:pt x="34899" y="109816"/>
                </a:lnTo>
                <a:lnTo>
                  <a:pt x="57150" y="114300"/>
                </a:lnTo>
                <a:lnTo>
                  <a:pt x="77978" y="110388"/>
                </a:lnTo>
                <a:lnTo>
                  <a:pt x="95389" y="99618"/>
                </a:lnTo>
                <a:lnTo>
                  <a:pt x="107873" y="83502"/>
                </a:lnTo>
                <a:lnTo>
                  <a:pt x="113944" y="63512"/>
                </a:lnTo>
                <a:lnTo>
                  <a:pt x="352323" y="63500"/>
                </a:lnTo>
                <a:lnTo>
                  <a:pt x="352323" y="902817"/>
                </a:lnTo>
                <a:lnTo>
                  <a:pt x="355168" y="905649"/>
                </a:lnTo>
                <a:lnTo>
                  <a:pt x="609942" y="905662"/>
                </a:lnTo>
                <a:lnTo>
                  <a:pt x="616013" y="925652"/>
                </a:lnTo>
                <a:lnTo>
                  <a:pt x="628497" y="941768"/>
                </a:lnTo>
                <a:lnTo>
                  <a:pt x="645909" y="952538"/>
                </a:lnTo>
                <a:lnTo>
                  <a:pt x="666750" y="956449"/>
                </a:lnTo>
                <a:lnTo>
                  <a:pt x="688987" y="951966"/>
                </a:lnTo>
                <a:lnTo>
                  <a:pt x="707148" y="939711"/>
                </a:lnTo>
                <a:lnTo>
                  <a:pt x="719404" y="921550"/>
                </a:lnTo>
                <a:lnTo>
                  <a:pt x="723900" y="899299"/>
                </a:lnTo>
                <a:close/>
              </a:path>
              <a:path w="3530600" h="2861945">
                <a:moveTo>
                  <a:pt x="3509200" y="1445399"/>
                </a:moveTo>
                <a:lnTo>
                  <a:pt x="3504717" y="1423162"/>
                </a:lnTo>
                <a:lnTo>
                  <a:pt x="3492462" y="1405001"/>
                </a:lnTo>
                <a:lnTo>
                  <a:pt x="3474301" y="1392745"/>
                </a:lnTo>
                <a:lnTo>
                  <a:pt x="3452050" y="1388249"/>
                </a:lnTo>
                <a:lnTo>
                  <a:pt x="3431209" y="1392174"/>
                </a:lnTo>
                <a:lnTo>
                  <a:pt x="3413810" y="1402943"/>
                </a:lnTo>
                <a:lnTo>
                  <a:pt x="3401326" y="1419059"/>
                </a:lnTo>
                <a:lnTo>
                  <a:pt x="3395256" y="1439049"/>
                </a:lnTo>
                <a:lnTo>
                  <a:pt x="3170821" y="1439049"/>
                </a:lnTo>
                <a:lnTo>
                  <a:pt x="3167977" y="1441894"/>
                </a:lnTo>
                <a:lnTo>
                  <a:pt x="3167989" y="1896249"/>
                </a:lnTo>
                <a:lnTo>
                  <a:pt x="2947378" y="1896262"/>
                </a:lnTo>
                <a:lnTo>
                  <a:pt x="2941307" y="1876259"/>
                </a:lnTo>
                <a:lnTo>
                  <a:pt x="2928823" y="1860143"/>
                </a:lnTo>
                <a:lnTo>
                  <a:pt x="2911424" y="1849374"/>
                </a:lnTo>
                <a:lnTo>
                  <a:pt x="2890583" y="1845449"/>
                </a:lnTo>
                <a:lnTo>
                  <a:pt x="2868333" y="1849945"/>
                </a:lnTo>
                <a:lnTo>
                  <a:pt x="2850172" y="1862201"/>
                </a:lnTo>
                <a:lnTo>
                  <a:pt x="2837916" y="1880362"/>
                </a:lnTo>
                <a:lnTo>
                  <a:pt x="2833433" y="1902599"/>
                </a:lnTo>
                <a:lnTo>
                  <a:pt x="2837916" y="1924850"/>
                </a:lnTo>
                <a:lnTo>
                  <a:pt x="2850172" y="1943011"/>
                </a:lnTo>
                <a:lnTo>
                  <a:pt x="2868333" y="1955266"/>
                </a:lnTo>
                <a:lnTo>
                  <a:pt x="2890583" y="1959749"/>
                </a:lnTo>
                <a:lnTo>
                  <a:pt x="2911424" y="1955838"/>
                </a:lnTo>
                <a:lnTo>
                  <a:pt x="2928823" y="1945068"/>
                </a:lnTo>
                <a:lnTo>
                  <a:pt x="2941307" y="1928952"/>
                </a:lnTo>
                <a:lnTo>
                  <a:pt x="2947378" y="1908962"/>
                </a:lnTo>
                <a:lnTo>
                  <a:pt x="3177844" y="1908949"/>
                </a:lnTo>
                <a:lnTo>
                  <a:pt x="3180677" y="1906117"/>
                </a:lnTo>
                <a:lnTo>
                  <a:pt x="3180689" y="1451749"/>
                </a:lnTo>
                <a:lnTo>
                  <a:pt x="3395256" y="1451762"/>
                </a:lnTo>
                <a:lnTo>
                  <a:pt x="3401326" y="1471752"/>
                </a:lnTo>
                <a:lnTo>
                  <a:pt x="3413810" y="1487868"/>
                </a:lnTo>
                <a:lnTo>
                  <a:pt x="3431209" y="1498638"/>
                </a:lnTo>
                <a:lnTo>
                  <a:pt x="3452050" y="1502549"/>
                </a:lnTo>
                <a:lnTo>
                  <a:pt x="3474301" y="1498066"/>
                </a:lnTo>
                <a:lnTo>
                  <a:pt x="3492462" y="1485811"/>
                </a:lnTo>
                <a:lnTo>
                  <a:pt x="3504717" y="1467650"/>
                </a:lnTo>
                <a:lnTo>
                  <a:pt x="3509200" y="1445399"/>
                </a:lnTo>
                <a:close/>
              </a:path>
              <a:path w="3530600" h="2861945">
                <a:moveTo>
                  <a:pt x="3519233" y="2804299"/>
                </a:moveTo>
                <a:lnTo>
                  <a:pt x="3514737" y="2782062"/>
                </a:lnTo>
                <a:lnTo>
                  <a:pt x="3502495" y="2763901"/>
                </a:lnTo>
                <a:lnTo>
                  <a:pt x="3484321" y="2751645"/>
                </a:lnTo>
                <a:lnTo>
                  <a:pt x="3462083" y="2747149"/>
                </a:lnTo>
                <a:lnTo>
                  <a:pt x="3441242" y="2751074"/>
                </a:lnTo>
                <a:lnTo>
                  <a:pt x="3423831" y="2761843"/>
                </a:lnTo>
                <a:lnTo>
                  <a:pt x="3411347" y="2777960"/>
                </a:lnTo>
                <a:lnTo>
                  <a:pt x="3405276" y="2797962"/>
                </a:lnTo>
                <a:lnTo>
                  <a:pt x="3179610" y="2797949"/>
                </a:lnTo>
                <a:lnTo>
                  <a:pt x="3179610" y="2673794"/>
                </a:lnTo>
                <a:lnTo>
                  <a:pt x="3176765" y="2670949"/>
                </a:lnTo>
                <a:lnTo>
                  <a:pt x="2947378" y="2670949"/>
                </a:lnTo>
                <a:lnTo>
                  <a:pt x="2941307" y="2650960"/>
                </a:lnTo>
                <a:lnTo>
                  <a:pt x="2928823" y="2634843"/>
                </a:lnTo>
                <a:lnTo>
                  <a:pt x="2911424" y="2624074"/>
                </a:lnTo>
                <a:lnTo>
                  <a:pt x="2890583" y="2620149"/>
                </a:lnTo>
                <a:lnTo>
                  <a:pt x="2868333" y="2624645"/>
                </a:lnTo>
                <a:lnTo>
                  <a:pt x="2850172" y="2636901"/>
                </a:lnTo>
                <a:lnTo>
                  <a:pt x="2837916" y="2655062"/>
                </a:lnTo>
                <a:lnTo>
                  <a:pt x="2833433" y="2677299"/>
                </a:lnTo>
                <a:lnTo>
                  <a:pt x="2837916" y="2699550"/>
                </a:lnTo>
                <a:lnTo>
                  <a:pt x="2850172" y="2717711"/>
                </a:lnTo>
                <a:lnTo>
                  <a:pt x="2868333" y="2729966"/>
                </a:lnTo>
                <a:lnTo>
                  <a:pt x="2890583" y="2734449"/>
                </a:lnTo>
                <a:lnTo>
                  <a:pt x="2911424" y="2730538"/>
                </a:lnTo>
                <a:lnTo>
                  <a:pt x="2928823" y="2719768"/>
                </a:lnTo>
                <a:lnTo>
                  <a:pt x="2941307" y="2703652"/>
                </a:lnTo>
                <a:lnTo>
                  <a:pt x="2947378" y="2683662"/>
                </a:lnTo>
                <a:lnTo>
                  <a:pt x="3166910" y="2683649"/>
                </a:lnTo>
                <a:lnTo>
                  <a:pt x="3166910" y="2807817"/>
                </a:lnTo>
                <a:lnTo>
                  <a:pt x="3169755" y="2810649"/>
                </a:lnTo>
                <a:lnTo>
                  <a:pt x="3405276" y="2810662"/>
                </a:lnTo>
                <a:lnTo>
                  <a:pt x="3411347" y="2830652"/>
                </a:lnTo>
                <a:lnTo>
                  <a:pt x="3423831" y="2846768"/>
                </a:lnTo>
                <a:lnTo>
                  <a:pt x="3441242" y="2857538"/>
                </a:lnTo>
                <a:lnTo>
                  <a:pt x="3462083" y="2861449"/>
                </a:lnTo>
                <a:lnTo>
                  <a:pt x="3484321" y="2856966"/>
                </a:lnTo>
                <a:lnTo>
                  <a:pt x="3502495" y="2844711"/>
                </a:lnTo>
                <a:lnTo>
                  <a:pt x="3514737" y="2826550"/>
                </a:lnTo>
                <a:lnTo>
                  <a:pt x="3519233" y="2804299"/>
                </a:lnTo>
                <a:close/>
              </a:path>
              <a:path w="3530600" h="2861945">
                <a:moveTo>
                  <a:pt x="3530600" y="61099"/>
                </a:moveTo>
                <a:lnTo>
                  <a:pt x="3526104" y="38862"/>
                </a:lnTo>
                <a:lnTo>
                  <a:pt x="3513848" y="20701"/>
                </a:lnTo>
                <a:lnTo>
                  <a:pt x="3495687" y="8445"/>
                </a:lnTo>
                <a:lnTo>
                  <a:pt x="3473450" y="3949"/>
                </a:lnTo>
                <a:lnTo>
                  <a:pt x="3452609" y="7874"/>
                </a:lnTo>
                <a:lnTo>
                  <a:pt x="3435197" y="18643"/>
                </a:lnTo>
                <a:lnTo>
                  <a:pt x="3422713" y="34759"/>
                </a:lnTo>
                <a:lnTo>
                  <a:pt x="3416643" y="54749"/>
                </a:lnTo>
                <a:lnTo>
                  <a:pt x="3168408" y="54749"/>
                </a:lnTo>
                <a:lnTo>
                  <a:pt x="3165564" y="57594"/>
                </a:lnTo>
                <a:lnTo>
                  <a:pt x="3165576" y="1286649"/>
                </a:lnTo>
                <a:lnTo>
                  <a:pt x="2920644" y="1286662"/>
                </a:lnTo>
                <a:lnTo>
                  <a:pt x="2914573" y="1266659"/>
                </a:lnTo>
                <a:lnTo>
                  <a:pt x="2902089" y="1250543"/>
                </a:lnTo>
                <a:lnTo>
                  <a:pt x="2884690" y="1239774"/>
                </a:lnTo>
                <a:lnTo>
                  <a:pt x="2863850" y="1235849"/>
                </a:lnTo>
                <a:lnTo>
                  <a:pt x="2841599" y="1240345"/>
                </a:lnTo>
                <a:lnTo>
                  <a:pt x="2823438" y="1252601"/>
                </a:lnTo>
                <a:lnTo>
                  <a:pt x="2811183" y="1270762"/>
                </a:lnTo>
                <a:lnTo>
                  <a:pt x="2806700" y="1292999"/>
                </a:lnTo>
                <a:lnTo>
                  <a:pt x="2811183" y="1315250"/>
                </a:lnTo>
                <a:lnTo>
                  <a:pt x="2823438" y="1333411"/>
                </a:lnTo>
                <a:lnTo>
                  <a:pt x="2841599" y="1345666"/>
                </a:lnTo>
                <a:lnTo>
                  <a:pt x="2863850" y="1350149"/>
                </a:lnTo>
                <a:lnTo>
                  <a:pt x="2884678" y="1346238"/>
                </a:lnTo>
                <a:lnTo>
                  <a:pt x="2902089" y="1335468"/>
                </a:lnTo>
                <a:lnTo>
                  <a:pt x="2914573" y="1319352"/>
                </a:lnTo>
                <a:lnTo>
                  <a:pt x="2920644" y="1299362"/>
                </a:lnTo>
                <a:lnTo>
                  <a:pt x="3175419" y="1299349"/>
                </a:lnTo>
                <a:lnTo>
                  <a:pt x="3178264" y="1296517"/>
                </a:lnTo>
                <a:lnTo>
                  <a:pt x="3178276" y="67449"/>
                </a:lnTo>
                <a:lnTo>
                  <a:pt x="3416643" y="67462"/>
                </a:lnTo>
                <a:lnTo>
                  <a:pt x="3422713" y="87452"/>
                </a:lnTo>
                <a:lnTo>
                  <a:pt x="3435197" y="103568"/>
                </a:lnTo>
                <a:lnTo>
                  <a:pt x="3452609" y="114338"/>
                </a:lnTo>
                <a:lnTo>
                  <a:pt x="3473450" y="118249"/>
                </a:lnTo>
                <a:lnTo>
                  <a:pt x="3495687" y="113766"/>
                </a:lnTo>
                <a:lnTo>
                  <a:pt x="3513848" y="101511"/>
                </a:lnTo>
                <a:lnTo>
                  <a:pt x="3526104" y="83350"/>
                </a:lnTo>
                <a:lnTo>
                  <a:pt x="3530600" y="61099"/>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1" name="object 61"/>
          <p:cNvSpPr txBox="1"/>
          <p:nvPr/>
        </p:nvSpPr>
        <p:spPr>
          <a:xfrm>
            <a:off x="2917623" y="5226050"/>
            <a:ext cx="1022985"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影响力6因子模型</a:t>
            </a:r>
            <a:endParaRPr sz="1050">
              <a:latin typeface="江城圆体 400W" panose="020B0800000000000000" pitchFamily="34" charset="-128"/>
              <a:ea typeface="江城圆体 400W" panose="020B0800000000000000" pitchFamily="34" charset="-128"/>
              <a:cs typeface="Microsoft JhengHei"/>
            </a:endParaRPr>
          </a:p>
        </p:txBody>
      </p:sp>
      <p:sp>
        <p:nvSpPr>
          <p:cNvPr id="62" name="object 62"/>
          <p:cNvSpPr txBox="1"/>
          <p:nvPr/>
        </p:nvSpPr>
        <p:spPr>
          <a:xfrm>
            <a:off x="654974" y="2768600"/>
            <a:ext cx="925513" cy="252095"/>
          </a:xfrm>
          <a:prstGeom prst="rect">
            <a:avLst/>
          </a:prstGeom>
        </p:spPr>
        <p:txBody>
          <a:bodyPr vert="horz" wrap="square" lIns="0" tIns="6350" rIns="0" bIns="0" rtlCol="0">
            <a:spAutoFit/>
          </a:bodyPr>
          <a:lstStyle/>
          <a:p>
            <a:pPr marL="6350">
              <a:spcBef>
                <a:spcPts val="50"/>
              </a:spcBef>
            </a:pPr>
            <a:r>
              <a:rPr sz="800" b="1" dirty="0">
                <a:solidFill>
                  <a:srgbClr val="212121"/>
                </a:solidFill>
                <a:latin typeface="江城圆体 600W" panose="020B0800000000000000" pitchFamily="34" charset="-128"/>
                <a:ea typeface="江城圆体 600W" panose="020B0800000000000000" pitchFamily="34" charset="-128"/>
                <a:cs typeface="Microsoft JhengHei"/>
              </a:rPr>
              <a:t>借用「动机」影响他人</a:t>
            </a:r>
            <a:endParaRPr sz="800" b="1" dirty="0">
              <a:latin typeface="江城圆体 600W" panose="020B0800000000000000" pitchFamily="34" charset="-128"/>
              <a:ea typeface="江城圆体 600W" panose="020B0800000000000000" pitchFamily="34" charset="-128"/>
              <a:cs typeface="Microsoft JhengHei"/>
            </a:endParaRPr>
          </a:p>
        </p:txBody>
      </p:sp>
      <p:sp>
        <p:nvSpPr>
          <p:cNvPr id="63" name="object 63"/>
          <p:cNvSpPr txBox="1"/>
          <p:nvPr/>
        </p:nvSpPr>
        <p:spPr>
          <a:xfrm>
            <a:off x="5284124" y="2768600"/>
            <a:ext cx="925513" cy="252095"/>
          </a:xfrm>
          <a:prstGeom prst="rect">
            <a:avLst/>
          </a:prstGeom>
        </p:spPr>
        <p:txBody>
          <a:bodyPr vert="horz" wrap="square" lIns="0" tIns="6350" rIns="0" bIns="0" rtlCol="0">
            <a:spAutoFit/>
          </a:bodyPr>
          <a:lstStyle/>
          <a:p>
            <a:pPr marL="6350">
              <a:spcBef>
                <a:spcPts val="50"/>
              </a:spcBef>
            </a:pPr>
            <a:r>
              <a:rPr sz="800" b="1" dirty="0">
                <a:solidFill>
                  <a:srgbClr val="212121"/>
                </a:solidFill>
                <a:latin typeface="江城圆体 600W" panose="020B0800000000000000" pitchFamily="34" charset="-128"/>
                <a:ea typeface="江城圆体 600W" panose="020B0800000000000000" pitchFamily="34" charset="-128"/>
                <a:cs typeface="Microsoft JhengHei"/>
              </a:rPr>
              <a:t>借用「能力」影响他人</a:t>
            </a:r>
            <a:endParaRPr sz="800" b="1" dirty="0">
              <a:latin typeface="江城圆体 600W" panose="020B0800000000000000" pitchFamily="34" charset="-128"/>
              <a:ea typeface="江城圆体 600W" panose="020B0800000000000000" pitchFamily="34" charset="-128"/>
              <a:cs typeface="Microsoft JhengHei"/>
            </a:endParaRPr>
          </a:p>
        </p:txBody>
      </p:sp>
      <p:sp>
        <p:nvSpPr>
          <p:cNvPr id="64" name="object 64"/>
          <p:cNvSpPr txBox="1"/>
          <p:nvPr/>
        </p:nvSpPr>
        <p:spPr>
          <a:xfrm>
            <a:off x="514350" y="2965450"/>
            <a:ext cx="1200150" cy="308610"/>
          </a:xfrm>
          <a:prstGeom prst="rect">
            <a:avLst/>
          </a:prstGeom>
          <a:solidFill>
            <a:srgbClr val="DFF1F3"/>
          </a:solidFill>
          <a:ln w="12700">
            <a:solidFill>
              <a:srgbClr val="212121"/>
            </a:solidFill>
          </a:ln>
        </p:spPr>
        <p:txBody>
          <a:bodyPr vert="horz" wrap="square" lIns="0" tIns="44450" rIns="0" bIns="0" rtlCol="0">
            <a:spAutoFit/>
          </a:bodyPr>
          <a:lstStyle/>
          <a:p>
            <a:pPr marL="6350" algn="ctr">
              <a:spcBef>
                <a:spcPts val="350"/>
              </a:spcBef>
            </a:pPr>
            <a:r>
              <a:rPr sz="800" dirty="0">
                <a:solidFill>
                  <a:srgbClr val="212121"/>
                </a:solidFill>
                <a:latin typeface="江城圆体 400W" panose="020B0800000000000000" pitchFamily="34" charset="-128"/>
                <a:ea typeface="江城圆体 400W" panose="020B0800000000000000" pitchFamily="34" charset="-128"/>
                <a:cs typeface="Microsoft JhengHei"/>
              </a:rPr>
              <a:t>行动指南：</a:t>
            </a:r>
            <a:endParaRPr sz="800">
              <a:latin typeface="江城圆体 400W" panose="020B0800000000000000" pitchFamily="34" charset="-128"/>
              <a:ea typeface="江城圆体 400W" panose="020B0800000000000000" pitchFamily="34" charset="-128"/>
              <a:cs typeface="Microsoft JhengHei"/>
            </a:endParaRPr>
          </a:p>
          <a:p>
            <a:pPr marL="6350" algn="ctr">
              <a:spcBef>
                <a:spcPts val="140"/>
              </a:spcBef>
            </a:pPr>
            <a:r>
              <a:rPr sz="800" dirty="0">
                <a:solidFill>
                  <a:srgbClr val="212121"/>
                </a:solidFill>
                <a:latin typeface="江城圆体 400W" panose="020B0800000000000000" pitchFamily="34" charset="-128"/>
                <a:ea typeface="江城圆体 400W" panose="020B0800000000000000" pitchFamily="34" charset="-128"/>
                <a:cs typeface="Microsoft JhengHei"/>
              </a:rPr>
              <a:t>把「讨厌」变成「喜欢」</a:t>
            </a:r>
            <a:endParaRPr sz="800">
              <a:latin typeface="江城圆体 400W" panose="020B0800000000000000" pitchFamily="34" charset="-128"/>
              <a:ea typeface="江城圆体 400W" panose="020B0800000000000000" pitchFamily="34" charset="-128"/>
              <a:cs typeface="Microsoft JhengHei"/>
            </a:endParaRPr>
          </a:p>
        </p:txBody>
      </p:sp>
      <p:sp>
        <p:nvSpPr>
          <p:cNvPr id="65" name="object 65"/>
          <p:cNvSpPr txBox="1"/>
          <p:nvPr/>
        </p:nvSpPr>
        <p:spPr>
          <a:xfrm>
            <a:off x="5143500" y="2965450"/>
            <a:ext cx="1200150" cy="302260"/>
          </a:xfrm>
          <a:prstGeom prst="rect">
            <a:avLst/>
          </a:prstGeom>
          <a:solidFill>
            <a:srgbClr val="DFF1F3"/>
          </a:solidFill>
          <a:ln w="12700">
            <a:solidFill>
              <a:srgbClr val="212121"/>
            </a:solidFill>
          </a:ln>
        </p:spPr>
        <p:txBody>
          <a:bodyPr vert="horz" wrap="square" lIns="0" tIns="38100" rIns="0" bIns="0" rtlCol="0">
            <a:spAutoFit/>
          </a:bodyPr>
          <a:lstStyle/>
          <a:p>
            <a:pPr marL="6350" algn="ctr">
              <a:spcBef>
                <a:spcPts val="300"/>
              </a:spcBef>
            </a:pPr>
            <a:r>
              <a:rPr sz="800" dirty="0">
                <a:solidFill>
                  <a:srgbClr val="212121"/>
                </a:solidFill>
                <a:latin typeface="江城圆体 400W" panose="020B0800000000000000" pitchFamily="34" charset="-128"/>
                <a:ea typeface="江城圆体 400W" panose="020B0800000000000000" pitchFamily="34" charset="-128"/>
                <a:cs typeface="Microsoft JhengHei"/>
              </a:rPr>
              <a:t>行动指南：</a:t>
            </a:r>
            <a:endParaRPr sz="800">
              <a:latin typeface="江城圆体 400W" panose="020B0800000000000000" pitchFamily="34" charset="-128"/>
              <a:ea typeface="江城圆体 400W" panose="020B0800000000000000" pitchFamily="34" charset="-128"/>
              <a:cs typeface="Microsoft JhengHei"/>
            </a:endParaRPr>
          </a:p>
          <a:p>
            <a:pPr marL="6350" algn="ctr">
              <a:spcBef>
                <a:spcPts val="140"/>
              </a:spcBef>
            </a:pPr>
            <a:r>
              <a:rPr sz="800" dirty="0">
                <a:solidFill>
                  <a:srgbClr val="212121"/>
                </a:solidFill>
                <a:latin typeface="江城圆体 400W" panose="020B0800000000000000" pitchFamily="34" charset="-128"/>
                <a:ea typeface="江城圆体 400W" panose="020B0800000000000000" pitchFamily="34" charset="-128"/>
                <a:cs typeface="Microsoft JhengHei"/>
              </a:rPr>
              <a:t>把「不会」变成「会」</a:t>
            </a:r>
            <a:endParaRPr sz="800">
              <a:latin typeface="江城圆体 400W" panose="020B0800000000000000" pitchFamily="34" charset="-128"/>
              <a:ea typeface="江城圆体 400W" panose="020B0800000000000000" pitchFamily="34" charset="-128"/>
              <a:cs typeface="Microsoft JhengHei"/>
            </a:endParaRPr>
          </a:p>
        </p:txBody>
      </p:sp>
      <p:sp>
        <p:nvSpPr>
          <p:cNvPr id="66" name="object 66"/>
          <p:cNvSpPr txBox="1"/>
          <p:nvPr/>
        </p:nvSpPr>
        <p:spPr>
          <a:xfrm>
            <a:off x="5143500" y="3651250"/>
            <a:ext cx="1200150" cy="308610"/>
          </a:xfrm>
          <a:prstGeom prst="rect">
            <a:avLst/>
          </a:prstGeom>
          <a:solidFill>
            <a:srgbClr val="DFF1F3"/>
          </a:solidFill>
          <a:ln w="12700">
            <a:solidFill>
              <a:srgbClr val="212121"/>
            </a:solidFill>
          </a:ln>
        </p:spPr>
        <p:txBody>
          <a:bodyPr vert="horz" wrap="square" lIns="0" tIns="26670" rIns="0" bIns="0" rtlCol="0">
            <a:spAutoFit/>
          </a:bodyPr>
          <a:lstStyle/>
          <a:p>
            <a:pPr marL="310515" marR="277495" indent="39370">
              <a:lnSpc>
                <a:spcPct val="115000"/>
              </a:lnSpc>
              <a:spcBef>
                <a:spcPts val="210"/>
              </a:spcBef>
            </a:pPr>
            <a:r>
              <a:rPr sz="800" dirty="0">
                <a:solidFill>
                  <a:srgbClr val="212121"/>
                </a:solidFill>
                <a:latin typeface="江城圆体 400W" panose="020B0800000000000000" pitchFamily="34" charset="-128"/>
                <a:ea typeface="江城圆体 400W" panose="020B0800000000000000" pitchFamily="34" charset="-128"/>
                <a:cs typeface="Microsoft JhengHei"/>
              </a:rPr>
              <a:t>行动指南：借助众人力量</a:t>
            </a:r>
            <a:endParaRPr sz="800">
              <a:latin typeface="江城圆体 400W" panose="020B0800000000000000" pitchFamily="34" charset="-128"/>
              <a:ea typeface="江城圆体 400W" panose="020B0800000000000000" pitchFamily="34" charset="-128"/>
              <a:cs typeface="Microsoft JhengHei"/>
            </a:endParaRPr>
          </a:p>
        </p:txBody>
      </p:sp>
      <p:sp>
        <p:nvSpPr>
          <p:cNvPr id="67" name="object 67"/>
          <p:cNvSpPr txBox="1"/>
          <p:nvPr/>
        </p:nvSpPr>
        <p:spPr>
          <a:xfrm>
            <a:off x="5143500" y="4337050"/>
            <a:ext cx="1200150" cy="314960"/>
          </a:xfrm>
          <a:prstGeom prst="rect">
            <a:avLst/>
          </a:prstGeom>
          <a:solidFill>
            <a:srgbClr val="DFF1F3"/>
          </a:solidFill>
          <a:ln w="12700">
            <a:solidFill>
              <a:srgbClr val="212121"/>
            </a:solidFill>
          </a:ln>
        </p:spPr>
        <p:txBody>
          <a:bodyPr vert="horz" wrap="square" lIns="0" tIns="33020" rIns="0" bIns="0" rtlCol="0">
            <a:spAutoFit/>
          </a:bodyPr>
          <a:lstStyle/>
          <a:p>
            <a:pPr marL="299085" marR="288925" indent="50800">
              <a:lnSpc>
                <a:spcPct val="115000"/>
              </a:lnSpc>
              <a:spcBef>
                <a:spcPts val="260"/>
              </a:spcBef>
            </a:pPr>
            <a:r>
              <a:rPr sz="800" dirty="0">
                <a:solidFill>
                  <a:srgbClr val="212121"/>
                </a:solidFill>
                <a:latin typeface="江城圆体 400W" panose="020B0800000000000000" pitchFamily="34" charset="-128"/>
                <a:ea typeface="江城圆体 400W" panose="020B0800000000000000" pitchFamily="34" charset="-128"/>
                <a:cs typeface="Microsoft JhengHei"/>
              </a:rPr>
              <a:t>行动指南：改变周遭环境</a:t>
            </a:r>
            <a:endParaRPr sz="800">
              <a:latin typeface="江城圆体 400W" panose="020B0800000000000000" pitchFamily="34" charset="-128"/>
              <a:ea typeface="江城圆体 400W" panose="020B0800000000000000" pitchFamily="34" charset="-128"/>
              <a:cs typeface="Microsoft JhengHei"/>
            </a:endParaRPr>
          </a:p>
        </p:txBody>
      </p:sp>
      <p:sp>
        <p:nvSpPr>
          <p:cNvPr id="68" name="object 68"/>
          <p:cNvSpPr txBox="1"/>
          <p:nvPr/>
        </p:nvSpPr>
        <p:spPr>
          <a:xfrm>
            <a:off x="514350" y="3651250"/>
            <a:ext cx="1200150" cy="308610"/>
          </a:xfrm>
          <a:prstGeom prst="rect">
            <a:avLst/>
          </a:prstGeom>
          <a:solidFill>
            <a:srgbClr val="DFF1F3"/>
          </a:solidFill>
          <a:ln w="12700">
            <a:solidFill>
              <a:srgbClr val="212121"/>
            </a:solidFill>
          </a:ln>
        </p:spPr>
        <p:txBody>
          <a:bodyPr vert="horz" wrap="square" lIns="0" tIns="26670" rIns="0" bIns="0" rtlCol="0">
            <a:spAutoFit/>
          </a:bodyPr>
          <a:lstStyle/>
          <a:p>
            <a:pPr marL="299085" marR="288925" indent="50800">
              <a:lnSpc>
                <a:spcPct val="115000"/>
              </a:lnSpc>
              <a:spcBef>
                <a:spcPts val="210"/>
              </a:spcBef>
            </a:pPr>
            <a:r>
              <a:rPr sz="800" dirty="0">
                <a:solidFill>
                  <a:srgbClr val="212121"/>
                </a:solidFill>
                <a:latin typeface="江城圆体 400W" panose="020B0800000000000000" pitchFamily="34" charset="-128"/>
                <a:ea typeface="江城圆体 400W" panose="020B0800000000000000" pitchFamily="34" charset="-128"/>
                <a:cs typeface="Microsoft JhengHei"/>
              </a:rPr>
              <a:t>行动指南：运用同僚压力</a:t>
            </a:r>
            <a:endParaRPr sz="800" dirty="0">
              <a:latin typeface="江城圆体 400W" panose="020B0800000000000000" pitchFamily="34" charset="-128"/>
              <a:ea typeface="江城圆体 400W" panose="020B0800000000000000" pitchFamily="34" charset="-128"/>
              <a:cs typeface="Microsoft JhengHei"/>
            </a:endParaRPr>
          </a:p>
        </p:txBody>
      </p:sp>
      <p:sp>
        <p:nvSpPr>
          <p:cNvPr id="69" name="object 69"/>
          <p:cNvSpPr txBox="1"/>
          <p:nvPr/>
        </p:nvSpPr>
        <p:spPr>
          <a:xfrm>
            <a:off x="514350" y="4337050"/>
            <a:ext cx="1200150" cy="308610"/>
          </a:xfrm>
          <a:prstGeom prst="rect">
            <a:avLst/>
          </a:prstGeom>
          <a:solidFill>
            <a:srgbClr val="DFF1F3"/>
          </a:solidFill>
          <a:ln w="12700">
            <a:solidFill>
              <a:srgbClr val="212121"/>
            </a:solidFill>
          </a:ln>
        </p:spPr>
        <p:txBody>
          <a:bodyPr vert="horz" wrap="square" lIns="0" tIns="26670" rIns="0" bIns="0" rtlCol="0">
            <a:spAutoFit/>
          </a:bodyPr>
          <a:lstStyle/>
          <a:p>
            <a:pPr marL="299085" marR="288925" indent="50800">
              <a:lnSpc>
                <a:spcPct val="115000"/>
              </a:lnSpc>
              <a:spcBef>
                <a:spcPts val="210"/>
              </a:spcBef>
            </a:pPr>
            <a:r>
              <a:rPr sz="800" dirty="0">
                <a:solidFill>
                  <a:srgbClr val="212121"/>
                </a:solidFill>
                <a:latin typeface="江城圆体 400W" panose="020B0800000000000000" pitchFamily="34" charset="-128"/>
                <a:ea typeface="江城圆体 400W" panose="020B0800000000000000" pitchFamily="34" charset="-128"/>
                <a:cs typeface="Microsoft JhengHei"/>
              </a:rPr>
              <a:t>行动指南：调整赏罚结构</a:t>
            </a:r>
            <a:endParaRPr sz="800">
              <a:latin typeface="江城圆体 400W" panose="020B0800000000000000" pitchFamily="34" charset="-128"/>
              <a:ea typeface="江城圆体 400W" panose="020B0800000000000000" pitchFamily="34" charset="-128"/>
              <a:cs typeface="Microsoft JhengHei"/>
            </a:endParaRPr>
          </a:p>
        </p:txBody>
      </p:sp>
      <p:grpSp>
        <p:nvGrpSpPr>
          <p:cNvPr id="70" name="object 70"/>
          <p:cNvGrpSpPr/>
          <p:nvPr/>
        </p:nvGrpSpPr>
        <p:grpSpPr>
          <a:xfrm>
            <a:off x="508000" y="7600950"/>
            <a:ext cx="2940050" cy="800100"/>
            <a:chOff x="1016000" y="15201900"/>
            <a:chExt cx="5880100" cy="1600200"/>
          </a:xfrm>
        </p:grpSpPr>
        <p:sp>
          <p:nvSpPr>
            <p:cNvPr id="71" name="object 71"/>
            <p:cNvSpPr/>
            <p:nvPr/>
          </p:nvSpPr>
          <p:spPr>
            <a:xfrm>
              <a:off x="1016000" y="15201900"/>
              <a:ext cx="1168400" cy="1168400"/>
            </a:xfrm>
            <a:custGeom>
              <a:avLst/>
              <a:gdLst/>
              <a:ahLst/>
              <a:cxnLst/>
              <a:rect l="l" t="t" r="r" b="b"/>
              <a:pathLst>
                <a:path w="1168400" h="1168400">
                  <a:moveTo>
                    <a:pt x="584200" y="0"/>
                  </a:moveTo>
                  <a:lnTo>
                    <a:pt x="536286" y="1936"/>
                  </a:lnTo>
                  <a:lnTo>
                    <a:pt x="489439" y="7646"/>
                  </a:lnTo>
                  <a:lnTo>
                    <a:pt x="443809" y="16978"/>
                  </a:lnTo>
                  <a:lnTo>
                    <a:pt x="399547" y="29782"/>
                  </a:lnTo>
                  <a:lnTo>
                    <a:pt x="356802" y="45909"/>
                  </a:lnTo>
                  <a:lnTo>
                    <a:pt x="315726" y="65207"/>
                  </a:lnTo>
                  <a:lnTo>
                    <a:pt x="276468" y="87526"/>
                  </a:lnTo>
                  <a:lnTo>
                    <a:pt x="239179" y="112716"/>
                  </a:lnTo>
                  <a:lnTo>
                    <a:pt x="204008" y="140627"/>
                  </a:lnTo>
                  <a:lnTo>
                    <a:pt x="171108" y="171108"/>
                  </a:lnTo>
                  <a:lnTo>
                    <a:pt x="140627" y="204008"/>
                  </a:lnTo>
                  <a:lnTo>
                    <a:pt x="112716" y="239179"/>
                  </a:lnTo>
                  <a:lnTo>
                    <a:pt x="87526" y="276468"/>
                  </a:lnTo>
                  <a:lnTo>
                    <a:pt x="65207" y="315726"/>
                  </a:lnTo>
                  <a:lnTo>
                    <a:pt x="45909" y="356802"/>
                  </a:lnTo>
                  <a:lnTo>
                    <a:pt x="29782" y="399547"/>
                  </a:lnTo>
                  <a:lnTo>
                    <a:pt x="16978" y="443809"/>
                  </a:lnTo>
                  <a:lnTo>
                    <a:pt x="7646" y="489439"/>
                  </a:lnTo>
                  <a:lnTo>
                    <a:pt x="1936" y="536286"/>
                  </a:lnTo>
                  <a:lnTo>
                    <a:pt x="0" y="584200"/>
                  </a:lnTo>
                  <a:lnTo>
                    <a:pt x="1936" y="632113"/>
                  </a:lnTo>
                  <a:lnTo>
                    <a:pt x="7646" y="678960"/>
                  </a:lnTo>
                  <a:lnTo>
                    <a:pt x="16978" y="724590"/>
                  </a:lnTo>
                  <a:lnTo>
                    <a:pt x="29782" y="768852"/>
                  </a:lnTo>
                  <a:lnTo>
                    <a:pt x="45909" y="811597"/>
                  </a:lnTo>
                  <a:lnTo>
                    <a:pt x="65207" y="852673"/>
                  </a:lnTo>
                  <a:lnTo>
                    <a:pt x="87526" y="891931"/>
                  </a:lnTo>
                  <a:lnTo>
                    <a:pt x="112716" y="929220"/>
                  </a:lnTo>
                  <a:lnTo>
                    <a:pt x="140627" y="964391"/>
                  </a:lnTo>
                  <a:lnTo>
                    <a:pt x="171108" y="997291"/>
                  </a:lnTo>
                  <a:lnTo>
                    <a:pt x="204008" y="1027772"/>
                  </a:lnTo>
                  <a:lnTo>
                    <a:pt x="239179" y="1055683"/>
                  </a:lnTo>
                  <a:lnTo>
                    <a:pt x="276468" y="1080873"/>
                  </a:lnTo>
                  <a:lnTo>
                    <a:pt x="315726" y="1103192"/>
                  </a:lnTo>
                  <a:lnTo>
                    <a:pt x="356802" y="1122490"/>
                  </a:lnTo>
                  <a:lnTo>
                    <a:pt x="399547" y="1138617"/>
                  </a:lnTo>
                  <a:lnTo>
                    <a:pt x="443809" y="1151421"/>
                  </a:lnTo>
                  <a:lnTo>
                    <a:pt x="489439" y="1160753"/>
                  </a:lnTo>
                  <a:lnTo>
                    <a:pt x="536286" y="1166463"/>
                  </a:lnTo>
                  <a:lnTo>
                    <a:pt x="584200" y="1168400"/>
                  </a:lnTo>
                  <a:lnTo>
                    <a:pt x="632113" y="1166463"/>
                  </a:lnTo>
                  <a:lnTo>
                    <a:pt x="678960" y="1160753"/>
                  </a:lnTo>
                  <a:lnTo>
                    <a:pt x="724590" y="1151421"/>
                  </a:lnTo>
                  <a:lnTo>
                    <a:pt x="768852" y="1138617"/>
                  </a:lnTo>
                  <a:lnTo>
                    <a:pt x="811597" y="1122490"/>
                  </a:lnTo>
                  <a:lnTo>
                    <a:pt x="852673" y="1103192"/>
                  </a:lnTo>
                  <a:lnTo>
                    <a:pt x="891931" y="1080873"/>
                  </a:lnTo>
                  <a:lnTo>
                    <a:pt x="929220" y="1055683"/>
                  </a:lnTo>
                  <a:lnTo>
                    <a:pt x="964391" y="1027772"/>
                  </a:lnTo>
                  <a:lnTo>
                    <a:pt x="997291" y="997291"/>
                  </a:lnTo>
                  <a:lnTo>
                    <a:pt x="1027772" y="964391"/>
                  </a:lnTo>
                  <a:lnTo>
                    <a:pt x="1055683" y="929220"/>
                  </a:lnTo>
                  <a:lnTo>
                    <a:pt x="1080873" y="891931"/>
                  </a:lnTo>
                  <a:lnTo>
                    <a:pt x="1103192" y="852673"/>
                  </a:lnTo>
                  <a:lnTo>
                    <a:pt x="1122490" y="811597"/>
                  </a:lnTo>
                  <a:lnTo>
                    <a:pt x="1138617" y="768852"/>
                  </a:lnTo>
                  <a:lnTo>
                    <a:pt x="1151421" y="724590"/>
                  </a:lnTo>
                  <a:lnTo>
                    <a:pt x="1160753" y="678960"/>
                  </a:lnTo>
                  <a:lnTo>
                    <a:pt x="1166463" y="632113"/>
                  </a:lnTo>
                  <a:lnTo>
                    <a:pt x="1168400" y="584200"/>
                  </a:lnTo>
                  <a:lnTo>
                    <a:pt x="1166463" y="536286"/>
                  </a:lnTo>
                  <a:lnTo>
                    <a:pt x="1160753" y="489439"/>
                  </a:lnTo>
                  <a:lnTo>
                    <a:pt x="1151421" y="443809"/>
                  </a:lnTo>
                  <a:lnTo>
                    <a:pt x="1138617" y="399547"/>
                  </a:lnTo>
                  <a:lnTo>
                    <a:pt x="1122490" y="356802"/>
                  </a:lnTo>
                  <a:lnTo>
                    <a:pt x="1103192" y="315726"/>
                  </a:lnTo>
                  <a:lnTo>
                    <a:pt x="1080873" y="276468"/>
                  </a:lnTo>
                  <a:lnTo>
                    <a:pt x="1055683" y="239179"/>
                  </a:lnTo>
                  <a:lnTo>
                    <a:pt x="1027772" y="204008"/>
                  </a:lnTo>
                  <a:lnTo>
                    <a:pt x="997291" y="171108"/>
                  </a:lnTo>
                  <a:lnTo>
                    <a:pt x="964391" y="140627"/>
                  </a:lnTo>
                  <a:lnTo>
                    <a:pt x="929220" y="112716"/>
                  </a:lnTo>
                  <a:lnTo>
                    <a:pt x="891931" y="87526"/>
                  </a:lnTo>
                  <a:lnTo>
                    <a:pt x="852673" y="65207"/>
                  </a:lnTo>
                  <a:lnTo>
                    <a:pt x="811597" y="45909"/>
                  </a:lnTo>
                  <a:lnTo>
                    <a:pt x="768852" y="29782"/>
                  </a:lnTo>
                  <a:lnTo>
                    <a:pt x="724590" y="16978"/>
                  </a:lnTo>
                  <a:lnTo>
                    <a:pt x="678960" y="7646"/>
                  </a:lnTo>
                  <a:lnTo>
                    <a:pt x="632113" y="1936"/>
                  </a:lnTo>
                  <a:lnTo>
                    <a:pt x="5842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72" name="object 72"/>
            <p:cNvPicPr/>
            <p:nvPr/>
          </p:nvPicPr>
          <p:blipFill>
            <a:blip r:embed="rId3" cstate="print"/>
            <a:stretch>
              <a:fillRect/>
            </a:stretch>
          </p:blipFill>
          <p:spPr>
            <a:xfrm>
              <a:off x="4965700" y="15455900"/>
              <a:ext cx="1930400" cy="1346200"/>
            </a:xfrm>
            <a:prstGeom prst="rect">
              <a:avLst/>
            </a:prstGeom>
          </p:spPr>
        </p:pic>
        <p:sp>
          <p:nvSpPr>
            <p:cNvPr id="73" name="object 73"/>
            <p:cNvSpPr/>
            <p:nvPr/>
          </p:nvSpPr>
          <p:spPr>
            <a:xfrm>
              <a:off x="5346700" y="15252700"/>
              <a:ext cx="1168400" cy="584200"/>
            </a:xfrm>
            <a:custGeom>
              <a:avLst/>
              <a:gdLst/>
              <a:ahLst/>
              <a:cxnLst/>
              <a:rect l="l" t="t" r="r" b="b"/>
              <a:pathLst>
                <a:path w="1168400" h="584200">
                  <a:moveTo>
                    <a:pt x="584200" y="0"/>
                  </a:moveTo>
                  <a:lnTo>
                    <a:pt x="536286" y="1936"/>
                  </a:lnTo>
                  <a:lnTo>
                    <a:pt x="489439" y="7646"/>
                  </a:lnTo>
                  <a:lnTo>
                    <a:pt x="443809" y="16978"/>
                  </a:lnTo>
                  <a:lnTo>
                    <a:pt x="399547" y="29782"/>
                  </a:lnTo>
                  <a:lnTo>
                    <a:pt x="356802" y="45909"/>
                  </a:lnTo>
                  <a:lnTo>
                    <a:pt x="315726" y="65207"/>
                  </a:lnTo>
                  <a:lnTo>
                    <a:pt x="276468" y="87526"/>
                  </a:lnTo>
                  <a:lnTo>
                    <a:pt x="239179" y="112716"/>
                  </a:lnTo>
                  <a:lnTo>
                    <a:pt x="204008" y="140627"/>
                  </a:lnTo>
                  <a:lnTo>
                    <a:pt x="171108" y="171108"/>
                  </a:lnTo>
                  <a:lnTo>
                    <a:pt x="140627" y="204008"/>
                  </a:lnTo>
                  <a:lnTo>
                    <a:pt x="112716" y="239179"/>
                  </a:lnTo>
                  <a:lnTo>
                    <a:pt x="87526" y="276468"/>
                  </a:lnTo>
                  <a:lnTo>
                    <a:pt x="65207" y="315726"/>
                  </a:lnTo>
                  <a:lnTo>
                    <a:pt x="45909" y="356802"/>
                  </a:lnTo>
                  <a:lnTo>
                    <a:pt x="29782" y="399547"/>
                  </a:lnTo>
                  <a:lnTo>
                    <a:pt x="16978" y="443809"/>
                  </a:lnTo>
                  <a:lnTo>
                    <a:pt x="7646" y="489439"/>
                  </a:lnTo>
                  <a:lnTo>
                    <a:pt x="1936" y="536286"/>
                  </a:lnTo>
                  <a:lnTo>
                    <a:pt x="0" y="584200"/>
                  </a:lnTo>
                  <a:lnTo>
                    <a:pt x="1168400" y="584200"/>
                  </a:lnTo>
                  <a:lnTo>
                    <a:pt x="1166463" y="536286"/>
                  </a:lnTo>
                  <a:lnTo>
                    <a:pt x="1160753" y="489439"/>
                  </a:lnTo>
                  <a:lnTo>
                    <a:pt x="1151421" y="443809"/>
                  </a:lnTo>
                  <a:lnTo>
                    <a:pt x="1138617" y="399547"/>
                  </a:lnTo>
                  <a:lnTo>
                    <a:pt x="1122490" y="356802"/>
                  </a:lnTo>
                  <a:lnTo>
                    <a:pt x="1103192" y="315726"/>
                  </a:lnTo>
                  <a:lnTo>
                    <a:pt x="1080873" y="276468"/>
                  </a:lnTo>
                  <a:lnTo>
                    <a:pt x="1055683" y="239179"/>
                  </a:lnTo>
                  <a:lnTo>
                    <a:pt x="1027772" y="204008"/>
                  </a:lnTo>
                  <a:lnTo>
                    <a:pt x="997291" y="171108"/>
                  </a:lnTo>
                  <a:lnTo>
                    <a:pt x="964391" y="140627"/>
                  </a:lnTo>
                  <a:lnTo>
                    <a:pt x="929220" y="112716"/>
                  </a:lnTo>
                  <a:lnTo>
                    <a:pt x="891931" y="87526"/>
                  </a:lnTo>
                  <a:lnTo>
                    <a:pt x="852673" y="65207"/>
                  </a:lnTo>
                  <a:lnTo>
                    <a:pt x="811597" y="45909"/>
                  </a:lnTo>
                  <a:lnTo>
                    <a:pt x="768852" y="29782"/>
                  </a:lnTo>
                  <a:lnTo>
                    <a:pt x="724590" y="16978"/>
                  </a:lnTo>
                  <a:lnTo>
                    <a:pt x="678960" y="7646"/>
                  </a:lnTo>
                  <a:lnTo>
                    <a:pt x="632113" y="1936"/>
                  </a:lnTo>
                  <a:lnTo>
                    <a:pt x="584200"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74" name="object 74"/>
          <p:cNvGrpSpPr/>
          <p:nvPr/>
        </p:nvGrpSpPr>
        <p:grpSpPr>
          <a:xfrm>
            <a:off x="3575050" y="7639050"/>
            <a:ext cx="2762250" cy="603250"/>
            <a:chOff x="7150100" y="15278100"/>
            <a:chExt cx="5524500" cy="1206500"/>
          </a:xfrm>
        </p:grpSpPr>
        <p:sp>
          <p:nvSpPr>
            <p:cNvPr id="75" name="object 75"/>
            <p:cNvSpPr/>
            <p:nvPr/>
          </p:nvSpPr>
          <p:spPr>
            <a:xfrm>
              <a:off x="7150100" y="15278100"/>
              <a:ext cx="1168400" cy="1168400"/>
            </a:xfrm>
            <a:custGeom>
              <a:avLst/>
              <a:gdLst/>
              <a:ahLst/>
              <a:cxnLst/>
              <a:rect l="l" t="t" r="r" b="b"/>
              <a:pathLst>
                <a:path w="1168400" h="1168400">
                  <a:moveTo>
                    <a:pt x="584200" y="0"/>
                  </a:moveTo>
                  <a:lnTo>
                    <a:pt x="536286" y="1936"/>
                  </a:lnTo>
                  <a:lnTo>
                    <a:pt x="489439" y="7646"/>
                  </a:lnTo>
                  <a:lnTo>
                    <a:pt x="443809" y="16978"/>
                  </a:lnTo>
                  <a:lnTo>
                    <a:pt x="399547" y="29782"/>
                  </a:lnTo>
                  <a:lnTo>
                    <a:pt x="356802" y="45909"/>
                  </a:lnTo>
                  <a:lnTo>
                    <a:pt x="315726" y="65207"/>
                  </a:lnTo>
                  <a:lnTo>
                    <a:pt x="276468" y="87526"/>
                  </a:lnTo>
                  <a:lnTo>
                    <a:pt x="239179" y="112716"/>
                  </a:lnTo>
                  <a:lnTo>
                    <a:pt x="204008" y="140627"/>
                  </a:lnTo>
                  <a:lnTo>
                    <a:pt x="171108" y="171108"/>
                  </a:lnTo>
                  <a:lnTo>
                    <a:pt x="140627" y="204008"/>
                  </a:lnTo>
                  <a:lnTo>
                    <a:pt x="112716" y="239179"/>
                  </a:lnTo>
                  <a:lnTo>
                    <a:pt x="87526" y="276468"/>
                  </a:lnTo>
                  <a:lnTo>
                    <a:pt x="65207" y="315726"/>
                  </a:lnTo>
                  <a:lnTo>
                    <a:pt x="45909" y="356802"/>
                  </a:lnTo>
                  <a:lnTo>
                    <a:pt x="29782" y="399547"/>
                  </a:lnTo>
                  <a:lnTo>
                    <a:pt x="16978" y="443809"/>
                  </a:lnTo>
                  <a:lnTo>
                    <a:pt x="7646" y="489439"/>
                  </a:lnTo>
                  <a:lnTo>
                    <a:pt x="1936" y="536286"/>
                  </a:lnTo>
                  <a:lnTo>
                    <a:pt x="0" y="584200"/>
                  </a:lnTo>
                  <a:lnTo>
                    <a:pt x="1936" y="632113"/>
                  </a:lnTo>
                  <a:lnTo>
                    <a:pt x="7646" y="678960"/>
                  </a:lnTo>
                  <a:lnTo>
                    <a:pt x="16978" y="724590"/>
                  </a:lnTo>
                  <a:lnTo>
                    <a:pt x="29782" y="768852"/>
                  </a:lnTo>
                  <a:lnTo>
                    <a:pt x="45909" y="811597"/>
                  </a:lnTo>
                  <a:lnTo>
                    <a:pt x="65207" y="852673"/>
                  </a:lnTo>
                  <a:lnTo>
                    <a:pt x="87526" y="891931"/>
                  </a:lnTo>
                  <a:lnTo>
                    <a:pt x="112716" y="929220"/>
                  </a:lnTo>
                  <a:lnTo>
                    <a:pt x="140627" y="964391"/>
                  </a:lnTo>
                  <a:lnTo>
                    <a:pt x="171108" y="997291"/>
                  </a:lnTo>
                  <a:lnTo>
                    <a:pt x="204008" y="1027772"/>
                  </a:lnTo>
                  <a:lnTo>
                    <a:pt x="239179" y="1055683"/>
                  </a:lnTo>
                  <a:lnTo>
                    <a:pt x="276468" y="1080873"/>
                  </a:lnTo>
                  <a:lnTo>
                    <a:pt x="315726" y="1103192"/>
                  </a:lnTo>
                  <a:lnTo>
                    <a:pt x="356802" y="1122490"/>
                  </a:lnTo>
                  <a:lnTo>
                    <a:pt x="399547" y="1138617"/>
                  </a:lnTo>
                  <a:lnTo>
                    <a:pt x="443809" y="1151421"/>
                  </a:lnTo>
                  <a:lnTo>
                    <a:pt x="489439" y="1160753"/>
                  </a:lnTo>
                  <a:lnTo>
                    <a:pt x="536286" y="1166463"/>
                  </a:lnTo>
                  <a:lnTo>
                    <a:pt x="584200" y="1168400"/>
                  </a:lnTo>
                  <a:lnTo>
                    <a:pt x="632113" y="1166463"/>
                  </a:lnTo>
                  <a:lnTo>
                    <a:pt x="678960" y="1160753"/>
                  </a:lnTo>
                  <a:lnTo>
                    <a:pt x="724590" y="1151421"/>
                  </a:lnTo>
                  <a:lnTo>
                    <a:pt x="768852" y="1138617"/>
                  </a:lnTo>
                  <a:lnTo>
                    <a:pt x="811597" y="1122490"/>
                  </a:lnTo>
                  <a:lnTo>
                    <a:pt x="852673" y="1103192"/>
                  </a:lnTo>
                  <a:lnTo>
                    <a:pt x="891931" y="1080873"/>
                  </a:lnTo>
                  <a:lnTo>
                    <a:pt x="929220" y="1055683"/>
                  </a:lnTo>
                  <a:lnTo>
                    <a:pt x="964391" y="1027772"/>
                  </a:lnTo>
                  <a:lnTo>
                    <a:pt x="997291" y="997291"/>
                  </a:lnTo>
                  <a:lnTo>
                    <a:pt x="1027772" y="964391"/>
                  </a:lnTo>
                  <a:lnTo>
                    <a:pt x="1055683" y="929220"/>
                  </a:lnTo>
                  <a:lnTo>
                    <a:pt x="1080873" y="891931"/>
                  </a:lnTo>
                  <a:lnTo>
                    <a:pt x="1103192" y="852673"/>
                  </a:lnTo>
                  <a:lnTo>
                    <a:pt x="1122490" y="811597"/>
                  </a:lnTo>
                  <a:lnTo>
                    <a:pt x="1138617" y="768852"/>
                  </a:lnTo>
                  <a:lnTo>
                    <a:pt x="1151421" y="724590"/>
                  </a:lnTo>
                  <a:lnTo>
                    <a:pt x="1160753" y="678960"/>
                  </a:lnTo>
                  <a:lnTo>
                    <a:pt x="1166463" y="632113"/>
                  </a:lnTo>
                  <a:lnTo>
                    <a:pt x="1168400" y="584200"/>
                  </a:lnTo>
                  <a:lnTo>
                    <a:pt x="1166463" y="536286"/>
                  </a:lnTo>
                  <a:lnTo>
                    <a:pt x="1160753" y="489439"/>
                  </a:lnTo>
                  <a:lnTo>
                    <a:pt x="1151421" y="443809"/>
                  </a:lnTo>
                  <a:lnTo>
                    <a:pt x="1138617" y="399547"/>
                  </a:lnTo>
                  <a:lnTo>
                    <a:pt x="1122490" y="356802"/>
                  </a:lnTo>
                  <a:lnTo>
                    <a:pt x="1103192" y="315726"/>
                  </a:lnTo>
                  <a:lnTo>
                    <a:pt x="1080873" y="276468"/>
                  </a:lnTo>
                  <a:lnTo>
                    <a:pt x="1055683" y="239179"/>
                  </a:lnTo>
                  <a:lnTo>
                    <a:pt x="1027772" y="204008"/>
                  </a:lnTo>
                  <a:lnTo>
                    <a:pt x="997291" y="171108"/>
                  </a:lnTo>
                  <a:lnTo>
                    <a:pt x="964391" y="140627"/>
                  </a:lnTo>
                  <a:lnTo>
                    <a:pt x="929220" y="112716"/>
                  </a:lnTo>
                  <a:lnTo>
                    <a:pt x="891931" y="87526"/>
                  </a:lnTo>
                  <a:lnTo>
                    <a:pt x="852673" y="65207"/>
                  </a:lnTo>
                  <a:lnTo>
                    <a:pt x="811597" y="45909"/>
                  </a:lnTo>
                  <a:lnTo>
                    <a:pt x="768852" y="29782"/>
                  </a:lnTo>
                  <a:lnTo>
                    <a:pt x="724590" y="16978"/>
                  </a:lnTo>
                  <a:lnTo>
                    <a:pt x="678960" y="7646"/>
                  </a:lnTo>
                  <a:lnTo>
                    <a:pt x="632113" y="1936"/>
                  </a:lnTo>
                  <a:lnTo>
                    <a:pt x="5842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6" name="object 76"/>
            <p:cNvSpPr/>
            <p:nvPr/>
          </p:nvSpPr>
          <p:spPr>
            <a:xfrm>
              <a:off x="11506200" y="15316200"/>
              <a:ext cx="1168400" cy="1168400"/>
            </a:xfrm>
            <a:custGeom>
              <a:avLst/>
              <a:gdLst/>
              <a:ahLst/>
              <a:cxnLst/>
              <a:rect l="l" t="t" r="r" b="b"/>
              <a:pathLst>
                <a:path w="1168400" h="1168400">
                  <a:moveTo>
                    <a:pt x="584200" y="0"/>
                  </a:moveTo>
                  <a:lnTo>
                    <a:pt x="536286" y="1936"/>
                  </a:lnTo>
                  <a:lnTo>
                    <a:pt x="489439" y="7646"/>
                  </a:lnTo>
                  <a:lnTo>
                    <a:pt x="443809" y="16978"/>
                  </a:lnTo>
                  <a:lnTo>
                    <a:pt x="399547" y="29782"/>
                  </a:lnTo>
                  <a:lnTo>
                    <a:pt x="356802" y="45909"/>
                  </a:lnTo>
                  <a:lnTo>
                    <a:pt x="315726" y="65207"/>
                  </a:lnTo>
                  <a:lnTo>
                    <a:pt x="276468" y="87526"/>
                  </a:lnTo>
                  <a:lnTo>
                    <a:pt x="239179" y="112716"/>
                  </a:lnTo>
                  <a:lnTo>
                    <a:pt x="204008" y="140627"/>
                  </a:lnTo>
                  <a:lnTo>
                    <a:pt x="171108" y="171108"/>
                  </a:lnTo>
                  <a:lnTo>
                    <a:pt x="140627" y="204008"/>
                  </a:lnTo>
                  <a:lnTo>
                    <a:pt x="112716" y="239179"/>
                  </a:lnTo>
                  <a:lnTo>
                    <a:pt x="87526" y="276468"/>
                  </a:lnTo>
                  <a:lnTo>
                    <a:pt x="65207" y="315726"/>
                  </a:lnTo>
                  <a:lnTo>
                    <a:pt x="45909" y="356802"/>
                  </a:lnTo>
                  <a:lnTo>
                    <a:pt x="29782" y="399547"/>
                  </a:lnTo>
                  <a:lnTo>
                    <a:pt x="16978" y="443809"/>
                  </a:lnTo>
                  <a:lnTo>
                    <a:pt x="7646" y="489439"/>
                  </a:lnTo>
                  <a:lnTo>
                    <a:pt x="1936" y="536286"/>
                  </a:lnTo>
                  <a:lnTo>
                    <a:pt x="0" y="584200"/>
                  </a:lnTo>
                  <a:lnTo>
                    <a:pt x="1936" y="632113"/>
                  </a:lnTo>
                  <a:lnTo>
                    <a:pt x="7646" y="678960"/>
                  </a:lnTo>
                  <a:lnTo>
                    <a:pt x="16978" y="724590"/>
                  </a:lnTo>
                  <a:lnTo>
                    <a:pt x="29782" y="768852"/>
                  </a:lnTo>
                  <a:lnTo>
                    <a:pt x="45909" y="811597"/>
                  </a:lnTo>
                  <a:lnTo>
                    <a:pt x="65207" y="852673"/>
                  </a:lnTo>
                  <a:lnTo>
                    <a:pt x="87526" y="891931"/>
                  </a:lnTo>
                  <a:lnTo>
                    <a:pt x="112716" y="929220"/>
                  </a:lnTo>
                  <a:lnTo>
                    <a:pt x="140627" y="964391"/>
                  </a:lnTo>
                  <a:lnTo>
                    <a:pt x="171108" y="997291"/>
                  </a:lnTo>
                  <a:lnTo>
                    <a:pt x="204008" y="1027772"/>
                  </a:lnTo>
                  <a:lnTo>
                    <a:pt x="239179" y="1055683"/>
                  </a:lnTo>
                  <a:lnTo>
                    <a:pt x="276468" y="1080873"/>
                  </a:lnTo>
                  <a:lnTo>
                    <a:pt x="315726" y="1103192"/>
                  </a:lnTo>
                  <a:lnTo>
                    <a:pt x="356802" y="1122490"/>
                  </a:lnTo>
                  <a:lnTo>
                    <a:pt x="399547" y="1138617"/>
                  </a:lnTo>
                  <a:lnTo>
                    <a:pt x="443809" y="1151421"/>
                  </a:lnTo>
                  <a:lnTo>
                    <a:pt x="489439" y="1160753"/>
                  </a:lnTo>
                  <a:lnTo>
                    <a:pt x="536286" y="1166463"/>
                  </a:lnTo>
                  <a:lnTo>
                    <a:pt x="584200" y="1168400"/>
                  </a:lnTo>
                  <a:lnTo>
                    <a:pt x="632113" y="1166463"/>
                  </a:lnTo>
                  <a:lnTo>
                    <a:pt x="678960" y="1160753"/>
                  </a:lnTo>
                  <a:lnTo>
                    <a:pt x="724590" y="1151421"/>
                  </a:lnTo>
                  <a:lnTo>
                    <a:pt x="768852" y="1138617"/>
                  </a:lnTo>
                  <a:lnTo>
                    <a:pt x="811597" y="1122490"/>
                  </a:lnTo>
                  <a:lnTo>
                    <a:pt x="852673" y="1103192"/>
                  </a:lnTo>
                  <a:lnTo>
                    <a:pt x="891931" y="1080873"/>
                  </a:lnTo>
                  <a:lnTo>
                    <a:pt x="929220" y="1055683"/>
                  </a:lnTo>
                  <a:lnTo>
                    <a:pt x="964391" y="1027772"/>
                  </a:lnTo>
                  <a:lnTo>
                    <a:pt x="997291" y="997291"/>
                  </a:lnTo>
                  <a:lnTo>
                    <a:pt x="1027772" y="964391"/>
                  </a:lnTo>
                  <a:lnTo>
                    <a:pt x="1055683" y="929220"/>
                  </a:lnTo>
                  <a:lnTo>
                    <a:pt x="1080873" y="891931"/>
                  </a:lnTo>
                  <a:lnTo>
                    <a:pt x="1103192" y="852673"/>
                  </a:lnTo>
                  <a:lnTo>
                    <a:pt x="1122490" y="811597"/>
                  </a:lnTo>
                  <a:lnTo>
                    <a:pt x="1138617" y="768852"/>
                  </a:lnTo>
                  <a:lnTo>
                    <a:pt x="1151421" y="724590"/>
                  </a:lnTo>
                  <a:lnTo>
                    <a:pt x="1160753" y="678960"/>
                  </a:lnTo>
                  <a:lnTo>
                    <a:pt x="1166463" y="632113"/>
                  </a:lnTo>
                  <a:lnTo>
                    <a:pt x="1168400" y="584200"/>
                  </a:lnTo>
                  <a:lnTo>
                    <a:pt x="590550" y="584200"/>
                  </a:lnTo>
                  <a:lnTo>
                    <a:pt x="584200" y="0"/>
                  </a:lnTo>
                  <a:close/>
                </a:path>
                <a:path w="1168400" h="1168400">
                  <a:moveTo>
                    <a:pt x="991894" y="165779"/>
                  </a:moveTo>
                  <a:lnTo>
                    <a:pt x="590550" y="584200"/>
                  </a:lnTo>
                  <a:lnTo>
                    <a:pt x="1168400" y="584200"/>
                  </a:lnTo>
                  <a:lnTo>
                    <a:pt x="1165931" y="530137"/>
                  </a:lnTo>
                  <a:lnTo>
                    <a:pt x="1158671" y="477462"/>
                  </a:lnTo>
                  <a:lnTo>
                    <a:pt x="1146836" y="426390"/>
                  </a:lnTo>
                  <a:lnTo>
                    <a:pt x="1130643" y="377138"/>
                  </a:lnTo>
                  <a:lnTo>
                    <a:pt x="1110308" y="329924"/>
                  </a:lnTo>
                  <a:lnTo>
                    <a:pt x="1086049" y="284964"/>
                  </a:lnTo>
                  <a:lnTo>
                    <a:pt x="1058082" y="242476"/>
                  </a:lnTo>
                  <a:lnTo>
                    <a:pt x="1026625" y="202675"/>
                  </a:lnTo>
                  <a:lnTo>
                    <a:pt x="991894" y="165779"/>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77" name="object 77"/>
          <p:cNvGrpSpPr/>
          <p:nvPr/>
        </p:nvGrpSpPr>
        <p:grpSpPr>
          <a:xfrm>
            <a:off x="508000" y="5842000"/>
            <a:ext cx="2946400" cy="965200"/>
            <a:chOff x="1016000" y="11684000"/>
            <a:chExt cx="5892800" cy="1930400"/>
          </a:xfrm>
        </p:grpSpPr>
        <p:sp>
          <p:nvSpPr>
            <p:cNvPr id="78" name="object 78"/>
            <p:cNvSpPr/>
            <p:nvPr/>
          </p:nvSpPr>
          <p:spPr>
            <a:xfrm>
              <a:off x="1016000" y="12065000"/>
              <a:ext cx="1168400" cy="1168400"/>
            </a:xfrm>
            <a:custGeom>
              <a:avLst/>
              <a:gdLst/>
              <a:ahLst/>
              <a:cxnLst/>
              <a:rect l="l" t="t" r="r" b="b"/>
              <a:pathLst>
                <a:path w="1168400" h="1168400">
                  <a:moveTo>
                    <a:pt x="584200" y="0"/>
                  </a:moveTo>
                  <a:lnTo>
                    <a:pt x="536286" y="1936"/>
                  </a:lnTo>
                  <a:lnTo>
                    <a:pt x="489439" y="7646"/>
                  </a:lnTo>
                  <a:lnTo>
                    <a:pt x="443809" y="16978"/>
                  </a:lnTo>
                  <a:lnTo>
                    <a:pt x="399547" y="29782"/>
                  </a:lnTo>
                  <a:lnTo>
                    <a:pt x="356802" y="45909"/>
                  </a:lnTo>
                  <a:lnTo>
                    <a:pt x="315726" y="65207"/>
                  </a:lnTo>
                  <a:lnTo>
                    <a:pt x="276468" y="87526"/>
                  </a:lnTo>
                  <a:lnTo>
                    <a:pt x="239179" y="112716"/>
                  </a:lnTo>
                  <a:lnTo>
                    <a:pt x="204008" y="140627"/>
                  </a:lnTo>
                  <a:lnTo>
                    <a:pt x="171108" y="171108"/>
                  </a:lnTo>
                  <a:lnTo>
                    <a:pt x="140627" y="204008"/>
                  </a:lnTo>
                  <a:lnTo>
                    <a:pt x="112716" y="239179"/>
                  </a:lnTo>
                  <a:lnTo>
                    <a:pt x="87526" y="276468"/>
                  </a:lnTo>
                  <a:lnTo>
                    <a:pt x="65207" y="315726"/>
                  </a:lnTo>
                  <a:lnTo>
                    <a:pt x="45909" y="356802"/>
                  </a:lnTo>
                  <a:lnTo>
                    <a:pt x="29782" y="399547"/>
                  </a:lnTo>
                  <a:lnTo>
                    <a:pt x="16978" y="443809"/>
                  </a:lnTo>
                  <a:lnTo>
                    <a:pt x="7646" y="489439"/>
                  </a:lnTo>
                  <a:lnTo>
                    <a:pt x="1936" y="536286"/>
                  </a:lnTo>
                  <a:lnTo>
                    <a:pt x="0" y="584200"/>
                  </a:lnTo>
                  <a:lnTo>
                    <a:pt x="1936" y="632113"/>
                  </a:lnTo>
                  <a:lnTo>
                    <a:pt x="7646" y="678960"/>
                  </a:lnTo>
                  <a:lnTo>
                    <a:pt x="16978" y="724590"/>
                  </a:lnTo>
                  <a:lnTo>
                    <a:pt x="29782" y="768852"/>
                  </a:lnTo>
                  <a:lnTo>
                    <a:pt x="45909" y="811597"/>
                  </a:lnTo>
                  <a:lnTo>
                    <a:pt x="65207" y="852673"/>
                  </a:lnTo>
                  <a:lnTo>
                    <a:pt x="87526" y="891931"/>
                  </a:lnTo>
                  <a:lnTo>
                    <a:pt x="112716" y="929220"/>
                  </a:lnTo>
                  <a:lnTo>
                    <a:pt x="140627" y="964391"/>
                  </a:lnTo>
                  <a:lnTo>
                    <a:pt x="171108" y="997291"/>
                  </a:lnTo>
                  <a:lnTo>
                    <a:pt x="204008" y="1027772"/>
                  </a:lnTo>
                  <a:lnTo>
                    <a:pt x="239179" y="1055683"/>
                  </a:lnTo>
                  <a:lnTo>
                    <a:pt x="276468" y="1080873"/>
                  </a:lnTo>
                  <a:lnTo>
                    <a:pt x="315726" y="1103192"/>
                  </a:lnTo>
                  <a:lnTo>
                    <a:pt x="356802" y="1122490"/>
                  </a:lnTo>
                  <a:lnTo>
                    <a:pt x="399547" y="1138617"/>
                  </a:lnTo>
                  <a:lnTo>
                    <a:pt x="443809" y="1151421"/>
                  </a:lnTo>
                  <a:lnTo>
                    <a:pt x="489439" y="1160753"/>
                  </a:lnTo>
                  <a:lnTo>
                    <a:pt x="536286" y="1166463"/>
                  </a:lnTo>
                  <a:lnTo>
                    <a:pt x="584200" y="1168400"/>
                  </a:lnTo>
                  <a:lnTo>
                    <a:pt x="632113" y="1166463"/>
                  </a:lnTo>
                  <a:lnTo>
                    <a:pt x="678960" y="1160753"/>
                  </a:lnTo>
                  <a:lnTo>
                    <a:pt x="724590" y="1151421"/>
                  </a:lnTo>
                  <a:lnTo>
                    <a:pt x="768852" y="1138617"/>
                  </a:lnTo>
                  <a:lnTo>
                    <a:pt x="811597" y="1122490"/>
                  </a:lnTo>
                  <a:lnTo>
                    <a:pt x="852673" y="1103192"/>
                  </a:lnTo>
                  <a:lnTo>
                    <a:pt x="891931" y="1080873"/>
                  </a:lnTo>
                  <a:lnTo>
                    <a:pt x="929220" y="1055683"/>
                  </a:lnTo>
                  <a:lnTo>
                    <a:pt x="964391" y="1027772"/>
                  </a:lnTo>
                  <a:lnTo>
                    <a:pt x="997291" y="997291"/>
                  </a:lnTo>
                  <a:lnTo>
                    <a:pt x="1027772" y="964391"/>
                  </a:lnTo>
                  <a:lnTo>
                    <a:pt x="1055683" y="929220"/>
                  </a:lnTo>
                  <a:lnTo>
                    <a:pt x="1080873" y="891931"/>
                  </a:lnTo>
                  <a:lnTo>
                    <a:pt x="1103192" y="852673"/>
                  </a:lnTo>
                  <a:lnTo>
                    <a:pt x="1122490" y="811597"/>
                  </a:lnTo>
                  <a:lnTo>
                    <a:pt x="1138617" y="768852"/>
                  </a:lnTo>
                  <a:lnTo>
                    <a:pt x="1151421" y="724590"/>
                  </a:lnTo>
                  <a:lnTo>
                    <a:pt x="1160753" y="678960"/>
                  </a:lnTo>
                  <a:lnTo>
                    <a:pt x="1166463" y="632113"/>
                  </a:lnTo>
                  <a:lnTo>
                    <a:pt x="1168400" y="584200"/>
                  </a:lnTo>
                  <a:lnTo>
                    <a:pt x="1166463" y="536286"/>
                  </a:lnTo>
                  <a:lnTo>
                    <a:pt x="1160753" y="489439"/>
                  </a:lnTo>
                  <a:lnTo>
                    <a:pt x="1151421" y="443809"/>
                  </a:lnTo>
                  <a:lnTo>
                    <a:pt x="1138617" y="399547"/>
                  </a:lnTo>
                  <a:lnTo>
                    <a:pt x="1122490" y="356802"/>
                  </a:lnTo>
                  <a:lnTo>
                    <a:pt x="1103192" y="315726"/>
                  </a:lnTo>
                  <a:lnTo>
                    <a:pt x="1080873" y="276468"/>
                  </a:lnTo>
                  <a:lnTo>
                    <a:pt x="1055683" y="239179"/>
                  </a:lnTo>
                  <a:lnTo>
                    <a:pt x="1027772" y="204008"/>
                  </a:lnTo>
                  <a:lnTo>
                    <a:pt x="997291" y="171108"/>
                  </a:lnTo>
                  <a:lnTo>
                    <a:pt x="964391" y="140627"/>
                  </a:lnTo>
                  <a:lnTo>
                    <a:pt x="929220" y="112716"/>
                  </a:lnTo>
                  <a:lnTo>
                    <a:pt x="891931" y="87526"/>
                  </a:lnTo>
                  <a:lnTo>
                    <a:pt x="852673" y="65207"/>
                  </a:lnTo>
                  <a:lnTo>
                    <a:pt x="811597" y="45909"/>
                  </a:lnTo>
                  <a:lnTo>
                    <a:pt x="768852" y="29782"/>
                  </a:lnTo>
                  <a:lnTo>
                    <a:pt x="724590" y="16978"/>
                  </a:lnTo>
                  <a:lnTo>
                    <a:pt x="678960" y="7646"/>
                  </a:lnTo>
                  <a:lnTo>
                    <a:pt x="632113" y="1936"/>
                  </a:lnTo>
                  <a:lnTo>
                    <a:pt x="5842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9" name="object 79"/>
            <p:cNvSpPr/>
            <p:nvPr/>
          </p:nvSpPr>
          <p:spPr>
            <a:xfrm>
              <a:off x="2133600" y="12273648"/>
              <a:ext cx="3246120" cy="763905"/>
            </a:xfrm>
            <a:custGeom>
              <a:avLst/>
              <a:gdLst/>
              <a:ahLst/>
              <a:cxnLst/>
              <a:rect l="l" t="t" r="r" b="b"/>
              <a:pathLst>
                <a:path w="3246120" h="763905">
                  <a:moveTo>
                    <a:pt x="3245929" y="696302"/>
                  </a:moveTo>
                  <a:lnTo>
                    <a:pt x="3136950" y="635000"/>
                  </a:lnTo>
                  <a:lnTo>
                    <a:pt x="3133077" y="636092"/>
                  </a:lnTo>
                  <a:lnTo>
                    <a:pt x="3131362" y="639140"/>
                  </a:lnTo>
                  <a:lnTo>
                    <a:pt x="3129635" y="642200"/>
                  </a:lnTo>
                  <a:lnTo>
                    <a:pt x="3130727" y="646074"/>
                  </a:lnTo>
                  <a:lnTo>
                    <a:pt x="3214268" y="693051"/>
                  </a:lnTo>
                  <a:lnTo>
                    <a:pt x="113944" y="693051"/>
                  </a:lnTo>
                  <a:lnTo>
                    <a:pt x="107873" y="673061"/>
                  </a:lnTo>
                  <a:lnTo>
                    <a:pt x="95389" y="656945"/>
                  </a:lnTo>
                  <a:lnTo>
                    <a:pt x="77990" y="646176"/>
                  </a:lnTo>
                  <a:lnTo>
                    <a:pt x="57150" y="642251"/>
                  </a:lnTo>
                  <a:lnTo>
                    <a:pt x="34899" y="646747"/>
                  </a:lnTo>
                  <a:lnTo>
                    <a:pt x="16738" y="659003"/>
                  </a:lnTo>
                  <a:lnTo>
                    <a:pt x="4483" y="677164"/>
                  </a:lnTo>
                  <a:lnTo>
                    <a:pt x="0" y="699401"/>
                  </a:lnTo>
                  <a:lnTo>
                    <a:pt x="4483" y="721652"/>
                  </a:lnTo>
                  <a:lnTo>
                    <a:pt x="16738" y="739813"/>
                  </a:lnTo>
                  <a:lnTo>
                    <a:pt x="34899" y="752068"/>
                  </a:lnTo>
                  <a:lnTo>
                    <a:pt x="57150" y="756551"/>
                  </a:lnTo>
                  <a:lnTo>
                    <a:pt x="77978" y="752640"/>
                  </a:lnTo>
                  <a:lnTo>
                    <a:pt x="95389" y="741870"/>
                  </a:lnTo>
                  <a:lnTo>
                    <a:pt x="107873" y="725754"/>
                  </a:lnTo>
                  <a:lnTo>
                    <a:pt x="113944" y="705764"/>
                  </a:lnTo>
                  <a:lnTo>
                    <a:pt x="3214268" y="705751"/>
                  </a:lnTo>
                  <a:lnTo>
                    <a:pt x="3131058" y="752551"/>
                  </a:lnTo>
                  <a:lnTo>
                    <a:pt x="3129902" y="755777"/>
                  </a:lnTo>
                  <a:lnTo>
                    <a:pt x="3131362" y="759675"/>
                  </a:lnTo>
                  <a:lnTo>
                    <a:pt x="3133077" y="762723"/>
                  </a:lnTo>
                  <a:lnTo>
                    <a:pt x="3136950" y="763816"/>
                  </a:lnTo>
                  <a:lnTo>
                    <a:pt x="3245929" y="702513"/>
                  </a:lnTo>
                  <a:lnTo>
                    <a:pt x="3245929" y="696302"/>
                  </a:lnTo>
                  <a:close/>
                </a:path>
                <a:path w="3246120" h="763905">
                  <a:moveTo>
                    <a:pt x="3245929" y="61302"/>
                  </a:moveTo>
                  <a:lnTo>
                    <a:pt x="3136950" y="0"/>
                  </a:lnTo>
                  <a:lnTo>
                    <a:pt x="3133077" y="1092"/>
                  </a:lnTo>
                  <a:lnTo>
                    <a:pt x="3131362" y="4140"/>
                  </a:lnTo>
                  <a:lnTo>
                    <a:pt x="3129635" y="7200"/>
                  </a:lnTo>
                  <a:lnTo>
                    <a:pt x="3130727" y="11074"/>
                  </a:lnTo>
                  <a:lnTo>
                    <a:pt x="3214268" y="58051"/>
                  </a:lnTo>
                  <a:lnTo>
                    <a:pt x="113944" y="58051"/>
                  </a:lnTo>
                  <a:lnTo>
                    <a:pt x="107873" y="38061"/>
                  </a:lnTo>
                  <a:lnTo>
                    <a:pt x="95389" y="21945"/>
                  </a:lnTo>
                  <a:lnTo>
                    <a:pt x="77990" y="11176"/>
                  </a:lnTo>
                  <a:lnTo>
                    <a:pt x="57150" y="7251"/>
                  </a:lnTo>
                  <a:lnTo>
                    <a:pt x="34899" y="11747"/>
                  </a:lnTo>
                  <a:lnTo>
                    <a:pt x="16738" y="24003"/>
                  </a:lnTo>
                  <a:lnTo>
                    <a:pt x="4483" y="42164"/>
                  </a:lnTo>
                  <a:lnTo>
                    <a:pt x="0" y="64401"/>
                  </a:lnTo>
                  <a:lnTo>
                    <a:pt x="4483" y="86652"/>
                  </a:lnTo>
                  <a:lnTo>
                    <a:pt x="16738" y="104813"/>
                  </a:lnTo>
                  <a:lnTo>
                    <a:pt x="34899" y="117068"/>
                  </a:lnTo>
                  <a:lnTo>
                    <a:pt x="57150" y="121551"/>
                  </a:lnTo>
                  <a:lnTo>
                    <a:pt x="77978" y="117640"/>
                  </a:lnTo>
                  <a:lnTo>
                    <a:pt x="95389" y="106870"/>
                  </a:lnTo>
                  <a:lnTo>
                    <a:pt x="107873" y="90754"/>
                  </a:lnTo>
                  <a:lnTo>
                    <a:pt x="113944" y="70764"/>
                  </a:lnTo>
                  <a:lnTo>
                    <a:pt x="3214268" y="70751"/>
                  </a:lnTo>
                  <a:lnTo>
                    <a:pt x="3131058" y="117551"/>
                  </a:lnTo>
                  <a:lnTo>
                    <a:pt x="3129902" y="120777"/>
                  </a:lnTo>
                  <a:lnTo>
                    <a:pt x="3131362" y="124675"/>
                  </a:lnTo>
                  <a:lnTo>
                    <a:pt x="3133077" y="127723"/>
                  </a:lnTo>
                  <a:lnTo>
                    <a:pt x="3136950" y="128816"/>
                  </a:lnTo>
                  <a:lnTo>
                    <a:pt x="3245929" y="67513"/>
                  </a:lnTo>
                  <a:lnTo>
                    <a:pt x="3245929" y="61302"/>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80" name="object 80"/>
            <p:cNvPicPr/>
            <p:nvPr/>
          </p:nvPicPr>
          <p:blipFill>
            <a:blip r:embed="rId4" cstate="print"/>
            <a:stretch>
              <a:fillRect/>
            </a:stretch>
          </p:blipFill>
          <p:spPr>
            <a:xfrm>
              <a:off x="4978400" y="11684000"/>
              <a:ext cx="1930400" cy="1930400"/>
            </a:xfrm>
            <a:prstGeom prst="rect">
              <a:avLst/>
            </a:prstGeom>
          </p:spPr>
        </p:pic>
      </p:grpSp>
      <p:grpSp>
        <p:nvGrpSpPr>
          <p:cNvPr id="81" name="object 81"/>
          <p:cNvGrpSpPr/>
          <p:nvPr/>
        </p:nvGrpSpPr>
        <p:grpSpPr>
          <a:xfrm>
            <a:off x="508000" y="3107873"/>
            <a:ext cx="5854700" cy="2385060"/>
            <a:chOff x="1016000" y="6215745"/>
            <a:chExt cx="11709400" cy="4770120"/>
          </a:xfrm>
        </p:grpSpPr>
        <p:sp>
          <p:nvSpPr>
            <p:cNvPr id="82" name="object 82"/>
            <p:cNvSpPr/>
            <p:nvPr/>
          </p:nvSpPr>
          <p:spPr>
            <a:xfrm>
              <a:off x="3415220" y="6215747"/>
              <a:ext cx="6885940" cy="2872105"/>
            </a:xfrm>
            <a:custGeom>
              <a:avLst/>
              <a:gdLst/>
              <a:ahLst/>
              <a:cxnLst/>
              <a:rect l="l" t="t" r="r" b="b"/>
              <a:pathLst>
                <a:path w="6885940" h="2872104">
                  <a:moveTo>
                    <a:pt x="426529" y="2807601"/>
                  </a:moveTo>
                  <a:lnTo>
                    <a:pt x="422033" y="2785364"/>
                  </a:lnTo>
                  <a:lnTo>
                    <a:pt x="409778" y="2767203"/>
                  </a:lnTo>
                  <a:lnTo>
                    <a:pt x="391617" y="2754947"/>
                  </a:lnTo>
                  <a:lnTo>
                    <a:pt x="369379" y="2750451"/>
                  </a:lnTo>
                  <a:lnTo>
                    <a:pt x="348526" y="2754376"/>
                  </a:lnTo>
                  <a:lnTo>
                    <a:pt x="331127" y="2765145"/>
                  </a:lnTo>
                  <a:lnTo>
                    <a:pt x="318643" y="2781262"/>
                  </a:lnTo>
                  <a:lnTo>
                    <a:pt x="312572" y="2801251"/>
                  </a:lnTo>
                  <a:lnTo>
                    <a:pt x="31673" y="2801251"/>
                  </a:lnTo>
                  <a:lnTo>
                    <a:pt x="115189" y="2754274"/>
                  </a:lnTo>
                  <a:lnTo>
                    <a:pt x="116281" y="2750401"/>
                  </a:lnTo>
                  <a:lnTo>
                    <a:pt x="114554" y="2747340"/>
                  </a:lnTo>
                  <a:lnTo>
                    <a:pt x="112839" y="2744292"/>
                  </a:lnTo>
                  <a:lnTo>
                    <a:pt x="108966" y="2743200"/>
                  </a:lnTo>
                  <a:lnTo>
                    <a:pt x="0" y="2804503"/>
                  </a:lnTo>
                  <a:lnTo>
                    <a:pt x="0" y="2810713"/>
                  </a:lnTo>
                  <a:lnTo>
                    <a:pt x="108966" y="2872016"/>
                  </a:lnTo>
                  <a:lnTo>
                    <a:pt x="112839" y="2870924"/>
                  </a:lnTo>
                  <a:lnTo>
                    <a:pt x="114554" y="2867876"/>
                  </a:lnTo>
                  <a:lnTo>
                    <a:pt x="116014" y="2863977"/>
                  </a:lnTo>
                  <a:lnTo>
                    <a:pt x="114858" y="2860751"/>
                  </a:lnTo>
                  <a:lnTo>
                    <a:pt x="31673" y="2813951"/>
                  </a:lnTo>
                  <a:lnTo>
                    <a:pt x="312572" y="2813964"/>
                  </a:lnTo>
                  <a:lnTo>
                    <a:pt x="318643" y="2833954"/>
                  </a:lnTo>
                  <a:lnTo>
                    <a:pt x="331127" y="2850070"/>
                  </a:lnTo>
                  <a:lnTo>
                    <a:pt x="348538" y="2860840"/>
                  </a:lnTo>
                  <a:lnTo>
                    <a:pt x="369379" y="2864751"/>
                  </a:lnTo>
                  <a:lnTo>
                    <a:pt x="391617" y="2860268"/>
                  </a:lnTo>
                  <a:lnTo>
                    <a:pt x="409778" y="2848013"/>
                  </a:lnTo>
                  <a:lnTo>
                    <a:pt x="422033" y="2829852"/>
                  </a:lnTo>
                  <a:lnTo>
                    <a:pt x="426529" y="2807601"/>
                  </a:lnTo>
                  <a:close/>
                </a:path>
                <a:path w="6885940" h="2872104">
                  <a:moveTo>
                    <a:pt x="426529" y="1436001"/>
                  </a:moveTo>
                  <a:lnTo>
                    <a:pt x="422033" y="1413764"/>
                  </a:lnTo>
                  <a:lnTo>
                    <a:pt x="409778" y="1395603"/>
                  </a:lnTo>
                  <a:lnTo>
                    <a:pt x="391617" y="1383347"/>
                  </a:lnTo>
                  <a:lnTo>
                    <a:pt x="369379" y="1378851"/>
                  </a:lnTo>
                  <a:lnTo>
                    <a:pt x="348526" y="1382776"/>
                  </a:lnTo>
                  <a:lnTo>
                    <a:pt x="331127" y="1393545"/>
                  </a:lnTo>
                  <a:lnTo>
                    <a:pt x="318643" y="1409661"/>
                  </a:lnTo>
                  <a:lnTo>
                    <a:pt x="312572" y="1429651"/>
                  </a:lnTo>
                  <a:lnTo>
                    <a:pt x="31673" y="1429651"/>
                  </a:lnTo>
                  <a:lnTo>
                    <a:pt x="115189" y="1382674"/>
                  </a:lnTo>
                  <a:lnTo>
                    <a:pt x="116281" y="1378800"/>
                  </a:lnTo>
                  <a:lnTo>
                    <a:pt x="114554" y="1375740"/>
                  </a:lnTo>
                  <a:lnTo>
                    <a:pt x="112839" y="1372692"/>
                  </a:lnTo>
                  <a:lnTo>
                    <a:pt x="108966" y="1371600"/>
                  </a:lnTo>
                  <a:lnTo>
                    <a:pt x="0" y="1432902"/>
                  </a:lnTo>
                  <a:lnTo>
                    <a:pt x="0" y="1439113"/>
                  </a:lnTo>
                  <a:lnTo>
                    <a:pt x="108966" y="1500416"/>
                  </a:lnTo>
                  <a:lnTo>
                    <a:pt x="112839" y="1499323"/>
                  </a:lnTo>
                  <a:lnTo>
                    <a:pt x="114554" y="1496275"/>
                  </a:lnTo>
                  <a:lnTo>
                    <a:pt x="116014" y="1492377"/>
                  </a:lnTo>
                  <a:lnTo>
                    <a:pt x="114858" y="1489151"/>
                  </a:lnTo>
                  <a:lnTo>
                    <a:pt x="31673" y="1442351"/>
                  </a:lnTo>
                  <a:lnTo>
                    <a:pt x="312572" y="1442364"/>
                  </a:lnTo>
                  <a:lnTo>
                    <a:pt x="318643" y="1462354"/>
                  </a:lnTo>
                  <a:lnTo>
                    <a:pt x="331127" y="1478470"/>
                  </a:lnTo>
                  <a:lnTo>
                    <a:pt x="348538" y="1489240"/>
                  </a:lnTo>
                  <a:lnTo>
                    <a:pt x="369379" y="1493151"/>
                  </a:lnTo>
                  <a:lnTo>
                    <a:pt x="391617" y="1488668"/>
                  </a:lnTo>
                  <a:lnTo>
                    <a:pt x="409778" y="1476413"/>
                  </a:lnTo>
                  <a:lnTo>
                    <a:pt x="422033" y="1458252"/>
                  </a:lnTo>
                  <a:lnTo>
                    <a:pt x="426529" y="1436001"/>
                  </a:lnTo>
                  <a:close/>
                </a:path>
                <a:path w="6885940" h="2872104">
                  <a:moveTo>
                    <a:pt x="426529" y="64401"/>
                  </a:moveTo>
                  <a:lnTo>
                    <a:pt x="422033" y="42164"/>
                  </a:lnTo>
                  <a:lnTo>
                    <a:pt x="409778" y="24003"/>
                  </a:lnTo>
                  <a:lnTo>
                    <a:pt x="391617" y="11747"/>
                  </a:lnTo>
                  <a:lnTo>
                    <a:pt x="369379" y="7251"/>
                  </a:lnTo>
                  <a:lnTo>
                    <a:pt x="348526" y="11176"/>
                  </a:lnTo>
                  <a:lnTo>
                    <a:pt x="331127" y="21945"/>
                  </a:lnTo>
                  <a:lnTo>
                    <a:pt x="318643" y="38061"/>
                  </a:lnTo>
                  <a:lnTo>
                    <a:pt x="312572" y="58051"/>
                  </a:lnTo>
                  <a:lnTo>
                    <a:pt x="31673" y="58051"/>
                  </a:lnTo>
                  <a:lnTo>
                    <a:pt x="115189" y="11074"/>
                  </a:lnTo>
                  <a:lnTo>
                    <a:pt x="116281" y="7200"/>
                  </a:lnTo>
                  <a:lnTo>
                    <a:pt x="114554" y="4140"/>
                  </a:lnTo>
                  <a:lnTo>
                    <a:pt x="112839" y="1092"/>
                  </a:lnTo>
                  <a:lnTo>
                    <a:pt x="108966" y="0"/>
                  </a:lnTo>
                  <a:lnTo>
                    <a:pt x="0" y="61302"/>
                  </a:lnTo>
                  <a:lnTo>
                    <a:pt x="0" y="67513"/>
                  </a:lnTo>
                  <a:lnTo>
                    <a:pt x="108966" y="128816"/>
                  </a:lnTo>
                  <a:lnTo>
                    <a:pt x="112839" y="127723"/>
                  </a:lnTo>
                  <a:lnTo>
                    <a:pt x="114554" y="124675"/>
                  </a:lnTo>
                  <a:lnTo>
                    <a:pt x="116014" y="120777"/>
                  </a:lnTo>
                  <a:lnTo>
                    <a:pt x="114858" y="117551"/>
                  </a:lnTo>
                  <a:lnTo>
                    <a:pt x="31673" y="70751"/>
                  </a:lnTo>
                  <a:lnTo>
                    <a:pt x="312572" y="70764"/>
                  </a:lnTo>
                  <a:lnTo>
                    <a:pt x="318643" y="90754"/>
                  </a:lnTo>
                  <a:lnTo>
                    <a:pt x="331127" y="106870"/>
                  </a:lnTo>
                  <a:lnTo>
                    <a:pt x="348538" y="117640"/>
                  </a:lnTo>
                  <a:lnTo>
                    <a:pt x="369379" y="121551"/>
                  </a:lnTo>
                  <a:lnTo>
                    <a:pt x="391617" y="117068"/>
                  </a:lnTo>
                  <a:lnTo>
                    <a:pt x="409778" y="104813"/>
                  </a:lnTo>
                  <a:lnTo>
                    <a:pt x="422033" y="86652"/>
                  </a:lnTo>
                  <a:lnTo>
                    <a:pt x="426529" y="64401"/>
                  </a:lnTo>
                  <a:close/>
                </a:path>
                <a:path w="6885940" h="2872104">
                  <a:moveTo>
                    <a:pt x="6885559" y="2804503"/>
                  </a:moveTo>
                  <a:lnTo>
                    <a:pt x="6776580" y="2743200"/>
                  </a:lnTo>
                  <a:lnTo>
                    <a:pt x="6772707" y="2744292"/>
                  </a:lnTo>
                  <a:lnTo>
                    <a:pt x="6770992" y="2747340"/>
                  </a:lnTo>
                  <a:lnTo>
                    <a:pt x="6769265" y="2750401"/>
                  </a:lnTo>
                  <a:lnTo>
                    <a:pt x="6770357" y="2754274"/>
                  </a:lnTo>
                  <a:lnTo>
                    <a:pt x="6853885" y="2801251"/>
                  </a:lnTo>
                  <a:lnTo>
                    <a:pt x="6572974" y="2801251"/>
                  </a:lnTo>
                  <a:lnTo>
                    <a:pt x="6566903" y="2781262"/>
                  </a:lnTo>
                  <a:lnTo>
                    <a:pt x="6554419" y="2765145"/>
                  </a:lnTo>
                  <a:lnTo>
                    <a:pt x="6537020" y="2754376"/>
                  </a:lnTo>
                  <a:lnTo>
                    <a:pt x="6516179" y="2750451"/>
                  </a:lnTo>
                  <a:lnTo>
                    <a:pt x="6493929" y="2754947"/>
                  </a:lnTo>
                  <a:lnTo>
                    <a:pt x="6475768" y="2767203"/>
                  </a:lnTo>
                  <a:lnTo>
                    <a:pt x="6463512" y="2785364"/>
                  </a:lnTo>
                  <a:lnTo>
                    <a:pt x="6459029" y="2807601"/>
                  </a:lnTo>
                  <a:lnTo>
                    <a:pt x="6463512" y="2829852"/>
                  </a:lnTo>
                  <a:lnTo>
                    <a:pt x="6475768" y="2848013"/>
                  </a:lnTo>
                  <a:lnTo>
                    <a:pt x="6493929" y="2860268"/>
                  </a:lnTo>
                  <a:lnTo>
                    <a:pt x="6516179" y="2864751"/>
                  </a:lnTo>
                  <a:lnTo>
                    <a:pt x="6537007" y="2860840"/>
                  </a:lnTo>
                  <a:lnTo>
                    <a:pt x="6554419" y="2850070"/>
                  </a:lnTo>
                  <a:lnTo>
                    <a:pt x="6566903" y="2833954"/>
                  </a:lnTo>
                  <a:lnTo>
                    <a:pt x="6572974" y="2813964"/>
                  </a:lnTo>
                  <a:lnTo>
                    <a:pt x="6853885" y="2813951"/>
                  </a:lnTo>
                  <a:lnTo>
                    <a:pt x="6770687" y="2860751"/>
                  </a:lnTo>
                  <a:lnTo>
                    <a:pt x="6769532" y="2863977"/>
                  </a:lnTo>
                  <a:lnTo>
                    <a:pt x="6770992" y="2867876"/>
                  </a:lnTo>
                  <a:lnTo>
                    <a:pt x="6772707" y="2870924"/>
                  </a:lnTo>
                  <a:lnTo>
                    <a:pt x="6776580" y="2872016"/>
                  </a:lnTo>
                  <a:lnTo>
                    <a:pt x="6885559" y="2810713"/>
                  </a:lnTo>
                  <a:lnTo>
                    <a:pt x="6885559" y="2804503"/>
                  </a:lnTo>
                  <a:close/>
                </a:path>
                <a:path w="6885940" h="2872104">
                  <a:moveTo>
                    <a:pt x="6885559" y="1432902"/>
                  </a:moveTo>
                  <a:lnTo>
                    <a:pt x="6776580" y="1371600"/>
                  </a:lnTo>
                  <a:lnTo>
                    <a:pt x="6772707" y="1372692"/>
                  </a:lnTo>
                  <a:lnTo>
                    <a:pt x="6770992" y="1375740"/>
                  </a:lnTo>
                  <a:lnTo>
                    <a:pt x="6769265" y="1378800"/>
                  </a:lnTo>
                  <a:lnTo>
                    <a:pt x="6770357" y="1382674"/>
                  </a:lnTo>
                  <a:lnTo>
                    <a:pt x="6853885" y="1429651"/>
                  </a:lnTo>
                  <a:lnTo>
                    <a:pt x="6572974" y="1429651"/>
                  </a:lnTo>
                  <a:lnTo>
                    <a:pt x="6566903" y="1409661"/>
                  </a:lnTo>
                  <a:lnTo>
                    <a:pt x="6554419" y="1393545"/>
                  </a:lnTo>
                  <a:lnTo>
                    <a:pt x="6537020" y="1382776"/>
                  </a:lnTo>
                  <a:lnTo>
                    <a:pt x="6516179" y="1378851"/>
                  </a:lnTo>
                  <a:lnTo>
                    <a:pt x="6493929" y="1383347"/>
                  </a:lnTo>
                  <a:lnTo>
                    <a:pt x="6475768" y="1395603"/>
                  </a:lnTo>
                  <a:lnTo>
                    <a:pt x="6463512" y="1413764"/>
                  </a:lnTo>
                  <a:lnTo>
                    <a:pt x="6459029" y="1436001"/>
                  </a:lnTo>
                  <a:lnTo>
                    <a:pt x="6463512" y="1458252"/>
                  </a:lnTo>
                  <a:lnTo>
                    <a:pt x="6475768" y="1476413"/>
                  </a:lnTo>
                  <a:lnTo>
                    <a:pt x="6493929" y="1488668"/>
                  </a:lnTo>
                  <a:lnTo>
                    <a:pt x="6516179" y="1493151"/>
                  </a:lnTo>
                  <a:lnTo>
                    <a:pt x="6537007" y="1489240"/>
                  </a:lnTo>
                  <a:lnTo>
                    <a:pt x="6554419" y="1478470"/>
                  </a:lnTo>
                  <a:lnTo>
                    <a:pt x="6566903" y="1462354"/>
                  </a:lnTo>
                  <a:lnTo>
                    <a:pt x="6572974" y="1442364"/>
                  </a:lnTo>
                  <a:lnTo>
                    <a:pt x="6853885" y="1442351"/>
                  </a:lnTo>
                  <a:lnTo>
                    <a:pt x="6770687" y="1489151"/>
                  </a:lnTo>
                  <a:lnTo>
                    <a:pt x="6769532" y="1492377"/>
                  </a:lnTo>
                  <a:lnTo>
                    <a:pt x="6770992" y="1496275"/>
                  </a:lnTo>
                  <a:lnTo>
                    <a:pt x="6772707" y="1499323"/>
                  </a:lnTo>
                  <a:lnTo>
                    <a:pt x="6776580" y="1500416"/>
                  </a:lnTo>
                  <a:lnTo>
                    <a:pt x="6885559" y="1439113"/>
                  </a:lnTo>
                  <a:lnTo>
                    <a:pt x="6885559" y="1432902"/>
                  </a:lnTo>
                  <a:close/>
                </a:path>
                <a:path w="6885940" h="2872104">
                  <a:moveTo>
                    <a:pt x="6885559" y="61302"/>
                  </a:moveTo>
                  <a:lnTo>
                    <a:pt x="6776580" y="0"/>
                  </a:lnTo>
                  <a:lnTo>
                    <a:pt x="6772707" y="1092"/>
                  </a:lnTo>
                  <a:lnTo>
                    <a:pt x="6770992" y="4140"/>
                  </a:lnTo>
                  <a:lnTo>
                    <a:pt x="6769265" y="7200"/>
                  </a:lnTo>
                  <a:lnTo>
                    <a:pt x="6770357" y="11074"/>
                  </a:lnTo>
                  <a:lnTo>
                    <a:pt x="6853885" y="58051"/>
                  </a:lnTo>
                  <a:lnTo>
                    <a:pt x="6572974" y="58051"/>
                  </a:lnTo>
                  <a:lnTo>
                    <a:pt x="6566903" y="38061"/>
                  </a:lnTo>
                  <a:lnTo>
                    <a:pt x="6554419" y="21945"/>
                  </a:lnTo>
                  <a:lnTo>
                    <a:pt x="6537020" y="11176"/>
                  </a:lnTo>
                  <a:lnTo>
                    <a:pt x="6516179" y="7251"/>
                  </a:lnTo>
                  <a:lnTo>
                    <a:pt x="6493929" y="11747"/>
                  </a:lnTo>
                  <a:lnTo>
                    <a:pt x="6475768" y="24003"/>
                  </a:lnTo>
                  <a:lnTo>
                    <a:pt x="6463512" y="42164"/>
                  </a:lnTo>
                  <a:lnTo>
                    <a:pt x="6459029" y="64401"/>
                  </a:lnTo>
                  <a:lnTo>
                    <a:pt x="6463512" y="86652"/>
                  </a:lnTo>
                  <a:lnTo>
                    <a:pt x="6475768" y="104813"/>
                  </a:lnTo>
                  <a:lnTo>
                    <a:pt x="6493929" y="117068"/>
                  </a:lnTo>
                  <a:lnTo>
                    <a:pt x="6516179" y="121551"/>
                  </a:lnTo>
                  <a:lnTo>
                    <a:pt x="6537007" y="117640"/>
                  </a:lnTo>
                  <a:lnTo>
                    <a:pt x="6554419" y="106870"/>
                  </a:lnTo>
                  <a:lnTo>
                    <a:pt x="6566903" y="90754"/>
                  </a:lnTo>
                  <a:lnTo>
                    <a:pt x="6572974" y="70764"/>
                  </a:lnTo>
                  <a:lnTo>
                    <a:pt x="6853885" y="70751"/>
                  </a:lnTo>
                  <a:lnTo>
                    <a:pt x="6770687" y="117551"/>
                  </a:lnTo>
                  <a:lnTo>
                    <a:pt x="6769532" y="120777"/>
                  </a:lnTo>
                  <a:lnTo>
                    <a:pt x="6770992" y="124675"/>
                  </a:lnTo>
                  <a:lnTo>
                    <a:pt x="6772707" y="127723"/>
                  </a:lnTo>
                  <a:lnTo>
                    <a:pt x="6776580" y="128816"/>
                  </a:lnTo>
                  <a:lnTo>
                    <a:pt x="6885559" y="67513"/>
                  </a:lnTo>
                  <a:lnTo>
                    <a:pt x="6885559" y="61302"/>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3" name="object 83"/>
            <p:cNvSpPr/>
            <p:nvPr/>
          </p:nvSpPr>
          <p:spPr>
            <a:xfrm>
              <a:off x="8648700" y="9817100"/>
              <a:ext cx="1168400" cy="1168400"/>
            </a:xfrm>
            <a:custGeom>
              <a:avLst/>
              <a:gdLst/>
              <a:ahLst/>
              <a:cxnLst/>
              <a:rect l="l" t="t" r="r" b="b"/>
              <a:pathLst>
                <a:path w="1168400" h="1168400">
                  <a:moveTo>
                    <a:pt x="584200" y="0"/>
                  </a:moveTo>
                  <a:lnTo>
                    <a:pt x="536286" y="1936"/>
                  </a:lnTo>
                  <a:lnTo>
                    <a:pt x="489439" y="7646"/>
                  </a:lnTo>
                  <a:lnTo>
                    <a:pt x="443809" y="16978"/>
                  </a:lnTo>
                  <a:lnTo>
                    <a:pt x="399547" y="29782"/>
                  </a:lnTo>
                  <a:lnTo>
                    <a:pt x="356802" y="45909"/>
                  </a:lnTo>
                  <a:lnTo>
                    <a:pt x="315726" y="65207"/>
                  </a:lnTo>
                  <a:lnTo>
                    <a:pt x="276468" y="87526"/>
                  </a:lnTo>
                  <a:lnTo>
                    <a:pt x="239179" y="112716"/>
                  </a:lnTo>
                  <a:lnTo>
                    <a:pt x="204008" y="140627"/>
                  </a:lnTo>
                  <a:lnTo>
                    <a:pt x="171108" y="171108"/>
                  </a:lnTo>
                  <a:lnTo>
                    <a:pt x="140627" y="204008"/>
                  </a:lnTo>
                  <a:lnTo>
                    <a:pt x="112716" y="239179"/>
                  </a:lnTo>
                  <a:lnTo>
                    <a:pt x="87526" y="276468"/>
                  </a:lnTo>
                  <a:lnTo>
                    <a:pt x="65207" y="315726"/>
                  </a:lnTo>
                  <a:lnTo>
                    <a:pt x="45909" y="356802"/>
                  </a:lnTo>
                  <a:lnTo>
                    <a:pt x="29782" y="399547"/>
                  </a:lnTo>
                  <a:lnTo>
                    <a:pt x="16978" y="443809"/>
                  </a:lnTo>
                  <a:lnTo>
                    <a:pt x="7646" y="489439"/>
                  </a:lnTo>
                  <a:lnTo>
                    <a:pt x="1936" y="536286"/>
                  </a:lnTo>
                  <a:lnTo>
                    <a:pt x="0" y="584200"/>
                  </a:lnTo>
                  <a:lnTo>
                    <a:pt x="1936" y="632113"/>
                  </a:lnTo>
                  <a:lnTo>
                    <a:pt x="7646" y="678960"/>
                  </a:lnTo>
                  <a:lnTo>
                    <a:pt x="16978" y="724590"/>
                  </a:lnTo>
                  <a:lnTo>
                    <a:pt x="29782" y="768852"/>
                  </a:lnTo>
                  <a:lnTo>
                    <a:pt x="45909" y="811597"/>
                  </a:lnTo>
                  <a:lnTo>
                    <a:pt x="65207" y="852673"/>
                  </a:lnTo>
                  <a:lnTo>
                    <a:pt x="87526" y="891931"/>
                  </a:lnTo>
                  <a:lnTo>
                    <a:pt x="112716" y="929220"/>
                  </a:lnTo>
                  <a:lnTo>
                    <a:pt x="140627" y="964391"/>
                  </a:lnTo>
                  <a:lnTo>
                    <a:pt x="171108" y="997291"/>
                  </a:lnTo>
                  <a:lnTo>
                    <a:pt x="204008" y="1027772"/>
                  </a:lnTo>
                  <a:lnTo>
                    <a:pt x="239179" y="1055683"/>
                  </a:lnTo>
                  <a:lnTo>
                    <a:pt x="276468" y="1080873"/>
                  </a:lnTo>
                  <a:lnTo>
                    <a:pt x="315726" y="1103192"/>
                  </a:lnTo>
                  <a:lnTo>
                    <a:pt x="356802" y="1122490"/>
                  </a:lnTo>
                  <a:lnTo>
                    <a:pt x="399547" y="1138617"/>
                  </a:lnTo>
                  <a:lnTo>
                    <a:pt x="443809" y="1151421"/>
                  </a:lnTo>
                  <a:lnTo>
                    <a:pt x="489439" y="1160753"/>
                  </a:lnTo>
                  <a:lnTo>
                    <a:pt x="536286" y="1166463"/>
                  </a:lnTo>
                  <a:lnTo>
                    <a:pt x="584200" y="1168400"/>
                  </a:lnTo>
                  <a:lnTo>
                    <a:pt x="632113" y="1166463"/>
                  </a:lnTo>
                  <a:lnTo>
                    <a:pt x="678960" y="1160753"/>
                  </a:lnTo>
                  <a:lnTo>
                    <a:pt x="724590" y="1151421"/>
                  </a:lnTo>
                  <a:lnTo>
                    <a:pt x="768852" y="1138617"/>
                  </a:lnTo>
                  <a:lnTo>
                    <a:pt x="811597" y="1122490"/>
                  </a:lnTo>
                  <a:lnTo>
                    <a:pt x="852673" y="1103192"/>
                  </a:lnTo>
                  <a:lnTo>
                    <a:pt x="891931" y="1080873"/>
                  </a:lnTo>
                  <a:lnTo>
                    <a:pt x="929220" y="1055683"/>
                  </a:lnTo>
                  <a:lnTo>
                    <a:pt x="964391" y="1027772"/>
                  </a:lnTo>
                  <a:lnTo>
                    <a:pt x="997291" y="997291"/>
                  </a:lnTo>
                  <a:lnTo>
                    <a:pt x="1027772" y="964391"/>
                  </a:lnTo>
                  <a:lnTo>
                    <a:pt x="1055683" y="929220"/>
                  </a:lnTo>
                  <a:lnTo>
                    <a:pt x="1080873" y="891931"/>
                  </a:lnTo>
                  <a:lnTo>
                    <a:pt x="1103192" y="852673"/>
                  </a:lnTo>
                  <a:lnTo>
                    <a:pt x="1122490" y="811597"/>
                  </a:lnTo>
                  <a:lnTo>
                    <a:pt x="1138617" y="768852"/>
                  </a:lnTo>
                  <a:lnTo>
                    <a:pt x="1151421" y="724590"/>
                  </a:lnTo>
                  <a:lnTo>
                    <a:pt x="1160753" y="678960"/>
                  </a:lnTo>
                  <a:lnTo>
                    <a:pt x="1166463" y="632113"/>
                  </a:lnTo>
                  <a:lnTo>
                    <a:pt x="1168400" y="584200"/>
                  </a:lnTo>
                  <a:lnTo>
                    <a:pt x="1166463" y="536286"/>
                  </a:lnTo>
                  <a:lnTo>
                    <a:pt x="1160753" y="489439"/>
                  </a:lnTo>
                  <a:lnTo>
                    <a:pt x="1151421" y="443809"/>
                  </a:lnTo>
                  <a:lnTo>
                    <a:pt x="1138617" y="399547"/>
                  </a:lnTo>
                  <a:lnTo>
                    <a:pt x="1122490" y="356802"/>
                  </a:lnTo>
                  <a:lnTo>
                    <a:pt x="1103192" y="315726"/>
                  </a:lnTo>
                  <a:lnTo>
                    <a:pt x="1080873" y="276468"/>
                  </a:lnTo>
                  <a:lnTo>
                    <a:pt x="1055683" y="239179"/>
                  </a:lnTo>
                  <a:lnTo>
                    <a:pt x="1027772" y="204008"/>
                  </a:lnTo>
                  <a:lnTo>
                    <a:pt x="997291" y="171108"/>
                  </a:lnTo>
                  <a:lnTo>
                    <a:pt x="964391" y="140627"/>
                  </a:lnTo>
                  <a:lnTo>
                    <a:pt x="929220" y="112716"/>
                  </a:lnTo>
                  <a:lnTo>
                    <a:pt x="891931" y="87526"/>
                  </a:lnTo>
                  <a:lnTo>
                    <a:pt x="852673" y="65207"/>
                  </a:lnTo>
                  <a:lnTo>
                    <a:pt x="811597" y="45909"/>
                  </a:lnTo>
                  <a:lnTo>
                    <a:pt x="768852" y="29782"/>
                  </a:lnTo>
                  <a:lnTo>
                    <a:pt x="724590" y="16978"/>
                  </a:lnTo>
                  <a:lnTo>
                    <a:pt x="678960" y="7646"/>
                  </a:lnTo>
                  <a:lnTo>
                    <a:pt x="632113" y="1936"/>
                  </a:lnTo>
                  <a:lnTo>
                    <a:pt x="5842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4" name="object 84"/>
            <p:cNvSpPr/>
            <p:nvPr/>
          </p:nvSpPr>
          <p:spPr>
            <a:xfrm>
              <a:off x="3873500" y="9817100"/>
              <a:ext cx="1168400" cy="1168400"/>
            </a:xfrm>
            <a:custGeom>
              <a:avLst/>
              <a:gdLst/>
              <a:ahLst/>
              <a:cxnLst/>
              <a:rect l="l" t="t" r="r" b="b"/>
              <a:pathLst>
                <a:path w="1168400" h="1168400">
                  <a:moveTo>
                    <a:pt x="584200" y="0"/>
                  </a:moveTo>
                  <a:lnTo>
                    <a:pt x="536286" y="1936"/>
                  </a:lnTo>
                  <a:lnTo>
                    <a:pt x="489439" y="7646"/>
                  </a:lnTo>
                  <a:lnTo>
                    <a:pt x="443809" y="16978"/>
                  </a:lnTo>
                  <a:lnTo>
                    <a:pt x="399547" y="29782"/>
                  </a:lnTo>
                  <a:lnTo>
                    <a:pt x="356802" y="45909"/>
                  </a:lnTo>
                  <a:lnTo>
                    <a:pt x="315726" y="65207"/>
                  </a:lnTo>
                  <a:lnTo>
                    <a:pt x="276468" y="87526"/>
                  </a:lnTo>
                  <a:lnTo>
                    <a:pt x="239179" y="112716"/>
                  </a:lnTo>
                  <a:lnTo>
                    <a:pt x="204008" y="140627"/>
                  </a:lnTo>
                  <a:lnTo>
                    <a:pt x="171108" y="171108"/>
                  </a:lnTo>
                  <a:lnTo>
                    <a:pt x="140627" y="204008"/>
                  </a:lnTo>
                  <a:lnTo>
                    <a:pt x="112716" y="239179"/>
                  </a:lnTo>
                  <a:lnTo>
                    <a:pt x="87526" y="276468"/>
                  </a:lnTo>
                  <a:lnTo>
                    <a:pt x="65207" y="315726"/>
                  </a:lnTo>
                  <a:lnTo>
                    <a:pt x="45909" y="356802"/>
                  </a:lnTo>
                  <a:lnTo>
                    <a:pt x="29782" y="399547"/>
                  </a:lnTo>
                  <a:lnTo>
                    <a:pt x="16978" y="443809"/>
                  </a:lnTo>
                  <a:lnTo>
                    <a:pt x="7646" y="489439"/>
                  </a:lnTo>
                  <a:lnTo>
                    <a:pt x="1936" y="536286"/>
                  </a:lnTo>
                  <a:lnTo>
                    <a:pt x="0" y="584200"/>
                  </a:lnTo>
                  <a:lnTo>
                    <a:pt x="1936" y="632113"/>
                  </a:lnTo>
                  <a:lnTo>
                    <a:pt x="7646" y="678960"/>
                  </a:lnTo>
                  <a:lnTo>
                    <a:pt x="16978" y="724590"/>
                  </a:lnTo>
                  <a:lnTo>
                    <a:pt x="29782" y="768852"/>
                  </a:lnTo>
                  <a:lnTo>
                    <a:pt x="45909" y="811597"/>
                  </a:lnTo>
                  <a:lnTo>
                    <a:pt x="65207" y="852673"/>
                  </a:lnTo>
                  <a:lnTo>
                    <a:pt x="87526" y="891931"/>
                  </a:lnTo>
                  <a:lnTo>
                    <a:pt x="112716" y="929220"/>
                  </a:lnTo>
                  <a:lnTo>
                    <a:pt x="140627" y="964391"/>
                  </a:lnTo>
                  <a:lnTo>
                    <a:pt x="171108" y="997291"/>
                  </a:lnTo>
                  <a:lnTo>
                    <a:pt x="204008" y="1027772"/>
                  </a:lnTo>
                  <a:lnTo>
                    <a:pt x="239179" y="1055683"/>
                  </a:lnTo>
                  <a:lnTo>
                    <a:pt x="276468" y="1080873"/>
                  </a:lnTo>
                  <a:lnTo>
                    <a:pt x="315726" y="1103192"/>
                  </a:lnTo>
                  <a:lnTo>
                    <a:pt x="356802" y="1122490"/>
                  </a:lnTo>
                  <a:lnTo>
                    <a:pt x="399547" y="1138617"/>
                  </a:lnTo>
                  <a:lnTo>
                    <a:pt x="443809" y="1151421"/>
                  </a:lnTo>
                  <a:lnTo>
                    <a:pt x="489439" y="1160753"/>
                  </a:lnTo>
                  <a:lnTo>
                    <a:pt x="536286" y="1166463"/>
                  </a:lnTo>
                  <a:lnTo>
                    <a:pt x="584200" y="1168400"/>
                  </a:lnTo>
                  <a:lnTo>
                    <a:pt x="632113" y="1166463"/>
                  </a:lnTo>
                  <a:lnTo>
                    <a:pt x="678960" y="1160753"/>
                  </a:lnTo>
                  <a:lnTo>
                    <a:pt x="724590" y="1151421"/>
                  </a:lnTo>
                  <a:lnTo>
                    <a:pt x="768852" y="1138617"/>
                  </a:lnTo>
                  <a:lnTo>
                    <a:pt x="811597" y="1122490"/>
                  </a:lnTo>
                  <a:lnTo>
                    <a:pt x="852673" y="1103192"/>
                  </a:lnTo>
                  <a:lnTo>
                    <a:pt x="891931" y="1080873"/>
                  </a:lnTo>
                  <a:lnTo>
                    <a:pt x="929220" y="1055683"/>
                  </a:lnTo>
                  <a:lnTo>
                    <a:pt x="964391" y="1027772"/>
                  </a:lnTo>
                  <a:lnTo>
                    <a:pt x="997291" y="997291"/>
                  </a:lnTo>
                  <a:lnTo>
                    <a:pt x="1027772" y="964391"/>
                  </a:lnTo>
                  <a:lnTo>
                    <a:pt x="1055683" y="929220"/>
                  </a:lnTo>
                  <a:lnTo>
                    <a:pt x="1080873" y="891931"/>
                  </a:lnTo>
                  <a:lnTo>
                    <a:pt x="1103192" y="852673"/>
                  </a:lnTo>
                  <a:lnTo>
                    <a:pt x="1122490" y="811597"/>
                  </a:lnTo>
                  <a:lnTo>
                    <a:pt x="1138617" y="768852"/>
                  </a:lnTo>
                  <a:lnTo>
                    <a:pt x="1151421" y="724590"/>
                  </a:lnTo>
                  <a:lnTo>
                    <a:pt x="1160753" y="678960"/>
                  </a:lnTo>
                  <a:lnTo>
                    <a:pt x="1166463" y="632113"/>
                  </a:lnTo>
                  <a:lnTo>
                    <a:pt x="1168400" y="584200"/>
                  </a:lnTo>
                  <a:lnTo>
                    <a:pt x="1166463" y="536286"/>
                  </a:lnTo>
                  <a:lnTo>
                    <a:pt x="1160753" y="489439"/>
                  </a:lnTo>
                  <a:lnTo>
                    <a:pt x="1151421" y="443809"/>
                  </a:lnTo>
                  <a:lnTo>
                    <a:pt x="1138617" y="399547"/>
                  </a:lnTo>
                  <a:lnTo>
                    <a:pt x="1122490" y="356802"/>
                  </a:lnTo>
                  <a:lnTo>
                    <a:pt x="1103192" y="315726"/>
                  </a:lnTo>
                  <a:lnTo>
                    <a:pt x="1080873" y="276468"/>
                  </a:lnTo>
                  <a:lnTo>
                    <a:pt x="1055683" y="239179"/>
                  </a:lnTo>
                  <a:lnTo>
                    <a:pt x="1027772" y="204008"/>
                  </a:lnTo>
                  <a:lnTo>
                    <a:pt x="997291" y="171108"/>
                  </a:lnTo>
                  <a:lnTo>
                    <a:pt x="964391" y="140627"/>
                  </a:lnTo>
                  <a:lnTo>
                    <a:pt x="929220" y="112716"/>
                  </a:lnTo>
                  <a:lnTo>
                    <a:pt x="891931" y="87526"/>
                  </a:lnTo>
                  <a:lnTo>
                    <a:pt x="852673" y="65207"/>
                  </a:lnTo>
                  <a:lnTo>
                    <a:pt x="811597" y="45909"/>
                  </a:lnTo>
                  <a:lnTo>
                    <a:pt x="768852" y="29782"/>
                  </a:lnTo>
                  <a:lnTo>
                    <a:pt x="724590" y="16978"/>
                  </a:lnTo>
                  <a:lnTo>
                    <a:pt x="678960" y="7646"/>
                  </a:lnTo>
                  <a:lnTo>
                    <a:pt x="632113" y="1936"/>
                  </a:lnTo>
                  <a:lnTo>
                    <a:pt x="584200"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5" name="object 85"/>
            <p:cNvSpPr/>
            <p:nvPr/>
          </p:nvSpPr>
          <p:spPr>
            <a:xfrm>
              <a:off x="1016000" y="9817100"/>
              <a:ext cx="1168400" cy="1168400"/>
            </a:xfrm>
            <a:custGeom>
              <a:avLst/>
              <a:gdLst/>
              <a:ahLst/>
              <a:cxnLst/>
              <a:rect l="l" t="t" r="r" b="b"/>
              <a:pathLst>
                <a:path w="1168400" h="1168400">
                  <a:moveTo>
                    <a:pt x="584200" y="0"/>
                  </a:moveTo>
                  <a:lnTo>
                    <a:pt x="536286" y="1936"/>
                  </a:lnTo>
                  <a:lnTo>
                    <a:pt x="489439" y="7646"/>
                  </a:lnTo>
                  <a:lnTo>
                    <a:pt x="443809" y="16978"/>
                  </a:lnTo>
                  <a:lnTo>
                    <a:pt x="399547" y="29782"/>
                  </a:lnTo>
                  <a:lnTo>
                    <a:pt x="356802" y="45909"/>
                  </a:lnTo>
                  <a:lnTo>
                    <a:pt x="315726" y="65207"/>
                  </a:lnTo>
                  <a:lnTo>
                    <a:pt x="276468" y="87526"/>
                  </a:lnTo>
                  <a:lnTo>
                    <a:pt x="239179" y="112716"/>
                  </a:lnTo>
                  <a:lnTo>
                    <a:pt x="204008" y="140627"/>
                  </a:lnTo>
                  <a:lnTo>
                    <a:pt x="171108" y="171108"/>
                  </a:lnTo>
                  <a:lnTo>
                    <a:pt x="140627" y="204008"/>
                  </a:lnTo>
                  <a:lnTo>
                    <a:pt x="112716" y="239179"/>
                  </a:lnTo>
                  <a:lnTo>
                    <a:pt x="87526" y="276468"/>
                  </a:lnTo>
                  <a:lnTo>
                    <a:pt x="65207" y="315726"/>
                  </a:lnTo>
                  <a:lnTo>
                    <a:pt x="45909" y="356802"/>
                  </a:lnTo>
                  <a:lnTo>
                    <a:pt x="29782" y="399547"/>
                  </a:lnTo>
                  <a:lnTo>
                    <a:pt x="16978" y="443809"/>
                  </a:lnTo>
                  <a:lnTo>
                    <a:pt x="7646" y="489439"/>
                  </a:lnTo>
                  <a:lnTo>
                    <a:pt x="1936" y="536286"/>
                  </a:lnTo>
                  <a:lnTo>
                    <a:pt x="0" y="584200"/>
                  </a:lnTo>
                  <a:lnTo>
                    <a:pt x="1936" y="632113"/>
                  </a:lnTo>
                  <a:lnTo>
                    <a:pt x="7646" y="678960"/>
                  </a:lnTo>
                  <a:lnTo>
                    <a:pt x="16978" y="724590"/>
                  </a:lnTo>
                  <a:lnTo>
                    <a:pt x="29782" y="768852"/>
                  </a:lnTo>
                  <a:lnTo>
                    <a:pt x="45909" y="811597"/>
                  </a:lnTo>
                  <a:lnTo>
                    <a:pt x="65207" y="852673"/>
                  </a:lnTo>
                  <a:lnTo>
                    <a:pt x="87526" y="891931"/>
                  </a:lnTo>
                  <a:lnTo>
                    <a:pt x="112716" y="929220"/>
                  </a:lnTo>
                  <a:lnTo>
                    <a:pt x="140627" y="964391"/>
                  </a:lnTo>
                  <a:lnTo>
                    <a:pt x="171108" y="997291"/>
                  </a:lnTo>
                  <a:lnTo>
                    <a:pt x="204008" y="1027772"/>
                  </a:lnTo>
                  <a:lnTo>
                    <a:pt x="239179" y="1055683"/>
                  </a:lnTo>
                  <a:lnTo>
                    <a:pt x="276468" y="1080873"/>
                  </a:lnTo>
                  <a:lnTo>
                    <a:pt x="315726" y="1103192"/>
                  </a:lnTo>
                  <a:lnTo>
                    <a:pt x="356802" y="1122490"/>
                  </a:lnTo>
                  <a:lnTo>
                    <a:pt x="399547" y="1138617"/>
                  </a:lnTo>
                  <a:lnTo>
                    <a:pt x="443809" y="1151421"/>
                  </a:lnTo>
                  <a:lnTo>
                    <a:pt x="489439" y="1160753"/>
                  </a:lnTo>
                  <a:lnTo>
                    <a:pt x="536286" y="1166463"/>
                  </a:lnTo>
                  <a:lnTo>
                    <a:pt x="584200" y="1168400"/>
                  </a:lnTo>
                  <a:lnTo>
                    <a:pt x="632113" y="1166463"/>
                  </a:lnTo>
                  <a:lnTo>
                    <a:pt x="678960" y="1160753"/>
                  </a:lnTo>
                  <a:lnTo>
                    <a:pt x="724590" y="1151421"/>
                  </a:lnTo>
                  <a:lnTo>
                    <a:pt x="768852" y="1138617"/>
                  </a:lnTo>
                  <a:lnTo>
                    <a:pt x="811597" y="1122490"/>
                  </a:lnTo>
                  <a:lnTo>
                    <a:pt x="852673" y="1103192"/>
                  </a:lnTo>
                  <a:lnTo>
                    <a:pt x="891931" y="1080873"/>
                  </a:lnTo>
                  <a:lnTo>
                    <a:pt x="929220" y="1055683"/>
                  </a:lnTo>
                  <a:lnTo>
                    <a:pt x="964391" y="1027772"/>
                  </a:lnTo>
                  <a:lnTo>
                    <a:pt x="997291" y="997291"/>
                  </a:lnTo>
                  <a:lnTo>
                    <a:pt x="1027772" y="964391"/>
                  </a:lnTo>
                  <a:lnTo>
                    <a:pt x="1055683" y="929220"/>
                  </a:lnTo>
                  <a:lnTo>
                    <a:pt x="1080873" y="891931"/>
                  </a:lnTo>
                  <a:lnTo>
                    <a:pt x="1103192" y="852673"/>
                  </a:lnTo>
                  <a:lnTo>
                    <a:pt x="1122490" y="811597"/>
                  </a:lnTo>
                  <a:lnTo>
                    <a:pt x="1138617" y="768852"/>
                  </a:lnTo>
                  <a:lnTo>
                    <a:pt x="1151421" y="724590"/>
                  </a:lnTo>
                  <a:lnTo>
                    <a:pt x="1160753" y="678960"/>
                  </a:lnTo>
                  <a:lnTo>
                    <a:pt x="1166463" y="632113"/>
                  </a:lnTo>
                  <a:lnTo>
                    <a:pt x="1168400" y="584200"/>
                  </a:lnTo>
                  <a:lnTo>
                    <a:pt x="1166463" y="536286"/>
                  </a:lnTo>
                  <a:lnTo>
                    <a:pt x="1160753" y="489439"/>
                  </a:lnTo>
                  <a:lnTo>
                    <a:pt x="1151421" y="443809"/>
                  </a:lnTo>
                  <a:lnTo>
                    <a:pt x="1138617" y="399547"/>
                  </a:lnTo>
                  <a:lnTo>
                    <a:pt x="1122490" y="356802"/>
                  </a:lnTo>
                  <a:lnTo>
                    <a:pt x="1103192" y="315726"/>
                  </a:lnTo>
                  <a:lnTo>
                    <a:pt x="1080873" y="276468"/>
                  </a:lnTo>
                  <a:lnTo>
                    <a:pt x="1055683" y="239179"/>
                  </a:lnTo>
                  <a:lnTo>
                    <a:pt x="1027772" y="204008"/>
                  </a:lnTo>
                  <a:lnTo>
                    <a:pt x="997291" y="171108"/>
                  </a:lnTo>
                  <a:lnTo>
                    <a:pt x="964391" y="140627"/>
                  </a:lnTo>
                  <a:lnTo>
                    <a:pt x="929220" y="112716"/>
                  </a:lnTo>
                  <a:lnTo>
                    <a:pt x="891931" y="87526"/>
                  </a:lnTo>
                  <a:lnTo>
                    <a:pt x="852673" y="65207"/>
                  </a:lnTo>
                  <a:lnTo>
                    <a:pt x="811597" y="45909"/>
                  </a:lnTo>
                  <a:lnTo>
                    <a:pt x="768852" y="29782"/>
                  </a:lnTo>
                  <a:lnTo>
                    <a:pt x="724590" y="16978"/>
                  </a:lnTo>
                  <a:lnTo>
                    <a:pt x="678960" y="7646"/>
                  </a:lnTo>
                  <a:lnTo>
                    <a:pt x="632113" y="1936"/>
                  </a:lnTo>
                  <a:lnTo>
                    <a:pt x="5842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6" name="object 86"/>
            <p:cNvSpPr/>
            <p:nvPr/>
          </p:nvSpPr>
          <p:spPr>
            <a:xfrm>
              <a:off x="2133600" y="10343245"/>
              <a:ext cx="1747520" cy="128905"/>
            </a:xfrm>
            <a:custGeom>
              <a:avLst/>
              <a:gdLst/>
              <a:ahLst/>
              <a:cxnLst/>
              <a:rect l="l" t="t" r="r" b="b"/>
              <a:pathLst>
                <a:path w="1747520" h="128904">
                  <a:moveTo>
                    <a:pt x="1638357" y="0"/>
                  </a:moveTo>
                  <a:lnTo>
                    <a:pt x="1634484" y="1084"/>
                  </a:lnTo>
                  <a:lnTo>
                    <a:pt x="1632765" y="4141"/>
                  </a:lnTo>
                  <a:lnTo>
                    <a:pt x="1631045" y="7197"/>
                  </a:lnTo>
                  <a:lnTo>
                    <a:pt x="1632130" y="11069"/>
                  </a:lnTo>
                  <a:lnTo>
                    <a:pt x="1715668" y="58054"/>
                  </a:lnTo>
                  <a:lnTo>
                    <a:pt x="113950" y="58052"/>
                  </a:lnTo>
                  <a:lnTo>
                    <a:pt x="107879" y="38061"/>
                  </a:lnTo>
                  <a:lnTo>
                    <a:pt x="95396" y="21938"/>
                  </a:lnTo>
                  <a:lnTo>
                    <a:pt x="77990" y="11173"/>
                  </a:lnTo>
                  <a:lnTo>
                    <a:pt x="57150" y="7254"/>
                  </a:lnTo>
                  <a:lnTo>
                    <a:pt x="34904" y="11745"/>
                  </a:lnTo>
                  <a:lnTo>
                    <a:pt x="16738" y="23992"/>
                  </a:lnTo>
                  <a:lnTo>
                    <a:pt x="4491" y="42158"/>
                  </a:lnTo>
                  <a:lnTo>
                    <a:pt x="0" y="64404"/>
                  </a:lnTo>
                  <a:lnTo>
                    <a:pt x="4491" y="86649"/>
                  </a:lnTo>
                  <a:lnTo>
                    <a:pt x="16738" y="104815"/>
                  </a:lnTo>
                  <a:lnTo>
                    <a:pt x="34904" y="117063"/>
                  </a:lnTo>
                  <a:lnTo>
                    <a:pt x="57150" y="121554"/>
                  </a:lnTo>
                  <a:lnTo>
                    <a:pt x="77988" y="117635"/>
                  </a:lnTo>
                  <a:lnTo>
                    <a:pt x="95393" y="106872"/>
                  </a:lnTo>
                  <a:lnTo>
                    <a:pt x="107877" y="90752"/>
                  </a:lnTo>
                  <a:lnTo>
                    <a:pt x="113950" y="70763"/>
                  </a:lnTo>
                  <a:lnTo>
                    <a:pt x="1715668" y="70754"/>
                  </a:lnTo>
                  <a:lnTo>
                    <a:pt x="1632469" y="117548"/>
                  </a:lnTo>
                  <a:lnTo>
                    <a:pt x="1631311" y="120776"/>
                  </a:lnTo>
                  <a:lnTo>
                    <a:pt x="1632765" y="124667"/>
                  </a:lnTo>
                  <a:lnTo>
                    <a:pt x="1634484" y="127723"/>
                  </a:lnTo>
                  <a:lnTo>
                    <a:pt x="1638357" y="128808"/>
                  </a:lnTo>
                  <a:lnTo>
                    <a:pt x="1747329" y="67510"/>
                  </a:lnTo>
                  <a:lnTo>
                    <a:pt x="1747329" y="61297"/>
                  </a:lnTo>
                  <a:lnTo>
                    <a:pt x="1638357"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7" name="object 87"/>
            <p:cNvSpPr/>
            <p:nvPr/>
          </p:nvSpPr>
          <p:spPr>
            <a:xfrm>
              <a:off x="11557000" y="9817100"/>
              <a:ext cx="1168400" cy="1168400"/>
            </a:xfrm>
            <a:custGeom>
              <a:avLst/>
              <a:gdLst/>
              <a:ahLst/>
              <a:cxnLst/>
              <a:rect l="l" t="t" r="r" b="b"/>
              <a:pathLst>
                <a:path w="1168400" h="1168400">
                  <a:moveTo>
                    <a:pt x="584200" y="0"/>
                  </a:moveTo>
                  <a:lnTo>
                    <a:pt x="536286" y="1936"/>
                  </a:lnTo>
                  <a:lnTo>
                    <a:pt x="489439" y="7646"/>
                  </a:lnTo>
                  <a:lnTo>
                    <a:pt x="443809" y="16978"/>
                  </a:lnTo>
                  <a:lnTo>
                    <a:pt x="399547" y="29782"/>
                  </a:lnTo>
                  <a:lnTo>
                    <a:pt x="356802" y="45909"/>
                  </a:lnTo>
                  <a:lnTo>
                    <a:pt x="315726" y="65207"/>
                  </a:lnTo>
                  <a:lnTo>
                    <a:pt x="276468" y="87526"/>
                  </a:lnTo>
                  <a:lnTo>
                    <a:pt x="239179" y="112716"/>
                  </a:lnTo>
                  <a:lnTo>
                    <a:pt x="204008" y="140627"/>
                  </a:lnTo>
                  <a:lnTo>
                    <a:pt x="171108" y="171108"/>
                  </a:lnTo>
                  <a:lnTo>
                    <a:pt x="140627" y="204008"/>
                  </a:lnTo>
                  <a:lnTo>
                    <a:pt x="112716" y="239179"/>
                  </a:lnTo>
                  <a:lnTo>
                    <a:pt x="87526" y="276468"/>
                  </a:lnTo>
                  <a:lnTo>
                    <a:pt x="65207" y="315726"/>
                  </a:lnTo>
                  <a:lnTo>
                    <a:pt x="45909" y="356802"/>
                  </a:lnTo>
                  <a:lnTo>
                    <a:pt x="29782" y="399547"/>
                  </a:lnTo>
                  <a:lnTo>
                    <a:pt x="16978" y="443809"/>
                  </a:lnTo>
                  <a:lnTo>
                    <a:pt x="7646" y="489439"/>
                  </a:lnTo>
                  <a:lnTo>
                    <a:pt x="1936" y="536286"/>
                  </a:lnTo>
                  <a:lnTo>
                    <a:pt x="0" y="584200"/>
                  </a:lnTo>
                  <a:lnTo>
                    <a:pt x="1936" y="632113"/>
                  </a:lnTo>
                  <a:lnTo>
                    <a:pt x="7646" y="678960"/>
                  </a:lnTo>
                  <a:lnTo>
                    <a:pt x="16978" y="724590"/>
                  </a:lnTo>
                  <a:lnTo>
                    <a:pt x="29782" y="768852"/>
                  </a:lnTo>
                  <a:lnTo>
                    <a:pt x="45909" y="811597"/>
                  </a:lnTo>
                  <a:lnTo>
                    <a:pt x="65207" y="852673"/>
                  </a:lnTo>
                  <a:lnTo>
                    <a:pt x="87526" y="891931"/>
                  </a:lnTo>
                  <a:lnTo>
                    <a:pt x="112716" y="929220"/>
                  </a:lnTo>
                  <a:lnTo>
                    <a:pt x="140627" y="964391"/>
                  </a:lnTo>
                  <a:lnTo>
                    <a:pt x="171108" y="997291"/>
                  </a:lnTo>
                  <a:lnTo>
                    <a:pt x="204008" y="1027772"/>
                  </a:lnTo>
                  <a:lnTo>
                    <a:pt x="239179" y="1055683"/>
                  </a:lnTo>
                  <a:lnTo>
                    <a:pt x="276468" y="1080873"/>
                  </a:lnTo>
                  <a:lnTo>
                    <a:pt x="315726" y="1103192"/>
                  </a:lnTo>
                  <a:lnTo>
                    <a:pt x="356802" y="1122490"/>
                  </a:lnTo>
                  <a:lnTo>
                    <a:pt x="399547" y="1138617"/>
                  </a:lnTo>
                  <a:lnTo>
                    <a:pt x="443809" y="1151421"/>
                  </a:lnTo>
                  <a:lnTo>
                    <a:pt x="489439" y="1160753"/>
                  </a:lnTo>
                  <a:lnTo>
                    <a:pt x="536286" y="1166463"/>
                  </a:lnTo>
                  <a:lnTo>
                    <a:pt x="584200" y="1168400"/>
                  </a:lnTo>
                  <a:lnTo>
                    <a:pt x="632113" y="1166463"/>
                  </a:lnTo>
                  <a:lnTo>
                    <a:pt x="678960" y="1160753"/>
                  </a:lnTo>
                  <a:lnTo>
                    <a:pt x="724590" y="1151421"/>
                  </a:lnTo>
                  <a:lnTo>
                    <a:pt x="768852" y="1138617"/>
                  </a:lnTo>
                  <a:lnTo>
                    <a:pt x="811597" y="1122490"/>
                  </a:lnTo>
                  <a:lnTo>
                    <a:pt x="852673" y="1103192"/>
                  </a:lnTo>
                  <a:lnTo>
                    <a:pt x="891931" y="1080873"/>
                  </a:lnTo>
                  <a:lnTo>
                    <a:pt x="929220" y="1055683"/>
                  </a:lnTo>
                  <a:lnTo>
                    <a:pt x="964391" y="1027772"/>
                  </a:lnTo>
                  <a:lnTo>
                    <a:pt x="997291" y="997291"/>
                  </a:lnTo>
                  <a:lnTo>
                    <a:pt x="1027772" y="964391"/>
                  </a:lnTo>
                  <a:lnTo>
                    <a:pt x="1055683" y="929220"/>
                  </a:lnTo>
                  <a:lnTo>
                    <a:pt x="1080873" y="891931"/>
                  </a:lnTo>
                  <a:lnTo>
                    <a:pt x="1103192" y="852673"/>
                  </a:lnTo>
                  <a:lnTo>
                    <a:pt x="1122490" y="811597"/>
                  </a:lnTo>
                  <a:lnTo>
                    <a:pt x="1138617" y="768852"/>
                  </a:lnTo>
                  <a:lnTo>
                    <a:pt x="1151421" y="724590"/>
                  </a:lnTo>
                  <a:lnTo>
                    <a:pt x="1160753" y="678960"/>
                  </a:lnTo>
                  <a:lnTo>
                    <a:pt x="1166463" y="632113"/>
                  </a:lnTo>
                  <a:lnTo>
                    <a:pt x="1168400" y="584200"/>
                  </a:lnTo>
                  <a:lnTo>
                    <a:pt x="1166463" y="536286"/>
                  </a:lnTo>
                  <a:lnTo>
                    <a:pt x="1160753" y="489439"/>
                  </a:lnTo>
                  <a:lnTo>
                    <a:pt x="1151421" y="443809"/>
                  </a:lnTo>
                  <a:lnTo>
                    <a:pt x="1138617" y="399547"/>
                  </a:lnTo>
                  <a:lnTo>
                    <a:pt x="1122490" y="356802"/>
                  </a:lnTo>
                  <a:lnTo>
                    <a:pt x="1103192" y="315726"/>
                  </a:lnTo>
                  <a:lnTo>
                    <a:pt x="1080873" y="276468"/>
                  </a:lnTo>
                  <a:lnTo>
                    <a:pt x="1055683" y="239179"/>
                  </a:lnTo>
                  <a:lnTo>
                    <a:pt x="1027772" y="204008"/>
                  </a:lnTo>
                  <a:lnTo>
                    <a:pt x="997291" y="171108"/>
                  </a:lnTo>
                  <a:lnTo>
                    <a:pt x="964391" y="140627"/>
                  </a:lnTo>
                  <a:lnTo>
                    <a:pt x="929220" y="112716"/>
                  </a:lnTo>
                  <a:lnTo>
                    <a:pt x="891931" y="87526"/>
                  </a:lnTo>
                  <a:lnTo>
                    <a:pt x="852673" y="65207"/>
                  </a:lnTo>
                  <a:lnTo>
                    <a:pt x="811597" y="45909"/>
                  </a:lnTo>
                  <a:lnTo>
                    <a:pt x="768852" y="29782"/>
                  </a:lnTo>
                  <a:lnTo>
                    <a:pt x="724590" y="16978"/>
                  </a:lnTo>
                  <a:lnTo>
                    <a:pt x="678960" y="7646"/>
                  </a:lnTo>
                  <a:lnTo>
                    <a:pt x="632113" y="1936"/>
                  </a:lnTo>
                  <a:lnTo>
                    <a:pt x="584200" y="0"/>
                  </a:lnTo>
                  <a:close/>
                </a:path>
              </a:pathLst>
            </a:custGeom>
            <a:solidFill>
              <a:srgbClr val="E7642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88" name="object 88"/>
          <p:cNvGrpSpPr/>
          <p:nvPr/>
        </p:nvGrpSpPr>
        <p:grpSpPr>
          <a:xfrm>
            <a:off x="3575050" y="6184900"/>
            <a:ext cx="2946400" cy="965200"/>
            <a:chOff x="7150100" y="12369800"/>
            <a:chExt cx="5892800" cy="1930400"/>
          </a:xfrm>
        </p:grpSpPr>
        <p:sp>
          <p:nvSpPr>
            <p:cNvPr id="89" name="object 89"/>
            <p:cNvSpPr/>
            <p:nvPr/>
          </p:nvSpPr>
          <p:spPr>
            <a:xfrm>
              <a:off x="7150100" y="12750800"/>
              <a:ext cx="1168400" cy="1168400"/>
            </a:xfrm>
            <a:custGeom>
              <a:avLst/>
              <a:gdLst/>
              <a:ahLst/>
              <a:cxnLst/>
              <a:rect l="l" t="t" r="r" b="b"/>
              <a:pathLst>
                <a:path w="1168400" h="1168400">
                  <a:moveTo>
                    <a:pt x="584200" y="0"/>
                  </a:moveTo>
                  <a:lnTo>
                    <a:pt x="536286" y="1936"/>
                  </a:lnTo>
                  <a:lnTo>
                    <a:pt x="489439" y="7646"/>
                  </a:lnTo>
                  <a:lnTo>
                    <a:pt x="443809" y="16978"/>
                  </a:lnTo>
                  <a:lnTo>
                    <a:pt x="399547" y="29782"/>
                  </a:lnTo>
                  <a:lnTo>
                    <a:pt x="356802" y="45909"/>
                  </a:lnTo>
                  <a:lnTo>
                    <a:pt x="315726" y="65207"/>
                  </a:lnTo>
                  <a:lnTo>
                    <a:pt x="276468" y="87526"/>
                  </a:lnTo>
                  <a:lnTo>
                    <a:pt x="239179" y="112716"/>
                  </a:lnTo>
                  <a:lnTo>
                    <a:pt x="204008" y="140627"/>
                  </a:lnTo>
                  <a:lnTo>
                    <a:pt x="171108" y="171108"/>
                  </a:lnTo>
                  <a:lnTo>
                    <a:pt x="140627" y="204008"/>
                  </a:lnTo>
                  <a:lnTo>
                    <a:pt x="112716" y="239179"/>
                  </a:lnTo>
                  <a:lnTo>
                    <a:pt x="87526" y="276468"/>
                  </a:lnTo>
                  <a:lnTo>
                    <a:pt x="65207" y="315726"/>
                  </a:lnTo>
                  <a:lnTo>
                    <a:pt x="45909" y="356802"/>
                  </a:lnTo>
                  <a:lnTo>
                    <a:pt x="29782" y="399547"/>
                  </a:lnTo>
                  <a:lnTo>
                    <a:pt x="16978" y="443809"/>
                  </a:lnTo>
                  <a:lnTo>
                    <a:pt x="7646" y="489439"/>
                  </a:lnTo>
                  <a:lnTo>
                    <a:pt x="1936" y="536286"/>
                  </a:lnTo>
                  <a:lnTo>
                    <a:pt x="0" y="584200"/>
                  </a:lnTo>
                  <a:lnTo>
                    <a:pt x="1936" y="632113"/>
                  </a:lnTo>
                  <a:lnTo>
                    <a:pt x="7646" y="678960"/>
                  </a:lnTo>
                  <a:lnTo>
                    <a:pt x="16978" y="724590"/>
                  </a:lnTo>
                  <a:lnTo>
                    <a:pt x="29782" y="768852"/>
                  </a:lnTo>
                  <a:lnTo>
                    <a:pt x="45909" y="811597"/>
                  </a:lnTo>
                  <a:lnTo>
                    <a:pt x="65207" y="852673"/>
                  </a:lnTo>
                  <a:lnTo>
                    <a:pt x="87526" y="891931"/>
                  </a:lnTo>
                  <a:lnTo>
                    <a:pt x="112716" y="929220"/>
                  </a:lnTo>
                  <a:lnTo>
                    <a:pt x="140627" y="964391"/>
                  </a:lnTo>
                  <a:lnTo>
                    <a:pt x="171108" y="997291"/>
                  </a:lnTo>
                  <a:lnTo>
                    <a:pt x="204008" y="1027772"/>
                  </a:lnTo>
                  <a:lnTo>
                    <a:pt x="239179" y="1055683"/>
                  </a:lnTo>
                  <a:lnTo>
                    <a:pt x="276468" y="1080873"/>
                  </a:lnTo>
                  <a:lnTo>
                    <a:pt x="315726" y="1103192"/>
                  </a:lnTo>
                  <a:lnTo>
                    <a:pt x="356802" y="1122490"/>
                  </a:lnTo>
                  <a:lnTo>
                    <a:pt x="399547" y="1138617"/>
                  </a:lnTo>
                  <a:lnTo>
                    <a:pt x="443809" y="1151421"/>
                  </a:lnTo>
                  <a:lnTo>
                    <a:pt x="489439" y="1160753"/>
                  </a:lnTo>
                  <a:lnTo>
                    <a:pt x="536286" y="1166463"/>
                  </a:lnTo>
                  <a:lnTo>
                    <a:pt x="584200" y="1168400"/>
                  </a:lnTo>
                  <a:lnTo>
                    <a:pt x="632113" y="1166463"/>
                  </a:lnTo>
                  <a:lnTo>
                    <a:pt x="678960" y="1160753"/>
                  </a:lnTo>
                  <a:lnTo>
                    <a:pt x="724590" y="1151421"/>
                  </a:lnTo>
                  <a:lnTo>
                    <a:pt x="768852" y="1138617"/>
                  </a:lnTo>
                  <a:lnTo>
                    <a:pt x="811597" y="1122490"/>
                  </a:lnTo>
                  <a:lnTo>
                    <a:pt x="852673" y="1103192"/>
                  </a:lnTo>
                  <a:lnTo>
                    <a:pt x="891931" y="1080873"/>
                  </a:lnTo>
                  <a:lnTo>
                    <a:pt x="929220" y="1055683"/>
                  </a:lnTo>
                  <a:lnTo>
                    <a:pt x="964391" y="1027772"/>
                  </a:lnTo>
                  <a:lnTo>
                    <a:pt x="997291" y="997291"/>
                  </a:lnTo>
                  <a:lnTo>
                    <a:pt x="1027772" y="964391"/>
                  </a:lnTo>
                  <a:lnTo>
                    <a:pt x="1055683" y="929220"/>
                  </a:lnTo>
                  <a:lnTo>
                    <a:pt x="1080873" y="891931"/>
                  </a:lnTo>
                  <a:lnTo>
                    <a:pt x="1103192" y="852673"/>
                  </a:lnTo>
                  <a:lnTo>
                    <a:pt x="1122490" y="811597"/>
                  </a:lnTo>
                  <a:lnTo>
                    <a:pt x="1138617" y="768852"/>
                  </a:lnTo>
                  <a:lnTo>
                    <a:pt x="1151421" y="724590"/>
                  </a:lnTo>
                  <a:lnTo>
                    <a:pt x="1160753" y="678960"/>
                  </a:lnTo>
                  <a:lnTo>
                    <a:pt x="1166463" y="632113"/>
                  </a:lnTo>
                  <a:lnTo>
                    <a:pt x="1168400" y="584200"/>
                  </a:lnTo>
                  <a:lnTo>
                    <a:pt x="1166463" y="536286"/>
                  </a:lnTo>
                  <a:lnTo>
                    <a:pt x="1160753" y="489439"/>
                  </a:lnTo>
                  <a:lnTo>
                    <a:pt x="1151421" y="443809"/>
                  </a:lnTo>
                  <a:lnTo>
                    <a:pt x="1138617" y="399547"/>
                  </a:lnTo>
                  <a:lnTo>
                    <a:pt x="1122490" y="356802"/>
                  </a:lnTo>
                  <a:lnTo>
                    <a:pt x="1103192" y="315726"/>
                  </a:lnTo>
                  <a:lnTo>
                    <a:pt x="1080873" y="276468"/>
                  </a:lnTo>
                  <a:lnTo>
                    <a:pt x="1055683" y="239179"/>
                  </a:lnTo>
                  <a:lnTo>
                    <a:pt x="1027772" y="204008"/>
                  </a:lnTo>
                  <a:lnTo>
                    <a:pt x="997291" y="171108"/>
                  </a:lnTo>
                  <a:lnTo>
                    <a:pt x="964391" y="140627"/>
                  </a:lnTo>
                  <a:lnTo>
                    <a:pt x="929220" y="112716"/>
                  </a:lnTo>
                  <a:lnTo>
                    <a:pt x="891931" y="87526"/>
                  </a:lnTo>
                  <a:lnTo>
                    <a:pt x="852673" y="65207"/>
                  </a:lnTo>
                  <a:lnTo>
                    <a:pt x="811597" y="45909"/>
                  </a:lnTo>
                  <a:lnTo>
                    <a:pt x="768852" y="29782"/>
                  </a:lnTo>
                  <a:lnTo>
                    <a:pt x="724590" y="16978"/>
                  </a:lnTo>
                  <a:lnTo>
                    <a:pt x="678960" y="7646"/>
                  </a:lnTo>
                  <a:lnTo>
                    <a:pt x="632113" y="1936"/>
                  </a:lnTo>
                  <a:lnTo>
                    <a:pt x="5842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90" name="object 90"/>
            <p:cNvPicPr/>
            <p:nvPr/>
          </p:nvPicPr>
          <p:blipFill>
            <a:blip r:embed="rId4" cstate="print"/>
            <a:stretch>
              <a:fillRect/>
            </a:stretch>
          </p:blipFill>
          <p:spPr>
            <a:xfrm>
              <a:off x="11112500" y="12369800"/>
              <a:ext cx="1930400" cy="1930400"/>
            </a:xfrm>
            <a:prstGeom prst="rect">
              <a:avLst/>
            </a:prstGeom>
          </p:spPr>
        </p:pic>
        <p:sp>
          <p:nvSpPr>
            <p:cNvPr id="91" name="object 91"/>
            <p:cNvSpPr/>
            <p:nvPr/>
          </p:nvSpPr>
          <p:spPr>
            <a:xfrm>
              <a:off x="8267700" y="12959448"/>
              <a:ext cx="3246120" cy="763905"/>
            </a:xfrm>
            <a:custGeom>
              <a:avLst/>
              <a:gdLst/>
              <a:ahLst/>
              <a:cxnLst/>
              <a:rect l="l" t="t" r="r" b="b"/>
              <a:pathLst>
                <a:path w="3246120" h="763905">
                  <a:moveTo>
                    <a:pt x="3245929" y="696302"/>
                  </a:moveTo>
                  <a:lnTo>
                    <a:pt x="3136950" y="635000"/>
                  </a:lnTo>
                  <a:lnTo>
                    <a:pt x="3133077" y="636092"/>
                  </a:lnTo>
                  <a:lnTo>
                    <a:pt x="3131362" y="639140"/>
                  </a:lnTo>
                  <a:lnTo>
                    <a:pt x="3129635" y="642200"/>
                  </a:lnTo>
                  <a:lnTo>
                    <a:pt x="3130727" y="646074"/>
                  </a:lnTo>
                  <a:lnTo>
                    <a:pt x="3214268" y="693051"/>
                  </a:lnTo>
                  <a:lnTo>
                    <a:pt x="113944" y="693051"/>
                  </a:lnTo>
                  <a:lnTo>
                    <a:pt x="107873" y="673061"/>
                  </a:lnTo>
                  <a:lnTo>
                    <a:pt x="95389" y="656945"/>
                  </a:lnTo>
                  <a:lnTo>
                    <a:pt x="77990" y="646176"/>
                  </a:lnTo>
                  <a:lnTo>
                    <a:pt x="57150" y="642251"/>
                  </a:lnTo>
                  <a:lnTo>
                    <a:pt x="34899" y="646747"/>
                  </a:lnTo>
                  <a:lnTo>
                    <a:pt x="16738" y="659003"/>
                  </a:lnTo>
                  <a:lnTo>
                    <a:pt x="4483" y="677164"/>
                  </a:lnTo>
                  <a:lnTo>
                    <a:pt x="0" y="699401"/>
                  </a:lnTo>
                  <a:lnTo>
                    <a:pt x="4483" y="721652"/>
                  </a:lnTo>
                  <a:lnTo>
                    <a:pt x="16738" y="739813"/>
                  </a:lnTo>
                  <a:lnTo>
                    <a:pt x="34899" y="752068"/>
                  </a:lnTo>
                  <a:lnTo>
                    <a:pt x="57150" y="756551"/>
                  </a:lnTo>
                  <a:lnTo>
                    <a:pt x="77978" y="752640"/>
                  </a:lnTo>
                  <a:lnTo>
                    <a:pt x="95389" y="741870"/>
                  </a:lnTo>
                  <a:lnTo>
                    <a:pt x="107873" y="725754"/>
                  </a:lnTo>
                  <a:lnTo>
                    <a:pt x="113944" y="705764"/>
                  </a:lnTo>
                  <a:lnTo>
                    <a:pt x="3214268" y="705751"/>
                  </a:lnTo>
                  <a:lnTo>
                    <a:pt x="3131058" y="752551"/>
                  </a:lnTo>
                  <a:lnTo>
                    <a:pt x="3129902" y="755777"/>
                  </a:lnTo>
                  <a:lnTo>
                    <a:pt x="3131362" y="759675"/>
                  </a:lnTo>
                  <a:lnTo>
                    <a:pt x="3133077" y="762723"/>
                  </a:lnTo>
                  <a:lnTo>
                    <a:pt x="3136950" y="763816"/>
                  </a:lnTo>
                  <a:lnTo>
                    <a:pt x="3245929" y="702513"/>
                  </a:lnTo>
                  <a:lnTo>
                    <a:pt x="3245929" y="696302"/>
                  </a:lnTo>
                  <a:close/>
                </a:path>
                <a:path w="3246120" h="763905">
                  <a:moveTo>
                    <a:pt x="3245929" y="61302"/>
                  </a:moveTo>
                  <a:lnTo>
                    <a:pt x="3136950" y="0"/>
                  </a:lnTo>
                  <a:lnTo>
                    <a:pt x="3133077" y="1092"/>
                  </a:lnTo>
                  <a:lnTo>
                    <a:pt x="3131362" y="4140"/>
                  </a:lnTo>
                  <a:lnTo>
                    <a:pt x="3129635" y="7200"/>
                  </a:lnTo>
                  <a:lnTo>
                    <a:pt x="3130727" y="11074"/>
                  </a:lnTo>
                  <a:lnTo>
                    <a:pt x="3214268" y="58051"/>
                  </a:lnTo>
                  <a:lnTo>
                    <a:pt x="113944" y="58051"/>
                  </a:lnTo>
                  <a:lnTo>
                    <a:pt x="107873" y="38061"/>
                  </a:lnTo>
                  <a:lnTo>
                    <a:pt x="95389" y="21945"/>
                  </a:lnTo>
                  <a:lnTo>
                    <a:pt x="77990" y="11176"/>
                  </a:lnTo>
                  <a:lnTo>
                    <a:pt x="57150" y="7251"/>
                  </a:lnTo>
                  <a:lnTo>
                    <a:pt x="34899" y="11747"/>
                  </a:lnTo>
                  <a:lnTo>
                    <a:pt x="16738" y="24003"/>
                  </a:lnTo>
                  <a:lnTo>
                    <a:pt x="4483" y="42164"/>
                  </a:lnTo>
                  <a:lnTo>
                    <a:pt x="0" y="64401"/>
                  </a:lnTo>
                  <a:lnTo>
                    <a:pt x="4483" y="86652"/>
                  </a:lnTo>
                  <a:lnTo>
                    <a:pt x="16738" y="104813"/>
                  </a:lnTo>
                  <a:lnTo>
                    <a:pt x="34899" y="117068"/>
                  </a:lnTo>
                  <a:lnTo>
                    <a:pt x="57150" y="121551"/>
                  </a:lnTo>
                  <a:lnTo>
                    <a:pt x="77978" y="117640"/>
                  </a:lnTo>
                  <a:lnTo>
                    <a:pt x="95389" y="106870"/>
                  </a:lnTo>
                  <a:lnTo>
                    <a:pt x="107873" y="90754"/>
                  </a:lnTo>
                  <a:lnTo>
                    <a:pt x="113944" y="70764"/>
                  </a:lnTo>
                  <a:lnTo>
                    <a:pt x="3214268" y="70751"/>
                  </a:lnTo>
                  <a:lnTo>
                    <a:pt x="3131058" y="117551"/>
                  </a:lnTo>
                  <a:lnTo>
                    <a:pt x="3129902" y="120777"/>
                  </a:lnTo>
                  <a:lnTo>
                    <a:pt x="3131362" y="124675"/>
                  </a:lnTo>
                  <a:lnTo>
                    <a:pt x="3133077" y="127723"/>
                  </a:lnTo>
                  <a:lnTo>
                    <a:pt x="3136950" y="128816"/>
                  </a:lnTo>
                  <a:lnTo>
                    <a:pt x="3245929" y="67513"/>
                  </a:lnTo>
                  <a:lnTo>
                    <a:pt x="3245929" y="61302"/>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92" name="object 92"/>
          <p:cNvSpPr txBox="1"/>
          <p:nvPr/>
        </p:nvSpPr>
        <p:spPr>
          <a:xfrm>
            <a:off x="657467" y="7816850"/>
            <a:ext cx="279083"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Microsoft JhengHei"/>
              </a:rPr>
              <a:t>赏罚</a:t>
            </a:r>
            <a:endParaRPr sz="1050" b="1">
              <a:latin typeface="江城圆体 600W" panose="020B0800000000000000" pitchFamily="34" charset="-128"/>
              <a:ea typeface="江城圆体 600W" panose="020B0800000000000000" pitchFamily="34" charset="-128"/>
              <a:cs typeface="Microsoft JhengHei"/>
            </a:endParaRPr>
          </a:p>
        </p:txBody>
      </p:sp>
      <p:sp>
        <p:nvSpPr>
          <p:cNvPr id="93" name="object 93"/>
          <p:cNvSpPr txBox="1"/>
          <p:nvPr/>
        </p:nvSpPr>
        <p:spPr>
          <a:xfrm>
            <a:off x="2829167" y="7829550"/>
            <a:ext cx="279083"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Microsoft JhengHei"/>
              </a:rPr>
              <a:t>调整</a:t>
            </a:r>
            <a:endParaRPr sz="1050" b="1">
              <a:latin typeface="江城圆体 600W" panose="020B0800000000000000" pitchFamily="34" charset="-128"/>
              <a:ea typeface="江城圆体 600W" panose="020B0800000000000000" pitchFamily="34" charset="-128"/>
              <a:cs typeface="Microsoft JhengHei"/>
            </a:endParaRPr>
          </a:p>
        </p:txBody>
      </p:sp>
      <p:sp>
        <p:nvSpPr>
          <p:cNvPr id="94" name="object 94"/>
          <p:cNvSpPr txBox="1"/>
          <p:nvPr/>
        </p:nvSpPr>
        <p:spPr>
          <a:xfrm>
            <a:off x="4473818" y="5111750"/>
            <a:ext cx="1673225" cy="167640"/>
          </a:xfrm>
          <a:prstGeom prst="rect">
            <a:avLst/>
          </a:prstGeom>
        </p:spPr>
        <p:txBody>
          <a:bodyPr vert="horz" wrap="square" lIns="0" tIns="6350" rIns="0" bIns="0" rtlCol="0">
            <a:spAutoFit/>
          </a:bodyPr>
          <a:lstStyle/>
          <a:p>
            <a:pPr marL="6350">
              <a:spcBef>
                <a:spcPts val="50"/>
              </a:spcBef>
              <a:tabLst>
                <a:tab pos="1532890" algn="l"/>
              </a:tabLst>
            </a:pPr>
            <a:r>
              <a:rPr sz="1050" b="1" dirty="0">
                <a:solidFill>
                  <a:srgbClr val="FFFFFF"/>
                </a:solidFill>
                <a:latin typeface="江城圆体 600W" panose="020B0800000000000000" pitchFamily="34" charset="-128"/>
                <a:ea typeface="江城圆体 600W" panose="020B0800000000000000" pitchFamily="34" charset="-128"/>
                <a:cs typeface="Microsoft JhengHei"/>
              </a:rPr>
              <a:t>不会	会</a:t>
            </a:r>
            <a:endParaRPr sz="1050" b="1">
              <a:latin typeface="江城圆体 600W" panose="020B0800000000000000" pitchFamily="34" charset="-128"/>
              <a:ea typeface="江城圆体 600W" panose="020B0800000000000000" pitchFamily="34" charset="-128"/>
              <a:cs typeface="Microsoft JhengHei"/>
            </a:endParaRPr>
          </a:p>
        </p:txBody>
      </p:sp>
      <p:sp>
        <p:nvSpPr>
          <p:cNvPr id="95" name="object 95"/>
          <p:cNvSpPr txBox="1"/>
          <p:nvPr/>
        </p:nvSpPr>
        <p:spPr>
          <a:xfrm>
            <a:off x="663817" y="5111750"/>
            <a:ext cx="1707833" cy="167640"/>
          </a:xfrm>
          <a:prstGeom prst="rect">
            <a:avLst/>
          </a:prstGeom>
        </p:spPr>
        <p:txBody>
          <a:bodyPr vert="horz" wrap="square" lIns="0" tIns="6350" rIns="0" bIns="0" rtlCol="0">
            <a:spAutoFit/>
          </a:bodyPr>
          <a:lstStyle/>
          <a:p>
            <a:pPr marL="6350">
              <a:spcBef>
                <a:spcPts val="50"/>
              </a:spcBef>
              <a:tabLst>
                <a:tab pos="1434465" algn="l"/>
              </a:tabLst>
            </a:pPr>
            <a:r>
              <a:rPr sz="1050" b="1" dirty="0">
                <a:solidFill>
                  <a:srgbClr val="FFFFFF"/>
                </a:solidFill>
                <a:latin typeface="江城圆体 600W" panose="020B0800000000000000" pitchFamily="34" charset="-128"/>
                <a:ea typeface="江城圆体 600W" panose="020B0800000000000000" pitchFamily="34" charset="-128"/>
                <a:cs typeface="Microsoft JhengHei"/>
              </a:rPr>
              <a:t>讨厌	喜欢</a:t>
            </a:r>
            <a:endParaRPr sz="1050" b="1" dirty="0">
              <a:latin typeface="江城圆体 600W" panose="020B0800000000000000" pitchFamily="34" charset="-128"/>
              <a:ea typeface="江城圆体 600W" panose="020B0800000000000000" pitchFamily="34" charset="-128"/>
              <a:cs typeface="Microsoft JhengHei"/>
            </a:endParaRPr>
          </a:p>
        </p:txBody>
      </p:sp>
      <p:sp>
        <p:nvSpPr>
          <p:cNvPr id="96" name="object 96"/>
          <p:cNvSpPr txBox="1"/>
          <p:nvPr/>
        </p:nvSpPr>
        <p:spPr>
          <a:xfrm>
            <a:off x="657467" y="6235700"/>
            <a:ext cx="2450783" cy="167640"/>
          </a:xfrm>
          <a:prstGeom prst="rect">
            <a:avLst/>
          </a:prstGeom>
        </p:spPr>
        <p:txBody>
          <a:bodyPr vert="horz" wrap="square" lIns="0" tIns="6350" rIns="0" bIns="0" rtlCol="0">
            <a:spAutoFit/>
          </a:bodyPr>
          <a:lstStyle/>
          <a:p>
            <a:pPr marL="6350">
              <a:spcBef>
                <a:spcPts val="50"/>
              </a:spcBef>
              <a:tabLst>
                <a:tab pos="965200" algn="l"/>
                <a:tab pos="2177415" algn="l"/>
              </a:tabLst>
            </a:pPr>
            <a:r>
              <a:rPr sz="1050" b="1" dirty="0">
                <a:solidFill>
                  <a:srgbClr val="FFFFFF"/>
                </a:solidFill>
                <a:latin typeface="江城圆体 600W" panose="020B0800000000000000" pitchFamily="34" charset="-128"/>
                <a:ea typeface="江城圆体 600W" panose="020B0800000000000000" pitchFamily="34" charset="-128"/>
                <a:cs typeface="Microsoft JhengHei"/>
              </a:rPr>
              <a:t>同僚	</a:t>
            </a:r>
            <a:r>
              <a:rPr sz="1575" baseline="-3000" dirty="0">
                <a:solidFill>
                  <a:srgbClr val="212121"/>
                </a:solidFill>
                <a:latin typeface="江城圆体 400W" panose="020B0800000000000000" pitchFamily="34" charset="-128"/>
                <a:ea typeface="江城圆体 400W" panose="020B0800000000000000" pitchFamily="34" charset="-128"/>
                <a:cs typeface="Microsoft JhengHei"/>
              </a:rPr>
              <a:t>社会动机</a:t>
            </a:r>
            <a:r>
              <a:rPr sz="1575" b="1" baseline="-3000" dirty="0">
                <a:solidFill>
                  <a:srgbClr val="212121"/>
                </a:solidFill>
                <a:latin typeface="江城圆体 600W" panose="020B0800000000000000" pitchFamily="34" charset="-128"/>
                <a:ea typeface="江城圆体 600W" panose="020B0800000000000000" pitchFamily="34" charset="-128"/>
                <a:cs typeface="Microsoft JhengHei"/>
              </a:rPr>
              <a:t>	</a:t>
            </a:r>
            <a:r>
              <a:rPr sz="1050" b="1" dirty="0">
                <a:solidFill>
                  <a:srgbClr val="FFFFFF"/>
                </a:solidFill>
                <a:latin typeface="江城圆体 600W" panose="020B0800000000000000" pitchFamily="34" charset="-128"/>
                <a:ea typeface="江城圆体 600W" panose="020B0800000000000000" pitchFamily="34" charset="-128"/>
                <a:cs typeface="Microsoft JhengHei"/>
              </a:rPr>
              <a:t>影响</a:t>
            </a:r>
            <a:endParaRPr sz="1050" b="1" dirty="0">
              <a:latin typeface="江城圆体 600W" panose="020B0800000000000000" pitchFamily="34" charset="-128"/>
              <a:ea typeface="江城圆体 600W" panose="020B0800000000000000" pitchFamily="34" charset="-128"/>
              <a:cs typeface="Microsoft JhengHei"/>
            </a:endParaRPr>
          </a:p>
        </p:txBody>
      </p:sp>
      <p:sp>
        <p:nvSpPr>
          <p:cNvPr id="97" name="object 97"/>
          <p:cNvSpPr txBox="1"/>
          <p:nvPr/>
        </p:nvSpPr>
        <p:spPr>
          <a:xfrm>
            <a:off x="5902568" y="7969250"/>
            <a:ext cx="279083"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Microsoft JhengHei"/>
              </a:rPr>
              <a:t>改变</a:t>
            </a:r>
            <a:endParaRPr sz="1050" b="1">
              <a:latin typeface="江城圆体 600W" panose="020B0800000000000000" pitchFamily="34" charset="-128"/>
              <a:ea typeface="江城圆体 600W" panose="020B0800000000000000" pitchFamily="34" charset="-128"/>
              <a:cs typeface="Microsoft JhengHei"/>
            </a:endParaRPr>
          </a:p>
        </p:txBody>
      </p:sp>
      <p:sp>
        <p:nvSpPr>
          <p:cNvPr id="98" name="object 98"/>
          <p:cNvSpPr txBox="1"/>
          <p:nvPr/>
        </p:nvSpPr>
        <p:spPr>
          <a:xfrm>
            <a:off x="3724518" y="7835900"/>
            <a:ext cx="279083"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Microsoft JhengHei"/>
              </a:rPr>
              <a:t>环境</a:t>
            </a:r>
            <a:endParaRPr sz="1050" b="1">
              <a:latin typeface="江城圆体 600W" panose="020B0800000000000000" pitchFamily="34" charset="-128"/>
              <a:ea typeface="江城圆体 600W" panose="020B0800000000000000" pitchFamily="34" charset="-128"/>
              <a:cs typeface="Microsoft JhengHei"/>
            </a:endParaRPr>
          </a:p>
        </p:txBody>
      </p:sp>
      <p:sp>
        <p:nvSpPr>
          <p:cNvPr id="99" name="object 99"/>
          <p:cNvSpPr/>
          <p:nvPr/>
        </p:nvSpPr>
        <p:spPr>
          <a:xfrm>
            <a:off x="4879976" y="5168901"/>
            <a:ext cx="908685" cy="66993"/>
          </a:xfrm>
          <a:custGeom>
            <a:avLst/>
            <a:gdLst/>
            <a:ahLst/>
            <a:cxnLst/>
            <a:rect l="l" t="t" r="r" b="b"/>
            <a:pathLst>
              <a:path w="1817370" h="133984">
                <a:moveTo>
                  <a:pt x="57564" y="0"/>
                </a:moveTo>
                <a:lnTo>
                  <a:pt x="35286" y="4329"/>
                </a:lnTo>
                <a:lnTo>
                  <a:pt x="17032" y="16444"/>
                </a:lnTo>
                <a:lnTo>
                  <a:pt x="4652" y="34521"/>
                </a:lnTo>
                <a:lnTo>
                  <a:pt x="0" y="56733"/>
                </a:lnTo>
                <a:lnTo>
                  <a:pt x="4329" y="79010"/>
                </a:lnTo>
                <a:lnTo>
                  <a:pt x="16444" y="97265"/>
                </a:lnTo>
                <a:lnTo>
                  <a:pt x="34521" y="109644"/>
                </a:lnTo>
                <a:lnTo>
                  <a:pt x="56733" y="114297"/>
                </a:lnTo>
                <a:lnTo>
                  <a:pt x="77601" y="110530"/>
                </a:lnTo>
                <a:lnTo>
                  <a:pt x="95084" y="99892"/>
                </a:lnTo>
                <a:lnTo>
                  <a:pt x="107684" y="83861"/>
                </a:lnTo>
                <a:lnTo>
                  <a:pt x="113901" y="63915"/>
                </a:lnTo>
                <a:lnTo>
                  <a:pt x="1785491" y="76059"/>
                </a:lnTo>
                <a:lnTo>
                  <a:pt x="1701934" y="122256"/>
                </a:lnTo>
                <a:lnTo>
                  <a:pt x="1700752" y="125475"/>
                </a:lnTo>
                <a:lnTo>
                  <a:pt x="1702178" y="129377"/>
                </a:lnTo>
                <a:lnTo>
                  <a:pt x="1703875" y="132445"/>
                </a:lnTo>
                <a:lnTo>
                  <a:pt x="1707739" y="133558"/>
                </a:lnTo>
                <a:lnTo>
                  <a:pt x="1817154" y="73055"/>
                </a:lnTo>
                <a:lnTo>
                  <a:pt x="1817199" y="66842"/>
                </a:lnTo>
                <a:lnTo>
                  <a:pt x="1708675" y="4754"/>
                </a:lnTo>
                <a:lnTo>
                  <a:pt x="1704797" y="5810"/>
                </a:lnTo>
                <a:lnTo>
                  <a:pt x="1701313" y="11898"/>
                </a:lnTo>
                <a:lnTo>
                  <a:pt x="1702368" y="15777"/>
                </a:lnTo>
                <a:lnTo>
                  <a:pt x="1785567" y="63371"/>
                </a:lnTo>
                <a:lnTo>
                  <a:pt x="113993" y="51202"/>
                </a:lnTo>
                <a:lnTo>
                  <a:pt x="108066" y="31169"/>
                </a:lnTo>
                <a:lnTo>
                  <a:pt x="95700" y="14959"/>
                </a:lnTo>
                <a:lnTo>
                  <a:pt x="78374" y="4070"/>
                </a:lnTo>
                <a:lnTo>
                  <a:pt x="57564"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0" name="object 100"/>
          <p:cNvSpPr/>
          <p:nvPr/>
        </p:nvSpPr>
        <p:spPr>
          <a:xfrm>
            <a:off x="4149725" y="7902123"/>
            <a:ext cx="1607185" cy="64453"/>
          </a:xfrm>
          <a:custGeom>
            <a:avLst/>
            <a:gdLst/>
            <a:ahLst/>
            <a:cxnLst/>
            <a:rect l="l" t="t" r="r" b="b"/>
            <a:pathLst>
              <a:path w="3214370" h="128905">
                <a:moveTo>
                  <a:pt x="3105207" y="0"/>
                </a:moveTo>
                <a:lnTo>
                  <a:pt x="3101334" y="1084"/>
                </a:lnTo>
                <a:lnTo>
                  <a:pt x="3099615" y="4141"/>
                </a:lnTo>
                <a:lnTo>
                  <a:pt x="3097895" y="7197"/>
                </a:lnTo>
                <a:lnTo>
                  <a:pt x="3098980" y="11069"/>
                </a:lnTo>
                <a:lnTo>
                  <a:pt x="3182518" y="58054"/>
                </a:lnTo>
                <a:lnTo>
                  <a:pt x="113950" y="58052"/>
                </a:lnTo>
                <a:lnTo>
                  <a:pt x="107879" y="38061"/>
                </a:lnTo>
                <a:lnTo>
                  <a:pt x="95396" y="21938"/>
                </a:lnTo>
                <a:lnTo>
                  <a:pt x="77990" y="11173"/>
                </a:lnTo>
                <a:lnTo>
                  <a:pt x="57150" y="7254"/>
                </a:lnTo>
                <a:lnTo>
                  <a:pt x="34904" y="11745"/>
                </a:lnTo>
                <a:lnTo>
                  <a:pt x="16738" y="23992"/>
                </a:lnTo>
                <a:lnTo>
                  <a:pt x="4491" y="42158"/>
                </a:lnTo>
                <a:lnTo>
                  <a:pt x="0" y="64404"/>
                </a:lnTo>
                <a:lnTo>
                  <a:pt x="4491" y="86649"/>
                </a:lnTo>
                <a:lnTo>
                  <a:pt x="16738" y="104815"/>
                </a:lnTo>
                <a:lnTo>
                  <a:pt x="34904" y="117063"/>
                </a:lnTo>
                <a:lnTo>
                  <a:pt x="57150" y="121554"/>
                </a:lnTo>
                <a:lnTo>
                  <a:pt x="77988" y="117635"/>
                </a:lnTo>
                <a:lnTo>
                  <a:pt x="95393" y="106872"/>
                </a:lnTo>
                <a:lnTo>
                  <a:pt x="107877" y="90752"/>
                </a:lnTo>
                <a:lnTo>
                  <a:pt x="113950" y="70763"/>
                </a:lnTo>
                <a:lnTo>
                  <a:pt x="3182518" y="70754"/>
                </a:lnTo>
                <a:lnTo>
                  <a:pt x="3099319" y="117548"/>
                </a:lnTo>
                <a:lnTo>
                  <a:pt x="3098161" y="120777"/>
                </a:lnTo>
                <a:lnTo>
                  <a:pt x="3099615" y="124667"/>
                </a:lnTo>
                <a:lnTo>
                  <a:pt x="3101334" y="127723"/>
                </a:lnTo>
                <a:lnTo>
                  <a:pt x="3105207" y="128808"/>
                </a:lnTo>
                <a:lnTo>
                  <a:pt x="3214179" y="67510"/>
                </a:lnTo>
                <a:lnTo>
                  <a:pt x="3214179" y="61297"/>
                </a:lnTo>
                <a:lnTo>
                  <a:pt x="3105207"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1" name="object 101"/>
          <p:cNvSpPr/>
          <p:nvPr/>
        </p:nvSpPr>
        <p:spPr>
          <a:xfrm>
            <a:off x="1063625" y="7857673"/>
            <a:ext cx="1619885" cy="64453"/>
          </a:xfrm>
          <a:custGeom>
            <a:avLst/>
            <a:gdLst/>
            <a:ahLst/>
            <a:cxnLst/>
            <a:rect l="l" t="t" r="r" b="b"/>
            <a:pathLst>
              <a:path w="3239770" h="128905">
                <a:moveTo>
                  <a:pt x="3130607" y="0"/>
                </a:moveTo>
                <a:lnTo>
                  <a:pt x="3126734" y="1084"/>
                </a:lnTo>
                <a:lnTo>
                  <a:pt x="3125015" y="4141"/>
                </a:lnTo>
                <a:lnTo>
                  <a:pt x="3123295" y="7197"/>
                </a:lnTo>
                <a:lnTo>
                  <a:pt x="3124380" y="11069"/>
                </a:lnTo>
                <a:lnTo>
                  <a:pt x="3207918" y="58054"/>
                </a:lnTo>
                <a:lnTo>
                  <a:pt x="113950" y="58052"/>
                </a:lnTo>
                <a:lnTo>
                  <a:pt x="107879" y="38061"/>
                </a:lnTo>
                <a:lnTo>
                  <a:pt x="95396" y="21938"/>
                </a:lnTo>
                <a:lnTo>
                  <a:pt x="77990" y="11173"/>
                </a:lnTo>
                <a:lnTo>
                  <a:pt x="57150" y="7254"/>
                </a:lnTo>
                <a:lnTo>
                  <a:pt x="34904" y="11745"/>
                </a:lnTo>
                <a:lnTo>
                  <a:pt x="16738" y="23992"/>
                </a:lnTo>
                <a:lnTo>
                  <a:pt x="4491" y="42158"/>
                </a:lnTo>
                <a:lnTo>
                  <a:pt x="0" y="64404"/>
                </a:lnTo>
                <a:lnTo>
                  <a:pt x="4491" y="86649"/>
                </a:lnTo>
                <a:lnTo>
                  <a:pt x="16738" y="104815"/>
                </a:lnTo>
                <a:lnTo>
                  <a:pt x="34904" y="117063"/>
                </a:lnTo>
                <a:lnTo>
                  <a:pt x="57150" y="121554"/>
                </a:lnTo>
                <a:lnTo>
                  <a:pt x="77988" y="117635"/>
                </a:lnTo>
                <a:lnTo>
                  <a:pt x="95393" y="106872"/>
                </a:lnTo>
                <a:lnTo>
                  <a:pt x="107877" y="90752"/>
                </a:lnTo>
                <a:lnTo>
                  <a:pt x="113950" y="70763"/>
                </a:lnTo>
                <a:lnTo>
                  <a:pt x="3207918" y="70754"/>
                </a:lnTo>
                <a:lnTo>
                  <a:pt x="3124719" y="117548"/>
                </a:lnTo>
                <a:lnTo>
                  <a:pt x="3123561" y="120777"/>
                </a:lnTo>
                <a:lnTo>
                  <a:pt x="3125015" y="124667"/>
                </a:lnTo>
                <a:lnTo>
                  <a:pt x="3126734" y="127723"/>
                </a:lnTo>
                <a:lnTo>
                  <a:pt x="3130607" y="128808"/>
                </a:lnTo>
                <a:lnTo>
                  <a:pt x="3239579" y="67510"/>
                </a:lnTo>
                <a:lnTo>
                  <a:pt x="3239579" y="61297"/>
                </a:lnTo>
                <a:lnTo>
                  <a:pt x="3130607"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2" name="object 102"/>
          <p:cNvSpPr txBox="1"/>
          <p:nvPr/>
        </p:nvSpPr>
        <p:spPr>
          <a:xfrm>
            <a:off x="508000" y="5496560"/>
            <a:ext cx="2758123" cy="487045"/>
          </a:xfrm>
          <a:prstGeom prst="rect">
            <a:avLst/>
          </a:prstGeom>
        </p:spPr>
        <p:txBody>
          <a:bodyPr vert="horz" wrap="square" lIns="0" tIns="6350" rIns="0" bIns="0" rtlCol="0">
            <a:spAutoFit/>
          </a:bodyPr>
          <a:lstStyle/>
          <a:p>
            <a:pPr marL="6350" marR="2540" algn="just">
              <a:lnSpc>
                <a:spcPct val="116000"/>
              </a:lnSpc>
              <a:spcBef>
                <a:spcPts val="50"/>
              </a:spcBef>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一个人会转变想法，绝对是出于自发，而非被强制、胁迫。因此，一旦让人有自主权可以采取行动，自然就会愿意有所妥协或牺牲。</a:t>
            </a:r>
            <a:endParaRPr sz="90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03" name="object 103"/>
          <p:cNvSpPr txBox="1"/>
          <p:nvPr/>
        </p:nvSpPr>
        <p:spPr>
          <a:xfrm>
            <a:off x="508000" y="6601460"/>
            <a:ext cx="2763520" cy="967740"/>
          </a:xfrm>
          <a:prstGeom prst="rect">
            <a:avLst/>
          </a:prstGeom>
        </p:spPr>
        <p:txBody>
          <a:bodyPr vert="horz" wrap="square" lIns="0" tIns="6350" rIns="0" bIns="0" rtlCol="0">
            <a:spAutoFit/>
          </a:bodyPr>
          <a:lstStyle/>
          <a:p>
            <a:pPr marL="6350" marR="2540" algn="just">
              <a:lnSpc>
                <a:spcPct val="116000"/>
              </a:lnSpc>
              <a:spcBef>
                <a:spcPts val="50"/>
              </a:spcBef>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当你要求别人改变，不能光用说的，还要以身作则，展现诚意，放下旧有价值、拥抱新行为，否则别人很少会愿意信任你。除了自己先站出来，还得仰赖与影响对象有直接接触的人，取得他们的支持，像是意见领袖，并透过「公开讨论」和「建立新规范」，先改变社会规范，才有可能改变个人行为。</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04" name="object 104"/>
          <p:cNvSpPr txBox="1"/>
          <p:nvPr/>
        </p:nvSpPr>
        <p:spPr>
          <a:xfrm>
            <a:off x="514350" y="8163560"/>
            <a:ext cx="2758123" cy="487045"/>
          </a:xfrm>
          <a:prstGeom prst="rect">
            <a:avLst/>
          </a:prstGeom>
        </p:spPr>
        <p:txBody>
          <a:bodyPr vert="horz" wrap="square" lIns="0" tIns="6350" rIns="0" bIns="0" rtlCol="0">
            <a:spAutoFit/>
          </a:bodyPr>
          <a:lstStyle/>
          <a:p>
            <a:pPr marL="6350" marR="2540" algn="just">
              <a:lnSpc>
                <a:spcPct val="116000"/>
              </a:lnSpc>
              <a:spcBef>
                <a:spcPts val="50"/>
              </a:spcBef>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要激励关键行为，应该先强调行为本身的「价值」，而不是「结果」。不得不用上惩罚时，一定要预告规则，再实施罚则。</a:t>
            </a:r>
            <a:endParaRPr sz="90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05" name="object 105"/>
          <p:cNvSpPr txBox="1"/>
          <p:nvPr/>
        </p:nvSpPr>
        <p:spPr>
          <a:xfrm>
            <a:off x="3581400" y="6578600"/>
            <a:ext cx="2763520" cy="954405"/>
          </a:xfrm>
          <a:prstGeom prst="rect">
            <a:avLst/>
          </a:prstGeom>
        </p:spPr>
        <p:txBody>
          <a:bodyPr vert="horz" wrap="square" lIns="0" tIns="6350" rIns="0" bIns="0" rtlCol="0">
            <a:spAutoFit/>
          </a:bodyPr>
          <a:lstStyle/>
          <a:p>
            <a:pPr marL="149225">
              <a:spcBef>
                <a:spcPts val="50"/>
              </a:spcBef>
              <a:tabLst>
                <a:tab pos="1108075" algn="l"/>
                <a:tab pos="2320925" algn="l"/>
              </a:tabLst>
            </a:pPr>
            <a:r>
              <a:rPr sz="1050" b="1" dirty="0">
                <a:solidFill>
                  <a:srgbClr val="FFFFFF"/>
                </a:solidFill>
                <a:latin typeface="江城圆体 600W" panose="020B0800000000000000" pitchFamily="34" charset="-128"/>
                <a:ea typeface="江城圆体 600W" panose="020B0800000000000000" pitchFamily="34" charset="-128"/>
                <a:cs typeface="Microsoft JhengHei"/>
              </a:rPr>
              <a:t>社会	</a:t>
            </a:r>
            <a:r>
              <a:rPr sz="1050" dirty="0">
                <a:solidFill>
                  <a:srgbClr val="212121"/>
                </a:solidFill>
                <a:latin typeface="江城圆体 400W" panose="020B0800000000000000" pitchFamily="34" charset="-128"/>
                <a:ea typeface="江城圆体 400W" panose="020B0800000000000000" pitchFamily="34" charset="-128"/>
                <a:cs typeface="Microsoft JhengHei"/>
              </a:rPr>
              <a:t>社会能力</a:t>
            </a:r>
            <a:r>
              <a:rPr sz="1050" b="1" dirty="0">
                <a:solidFill>
                  <a:srgbClr val="212121"/>
                </a:solidFill>
                <a:latin typeface="江城圆体 600W" panose="020B0800000000000000" pitchFamily="34" charset="-128"/>
                <a:ea typeface="江城圆体 600W" panose="020B0800000000000000" pitchFamily="34" charset="-128"/>
                <a:cs typeface="Microsoft JhengHei"/>
              </a:rPr>
              <a:t>	</a:t>
            </a:r>
            <a:r>
              <a:rPr sz="1050" b="1" dirty="0">
                <a:solidFill>
                  <a:srgbClr val="FFFFFF"/>
                </a:solidFill>
                <a:latin typeface="江城圆体 600W" panose="020B0800000000000000" pitchFamily="34" charset="-128"/>
                <a:ea typeface="江城圆体 600W" panose="020B0800000000000000" pitchFamily="34" charset="-128"/>
                <a:cs typeface="Microsoft JhengHei"/>
              </a:rPr>
              <a:t>帮助</a:t>
            </a:r>
            <a:endParaRPr sz="1050" b="1" dirty="0">
              <a:latin typeface="江城圆体 600W" panose="020B0800000000000000" pitchFamily="34" charset="-128"/>
              <a:ea typeface="江城圆体 600W" panose="020B0800000000000000" pitchFamily="34" charset="-128"/>
              <a:cs typeface="Microsoft JhengHei"/>
            </a:endParaRPr>
          </a:p>
          <a:p>
            <a:pPr>
              <a:spcBef>
                <a:spcPts val="20"/>
              </a:spcBef>
            </a:pPr>
            <a:endParaRPr sz="925" b="1" dirty="0">
              <a:latin typeface="江城圆体 600W" panose="020B0800000000000000" pitchFamily="34" charset="-128"/>
              <a:ea typeface="江城圆体 600W" panose="020B0800000000000000" pitchFamily="34" charset="-128"/>
              <a:cs typeface="Microsoft JhengHei"/>
            </a:endParaRPr>
          </a:p>
          <a:p>
            <a:pPr marL="6350" marR="2540" algn="just">
              <a:lnSpc>
                <a:spcPct val="116000"/>
              </a:lnSpc>
            </a:pPr>
            <a:endParaRPr lang="en-US"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16000"/>
              </a:lnSpc>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面对困难或高风险的新行为，很少人具备完成任务的所有技能，所以需要社会资本的协助，考察需要什么样的协助、授权、许可或合作。接着，再据此研究拟定策略。</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06" name="object 106"/>
          <p:cNvSpPr txBox="1"/>
          <p:nvPr/>
        </p:nvSpPr>
        <p:spPr>
          <a:xfrm>
            <a:off x="3581400" y="8208010"/>
            <a:ext cx="2758123" cy="326390"/>
          </a:xfrm>
          <a:prstGeom prst="rect">
            <a:avLst/>
          </a:prstGeom>
        </p:spPr>
        <p:txBody>
          <a:bodyPr vert="horz" wrap="square" lIns="0" tIns="6350" rIns="0" bIns="0" rtlCol="0">
            <a:spAutoFit/>
          </a:bodyPr>
          <a:lstStyle/>
          <a:p>
            <a:pPr marL="6350" marR="2540">
              <a:lnSpc>
                <a:spcPct val="116000"/>
              </a:lnSpc>
              <a:spcBef>
                <a:spcPts val="50"/>
              </a:spcBef>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改变环境比改变人要简单得多；而且环境对人类行为的影响是永久的。</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07" name="object 107"/>
          <p:cNvSpPr txBox="1"/>
          <p:nvPr/>
        </p:nvSpPr>
        <p:spPr>
          <a:xfrm>
            <a:off x="3581400" y="5496560"/>
            <a:ext cx="2758123" cy="807720"/>
          </a:xfrm>
          <a:prstGeom prst="rect">
            <a:avLst/>
          </a:prstGeom>
        </p:spPr>
        <p:txBody>
          <a:bodyPr vert="horz" wrap="square" lIns="0" tIns="6350" rIns="0" bIns="0" rtlCol="0">
            <a:spAutoFit/>
          </a:bodyPr>
          <a:lstStyle/>
          <a:p>
            <a:pPr marL="6350" marR="2540" algn="just">
              <a:lnSpc>
                <a:spcPct val="116000"/>
              </a:lnSpc>
              <a:spcBef>
                <a:spcPts val="50"/>
              </a:spcBef>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要改变行为多半需要学习新技能。无论是在哪个领域，要克服既有习惯，练就复杂技能，都不只是动机、个人特质，甚至人格的问题，而是能力的问题。所以，必须借由刻意练习与提升情绪管控的能力，把「关键行为」变成「关键习惯」。</a:t>
            </a:r>
            <a:endParaRPr sz="90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08" name="object 108"/>
          <p:cNvSpPr txBox="1"/>
          <p:nvPr/>
        </p:nvSpPr>
        <p:spPr>
          <a:xfrm>
            <a:off x="1616560" y="7683500"/>
            <a:ext cx="545148"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组织动机</a:t>
            </a:r>
            <a:endParaRPr sz="1050">
              <a:latin typeface="江城圆体 400W" panose="020B0800000000000000" pitchFamily="34" charset="-128"/>
              <a:ea typeface="江城圆体 400W" panose="020B0800000000000000" pitchFamily="34" charset="-128"/>
              <a:cs typeface="Microsoft JhengHei"/>
            </a:endParaRPr>
          </a:p>
        </p:txBody>
      </p:sp>
      <p:sp>
        <p:nvSpPr>
          <p:cNvPr id="109" name="object 109"/>
          <p:cNvSpPr txBox="1"/>
          <p:nvPr/>
        </p:nvSpPr>
        <p:spPr>
          <a:xfrm>
            <a:off x="4683610" y="7727950"/>
            <a:ext cx="545148"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组织能力</a:t>
            </a:r>
            <a:endParaRPr sz="1050">
              <a:latin typeface="江城圆体 400W" panose="020B0800000000000000" pitchFamily="34" charset="-128"/>
              <a:ea typeface="江城圆体 400W" panose="020B0800000000000000" pitchFamily="34" charset="-128"/>
              <a:cs typeface="Microsoft JhengHe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
        <p:nvSpPr>
          <p:cNvPr id="3" name="object 3"/>
          <p:cNvSpPr txBox="1"/>
          <p:nvPr/>
        </p:nvSpPr>
        <p:spPr>
          <a:xfrm>
            <a:off x="2189861" y="927100"/>
            <a:ext cx="2522855" cy="283210"/>
          </a:xfrm>
          <a:prstGeom prst="rect">
            <a:avLst/>
          </a:prstGeom>
        </p:spPr>
        <p:txBody>
          <a:bodyPr vert="horz" wrap="square" lIns="0" tIns="6350" rIns="0" bIns="0" rtlCol="0">
            <a:spAutoFit/>
          </a:bodyPr>
          <a:lstStyle/>
          <a:p>
            <a:pPr marL="6350">
              <a:spcBef>
                <a:spcPts val="50"/>
              </a:spcBef>
            </a:pPr>
            <a:r>
              <a:rPr b="1" spc="-8" dirty="0">
                <a:solidFill>
                  <a:srgbClr val="212121"/>
                </a:solidFill>
                <a:latin typeface="江城圆体 600W" panose="020B0800000000000000" pitchFamily="34" charset="-128"/>
                <a:ea typeface="江城圆体 600W" panose="020B0800000000000000" pitchFamily="34" charset="-128"/>
                <a:cs typeface="Microsoft JhengHei"/>
              </a:rPr>
              <a:t>驱动他人改变的行动指南</a:t>
            </a:r>
            <a:endParaRPr b="1" dirty="0">
              <a:latin typeface="江城圆体 600W" panose="020B0800000000000000" pitchFamily="34" charset="-128"/>
              <a:ea typeface="江城圆体 600W" panose="020B0800000000000000" pitchFamily="34" charset="-128"/>
              <a:cs typeface="Microsoft JhengHei"/>
            </a:endParaRPr>
          </a:p>
        </p:txBody>
      </p:sp>
      <p:sp>
        <p:nvSpPr>
          <p:cNvPr id="4" name="object 4"/>
          <p:cNvSpPr/>
          <p:nvPr/>
        </p:nvSpPr>
        <p:spPr>
          <a:xfrm>
            <a:off x="533400" y="1676400"/>
            <a:ext cx="1308418" cy="1117600"/>
          </a:xfrm>
          <a:custGeom>
            <a:avLst/>
            <a:gdLst/>
            <a:ahLst/>
            <a:cxnLst/>
            <a:rect l="l" t="t" r="r" b="b"/>
            <a:pathLst>
              <a:path w="2616835" h="2235200">
                <a:moveTo>
                  <a:pt x="2311758" y="0"/>
                </a:moveTo>
                <a:lnTo>
                  <a:pt x="304800" y="0"/>
                </a:lnTo>
                <a:lnTo>
                  <a:pt x="255359" y="3989"/>
                </a:lnTo>
                <a:lnTo>
                  <a:pt x="208459" y="15538"/>
                </a:lnTo>
                <a:lnTo>
                  <a:pt x="164726" y="34020"/>
                </a:lnTo>
                <a:lnTo>
                  <a:pt x="124789" y="58808"/>
                </a:lnTo>
                <a:lnTo>
                  <a:pt x="89273" y="89273"/>
                </a:lnTo>
                <a:lnTo>
                  <a:pt x="58808" y="124788"/>
                </a:lnTo>
                <a:lnTo>
                  <a:pt x="34021" y="164725"/>
                </a:lnTo>
                <a:lnTo>
                  <a:pt x="15538" y="208458"/>
                </a:lnTo>
                <a:lnTo>
                  <a:pt x="3989" y="255359"/>
                </a:lnTo>
                <a:lnTo>
                  <a:pt x="0" y="304800"/>
                </a:lnTo>
                <a:lnTo>
                  <a:pt x="0" y="1930400"/>
                </a:lnTo>
                <a:lnTo>
                  <a:pt x="3989" y="1979840"/>
                </a:lnTo>
                <a:lnTo>
                  <a:pt x="15538" y="2026741"/>
                </a:lnTo>
                <a:lnTo>
                  <a:pt x="34021" y="2070474"/>
                </a:lnTo>
                <a:lnTo>
                  <a:pt x="58808" y="2110411"/>
                </a:lnTo>
                <a:lnTo>
                  <a:pt x="89273" y="2145926"/>
                </a:lnTo>
                <a:lnTo>
                  <a:pt x="124789" y="2176391"/>
                </a:lnTo>
                <a:lnTo>
                  <a:pt x="164726" y="2201179"/>
                </a:lnTo>
                <a:lnTo>
                  <a:pt x="208459" y="2219661"/>
                </a:lnTo>
                <a:lnTo>
                  <a:pt x="255359" y="2231210"/>
                </a:lnTo>
                <a:lnTo>
                  <a:pt x="304800" y="2235200"/>
                </a:lnTo>
                <a:lnTo>
                  <a:pt x="2311758" y="2235200"/>
                </a:lnTo>
                <a:lnTo>
                  <a:pt x="2361198" y="2231210"/>
                </a:lnTo>
                <a:lnTo>
                  <a:pt x="2408098" y="2219661"/>
                </a:lnTo>
                <a:lnTo>
                  <a:pt x="2451831" y="2201179"/>
                </a:lnTo>
                <a:lnTo>
                  <a:pt x="2491768" y="2176391"/>
                </a:lnTo>
                <a:lnTo>
                  <a:pt x="2527284" y="2145926"/>
                </a:lnTo>
                <a:lnTo>
                  <a:pt x="2557749" y="2110411"/>
                </a:lnTo>
                <a:lnTo>
                  <a:pt x="2582536" y="2070474"/>
                </a:lnTo>
                <a:lnTo>
                  <a:pt x="2601019" y="2026741"/>
                </a:lnTo>
                <a:lnTo>
                  <a:pt x="2612568" y="1979840"/>
                </a:lnTo>
                <a:lnTo>
                  <a:pt x="2616558" y="1930400"/>
                </a:lnTo>
                <a:lnTo>
                  <a:pt x="2616558" y="304800"/>
                </a:lnTo>
                <a:lnTo>
                  <a:pt x="2612568" y="255359"/>
                </a:lnTo>
                <a:lnTo>
                  <a:pt x="2601019" y="208458"/>
                </a:lnTo>
                <a:lnTo>
                  <a:pt x="2582536" y="164725"/>
                </a:lnTo>
                <a:lnTo>
                  <a:pt x="2557749" y="124788"/>
                </a:lnTo>
                <a:lnTo>
                  <a:pt x="2527284" y="89273"/>
                </a:lnTo>
                <a:lnTo>
                  <a:pt x="2491768" y="58808"/>
                </a:lnTo>
                <a:lnTo>
                  <a:pt x="2451831" y="34020"/>
                </a:lnTo>
                <a:lnTo>
                  <a:pt x="2408098" y="15538"/>
                </a:lnTo>
                <a:lnTo>
                  <a:pt x="2361198" y="3989"/>
                </a:lnTo>
                <a:lnTo>
                  <a:pt x="2311758"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 name="object 5"/>
          <p:cNvSpPr/>
          <p:nvPr/>
        </p:nvSpPr>
        <p:spPr>
          <a:xfrm>
            <a:off x="1873250" y="1676400"/>
            <a:ext cx="2205990" cy="1117600"/>
          </a:xfrm>
          <a:custGeom>
            <a:avLst/>
            <a:gdLst/>
            <a:ahLst/>
            <a:cxnLst/>
            <a:rect l="l" t="t" r="r" b="b"/>
            <a:pathLst>
              <a:path w="4411980" h="2235200">
                <a:moveTo>
                  <a:pt x="4106691" y="0"/>
                </a:moveTo>
                <a:lnTo>
                  <a:pt x="304800" y="0"/>
                </a:lnTo>
                <a:lnTo>
                  <a:pt x="255359" y="3989"/>
                </a:lnTo>
                <a:lnTo>
                  <a:pt x="208459" y="15538"/>
                </a:lnTo>
                <a:lnTo>
                  <a:pt x="164727" y="34020"/>
                </a:lnTo>
                <a:lnTo>
                  <a:pt x="124789" y="58808"/>
                </a:lnTo>
                <a:lnTo>
                  <a:pt x="89274" y="89273"/>
                </a:lnTo>
                <a:lnTo>
                  <a:pt x="58808" y="124788"/>
                </a:lnTo>
                <a:lnTo>
                  <a:pt x="34021" y="164725"/>
                </a:lnTo>
                <a:lnTo>
                  <a:pt x="15538" y="208458"/>
                </a:lnTo>
                <a:lnTo>
                  <a:pt x="3989" y="255359"/>
                </a:lnTo>
                <a:lnTo>
                  <a:pt x="0" y="304800"/>
                </a:lnTo>
                <a:lnTo>
                  <a:pt x="0" y="1930400"/>
                </a:lnTo>
                <a:lnTo>
                  <a:pt x="3989" y="1979840"/>
                </a:lnTo>
                <a:lnTo>
                  <a:pt x="15538" y="2026741"/>
                </a:lnTo>
                <a:lnTo>
                  <a:pt x="34021" y="2070474"/>
                </a:lnTo>
                <a:lnTo>
                  <a:pt x="58808" y="2110411"/>
                </a:lnTo>
                <a:lnTo>
                  <a:pt x="89274" y="2145926"/>
                </a:lnTo>
                <a:lnTo>
                  <a:pt x="124789" y="2176391"/>
                </a:lnTo>
                <a:lnTo>
                  <a:pt x="164727" y="2201179"/>
                </a:lnTo>
                <a:lnTo>
                  <a:pt x="208459" y="2219661"/>
                </a:lnTo>
                <a:lnTo>
                  <a:pt x="255359" y="2231210"/>
                </a:lnTo>
                <a:lnTo>
                  <a:pt x="304800" y="2235200"/>
                </a:lnTo>
                <a:lnTo>
                  <a:pt x="4106691" y="2235200"/>
                </a:lnTo>
                <a:lnTo>
                  <a:pt x="4156131" y="2231210"/>
                </a:lnTo>
                <a:lnTo>
                  <a:pt x="4203031" y="2219661"/>
                </a:lnTo>
                <a:lnTo>
                  <a:pt x="4246764" y="2201179"/>
                </a:lnTo>
                <a:lnTo>
                  <a:pt x="4286701" y="2176391"/>
                </a:lnTo>
                <a:lnTo>
                  <a:pt x="4322217" y="2145926"/>
                </a:lnTo>
                <a:lnTo>
                  <a:pt x="4352682" y="2110411"/>
                </a:lnTo>
                <a:lnTo>
                  <a:pt x="4377469" y="2070474"/>
                </a:lnTo>
                <a:lnTo>
                  <a:pt x="4395952" y="2026741"/>
                </a:lnTo>
                <a:lnTo>
                  <a:pt x="4407501" y="1979840"/>
                </a:lnTo>
                <a:lnTo>
                  <a:pt x="4411491" y="1930400"/>
                </a:lnTo>
                <a:lnTo>
                  <a:pt x="4411491" y="304800"/>
                </a:lnTo>
                <a:lnTo>
                  <a:pt x="4407501" y="255359"/>
                </a:lnTo>
                <a:lnTo>
                  <a:pt x="4395952" y="208458"/>
                </a:lnTo>
                <a:lnTo>
                  <a:pt x="4377469" y="164725"/>
                </a:lnTo>
                <a:lnTo>
                  <a:pt x="4352682" y="124788"/>
                </a:lnTo>
                <a:lnTo>
                  <a:pt x="4322217" y="89273"/>
                </a:lnTo>
                <a:lnTo>
                  <a:pt x="4286701" y="58808"/>
                </a:lnTo>
                <a:lnTo>
                  <a:pt x="4246764" y="34020"/>
                </a:lnTo>
                <a:lnTo>
                  <a:pt x="4203031" y="15538"/>
                </a:lnTo>
                <a:lnTo>
                  <a:pt x="4156131" y="3989"/>
                </a:lnTo>
                <a:lnTo>
                  <a:pt x="4106691" y="0"/>
                </a:lnTo>
                <a:close/>
              </a:path>
            </a:pathLst>
          </a:custGeom>
          <a:solidFill>
            <a:srgbClr val="DFF1F3"/>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 name="object 6"/>
          <p:cNvSpPr/>
          <p:nvPr/>
        </p:nvSpPr>
        <p:spPr>
          <a:xfrm>
            <a:off x="4121150" y="1676400"/>
            <a:ext cx="2205990" cy="1117600"/>
          </a:xfrm>
          <a:custGeom>
            <a:avLst/>
            <a:gdLst/>
            <a:ahLst/>
            <a:cxnLst/>
            <a:rect l="l" t="t" r="r" b="b"/>
            <a:pathLst>
              <a:path w="4411980" h="2235200">
                <a:moveTo>
                  <a:pt x="4106691" y="0"/>
                </a:moveTo>
                <a:lnTo>
                  <a:pt x="304800" y="0"/>
                </a:lnTo>
                <a:lnTo>
                  <a:pt x="255359" y="3989"/>
                </a:lnTo>
                <a:lnTo>
                  <a:pt x="208459" y="15538"/>
                </a:lnTo>
                <a:lnTo>
                  <a:pt x="164727" y="34020"/>
                </a:lnTo>
                <a:lnTo>
                  <a:pt x="124789" y="58808"/>
                </a:lnTo>
                <a:lnTo>
                  <a:pt x="89274" y="89273"/>
                </a:lnTo>
                <a:lnTo>
                  <a:pt x="58808" y="124788"/>
                </a:lnTo>
                <a:lnTo>
                  <a:pt x="34021" y="164725"/>
                </a:lnTo>
                <a:lnTo>
                  <a:pt x="15538" y="208458"/>
                </a:lnTo>
                <a:lnTo>
                  <a:pt x="3989" y="255359"/>
                </a:lnTo>
                <a:lnTo>
                  <a:pt x="0" y="304800"/>
                </a:lnTo>
                <a:lnTo>
                  <a:pt x="0" y="1930400"/>
                </a:lnTo>
                <a:lnTo>
                  <a:pt x="3989" y="1979840"/>
                </a:lnTo>
                <a:lnTo>
                  <a:pt x="15538" y="2026741"/>
                </a:lnTo>
                <a:lnTo>
                  <a:pt x="34021" y="2070474"/>
                </a:lnTo>
                <a:lnTo>
                  <a:pt x="58808" y="2110411"/>
                </a:lnTo>
                <a:lnTo>
                  <a:pt x="89274" y="2145926"/>
                </a:lnTo>
                <a:lnTo>
                  <a:pt x="124789" y="2176391"/>
                </a:lnTo>
                <a:lnTo>
                  <a:pt x="164727" y="2201179"/>
                </a:lnTo>
                <a:lnTo>
                  <a:pt x="208459" y="2219661"/>
                </a:lnTo>
                <a:lnTo>
                  <a:pt x="255359" y="2231210"/>
                </a:lnTo>
                <a:lnTo>
                  <a:pt x="304800" y="2235200"/>
                </a:lnTo>
                <a:lnTo>
                  <a:pt x="4106691" y="2235200"/>
                </a:lnTo>
                <a:lnTo>
                  <a:pt x="4156131" y="2231210"/>
                </a:lnTo>
                <a:lnTo>
                  <a:pt x="4203031" y="2219661"/>
                </a:lnTo>
                <a:lnTo>
                  <a:pt x="4246764" y="2201179"/>
                </a:lnTo>
                <a:lnTo>
                  <a:pt x="4286701" y="2176391"/>
                </a:lnTo>
                <a:lnTo>
                  <a:pt x="4322217" y="2145926"/>
                </a:lnTo>
                <a:lnTo>
                  <a:pt x="4352682" y="2110411"/>
                </a:lnTo>
                <a:lnTo>
                  <a:pt x="4377469" y="2070474"/>
                </a:lnTo>
                <a:lnTo>
                  <a:pt x="4395952" y="2026741"/>
                </a:lnTo>
                <a:lnTo>
                  <a:pt x="4407501" y="1979840"/>
                </a:lnTo>
                <a:lnTo>
                  <a:pt x="4411491" y="1930400"/>
                </a:lnTo>
                <a:lnTo>
                  <a:pt x="4411491" y="304800"/>
                </a:lnTo>
                <a:lnTo>
                  <a:pt x="4407501" y="255359"/>
                </a:lnTo>
                <a:lnTo>
                  <a:pt x="4395952" y="208458"/>
                </a:lnTo>
                <a:lnTo>
                  <a:pt x="4377469" y="164725"/>
                </a:lnTo>
                <a:lnTo>
                  <a:pt x="4352682" y="124788"/>
                </a:lnTo>
                <a:lnTo>
                  <a:pt x="4322217" y="89273"/>
                </a:lnTo>
                <a:lnTo>
                  <a:pt x="4286701" y="58808"/>
                </a:lnTo>
                <a:lnTo>
                  <a:pt x="4246764" y="34020"/>
                </a:lnTo>
                <a:lnTo>
                  <a:pt x="4203031" y="15538"/>
                </a:lnTo>
                <a:lnTo>
                  <a:pt x="4156131" y="3989"/>
                </a:lnTo>
                <a:lnTo>
                  <a:pt x="4106691" y="0"/>
                </a:lnTo>
                <a:close/>
              </a:path>
            </a:pathLst>
          </a:custGeom>
          <a:solidFill>
            <a:srgbClr val="DFF1F3"/>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7" name="object 7"/>
          <p:cNvGrpSpPr/>
          <p:nvPr/>
        </p:nvGrpSpPr>
        <p:grpSpPr>
          <a:xfrm>
            <a:off x="533400" y="2825750"/>
            <a:ext cx="3549650" cy="1117600"/>
            <a:chOff x="1066800" y="5651500"/>
            <a:chExt cx="7099300" cy="2235200"/>
          </a:xfrm>
        </p:grpSpPr>
        <p:sp>
          <p:nvSpPr>
            <p:cNvPr id="8" name="object 8"/>
            <p:cNvSpPr/>
            <p:nvPr/>
          </p:nvSpPr>
          <p:spPr>
            <a:xfrm>
              <a:off x="1066800" y="5651500"/>
              <a:ext cx="2628900" cy="2235200"/>
            </a:xfrm>
            <a:custGeom>
              <a:avLst/>
              <a:gdLst/>
              <a:ahLst/>
              <a:cxnLst/>
              <a:rect l="l" t="t" r="r" b="b"/>
              <a:pathLst>
                <a:path w="2628900" h="2235200">
                  <a:moveTo>
                    <a:pt x="2324100" y="0"/>
                  </a:moveTo>
                  <a:lnTo>
                    <a:pt x="304800" y="0"/>
                  </a:lnTo>
                  <a:lnTo>
                    <a:pt x="255359" y="3989"/>
                  </a:lnTo>
                  <a:lnTo>
                    <a:pt x="208459" y="15538"/>
                  </a:lnTo>
                  <a:lnTo>
                    <a:pt x="164726" y="34021"/>
                  </a:lnTo>
                  <a:lnTo>
                    <a:pt x="124789" y="58808"/>
                  </a:lnTo>
                  <a:lnTo>
                    <a:pt x="89273" y="89274"/>
                  </a:lnTo>
                  <a:lnTo>
                    <a:pt x="58808" y="124789"/>
                  </a:lnTo>
                  <a:lnTo>
                    <a:pt x="34021" y="164727"/>
                  </a:lnTo>
                  <a:lnTo>
                    <a:pt x="15538" y="208459"/>
                  </a:lnTo>
                  <a:lnTo>
                    <a:pt x="3989" y="255359"/>
                  </a:lnTo>
                  <a:lnTo>
                    <a:pt x="0" y="304800"/>
                  </a:lnTo>
                  <a:lnTo>
                    <a:pt x="0" y="1930400"/>
                  </a:lnTo>
                  <a:lnTo>
                    <a:pt x="3989" y="1979840"/>
                  </a:lnTo>
                  <a:lnTo>
                    <a:pt x="15538" y="2026740"/>
                  </a:lnTo>
                  <a:lnTo>
                    <a:pt x="34021" y="2070472"/>
                  </a:lnTo>
                  <a:lnTo>
                    <a:pt x="58808" y="2110410"/>
                  </a:lnTo>
                  <a:lnTo>
                    <a:pt x="89273" y="2145925"/>
                  </a:lnTo>
                  <a:lnTo>
                    <a:pt x="124789" y="2176391"/>
                  </a:lnTo>
                  <a:lnTo>
                    <a:pt x="164726" y="2201178"/>
                  </a:lnTo>
                  <a:lnTo>
                    <a:pt x="208459" y="2219661"/>
                  </a:lnTo>
                  <a:lnTo>
                    <a:pt x="255359" y="2231210"/>
                  </a:lnTo>
                  <a:lnTo>
                    <a:pt x="304800" y="2235200"/>
                  </a:lnTo>
                  <a:lnTo>
                    <a:pt x="2324100" y="2235200"/>
                  </a:lnTo>
                  <a:lnTo>
                    <a:pt x="2373540" y="2231210"/>
                  </a:lnTo>
                  <a:lnTo>
                    <a:pt x="2420440" y="2219661"/>
                  </a:lnTo>
                  <a:lnTo>
                    <a:pt x="2464172" y="2201178"/>
                  </a:lnTo>
                  <a:lnTo>
                    <a:pt x="2504110" y="2176391"/>
                  </a:lnTo>
                  <a:lnTo>
                    <a:pt x="2539625" y="2145925"/>
                  </a:lnTo>
                  <a:lnTo>
                    <a:pt x="2570091" y="2110410"/>
                  </a:lnTo>
                  <a:lnTo>
                    <a:pt x="2594878" y="2070472"/>
                  </a:lnTo>
                  <a:lnTo>
                    <a:pt x="2613361" y="2026740"/>
                  </a:lnTo>
                  <a:lnTo>
                    <a:pt x="2624910" y="1979840"/>
                  </a:lnTo>
                  <a:lnTo>
                    <a:pt x="2628900" y="1930400"/>
                  </a:lnTo>
                  <a:lnTo>
                    <a:pt x="2628900" y="304800"/>
                  </a:lnTo>
                  <a:lnTo>
                    <a:pt x="2624910" y="255359"/>
                  </a:lnTo>
                  <a:lnTo>
                    <a:pt x="2613361" y="208459"/>
                  </a:lnTo>
                  <a:lnTo>
                    <a:pt x="2594878" y="164727"/>
                  </a:lnTo>
                  <a:lnTo>
                    <a:pt x="2570091" y="124789"/>
                  </a:lnTo>
                  <a:lnTo>
                    <a:pt x="2539625" y="89274"/>
                  </a:lnTo>
                  <a:lnTo>
                    <a:pt x="2504110" y="58808"/>
                  </a:lnTo>
                  <a:lnTo>
                    <a:pt x="2464172" y="34021"/>
                  </a:lnTo>
                  <a:lnTo>
                    <a:pt x="2420440" y="15538"/>
                  </a:lnTo>
                  <a:lnTo>
                    <a:pt x="2373540" y="3989"/>
                  </a:lnTo>
                  <a:lnTo>
                    <a:pt x="23241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 name="object 9"/>
            <p:cNvSpPr/>
            <p:nvPr/>
          </p:nvSpPr>
          <p:spPr>
            <a:xfrm>
              <a:off x="3733800" y="5651500"/>
              <a:ext cx="4432300" cy="2235200"/>
            </a:xfrm>
            <a:custGeom>
              <a:avLst/>
              <a:gdLst/>
              <a:ahLst/>
              <a:cxnLst/>
              <a:rect l="l" t="t" r="r" b="b"/>
              <a:pathLst>
                <a:path w="4432300" h="2235200">
                  <a:moveTo>
                    <a:pt x="4127500" y="0"/>
                  </a:moveTo>
                  <a:lnTo>
                    <a:pt x="304800" y="0"/>
                  </a:lnTo>
                  <a:lnTo>
                    <a:pt x="255359" y="3989"/>
                  </a:lnTo>
                  <a:lnTo>
                    <a:pt x="208459" y="15538"/>
                  </a:lnTo>
                  <a:lnTo>
                    <a:pt x="164727" y="34021"/>
                  </a:lnTo>
                  <a:lnTo>
                    <a:pt x="124789" y="58808"/>
                  </a:lnTo>
                  <a:lnTo>
                    <a:pt x="89274" y="89274"/>
                  </a:lnTo>
                  <a:lnTo>
                    <a:pt x="58808" y="124789"/>
                  </a:lnTo>
                  <a:lnTo>
                    <a:pt x="34021" y="164727"/>
                  </a:lnTo>
                  <a:lnTo>
                    <a:pt x="15538" y="208459"/>
                  </a:lnTo>
                  <a:lnTo>
                    <a:pt x="3989" y="255359"/>
                  </a:lnTo>
                  <a:lnTo>
                    <a:pt x="0" y="304800"/>
                  </a:lnTo>
                  <a:lnTo>
                    <a:pt x="0" y="1930400"/>
                  </a:lnTo>
                  <a:lnTo>
                    <a:pt x="3989" y="1979840"/>
                  </a:lnTo>
                  <a:lnTo>
                    <a:pt x="15538" y="2026740"/>
                  </a:lnTo>
                  <a:lnTo>
                    <a:pt x="34021" y="2070472"/>
                  </a:lnTo>
                  <a:lnTo>
                    <a:pt x="58808" y="2110410"/>
                  </a:lnTo>
                  <a:lnTo>
                    <a:pt x="89274" y="2145925"/>
                  </a:lnTo>
                  <a:lnTo>
                    <a:pt x="124789" y="2176391"/>
                  </a:lnTo>
                  <a:lnTo>
                    <a:pt x="164727" y="2201178"/>
                  </a:lnTo>
                  <a:lnTo>
                    <a:pt x="208459" y="2219661"/>
                  </a:lnTo>
                  <a:lnTo>
                    <a:pt x="255359" y="2231210"/>
                  </a:lnTo>
                  <a:lnTo>
                    <a:pt x="304800" y="2235200"/>
                  </a:lnTo>
                  <a:lnTo>
                    <a:pt x="4127500" y="2235200"/>
                  </a:lnTo>
                  <a:lnTo>
                    <a:pt x="4176940" y="2231210"/>
                  </a:lnTo>
                  <a:lnTo>
                    <a:pt x="4223840" y="2219661"/>
                  </a:lnTo>
                  <a:lnTo>
                    <a:pt x="4267572" y="2201178"/>
                  </a:lnTo>
                  <a:lnTo>
                    <a:pt x="4307510" y="2176391"/>
                  </a:lnTo>
                  <a:lnTo>
                    <a:pt x="4343025" y="2145925"/>
                  </a:lnTo>
                  <a:lnTo>
                    <a:pt x="4373491" y="2110410"/>
                  </a:lnTo>
                  <a:lnTo>
                    <a:pt x="4398278" y="2070472"/>
                  </a:lnTo>
                  <a:lnTo>
                    <a:pt x="4416761" y="2026740"/>
                  </a:lnTo>
                  <a:lnTo>
                    <a:pt x="4428310" y="1979840"/>
                  </a:lnTo>
                  <a:lnTo>
                    <a:pt x="4432300" y="1930400"/>
                  </a:lnTo>
                  <a:lnTo>
                    <a:pt x="4432300" y="304800"/>
                  </a:lnTo>
                  <a:lnTo>
                    <a:pt x="4428310" y="255359"/>
                  </a:lnTo>
                  <a:lnTo>
                    <a:pt x="4416761" y="208459"/>
                  </a:lnTo>
                  <a:lnTo>
                    <a:pt x="4398278" y="164727"/>
                  </a:lnTo>
                  <a:lnTo>
                    <a:pt x="4373491" y="124789"/>
                  </a:lnTo>
                  <a:lnTo>
                    <a:pt x="4343025" y="89274"/>
                  </a:lnTo>
                  <a:lnTo>
                    <a:pt x="4307510" y="58808"/>
                  </a:lnTo>
                  <a:lnTo>
                    <a:pt x="4267572" y="34021"/>
                  </a:lnTo>
                  <a:lnTo>
                    <a:pt x="4223840" y="15538"/>
                  </a:lnTo>
                  <a:lnTo>
                    <a:pt x="4176940" y="3989"/>
                  </a:lnTo>
                  <a:lnTo>
                    <a:pt x="4127500" y="0"/>
                  </a:lnTo>
                  <a:close/>
                </a:path>
              </a:pathLst>
            </a:custGeom>
            <a:solidFill>
              <a:srgbClr val="DFF1F3"/>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0" name="object 10"/>
          <p:cNvSpPr/>
          <p:nvPr/>
        </p:nvSpPr>
        <p:spPr>
          <a:xfrm>
            <a:off x="4121150" y="2825750"/>
            <a:ext cx="2216150" cy="1117600"/>
          </a:xfrm>
          <a:custGeom>
            <a:avLst/>
            <a:gdLst/>
            <a:ahLst/>
            <a:cxnLst/>
            <a:rect l="l" t="t" r="r" b="b"/>
            <a:pathLst>
              <a:path w="4432300" h="2235200">
                <a:moveTo>
                  <a:pt x="4127500" y="0"/>
                </a:moveTo>
                <a:lnTo>
                  <a:pt x="304800" y="0"/>
                </a:lnTo>
                <a:lnTo>
                  <a:pt x="255359" y="3989"/>
                </a:lnTo>
                <a:lnTo>
                  <a:pt x="208459" y="15538"/>
                </a:lnTo>
                <a:lnTo>
                  <a:pt x="164727" y="34021"/>
                </a:lnTo>
                <a:lnTo>
                  <a:pt x="124789" y="58808"/>
                </a:lnTo>
                <a:lnTo>
                  <a:pt x="89274" y="89274"/>
                </a:lnTo>
                <a:lnTo>
                  <a:pt x="58808" y="124789"/>
                </a:lnTo>
                <a:lnTo>
                  <a:pt x="34021" y="164727"/>
                </a:lnTo>
                <a:lnTo>
                  <a:pt x="15538" y="208459"/>
                </a:lnTo>
                <a:lnTo>
                  <a:pt x="3989" y="255359"/>
                </a:lnTo>
                <a:lnTo>
                  <a:pt x="0" y="304800"/>
                </a:lnTo>
                <a:lnTo>
                  <a:pt x="0" y="1930400"/>
                </a:lnTo>
                <a:lnTo>
                  <a:pt x="3989" y="1979840"/>
                </a:lnTo>
                <a:lnTo>
                  <a:pt x="15538" y="2026740"/>
                </a:lnTo>
                <a:lnTo>
                  <a:pt x="34021" y="2070472"/>
                </a:lnTo>
                <a:lnTo>
                  <a:pt x="58808" y="2110410"/>
                </a:lnTo>
                <a:lnTo>
                  <a:pt x="89274" y="2145925"/>
                </a:lnTo>
                <a:lnTo>
                  <a:pt x="124789" y="2176391"/>
                </a:lnTo>
                <a:lnTo>
                  <a:pt x="164727" y="2201178"/>
                </a:lnTo>
                <a:lnTo>
                  <a:pt x="208459" y="2219661"/>
                </a:lnTo>
                <a:lnTo>
                  <a:pt x="255359" y="2231210"/>
                </a:lnTo>
                <a:lnTo>
                  <a:pt x="304800" y="2235200"/>
                </a:lnTo>
                <a:lnTo>
                  <a:pt x="4127500" y="2235200"/>
                </a:lnTo>
                <a:lnTo>
                  <a:pt x="4176940" y="2231210"/>
                </a:lnTo>
                <a:lnTo>
                  <a:pt x="4223840" y="2219661"/>
                </a:lnTo>
                <a:lnTo>
                  <a:pt x="4267572" y="2201178"/>
                </a:lnTo>
                <a:lnTo>
                  <a:pt x="4307510" y="2176391"/>
                </a:lnTo>
                <a:lnTo>
                  <a:pt x="4343025" y="2145925"/>
                </a:lnTo>
                <a:lnTo>
                  <a:pt x="4373491" y="2110410"/>
                </a:lnTo>
                <a:lnTo>
                  <a:pt x="4398278" y="2070472"/>
                </a:lnTo>
                <a:lnTo>
                  <a:pt x="4416761" y="2026740"/>
                </a:lnTo>
                <a:lnTo>
                  <a:pt x="4428310" y="1979840"/>
                </a:lnTo>
                <a:lnTo>
                  <a:pt x="4432300" y="1930400"/>
                </a:lnTo>
                <a:lnTo>
                  <a:pt x="4432300" y="304800"/>
                </a:lnTo>
                <a:lnTo>
                  <a:pt x="4428310" y="255359"/>
                </a:lnTo>
                <a:lnTo>
                  <a:pt x="4416761" y="208459"/>
                </a:lnTo>
                <a:lnTo>
                  <a:pt x="4398278" y="164727"/>
                </a:lnTo>
                <a:lnTo>
                  <a:pt x="4373491" y="124789"/>
                </a:lnTo>
                <a:lnTo>
                  <a:pt x="4343025" y="89274"/>
                </a:lnTo>
                <a:lnTo>
                  <a:pt x="4307510" y="58808"/>
                </a:lnTo>
                <a:lnTo>
                  <a:pt x="4267572" y="34021"/>
                </a:lnTo>
                <a:lnTo>
                  <a:pt x="4223840" y="15538"/>
                </a:lnTo>
                <a:lnTo>
                  <a:pt x="4176940" y="3989"/>
                </a:lnTo>
                <a:lnTo>
                  <a:pt x="4127500" y="0"/>
                </a:lnTo>
                <a:close/>
              </a:path>
            </a:pathLst>
          </a:custGeom>
          <a:solidFill>
            <a:srgbClr val="DFF1F3"/>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11" name="object 11"/>
          <p:cNvGrpSpPr/>
          <p:nvPr/>
        </p:nvGrpSpPr>
        <p:grpSpPr>
          <a:xfrm>
            <a:off x="533400" y="3968750"/>
            <a:ext cx="3549650" cy="1117600"/>
            <a:chOff x="1066800" y="7937500"/>
            <a:chExt cx="7099300" cy="2235200"/>
          </a:xfrm>
        </p:grpSpPr>
        <p:sp>
          <p:nvSpPr>
            <p:cNvPr id="12" name="object 12"/>
            <p:cNvSpPr/>
            <p:nvPr/>
          </p:nvSpPr>
          <p:spPr>
            <a:xfrm>
              <a:off x="1066800" y="7937500"/>
              <a:ext cx="2628900" cy="2235200"/>
            </a:xfrm>
            <a:custGeom>
              <a:avLst/>
              <a:gdLst/>
              <a:ahLst/>
              <a:cxnLst/>
              <a:rect l="l" t="t" r="r" b="b"/>
              <a:pathLst>
                <a:path w="2628900" h="2235200">
                  <a:moveTo>
                    <a:pt x="2324100" y="0"/>
                  </a:moveTo>
                  <a:lnTo>
                    <a:pt x="304800" y="0"/>
                  </a:lnTo>
                  <a:lnTo>
                    <a:pt x="255359" y="3989"/>
                  </a:lnTo>
                  <a:lnTo>
                    <a:pt x="208459" y="15538"/>
                  </a:lnTo>
                  <a:lnTo>
                    <a:pt x="164726" y="34021"/>
                  </a:lnTo>
                  <a:lnTo>
                    <a:pt x="124789" y="58808"/>
                  </a:lnTo>
                  <a:lnTo>
                    <a:pt x="89273" y="89274"/>
                  </a:lnTo>
                  <a:lnTo>
                    <a:pt x="58808" y="124789"/>
                  </a:lnTo>
                  <a:lnTo>
                    <a:pt x="34021" y="164727"/>
                  </a:lnTo>
                  <a:lnTo>
                    <a:pt x="15538" y="208459"/>
                  </a:lnTo>
                  <a:lnTo>
                    <a:pt x="3989" y="255359"/>
                  </a:lnTo>
                  <a:lnTo>
                    <a:pt x="0" y="304800"/>
                  </a:lnTo>
                  <a:lnTo>
                    <a:pt x="0" y="1930400"/>
                  </a:lnTo>
                  <a:lnTo>
                    <a:pt x="3989" y="1979840"/>
                  </a:lnTo>
                  <a:lnTo>
                    <a:pt x="15538" y="2026740"/>
                  </a:lnTo>
                  <a:lnTo>
                    <a:pt x="34021" y="2070472"/>
                  </a:lnTo>
                  <a:lnTo>
                    <a:pt x="58808" y="2110410"/>
                  </a:lnTo>
                  <a:lnTo>
                    <a:pt x="89273" y="2145925"/>
                  </a:lnTo>
                  <a:lnTo>
                    <a:pt x="124789" y="2176391"/>
                  </a:lnTo>
                  <a:lnTo>
                    <a:pt x="164726" y="2201178"/>
                  </a:lnTo>
                  <a:lnTo>
                    <a:pt x="208459" y="2219661"/>
                  </a:lnTo>
                  <a:lnTo>
                    <a:pt x="255359" y="2231210"/>
                  </a:lnTo>
                  <a:lnTo>
                    <a:pt x="304800" y="2235200"/>
                  </a:lnTo>
                  <a:lnTo>
                    <a:pt x="2324100" y="2235200"/>
                  </a:lnTo>
                  <a:lnTo>
                    <a:pt x="2373540" y="2231210"/>
                  </a:lnTo>
                  <a:lnTo>
                    <a:pt x="2420440" y="2219661"/>
                  </a:lnTo>
                  <a:lnTo>
                    <a:pt x="2464172" y="2201178"/>
                  </a:lnTo>
                  <a:lnTo>
                    <a:pt x="2504110" y="2176391"/>
                  </a:lnTo>
                  <a:lnTo>
                    <a:pt x="2539625" y="2145925"/>
                  </a:lnTo>
                  <a:lnTo>
                    <a:pt x="2570091" y="2110410"/>
                  </a:lnTo>
                  <a:lnTo>
                    <a:pt x="2594878" y="2070472"/>
                  </a:lnTo>
                  <a:lnTo>
                    <a:pt x="2613361" y="2026740"/>
                  </a:lnTo>
                  <a:lnTo>
                    <a:pt x="2624910" y="1979840"/>
                  </a:lnTo>
                  <a:lnTo>
                    <a:pt x="2628900" y="1930400"/>
                  </a:lnTo>
                  <a:lnTo>
                    <a:pt x="2628900" y="304800"/>
                  </a:lnTo>
                  <a:lnTo>
                    <a:pt x="2624910" y="255359"/>
                  </a:lnTo>
                  <a:lnTo>
                    <a:pt x="2613361" y="208459"/>
                  </a:lnTo>
                  <a:lnTo>
                    <a:pt x="2594878" y="164727"/>
                  </a:lnTo>
                  <a:lnTo>
                    <a:pt x="2570091" y="124789"/>
                  </a:lnTo>
                  <a:lnTo>
                    <a:pt x="2539625" y="89274"/>
                  </a:lnTo>
                  <a:lnTo>
                    <a:pt x="2504110" y="58808"/>
                  </a:lnTo>
                  <a:lnTo>
                    <a:pt x="2464172" y="34021"/>
                  </a:lnTo>
                  <a:lnTo>
                    <a:pt x="2420440" y="15538"/>
                  </a:lnTo>
                  <a:lnTo>
                    <a:pt x="2373540" y="3989"/>
                  </a:lnTo>
                  <a:lnTo>
                    <a:pt x="23241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 name="object 13"/>
            <p:cNvSpPr/>
            <p:nvPr/>
          </p:nvSpPr>
          <p:spPr>
            <a:xfrm>
              <a:off x="3733800" y="7937500"/>
              <a:ext cx="4432300" cy="2235200"/>
            </a:xfrm>
            <a:custGeom>
              <a:avLst/>
              <a:gdLst/>
              <a:ahLst/>
              <a:cxnLst/>
              <a:rect l="l" t="t" r="r" b="b"/>
              <a:pathLst>
                <a:path w="4432300" h="2235200">
                  <a:moveTo>
                    <a:pt x="4127500" y="0"/>
                  </a:moveTo>
                  <a:lnTo>
                    <a:pt x="304800" y="0"/>
                  </a:lnTo>
                  <a:lnTo>
                    <a:pt x="255359" y="3989"/>
                  </a:lnTo>
                  <a:lnTo>
                    <a:pt x="208459" y="15538"/>
                  </a:lnTo>
                  <a:lnTo>
                    <a:pt x="164727" y="34021"/>
                  </a:lnTo>
                  <a:lnTo>
                    <a:pt x="124789" y="58808"/>
                  </a:lnTo>
                  <a:lnTo>
                    <a:pt x="89274" y="89274"/>
                  </a:lnTo>
                  <a:lnTo>
                    <a:pt x="58808" y="124789"/>
                  </a:lnTo>
                  <a:lnTo>
                    <a:pt x="34021" y="164727"/>
                  </a:lnTo>
                  <a:lnTo>
                    <a:pt x="15538" y="208459"/>
                  </a:lnTo>
                  <a:lnTo>
                    <a:pt x="3989" y="255359"/>
                  </a:lnTo>
                  <a:lnTo>
                    <a:pt x="0" y="304800"/>
                  </a:lnTo>
                  <a:lnTo>
                    <a:pt x="0" y="1930400"/>
                  </a:lnTo>
                  <a:lnTo>
                    <a:pt x="3989" y="1979840"/>
                  </a:lnTo>
                  <a:lnTo>
                    <a:pt x="15538" y="2026740"/>
                  </a:lnTo>
                  <a:lnTo>
                    <a:pt x="34021" y="2070472"/>
                  </a:lnTo>
                  <a:lnTo>
                    <a:pt x="58808" y="2110410"/>
                  </a:lnTo>
                  <a:lnTo>
                    <a:pt x="89274" y="2145925"/>
                  </a:lnTo>
                  <a:lnTo>
                    <a:pt x="124789" y="2176391"/>
                  </a:lnTo>
                  <a:lnTo>
                    <a:pt x="164727" y="2201178"/>
                  </a:lnTo>
                  <a:lnTo>
                    <a:pt x="208459" y="2219661"/>
                  </a:lnTo>
                  <a:lnTo>
                    <a:pt x="255359" y="2231210"/>
                  </a:lnTo>
                  <a:lnTo>
                    <a:pt x="304800" y="2235200"/>
                  </a:lnTo>
                  <a:lnTo>
                    <a:pt x="4127500" y="2235200"/>
                  </a:lnTo>
                  <a:lnTo>
                    <a:pt x="4176940" y="2231210"/>
                  </a:lnTo>
                  <a:lnTo>
                    <a:pt x="4223840" y="2219661"/>
                  </a:lnTo>
                  <a:lnTo>
                    <a:pt x="4267572" y="2201178"/>
                  </a:lnTo>
                  <a:lnTo>
                    <a:pt x="4307510" y="2176391"/>
                  </a:lnTo>
                  <a:lnTo>
                    <a:pt x="4343025" y="2145925"/>
                  </a:lnTo>
                  <a:lnTo>
                    <a:pt x="4373491" y="2110410"/>
                  </a:lnTo>
                  <a:lnTo>
                    <a:pt x="4398278" y="2070472"/>
                  </a:lnTo>
                  <a:lnTo>
                    <a:pt x="4416761" y="2026740"/>
                  </a:lnTo>
                  <a:lnTo>
                    <a:pt x="4428310" y="1979840"/>
                  </a:lnTo>
                  <a:lnTo>
                    <a:pt x="4432300" y="1930400"/>
                  </a:lnTo>
                  <a:lnTo>
                    <a:pt x="4432300" y="304800"/>
                  </a:lnTo>
                  <a:lnTo>
                    <a:pt x="4428310" y="255359"/>
                  </a:lnTo>
                  <a:lnTo>
                    <a:pt x="4416761" y="208459"/>
                  </a:lnTo>
                  <a:lnTo>
                    <a:pt x="4398278" y="164727"/>
                  </a:lnTo>
                  <a:lnTo>
                    <a:pt x="4373491" y="124789"/>
                  </a:lnTo>
                  <a:lnTo>
                    <a:pt x="4343025" y="89274"/>
                  </a:lnTo>
                  <a:lnTo>
                    <a:pt x="4307510" y="58808"/>
                  </a:lnTo>
                  <a:lnTo>
                    <a:pt x="4267572" y="34021"/>
                  </a:lnTo>
                  <a:lnTo>
                    <a:pt x="4223840" y="15538"/>
                  </a:lnTo>
                  <a:lnTo>
                    <a:pt x="4176940" y="3989"/>
                  </a:lnTo>
                  <a:lnTo>
                    <a:pt x="4127500" y="0"/>
                  </a:lnTo>
                  <a:close/>
                </a:path>
              </a:pathLst>
            </a:custGeom>
            <a:solidFill>
              <a:srgbClr val="DFF1F3"/>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4" name="object 14"/>
          <p:cNvSpPr/>
          <p:nvPr/>
        </p:nvSpPr>
        <p:spPr>
          <a:xfrm>
            <a:off x="533400" y="1257300"/>
            <a:ext cx="3556000" cy="393700"/>
          </a:xfrm>
          <a:custGeom>
            <a:avLst/>
            <a:gdLst/>
            <a:ahLst/>
            <a:cxnLst/>
            <a:rect l="l" t="t" r="r" b="b"/>
            <a:pathLst>
              <a:path w="7112000" h="787400">
                <a:moveTo>
                  <a:pt x="2616555" y="393700"/>
                </a:moveTo>
                <a:lnTo>
                  <a:pt x="2613482" y="344322"/>
                </a:lnTo>
                <a:lnTo>
                  <a:pt x="2604528" y="296760"/>
                </a:lnTo>
                <a:lnTo>
                  <a:pt x="2590050" y="251409"/>
                </a:lnTo>
                <a:lnTo>
                  <a:pt x="2570429" y="208622"/>
                </a:lnTo>
                <a:lnTo>
                  <a:pt x="2546019" y="168770"/>
                </a:lnTo>
                <a:lnTo>
                  <a:pt x="2517190" y="132232"/>
                </a:lnTo>
                <a:lnTo>
                  <a:pt x="2484323" y="99364"/>
                </a:lnTo>
                <a:lnTo>
                  <a:pt x="2447785" y="70548"/>
                </a:lnTo>
                <a:lnTo>
                  <a:pt x="2407932" y="46139"/>
                </a:lnTo>
                <a:lnTo>
                  <a:pt x="2365146" y="26504"/>
                </a:lnTo>
                <a:lnTo>
                  <a:pt x="2319794" y="12026"/>
                </a:lnTo>
                <a:lnTo>
                  <a:pt x="2272233" y="3073"/>
                </a:lnTo>
                <a:lnTo>
                  <a:pt x="2222855" y="0"/>
                </a:lnTo>
                <a:lnTo>
                  <a:pt x="393700" y="0"/>
                </a:lnTo>
                <a:lnTo>
                  <a:pt x="344309" y="3073"/>
                </a:lnTo>
                <a:lnTo>
                  <a:pt x="296748" y="12026"/>
                </a:lnTo>
                <a:lnTo>
                  <a:pt x="251396" y="26504"/>
                </a:lnTo>
                <a:lnTo>
                  <a:pt x="208610" y="46139"/>
                </a:lnTo>
                <a:lnTo>
                  <a:pt x="168770" y="70548"/>
                </a:lnTo>
                <a:lnTo>
                  <a:pt x="132219" y="99364"/>
                </a:lnTo>
                <a:lnTo>
                  <a:pt x="99352" y="132232"/>
                </a:lnTo>
                <a:lnTo>
                  <a:pt x="70535" y="168770"/>
                </a:lnTo>
                <a:lnTo>
                  <a:pt x="46126" y="208622"/>
                </a:lnTo>
                <a:lnTo>
                  <a:pt x="26492" y="251409"/>
                </a:lnTo>
                <a:lnTo>
                  <a:pt x="12014" y="296760"/>
                </a:lnTo>
                <a:lnTo>
                  <a:pt x="3060" y="344322"/>
                </a:lnTo>
                <a:lnTo>
                  <a:pt x="0" y="393700"/>
                </a:lnTo>
                <a:lnTo>
                  <a:pt x="3060" y="443090"/>
                </a:lnTo>
                <a:lnTo>
                  <a:pt x="12014" y="490651"/>
                </a:lnTo>
                <a:lnTo>
                  <a:pt x="26492" y="536003"/>
                </a:lnTo>
                <a:lnTo>
                  <a:pt x="46126" y="578789"/>
                </a:lnTo>
                <a:lnTo>
                  <a:pt x="70535" y="618642"/>
                </a:lnTo>
                <a:lnTo>
                  <a:pt x="99352" y="655180"/>
                </a:lnTo>
                <a:lnTo>
                  <a:pt x="132219" y="688047"/>
                </a:lnTo>
                <a:lnTo>
                  <a:pt x="168770" y="716864"/>
                </a:lnTo>
                <a:lnTo>
                  <a:pt x="208610" y="741273"/>
                </a:lnTo>
                <a:lnTo>
                  <a:pt x="251396" y="760907"/>
                </a:lnTo>
                <a:lnTo>
                  <a:pt x="296748" y="775385"/>
                </a:lnTo>
                <a:lnTo>
                  <a:pt x="344309" y="784339"/>
                </a:lnTo>
                <a:lnTo>
                  <a:pt x="393700" y="787400"/>
                </a:lnTo>
                <a:lnTo>
                  <a:pt x="2222855" y="787400"/>
                </a:lnTo>
                <a:lnTo>
                  <a:pt x="2272233" y="784339"/>
                </a:lnTo>
                <a:lnTo>
                  <a:pt x="2319794" y="775385"/>
                </a:lnTo>
                <a:lnTo>
                  <a:pt x="2365146" y="760907"/>
                </a:lnTo>
                <a:lnTo>
                  <a:pt x="2407932" y="741273"/>
                </a:lnTo>
                <a:lnTo>
                  <a:pt x="2447785" y="716864"/>
                </a:lnTo>
                <a:lnTo>
                  <a:pt x="2484323" y="688047"/>
                </a:lnTo>
                <a:lnTo>
                  <a:pt x="2517190" y="655180"/>
                </a:lnTo>
                <a:lnTo>
                  <a:pt x="2546019" y="618642"/>
                </a:lnTo>
                <a:lnTo>
                  <a:pt x="2570429" y="578789"/>
                </a:lnTo>
                <a:lnTo>
                  <a:pt x="2590050" y="536003"/>
                </a:lnTo>
                <a:lnTo>
                  <a:pt x="2604528" y="490651"/>
                </a:lnTo>
                <a:lnTo>
                  <a:pt x="2613482" y="443090"/>
                </a:lnTo>
                <a:lnTo>
                  <a:pt x="2616555" y="393700"/>
                </a:lnTo>
                <a:close/>
              </a:path>
              <a:path w="7112000" h="787400">
                <a:moveTo>
                  <a:pt x="7112000" y="393700"/>
                </a:moveTo>
                <a:lnTo>
                  <a:pt x="7108926" y="344322"/>
                </a:lnTo>
                <a:lnTo>
                  <a:pt x="7099973" y="296760"/>
                </a:lnTo>
                <a:lnTo>
                  <a:pt x="7085495" y="251409"/>
                </a:lnTo>
                <a:lnTo>
                  <a:pt x="7065861" y="208622"/>
                </a:lnTo>
                <a:lnTo>
                  <a:pt x="7041451" y="168770"/>
                </a:lnTo>
                <a:lnTo>
                  <a:pt x="7012635" y="132232"/>
                </a:lnTo>
                <a:lnTo>
                  <a:pt x="6979767" y="99364"/>
                </a:lnTo>
                <a:lnTo>
                  <a:pt x="6943217" y="70548"/>
                </a:lnTo>
                <a:lnTo>
                  <a:pt x="6903377" y="46139"/>
                </a:lnTo>
                <a:lnTo>
                  <a:pt x="6860591" y="26504"/>
                </a:lnTo>
                <a:lnTo>
                  <a:pt x="6815226" y="12026"/>
                </a:lnTo>
                <a:lnTo>
                  <a:pt x="6767677" y="3073"/>
                </a:lnTo>
                <a:lnTo>
                  <a:pt x="6718300" y="0"/>
                </a:lnTo>
                <a:lnTo>
                  <a:pt x="3048000" y="0"/>
                </a:lnTo>
                <a:lnTo>
                  <a:pt x="2998609" y="3073"/>
                </a:lnTo>
                <a:lnTo>
                  <a:pt x="2951061" y="12026"/>
                </a:lnTo>
                <a:lnTo>
                  <a:pt x="2905696" y="26504"/>
                </a:lnTo>
                <a:lnTo>
                  <a:pt x="2862910" y="46139"/>
                </a:lnTo>
                <a:lnTo>
                  <a:pt x="2823070" y="70548"/>
                </a:lnTo>
                <a:lnTo>
                  <a:pt x="2786519" y="99364"/>
                </a:lnTo>
                <a:lnTo>
                  <a:pt x="2753652" y="132232"/>
                </a:lnTo>
                <a:lnTo>
                  <a:pt x="2724835" y="168770"/>
                </a:lnTo>
                <a:lnTo>
                  <a:pt x="2700426" y="208622"/>
                </a:lnTo>
                <a:lnTo>
                  <a:pt x="2680792" y="251409"/>
                </a:lnTo>
                <a:lnTo>
                  <a:pt x="2666314" y="296760"/>
                </a:lnTo>
                <a:lnTo>
                  <a:pt x="2657360" y="344322"/>
                </a:lnTo>
                <a:lnTo>
                  <a:pt x="2654300" y="393700"/>
                </a:lnTo>
                <a:lnTo>
                  <a:pt x="2657360" y="443090"/>
                </a:lnTo>
                <a:lnTo>
                  <a:pt x="2666314" y="490651"/>
                </a:lnTo>
                <a:lnTo>
                  <a:pt x="2680792" y="536003"/>
                </a:lnTo>
                <a:lnTo>
                  <a:pt x="2700426" y="578789"/>
                </a:lnTo>
                <a:lnTo>
                  <a:pt x="2724835" y="618642"/>
                </a:lnTo>
                <a:lnTo>
                  <a:pt x="2753652" y="655180"/>
                </a:lnTo>
                <a:lnTo>
                  <a:pt x="2786519" y="688047"/>
                </a:lnTo>
                <a:lnTo>
                  <a:pt x="2823070" y="716864"/>
                </a:lnTo>
                <a:lnTo>
                  <a:pt x="2862910" y="741273"/>
                </a:lnTo>
                <a:lnTo>
                  <a:pt x="2905696" y="760907"/>
                </a:lnTo>
                <a:lnTo>
                  <a:pt x="2951061" y="775385"/>
                </a:lnTo>
                <a:lnTo>
                  <a:pt x="2998609" y="784339"/>
                </a:lnTo>
                <a:lnTo>
                  <a:pt x="3048000" y="787400"/>
                </a:lnTo>
                <a:lnTo>
                  <a:pt x="6718300" y="787400"/>
                </a:lnTo>
                <a:lnTo>
                  <a:pt x="6767677" y="784339"/>
                </a:lnTo>
                <a:lnTo>
                  <a:pt x="6815226" y="775385"/>
                </a:lnTo>
                <a:lnTo>
                  <a:pt x="6860591" y="760907"/>
                </a:lnTo>
                <a:lnTo>
                  <a:pt x="6903377" y="741273"/>
                </a:lnTo>
                <a:lnTo>
                  <a:pt x="6943217" y="716864"/>
                </a:lnTo>
                <a:lnTo>
                  <a:pt x="6979767" y="688047"/>
                </a:lnTo>
                <a:lnTo>
                  <a:pt x="7012635" y="655180"/>
                </a:lnTo>
                <a:lnTo>
                  <a:pt x="7041451" y="618642"/>
                </a:lnTo>
                <a:lnTo>
                  <a:pt x="7065861" y="578789"/>
                </a:lnTo>
                <a:lnTo>
                  <a:pt x="7085495" y="536003"/>
                </a:lnTo>
                <a:lnTo>
                  <a:pt x="7099973" y="490651"/>
                </a:lnTo>
                <a:lnTo>
                  <a:pt x="7108926" y="443090"/>
                </a:lnTo>
                <a:lnTo>
                  <a:pt x="7112000" y="39370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 name="object 15"/>
          <p:cNvSpPr txBox="1"/>
          <p:nvPr/>
        </p:nvSpPr>
        <p:spPr>
          <a:xfrm>
            <a:off x="2000250" y="4046220"/>
            <a:ext cx="1957705" cy="932815"/>
          </a:xfrm>
          <a:prstGeom prst="rect">
            <a:avLst/>
          </a:prstGeom>
        </p:spPr>
        <p:txBody>
          <a:bodyPr vert="horz" wrap="square" lIns="0" tIns="30480" rIns="0" bIns="0" rtlCol="0">
            <a:spAutoFit/>
          </a:bodyPr>
          <a:lstStyle/>
          <a:p>
            <a:pPr marL="6350">
              <a:spcBef>
                <a:spcPts val="24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精神领袖与意见领油双管齐下</a:t>
            </a:r>
            <a:endParaRPr sz="1050">
              <a:latin typeface="江城圆体 400W" panose="020B0800000000000000" pitchFamily="34" charset="-128"/>
              <a:ea typeface="江城圆体 400W" panose="020B0800000000000000" pitchFamily="34" charset="-128"/>
              <a:cs typeface="PMingLiU" panose="02020500000000000000" charset="-120"/>
            </a:endParaRPr>
          </a:p>
          <a:p>
            <a:pPr marL="6350" marR="2540">
              <a:lnSpc>
                <a:spcPct val="115000"/>
              </a:lnSpc>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「精神领袖」从旁进行指导、示范，再透过受人敬重、人脉广的</a:t>
            </a:r>
            <a:endParaRPr sz="1050">
              <a:latin typeface="江城圆体 400W" panose="020B0800000000000000" pitchFamily="34" charset="-128"/>
              <a:ea typeface="江城圆体 400W" panose="020B0800000000000000" pitchFamily="34" charset="-128"/>
              <a:cs typeface="PMingLiU" panose="02020500000000000000" charset="-120"/>
            </a:endParaRPr>
          </a:p>
          <a:p>
            <a:pPr marL="6350" marR="10160">
              <a:lnSpc>
                <a:spcPct val="115000"/>
              </a:lnSpc>
              <a:tabLst>
                <a:tab pos="893445" algn="l"/>
              </a:tabLst>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「意见领袖」	的支持与推动，才可能促成改变。</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16" name="object 16"/>
          <p:cNvSpPr txBox="1"/>
          <p:nvPr/>
        </p:nvSpPr>
        <p:spPr>
          <a:xfrm>
            <a:off x="731266" y="2082800"/>
            <a:ext cx="925195" cy="295910"/>
          </a:xfrm>
          <a:prstGeom prst="rect">
            <a:avLst/>
          </a:prstGeom>
        </p:spPr>
        <p:txBody>
          <a:bodyPr vert="horz" wrap="square" lIns="0" tIns="6350" rIns="0" bIns="0" rtlCol="0">
            <a:spAutoFit/>
          </a:bodyPr>
          <a:lstStyle/>
          <a:p>
            <a:pPr algn="ctr">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Microsoft JhengHei"/>
              </a:rPr>
              <a:t>1、个人动机</a:t>
            </a:r>
            <a:endParaRPr sz="1050" b="1">
              <a:latin typeface="江城圆体 600W" panose="020B0800000000000000" pitchFamily="34" charset="-128"/>
              <a:ea typeface="江城圆体 600W" panose="020B0800000000000000" pitchFamily="34" charset="-128"/>
              <a:cs typeface="Microsoft JhengHei"/>
            </a:endParaRPr>
          </a:p>
          <a:p>
            <a:pPr algn="ctr">
              <a:spcBef>
                <a:spcPts val="40"/>
              </a:spcBef>
            </a:pPr>
            <a:r>
              <a:rPr sz="800" b="1" dirty="0">
                <a:solidFill>
                  <a:srgbClr val="FFFFFF"/>
                </a:solidFill>
                <a:latin typeface="江城圆体 600W" panose="020B0800000000000000" pitchFamily="34" charset="-128"/>
                <a:ea typeface="江城圆体 600W" panose="020B0800000000000000" pitchFamily="34" charset="-128"/>
                <a:cs typeface="Microsoft JhengHei"/>
              </a:rPr>
              <a:t>把「讨厌」变成「喜欢」</a:t>
            </a:r>
            <a:endParaRPr sz="800" b="1">
              <a:latin typeface="江城圆体 600W" panose="020B0800000000000000" pitchFamily="34" charset="-128"/>
              <a:ea typeface="江城圆体 600W" panose="020B0800000000000000" pitchFamily="34" charset="-128"/>
              <a:cs typeface="Microsoft JhengHei"/>
            </a:endParaRPr>
          </a:p>
        </p:txBody>
      </p:sp>
      <p:sp>
        <p:nvSpPr>
          <p:cNvPr id="17" name="object 17"/>
          <p:cNvSpPr/>
          <p:nvPr/>
        </p:nvSpPr>
        <p:spPr>
          <a:xfrm>
            <a:off x="4121150" y="3968750"/>
            <a:ext cx="2216150" cy="1117600"/>
          </a:xfrm>
          <a:custGeom>
            <a:avLst/>
            <a:gdLst/>
            <a:ahLst/>
            <a:cxnLst/>
            <a:rect l="l" t="t" r="r" b="b"/>
            <a:pathLst>
              <a:path w="4432300" h="2235200">
                <a:moveTo>
                  <a:pt x="4127500" y="0"/>
                </a:moveTo>
                <a:lnTo>
                  <a:pt x="304800" y="0"/>
                </a:lnTo>
                <a:lnTo>
                  <a:pt x="255359" y="3989"/>
                </a:lnTo>
                <a:lnTo>
                  <a:pt x="208459" y="15538"/>
                </a:lnTo>
                <a:lnTo>
                  <a:pt x="164727" y="34021"/>
                </a:lnTo>
                <a:lnTo>
                  <a:pt x="124789" y="58808"/>
                </a:lnTo>
                <a:lnTo>
                  <a:pt x="89274" y="89274"/>
                </a:lnTo>
                <a:lnTo>
                  <a:pt x="58808" y="124789"/>
                </a:lnTo>
                <a:lnTo>
                  <a:pt x="34021" y="164727"/>
                </a:lnTo>
                <a:lnTo>
                  <a:pt x="15538" y="208459"/>
                </a:lnTo>
                <a:lnTo>
                  <a:pt x="3989" y="255359"/>
                </a:lnTo>
                <a:lnTo>
                  <a:pt x="0" y="304800"/>
                </a:lnTo>
                <a:lnTo>
                  <a:pt x="0" y="1930400"/>
                </a:lnTo>
                <a:lnTo>
                  <a:pt x="3989" y="1979840"/>
                </a:lnTo>
                <a:lnTo>
                  <a:pt x="15538" y="2026740"/>
                </a:lnTo>
                <a:lnTo>
                  <a:pt x="34021" y="2070472"/>
                </a:lnTo>
                <a:lnTo>
                  <a:pt x="58808" y="2110410"/>
                </a:lnTo>
                <a:lnTo>
                  <a:pt x="89274" y="2145925"/>
                </a:lnTo>
                <a:lnTo>
                  <a:pt x="124789" y="2176391"/>
                </a:lnTo>
                <a:lnTo>
                  <a:pt x="164727" y="2201178"/>
                </a:lnTo>
                <a:lnTo>
                  <a:pt x="208459" y="2219661"/>
                </a:lnTo>
                <a:lnTo>
                  <a:pt x="255359" y="2231210"/>
                </a:lnTo>
                <a:lnTo>
                  <a:pt x="304800" y="2235200"/>
                </a:lnTo>
                <a:lnTo>
                  <a:pt x="4127500" y="2235200"/>
                </a:lnTo>
                <a:lnTo>
                  <a:pt x="4176940" y="2231210"/>
                </a:lnTo>
                <a:lnTo>
                  <a:pt x="4223840" y="2219661"/>
                </a:lnTo>
                <a:lnTo>
                  <a:pt x="4267572" y="2201178"/>
                </a:lnTo>
                <a:lnTo>
                  <a:pt x="4307510" y="2176391"/>
                </a:lnTo>
                <a:lnTo>
                  <a:pt x="4343025" y="2145925"/>
                </a:lnTo>
                <a:lnTo>
                  <a:pt x="4373491" y="2110410"/>
                </a:lnTo>
                <a:lnTo>
                  <a:pt x="4398278" y="2070472"/>
                </a:lnTo>
                <a:lnTo>
                  <a:pt x="4416761" y="2026740"/>
                </a:lnTo>
                <a:lnTo>
                  <a:pt x="4428310" y="1979840"/>
                </a:lnTo>
                <a:lnTo>
                  <a:pt x="4432300" y="1930400"/>
                </a:lnTo>
                <a:lnTo>
                  <a:pt x="4432300" y="304800"/>
                </a:lnTo>
                <a:lnTo>
                  <a:pt x="4428310" y="255359"/>
                </a:lnTo>
                <a:lnTo>
                  <a:pt x="4416761" y="208459"/>
                </a:lnTo>
                <a:lnTo>
                  <a:pt x="4398278" y="164727"/>
                </a:lnTo>
                <a:lnTo>
                  <a:pt x="4373491" y="124789"/>
                </a:lnTo>
                <a:lnTo>
                  <a:pt x="4343025" y="89274"/>
                </a:lnTo>
                <a:lnTo>
                  <a:pt x="4307510" y="58808"/>
                </a:lnTo>
                <a:lnTo>
                  <a:pt x="4267572" y="34021"/>
                </a:lnTo>
                <a:lnTo>
                  <a:pt x="4223840" y="15538"/>
                </a:lnTo>
                <a:lnTo>
                  <a:pt x="4176940" y="3989"/>
                </a:lnTo>
                <a:lnTo>
                  <a:pt x="4127500" y="0"/>
                </a:lnTo>
                <a:close/>
              </a:path>
            </a:pathLst>
          </a:custGeom>
          <a:solidFill>
            <a:srgbClr val="DFF1F3"/>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8" name="object 18"/>
          <p:cNvSpPr txBox="1"/>
          <p:nvPr/>
        </p:nvSpPr>
        <p:spPr>
          <a:xfrm>
            <a:off x="4292600" y="4046220"/>
            <a:ext cx="1879600" cy="747395"/>
          </a:xfrm>
          <a:prstGeom prst="rect">
            <a:avLst/>
          </a:prstGeom>
        </p:spPr>
        <p:txBody>
          <a:bodyPr vert="horz" wrap="square" lIns="0" tIns="6350" rIns="0" bIns="0" rtlCol="0">
            <a:spAutoFit/>
          </a:bodyPr>
          <a:lstStyle/>
          <a:p>
            <a:pPr marL="6350" marR="2540" algn="just">
              <a:lnSpc>
                <a:spcPct val="115000"/>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例如，之前做了一大半的项目突然暂停，重新变换了方向，可以通过精神领袖和意见领袖的协助，向员工说明更改的原因和必要性。</a:t>
            </a:r>
            <a:endParaRPr sz="105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19" name="object 19"/>
          <p:cNvGrpSpPr/>
          <p:nvPr/>
        </p:nvGrpSpPr>
        <p:grpSpPr>
          <a:xfrm>
            <a:off x="533400" y="5111750"/>
            <a:ext cx="3549650" cy="1117600"/>
            <a:chOff x="1066800" y="10223500"/>
            <a:chExt cx="7099300" cy="2235200"/>
          </a:xfrm>
        </p:grpSpPr>
        <p:sp>
          <p:nvSpPr>
            <p:cNvPr id="20" name="object 20"/>
            <p:cNvSpPr/>
            <p:nvPr/>
          </p:nvSpPr>
          <p:spPr>
            <a:xfrm>
              <a:off x="1066800" y="10223500"/>
              <a:ext cx="2628900" cy="2235200"/>
            </a:xfrm>
            <a:custGeom>
              <a:avLst/>
              <a:gdLst/>
              <a:ahLst/>
              <a:cxnLst/>
              <a:rect l="l" t="t" r="r" b="b"/>
              <a:pathLst>
                <a:path w="2628900" h="2235200">
                  <a:moveTo>
                    <a:pt x="2324100" y="0"/>
                  </a:moveTo>
                  <a:lnTo>
                    <a:pt x="304800" y="0"/>
                  </a:lnTo>
                  <a:lnTo>
                    <a:pt x="255359" y="3989"/>
                  </a:lnTo>
                  <a:lnTo>
                    <a:pt x="208459" y="15538"/>
                  </a:lnTo>
                  <a:lnTo>
                    <a:pt x="164726" y="34021"/>
                  </a:lnTo>
                  <a:lnTo>
                    <a:pt x="124789" y="58808"/>
                  </a:lnTo>
                  <a:lnTo>
                    <a:pt x="89273" y="89274"/>
                  </a:lnTo>
                  <a:lnTo>
                    <a:pt x="58808" y="124789"/>
                  </a:lnTo>
                  <a:lnTo>
                    <a:pt x="34021" y="164727"/>
                  </a:lnTo>
                  <a:lnTo>
                    <a:pt x="15538" y="208459"/>
                  </a:lnTo>
                  <a:lnTo>
                    <a:pt x="3989" y="255359"/>
                  </a:lnTo>
                  <a:lnTo>
                    <a:pt x="0" y="304800"/>
                  </a:lnTo>
                  <a:lnTo>
                    <a:pt x="0" y="1930400"/>
                  </a:lnTo>
                  <a:lnTo>
                    <a:pt x="3989" y="1979840"/>
                  </a:lnTo>
                  <a:lnTo>
                    <a:pt x="15538" y="2026740"/>
                  </a:lnTo>
                  <a:lnTo>
                    <a:pt x="34021" y="2070472"/>
                  </a:lnTo>
                  <a:lnTo>
                    <a:pt x="58808" y="2110410"/>
                  </a:lnTo>
                  <a:lnTo>
                    <a:pt x="89273" y="2145925"/>
                  </a:lnTo>
                  <a:lnTo>
                    <a:pt x="124789" y="2176391"/>
                  </a:lnTo>
                  <a:lnTo>
                    <a:pt x="164726" y="2201178"/>
                  </a:lnTo>
                  <a:lnTo>
                    <a:pt x="208459" y="2219661"/>
                  </a:lnTo>
                  <a:lnTo>
                    <a:pt x="255359" y="2231210"/>
                  </a:lnTo>
                  <a:lnTo>
                    <a:pt x="304800" y="2235200"/>
                  </a:lnTo>
                  <a:lnTo>
                    <a:pt x="2324100" y="2235200"/>
                  </a:lnTo>
                  <a:lnTo>
                    <a:pt x="2373540" y="2231210"/>
                  </a:lnTo>
                  <a:lnTo>
                    <a:pt x="2420440" y="2219661"/>
                  </a:lnTo>
                  <a:lnTo>
                    <a:pt x="2464172" y="2201178"/>
                  </a:lnTo>
                  <a:lnTo>
                    <a:pt x="2504110" y="2176391"/>
                  </a:lnTo>
                  <a:lnTo>
                    <a:pt x="2539625" y="2145925"/>
                  </a:lnTo>
                  <a:lnTo>
                    <a:pt x="2570091" y="2110410"/>
                  </a:lnTo>
                  <a:lnTo>
                    <a:pt x="2594878" y="2070472"/>
                  </a:lnTo>
                  <a:lnTo>
                    <a:pt x="2613361" y="2026740"/>
                  </a:lnTo>
                  <a:lnTo>
                    <a:pt x="2624910" y="1979840"/>
                  </a:lnTo>
                  <a:lnTo>
                    <a:pt x="2628900" y="1930400"/>
                  </a:lnTo>
                  <a:lnTo>
                    <a:pt x="2628900" y="304800"/>
                  </a:lnTo>
                  <a:lnTo>
                    <a:pt x="2624910" y="255359"/>
                  </a:lnTo>
                  <a:lnTo>
                    <a:pt x="2613361" y="208459"/>
                  </a:lnTo>
                  <a:lnTo>
                    <a:pt x="2594878" y="164727"/>
                  </a:lnTo>
                  <a:lnTo>
                    <a:pt x="2570091" y="124789"/>
                  </a:lnTo>
                  <a:lnTo>
                    <a:pt x="2539625" y="89274"/>
                  </a:lnTo>
                  <a:lnTo>
                    <a:pt x="2504110" y="58808"/>
                  </a:lnTo>
                  <a:lnTo>
                    <a:pt x="2464172" y="34021"/>
                  </a:lnTo>
                  <a:lnTo>
                    <a:pt x="2420440" y="15538"/>
                  </a:lnTo>
                  <a:lnTo>
                    <a:pt x="2373540" y="3989"/>
                  </a:lnTo>
                  <a:lnTo>
                    <a:pt x="23241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 name="object 21"/>
            <p:cNvSpPr/>
            <p:nvPr/>
          </p:nvSpPr>
          <p:spPr>
            <a:xfrm>
              <a:off x="3733800" y="10223500"/>
              <a:ext cx="4432300" cy="2235200"/>
            </a:xfrm>
            <a:custGeom>
              <a:avLst/>
              <a:gdLst/>
              <a:ahLst/>
              <a:cxnLst/>
              <a:rect l="l" t="t" r="r" b="b"/>
              <a:pathLst>
                <a:path w="4432300" h="2235200">
                  <a:moveTo>
                    <a:pt x="4127500" y="0"/>
                  </a:moveTo>
                  <a:lnTo>
                    <a:pt x="304800" y="0"/>
                  </a:lnTo>
                  <a:lnTo>
                    <a:pt x="255359" y="3989"/>
                  </a:lnTo>
                  <a:lnTo>
                    <a:pt x="208459" y="15538"/>
                  </a:lnTo>
                  <a:lnTo>
                    <a:pt x="164727" y="34021"/>
                  </a:lnTo>
                  <a:lnTo>
                    <a:pt x="124789" y="58808"/>
                  </a:lnTo>
                  <a:lnTo>
                    <a:pt x="89274" y="89274"/>
                  </a:lnTo>
                  <a:lnTo>
                    <a:pt x="58808" y="124789"/>
                  </a:lnTo>
                  <a:lnTo>
                    <a:pt x="34021" y="164727"/>
                  </a:lnTo>
                  <a:lnTo>
                    <a:pt x="15538" y="208459"/>
                  </a:lnTo>
                  <a:lnTo>
                    <a:pt x="3989" y="255359"/>
                  </a:lnTo>
                  <a:lnTo>
                    <a:pt x="0" y="304800"/>
                  </a:lnTo>
                  <a:lnTo>
                    <a:pt x="0" y="1930400"/>
                  </a:lnTo>
                  <a:lnTo>
                    <a:pt x="3989" y="1979840"/>
                  </a:lnTo>
                  <a:lnTo>
                    <a:pt x="15538" y="2026740"/>
                  </a:lnTo>
                  <a:lnTo>
                    <a:pt x="34021" y="2070472"/>
                  </a:lnTo>
                  <a:lnTo>
                    <a:pt x="58808" y="2110410"/>
                  </a:lnTo>
                  <a:lnTo>
                    <a:pt x="89274" y="2145925"/>
                  </a:lnTo>
                  <a:lnTo>
                    <a:pt x="124789" y="2176391"/>
                  </a:lnTo>
                  <a:lnTo>
                    <a:pt x="164727" y="2201178"/>
                  </a:lnTo>
                  <a:lnTo>
                    <a:pt x="208459" y="2219661"/>
                  </a:lnTo>
                  <a:lnTo>
                    <a:pt x="255359" y="2231210"/>
                  </a:lnTo>
                  <a:lnTo>
                    <a:pt x="304800" y="2235200"/>
                  </a:lnTo>
                  <a:lnTo>
                    <a:pt x="4127500" y="2235200"/>
                  </a:lnTo>
                  <a:lnTo>
                    <a:pt x="4176940" y="2231210"/>
                  </a:lnTo>
                  <a:lnTo>
                    <a:pt x="4223840" y="2219661"/>
                  </a:lnTo>
                  <a:lnTo>
                    <a:pt x="4267572" y="2201178"/>
                  </a:lnTo>
                  <a:lnTo>
                    <a:pt x="4307510" y="2176391"/>
                  </a:lnTo>
                  <a:lnTo>
                    <a:pt x="4343025" y="2145925"/>
                  </a:lnTo>
                  <a:lnTo>
                    <a:pt x="4373491" y="2110410"/>
                  </a:lnTo>
                  <a:lnTo>
                    <a:pt x="4398278" y="2070472"/>
                  </a:lnTo>
                  <a:lnTo>
                    <a:pt x="4416761" y="2026740"/>
                  </a:lnTo>
                  <a:lnTo>
                    <a:pt x="4428310" y="1979840"/>
                  </a:lnTo>
                  <a:lnTo>
                    <a:pt x="4432300" y="1930400"/>
                  </a:lnTo>
                  <a:lnTo>
                    <a:pt x="4432300" y="304800"/>
                  </a:lnTo>
                  <a:lnTo>
                    <a:pt x="4428310" y="255359"/>
                  </a:lnTo>
                  <a:lnTo>
                    <a:pt x="4416761" y="208459"/>
                  </a:lnTo>
                  <a:lnTo>
                    <a:pt x="4398278" y="164727"/>
                  </a:lnTo>
                  <a:lnTo>
                    <a:pt x="4373491" y="124789"/>
                  </a:lnTo>
                  <a:lnTo>
                    <a:pt x="4343025" y="89274"/>
                  </a:lnTo>
                  <a:lnTo>
                    <a:pt x="4307510" y="58808"/>
                  </a:lnTo>
                  <a:lnTo>
                    <a:pt x="4267572" y="34021"/>
                  </a:lnTo>
                  <a:lnTo>
                    <a:pt x="4223840" y="15538"/>
                  </a:lnTo>
                  <a:lnTo>
                    <a:pt x="4176940" y="3989"/>
                  </a:lnTo>
                  <a:lnTo>
                    <a:pt x="4127500" y="0"/>
                  </a:lnTo>
                  <a:close/>
                </a:path>
              </a:pathLst>
            </a:custGeom>
            <a:solidFill>
              <a:srgbClr val="DFF1F3"/>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2" name="object 22"/>
          <p:cNvSpPr/>
          <p:nvPr/>
        </p:nvSpPr>
        <p:spPr>
          <a:xfrm>
            <a:off x="4121150" y="5111750"/>
            <a:ext cx="2216150" cy="1117600"/>
          </a:xfrm>
          <a:custGeom>
            <a:avLst/>
            <a:gdLst/>
            <a:ahLst/>
            <a:cxnLst/>
            <a:rect l="l" t="t" r="r" b="b"/>
            <a:pathLst>
              <a:path w="4432300" h="2235200">
                <a:moveTo>
                  <a:pt x="4127500" y="0"/>
                </a:moveTo>
                <a:lnTo>
                  <a:pt x="304800" y="0"/>
                </a:lnTo>
                <a:lnTo>
                  <a:pt x="255359" y="3989"/>
                </a:lnTo>
                <a:lnTo>
                  <a:pt x="208459" y="15538"/>
                </a:lnTo>
                <a:lnTo>
                  <a:pt x="164727" y="34021"/>
                </a:lnTo>
                <a:lnTo>
                  <a:pt x="124789" y="58808"/>
                </a:lnTo>
                <a:lnTo>
                  <a:pt x="89274" y="89274"/>
                </a:lnTo>
                <a:lnTo>
                  <a:pt x="58808" y="124789"/>
                </a:lnTo>
                <a:lnTo>
                  <a:pt x="34021" y="164727"/>
                </a:lnTo>
                <a:lnTo>
                  <a:pt x="15538" y="208459"/>
                </a:lnTo>
                <a:lnTo>
                  <a:pt x="3989" y="255359"/>
                </a:lnTo>
                <a:lnTo>
                  <a:pt x="0" y="304800"/>
                </a:lnTo>
                <a:lnTo>
                  <a:pt x="0" y="1930400"/>
                </a:lnTo>
                <a:lnTo>
                  <a:pt x="3989" y="1979840"/>
                </a:lnTo>
                <a:lnTo>
                  <a:pt x="15538" y="2026740"/>
                </a:lnTo>
                <a:lnTo>
                  <a:pt x="34021" y="2070472"/>
                </a:lnTo>
                <a:lnTo>
                  <a:pt x="58808" y="2110410"/>
                </a:lnTo>
                <a:lnTo>
                  <a:pt x="89274" y="2145925"/>
                </a:lnTo>
                <a:lnTo>
                  <a:pt x="124789" y="2176391"/>
                </a:lnTo>
                <a:lnTo>
                  <a:pt x="164727" y="2201178"/>
                </a:lnTo>
                <a:lnTo>
                  <a:pt x="208459" y="2219661"/>
                </a:lnTo>
                <a:lnTo>
                  <a:pt x="255359" y="2231210"/>
                </a:lnTo>
                <a:lnTo>
                  <a:pt x="304800" y="2235200"/>
                </a:lnTo>
                <a:lnTo>
                  <a:pt x="4127500" y="2235200"/>
                </a:lnTo>
                <a:lnTo>
                  <a:pt x="4176940" y="2231210"/>
                </a:lnTo>
                <a:lnTo>
                  <a:pt x="4223840" y="2219661"/>
                </a:lnTo>
                <a:lnTo>
                  <a:pt x="4267572" y="2201178"/>
                </a:lnTo>
                <a:lnTo>
                  <a:pt x="4307510" y="2176391"/>
                </a:lnTo>
                <a:lnTo>
                  <a:pt x="4343025" y="2145925"/>
                </a:lnTo>
                <a:lnTo>
                  <a:pt x="4373491" y="2110410"/>
                </a:lnTo>
                <a:lnTo>
                  <a:pt x="4398278" y="2070472"/>
                </a:lnTo>
                <a:lnTo>
                  <a:pt x="4416761" y="2026740"/>
                </a:lnTo>
                <a:lnTo>
                  <a:pt x="4428310" y="1979840"/>
                </a:lnTo>
                <a:lnTo>
                  <a:pt x="4432300" y="1930400"/>
                </a:lnTo>
                <a:lnTo>
                  <a:pt x="4432300" y="304800"/>
                </a:lnTo>
                <a:lnTo>
                  <a:pt x="4428310" y="255359"/>
                </a:lnTo>
                <a:lnTo>
                  <a:pt x="4416761" y="208459"/>
                </a:lnTo>
                <a:lnTo>
                  <a:pt x="4398278" y="164727"/>
                </a:lnTo>
                <a:lnTo>
                  <a:pt x="4373491" y="124789"/>
                </a:lnTo>
                <a:lnTo>
                  <a:pt x="4343025" y="89274"/>
                </a:lnTo>
                <a:lnTo>
                  <a:pt x="4307510" y="58808"/>
                </a:lnTo>
                <a:lnTo>
                  <a:pt x="4267572" y="34021"/>
                </a:lnTo>
                <a:lnTo>
                  <a:pt x="4223840" y="15538"/>
                </a:lnTo>
                <a:lnTo>
                  <a:pt x="4176940" y="3989"/>
                </a:lnTo>
                <a:lnTo>
                  <a:pt x="4127500" y="0"/>
                </a:lnTo>
                <a:close/>
              </a:path>
            </a:pathLst>
          </a:custGeom>
          <a:solidFill>
            <a:srgbClr val="DFF1F3"/>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23" name="object 23"/>
          <p:cNvGrpSpPr/>
          <p:nvPr/>
        </p:nvGrpSpPr>
        <p:grpSpPr>
          <a:xfrm>
            <a:off x="533400" y="6254750"/>
            <a:ext cx="3549650" cy="1117600"/>
            <a:chOff x="1066800" y="12509500"/>
            <a:chExt cx="7099300" cy="2235200"/>
          </a:xfrm>
        </p:grpSpPr>
        <p:sp>
          <p:nvSpPr>
            <p:cNvPr id="24" name="object 24"/>
            <p:cNvSpPr/>
            <p:nvPr/>
          </p:nvSpPr>
          <p:spPr>
            <a:xfrm>
              <a:off x="1066800" y="12509500"/>
              <a:ext cx="2628900" cy="2235200"/>
            </a:xfrm>
            <a:custGeom>
              <a:avLst/>
              <a:gdLst/>
              <a:ahLst/>
              <a:cxnLst/>
              <a:rect l="l" t="t" r="r" b="b"/>
              <a:pathLst>
                <a:path w="2628900" h="2235200">
                  <a:moveTo>
                    <a:pt x="2324100" y="0"/>
                  </a:moveTo>
                  <a:lnTo>
                    <a:pt x="304800" y="0"/>
                  </a:lnTo>
                  <a:lnTo>
                    <a:pt x="255359" y="3989"/>
                  </a:lnTo>
                  <a:lnTo>
                    <a:pt x="208459" y="15538"/>
                  </a:lnTo>
                  <a:lnTo>
                    <a:pt x="164726" y="34021"/>
                  </a:lnTo>
                  <a:lnTo>
                    <a:pt x="124789" y="58808"/>
                  </a:lnTo>
                  <a:lnTo>
                    <a:pt x="89273" y="89274"/>
                  </a:lnTo>
                  <a:lnTo>
                    <a:pt x="58808" y="124789"/>
                  </a:lnTo>
                  <a:lnTo>
                    <a:pt x="34021" y="164727"/>
                  </a:lnTo>
                  <a:lnTo>
                    <a:pt x="15538" y="208459"/>
                  </a:lnTo>
                  <a:lnTo>
                    <a:pt x="3989" y="255359"/>
                  </a:lnTo>
                  <a:lnTo>
                    <a:pt x="0" y="304800"/>
                  </a:lnTo>
                  <a:lnTo>
                    <a:pt x="0" y="1930400"/>
                  </a:lnTo>
                  <a:lnTo>
                    <a:pt x="3989" y="1979840"/>
                  </a:lnTo>
                  <a:lnTo>
                    <a:pt x="15538" y="2026740"/>
                  </a:lnTo>
                  <a:lnTo>
                    <a:pt x="34021" y="2070472"/>
                  </a:lnTo>
                  <a:lnTo>
                    <a:pt x="58808" y="2110410"/>
                  </a:lnTo>
                  <a:lnTo>
                    <a:pt x="89273" y="2145925"/>
                  </a:lnTo>
                  <a:lnTo>
                    <a:pt x="124789" y="2176391"/>
                  </a:lnTo>
                  <a:lnTo>
                    <a:pt x="164726" y="2201178"/>
                  </a:lnTo>
                  <a:lnTo>
                    <a:pt x="208459" y="2219661"/>
                  </a:lnTo>
                  <a:lnTo>
                    <a:pt x="255359" y="2231210"/>
                  </a:lnTo>
                  <a:lnTo>
                    <a:pt x="304800" y="2235200"/>
                  </a:lnTo>
                  <a:lnTo>
                    <a:pt x="2324100" y="2235200"/>
                  </a:lnTo>
                  <a:lnTo>
                    <a:pt x="2373540" y="2231210"/>
                  </a:lnTo>
                  <a:lnTo>
                    <a:pt x="2420440" y="2219661"/>
                  </a:lnTo>
                  <a:lnTo>
                    <a:pt x="2464172" y="2201178"/>
                  </a:lnTo>
                  <a:lnTo>
                    <a:pt x="2504110" y="2176391"/>
                  </a:lnTo>
                  <a:lnTo>
                    <a:pt x="2539625" y="2145925"/>
                  </a:lnTo>
                  <a:lnTo>
                    <a:pt x="2570091" y="2110410"/>
                  </a:lnTo>
                  <a:lnTo>
                    <a:pt x="2594878" y="2070472"/>
                  </a:lnTo>
                  <a:lnTo>
                    <a:pt x="2613361" y="2026740"/>
                  </a:lnTo>
                  <a:lnTo>
                    <a:pt x="2624910" y="1979840"/>
                  </a:lnTo>
                  <a:lnTo>
                    <a:pt x="2628900" y="1930400"/>
                  </a:lnTo>
                  <a:lnTo>
                    <a:pt x="2628900" y="304800"/>
                  </a:lnTo>
                  <a:lnTo>
                    <a:pt x="2624910" y="255359"/>
                  </a:lnTo>
                  <a:lnTo>
                    <a:pt x="2613361" y="208459"/>
                  </a:lnTo>
                  <a:lnTo>
                    <a:pt x="2594878" y="164727"/>
                  </a:lnTo>
                  <a:lnTo>
                    <a:pt x="2570091" y="124789"/>
                  </a:lnTo>
                  <a:lnTo>
                    <a:pt x="2539625" y="89274"/>
                  </a:lnTo>
                  <a:lnTo>
                    <a:pt x="2504110" y="58808"/>
                  </a:lnTo>
                  <a:lnTo>
                    <a:pt x="2464172" y="34021"/>
                  </a:lnTo>
                  <a:lnTo>
                    <a:pt x="2420440" y="15538"/>
                  </a:lnTo>
                  <a:lnTo>
                    <a:pt x="2373540" y="3989"/>
                  </a:lnTo>
                  <a:lnTo>
                    <a:pt x="23241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 name="object 25"/>
            <p:cNvSpPr/>
            <p:nvPr/>
          </p:nvSpPr>
          <p:spPr>
            <a:xfrm>
              <a:off x="3733800" y="12509500"/>
              <a:ext cx="4432300" cy="2235200"/>
            </a:xfrm>
            <a:custGeom>
              <a:avLst/>
              <a:gdLst/>
              <a:ahLst/>
              <a:cxnLst/>
              <a:rect l="l" t="t" r="r" b="b"/>
              <a:pathLst>
                <a:path w="4432300" h="2235200">
                  <a:moveTo>
                    <a:pt x="4127500" y="0"/>
                  </a:moveTo>
                  <a:lnTo>
                    <a:pt x="304800" y="0"/>
                  </a:lnTo>
                  <a:lnTo>
                    <a:pt x="255359" y="3989"/>
                  </a:lnTo>
                  <a:lnTo>
                    <a:pt x="208459" y="15538"/>
                  </a:lnTo>
                  <a:lnTo>
                    <a:pt x="164727" y="34021"/>
                  </a:lnTo>
                  <a:lnTo>
                    <a:pt x="124789" y="58808"/>
                  </a:lnTo>
                  <a:lnTo>
                    <a:pt x="89274" y="89274"/>
                  </a:lnTo>
                  <a:lnTo>
                    <a:pt x="58808" y="124789"/>
                  </a:lnTo>
                  <a:lnTo>
                    <a:pt x="34021" y="164727"/>
                  </a:lnTo>
                  <a:lnTo>
                    <a:pt x="15538" y="208459"/>
                  </a:lnTo>
                  <a:lnTo>
                    <a:pt x="3989" y="255359"/>
                  </a:lnTo>
                  <a:lnTo>
                    <a:pt x="0" y="304800"/>
                  </a:lnTo>
                  <a:lnTo>
                    <a:pt x="0" y="1930400"/>
                  </a:lnTo>
                  <a:lnTo>
                    <a:pt x="3989" y="1979840"/>
                  </a:lnTo>
                  <a:lnTo>
                    <a:pt x="15538" y="2026740"/>
                  </a:lnTo>
                  <a:lnTo>
                    <a:pt x="34021" y="2070472"/>
                  </a:lnTo>
                  <a:lnTo>
                    <a:pt x="58808" y="2110410"/>
                  </a:lnTo>
                  <a:lnTo>
                    <a:pt x="89274" y="2145925"/>
                  </a:lnTo>
                  <a:lnTo>
                    <a:pt x="124789" y="2176391"/>
                  </a:lnTo>
                  <a:lnTo>
                    <a:pt x="164727" y="2201178"/>
                  </a:lnTo>
                  <a:lnTo>
                    <a:pt x="208459" y="2219661"/>
                  </a:lnTo>
                  <a:lnTo>
                    <a:pt x="255359" y="2231210"/>
                  </a:lnTo>
                  <a:lnTo>
                    <a:pt x="304800" y="2235200"/>
                  </a:lnTo>
                  <a:lnTo>
                    <a:pt x="4127500" y="2235200"/>
                  </a:lnTo>
                  <a:lnTo>
                    <a:pt x="4176940" y="2231210"/>
                  </a:lnTo>
                  <a:lnTo>
                    <a:pt x="4223840" y="2219661"/>
                  </a:lnTo>
                  <a:lnTo>
                    <a:pt x="4267572" y="2201178"/>
                  </a:lnTo>
                  <a:lnTo>
                    <a:pt x="4307510" y="2176391"/>
                  </a:lnTo>
                  <a:lnTo>
                    <a:pt x="4343025" y="2145925"/>
                  </a:lnTo>
                  <a:lnTo>
                    <a:pt x="4373491" y="2110410"/>
                  </a:lnTo>
                  <a:lnTo>
                    <a:pt x="4398278" y="2070472"/>
                  </a:lnTo>
                  <a:lnTo>
                    <a:pt x="4416761" y="2026740"/>
                  </a:lnTo>
                  <a:lnTo>
                    <a:pt x="4428310" y="1979840"/>
                  </a:lnTo>
                  <a:lnTo>
                    <a:pt x="4432300" y="1930400"/>
                  </a:lnTo>
                  <a:lnTo>
                    <a:pt x="4432300" y="304800"/>
                  </a:lnTo>
                  <a:lnTo>
                    <a:pt x="4428310" y="255359"/>
                  </a:lnTo>
                  <a:lnTo>
                    <a:pt x="4416761" y="208459"/>
                  </a:lnTo>
                  <a:lnTo>
                    <a:pt x="4398278" y="164727"/>
                  </a:lnTo>
                  <a:lnTo>
                    <a:pt x="4373491" y="124789"/>
                  </a:lnTo>
                  <a:lnTo>
                    <a:pt x="4343025" y="89274"/>
                  </a:lnTo>
                  <a:lnTo>
                    <a:pt x="4307510" y="58808"/>
                  </a:lnTo>
                  <a:lnTo>
                    <a:pt x="4267572" y="34021"/>
                  </a:lnTo>
                  <a:lnTo>
                    <a:pt x="4223840" y="15538"/>
                  </a:lnTo>
                  <a:lnTo>
                    <a:pt x="4176940" y="3989"/>
                  </a:lnTo>
                  <a:lnTo>
                    <a:pt x="4127500" y="0"/>
                  </a:lnTo>
                  <a:close/>
                </a:path>
              </a:pathLst>
            </a:custGeom>
            <a:solidFill>
              <a:srgbClr val="DFF1F3"/>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6" name="object 26"/>
          <p:cNvSpPr txBox="1"/>
          <p:nvPr/>
        </p:nvSpPr>
        <p:spPr>
          <a:xfrm>
            <a:off x="2000250" y="6421120"/>
            <a:ext cx="1957705" cy="747395"/>
          </a:xfrm>
          <a:prstGeom prst="rect">
            <a:avLst/>
          </a:prstGeom>
        </p:spPr>
        <p:txBody>
          <a:bodyPr vert="horz" wrap="square" lIns="0" tIns="30480" rIns="0" bIns="0" rtlCol="0">
            <a:spAutoFit/>
          </a:bodyPr>
          <a:lstStyle/>
          <a:p>
            <a:pPr marL="6350">
              <a:spcBef>
                <a:spcPts val="24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奖励「行为」，而非「成果」</a:t>
            </a:r>
            <a:endParaRPr sz="1050">
              <a:latin typeface="江城圆体 400W" panose="020B0800000000000000" pitchFamily="34" charset="-128"/>
              <a:ea typeface="江城圆体 400W" panose="020B0800000000000000" pitchFamily="34" charset="-128"/>
              <a:cs typeface="PMingLiU" panose="02020500000000000000" charset="-120"/>
            </a:endParaRPr>
          </a:p>
          <a:p>
            <a:pPr marL="6350" marR="2540" algn="just">
              <a:lnSpc>
                <a:spcPct val="115000"/>
              </a:lnSpc>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奖励「行为」的成效很大，下属只要有小进步就奖励，不要等到有可观的进展之后才给予肯定。</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27" name="object 27"/>
          <p:cNvSpPr/>
          <p:nvPr/>
        </p:nvSpPr>
        <p:spPr>
          <a:xfrm>
            <a:off x="4121150" y="6254750"/>
            <a:ext cx="2216150" cy="1117600"/>
          </a:xfrm>
          <a:custGeom>
            <a:avLst/>
            <a:gdLst/>
            <a:ahLst/>
            <a:cxnLst/>
            <a:rect l="l" t="t" r="r" b="b"/>
            <a:pathLst>
              <a:path w="4432300" h="2235200">
                <a:moveTo>
                  <a:pt x="4127500" y="0"/>
                </a:moveTo>
                <a:lnTo>
                  <a:pt x="304800" y="0"/>
                </a:lnTo>
                <a:lnTo>
                  <a:pt x="255359" y="3989"/>
                </a:lnTo>
                <a:lnTo>
                  <a:pt x="208459" y="15538"/>
                </a:lnTo>
                <a:lnTo>
                  <a:pt x="164727" y="34021"/>
                </a:lnTo>
                <a:lnTo>
                  <a:pt x="124789" y="58808"/>
                </a:lnTo>
                <a:lnTo>
                  <a:pt x="89274" y="89274"/>
                </a:lnTo>
                <a:lnTo>
                  <a:pt x="58808" y="124789"/>
                </a:lnTo>
                <a:lnTo>
                  <a:pt x="34021" y="164727"/>
                </a:lnTo>
                <a:lnTo>
                  <a:pt x="15538" y="208459"/>
                </a:lnTo>
                <a:lnTo>
                  <a:pt x="3989" y="255359"/>
                </a:lnTo>
                <a:lnTo>
                  <a:pt x="0" y="304800"/>
                </a:lnTo>
                <a:lnTo>
                  <a:pt x="0" y="1930400"/>
                </a:lnTo>
                <a:lnTo>
                  <a:pt x="3989" y="1979840"/>
                </a:lnTo>
                <a:lnTo>
                  <a:pt x="15538" y="2026740"/>
                </a:lnTo>
                <a:lnTo>
                  <a:pt x="34021" y="2070472"/>
                </a:lnTo>
                <a:lnTo>
                  <a:pt x="58808" y="2110410"/>
                </a:lnTo>
                <a:lnTo>
                  <a:pt x="89274" y="2145925"/>
                </a:lnTo>
                <a:lnTo>
                  <a:pt x="124789" y="2176391"/>
                </a:lnTo>
                <a:lnTo>
                  <a:pt x="164727" y="2201178"/>
                </a:lnTo>
                <a:lnTo>
                  <a:pt x="208459" y="2219661"/>
                </a:lnTo>
                <a:lnTo>
                  <a:pt x="255359" y="2231210"/>
                </a:lnTo>
                <a:lnTo>
                  <a:pt x="304800" y="2235200"/>
                </a:lnTo>
                <a:lnTo>
                  <a:pt x="4127500" y="2235200"/>
                </a:lnTo>
                <a:lnTo>
                  <a:pt x="4176940" y="2231210"/>
                </a:lnTo>
                <a:lnTo>
                  <a:pt x="4223840" y="2219661"/>
                </a:lnTo>
                <a:lnTo>
                  <a:pt x="4267572" y="2201178"/>
                </a:lnTo>
                <a:lnTo>
                  <a:pt x="4307510" y="2176391"/>
                </a:lnTo>
                <a:lnTo>
                  <a:pt x="4343025" y="2145925"/>
                </a:lnTo>
                <a:lnTo>
                  <a:pt x="4373491" y="2110410"/>
                </a:lnTo>
                <a:lnTo>
                  <a:pt x="4398278" y="2070472"/>
                </a:lnTo>
                <a:lnTo>
                  <a:pt x="4416761" y="2026740"/>
                </a:lnTo>
                <a:lnTo>
                  <a:pt x="4428310" y="1979840"/>
                </a:lnTo>
                <a:lnTo>
                  <a:pt x="4432300" y="1930400"/>
                </a:lnTo>
                <a:lnTo>
                  <a:pt x="4432300" y="304800"/>
                </a:lnTo>
                <a:lnTo>
                  <a:pt x="4428310" y="255359"/>
                </a:lnTo>
                <a:lnTo>
                  <a:pt x="4416761" y="208459"/>
                </a:lnTo>
                <a:lnTo>
                  <a:pt x="4398278" y="164727"/>
                </a:lnTo>
                <a:lnTo>
                  <a:pt x="4373491" y="124789"/>
                </a:lnTo>
                <a:lnTo>
                  <a:pt x="4343025" y="89274"/>
                </a:lnTo>
                <a:lnTo>
                  <a:pt x="4307510" y="58808"/>
                </a:lnTo>
                <a:lnTo>
                  <a:pt x="4267572" y="34021"/>
                </a:lnTo>
                <a:lnTo>
                  <a:pt x="4223840" y="15538"/>
                </a:lnTo>
                <a:lnTo>
                  <a:pt x="4176940" y="3989"/>
                </a:lnTo>
                <a:lnTo>
                  <a:pt x="4127500" y="0"/>
                </a:lnTo>
                <a:close/>
              </a:path>
            </a:pathLst>
          </a:custGeom>
          <a:solidFill>
            <a:srgbClr val="DFF1F3"/>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 name="object 28"/>
          <p:cNvSpPr txBox="1"/>
          <p:nvPr/>
        </p:nvSpPr>
        <p:spPr>
          <a:xfrm>
            <a:off x="4292600" y="2903220"/>
            <a:ext cx="1868488" cy="932815"/>
          </a:xfrm>
          <a:prstGeom prst="rect">
            <a:avLst/>
          </a:prstGeom>
        </p:spPr>
        <p:txBody>
          <a:bodyPr vert="horz" wrap="square" lIns="0" tIns="6350" rIns="0" bIns="0" rtlCol="0">
            <a:spAutoFit/>
          </a:bodyPr>
          <a:lstStyle/>
          <a:p>
            <a:pPr marL="6350" marR="2540" algn="just">
              <a:lnSpc>
                <a:spcPct val="115000"/>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如果下属不擅长沟通，可以要求他每天固定空出半小时，向你报告工作进度，透过说明工作内容与遇到的状况，加强他的沟通能力。</a:t>
            </a:r>
            <a:endParaRPr sz="105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29" name="object 29"/>
          <p:cNvGrpSpPr/>
          <p:nvPr/>
        </p:nvGrpSpPr>
        <p:grpSpPr>
          <a:xfrm>
            <a:off x="533400" y="7397750"/>
            <a:ext cx="3549650" cy="1117600"/>
            <a:chOff x="1066800" y="14795500"/>
            <a:chExt cx="7099300" cy="2235200"/>
          </a:xfrm>
        </p:grpSpPr>
        <p:sp>
          <p:nvSpPr>
            <p:cNvPr id="30" name="object 30"/>
            <p:cNvSpPr/>
            <p:nvPr/>
          </p:nvSpPr>
          <p:spPr>
            <a:xfrm>
              <a:off x="1066800" y="14795500"/>
              <a:ext cx="2628900" cy="2235200"/>
            </a:xfrm>
            <a:custGeom>
              <a:avLst/>
              <a:gdLst/>
              <a:ahLst/>
              <a:cxnLst/>
              <a:rect l="l" t="t" r="r" b="b"/>
              <a:pathLst>
                <a:path w="2628900" h="2235200">
                  <a:moveTo>
                    <a:pt x="2324100" y="0"/>
                  </a:moveTo>
                  <a:lnTo>
                    <a:pt x="304800" y="0"/>
                  </a:lnTo>
                  <a:lnTo>
                    <a:pt x="255359" y="3989"/>
                  </a:lnTo>
                  <a:lnTo>
                    <a:pt x="208459" y="15538"/>
                  </a:lnTo>
                  <a:lnTo>
                    <a:pt x="164726" y="34021"/>
                  </a:lnTo>
                  <a:lnTo>
                    <a:pt x="124789" y="58808"/>
                  </a:lnTo>
                  <a:lnTo>
                    <a:pt x="89273" y="89274"/>
                  </a:lnTo>
                  <a:lnTo>
                    <a:pt x="58808" y="124789"/>
                  </a:lnTo>
                  <a:lnTo>
                    <a:pt x="34021" y="164727"/>
                  </a:lnTo>
                  <a:lnTo>
                    <a:pt x="15538" y="208459"/>
                  </a:lnTo>
                  <a:lnTo>
                    <a:pt x="3989" y="255359"/>
                  </a:lnTo>
                  <a:lnTo>
                    <a:pt x="0" y="304800"/>
                  </a:lnTo>
                  <a:lnTo>
                    <a:pt x="0" y="1930400"/>
                  </a:lnTo>
                  <a:lnTo>
                    <a:pt x="3989" y="1979840"/>
                  </a:lnTo>
                  <a:lnTo>
                    <a:pt x="15538" y="2026740"/>
                  </a:lnTo>
                  <a:lnTo>
                    <a:pt x="34021" y="2070472"/>
                  </a:lnTo>
                  <a:lnTo>
                    <a:pt x="58808" y="2110410"/>
                  </a:lnTo>
                  <a:lnTo>
                    <a:pt x="89273" y="2145925"/>
                  </a:lnTo>
                  <a:lnTo>
                    <a:pt x="124789" y="2176391"/>
                  </a:lnTo>
                  <a:lnTo>
                    <a:pt x="164726" y="2201178"/>
                  </a:lnTo>
                  <a:lnTo>
                    <a:pt x="208459" y="2219661"/>
                  </a:lnTo>
                  <a:lnTo>
                    <a:pt x="255359" y="2231210"/>
                  </a:lnTo>
                  <a:lnTo>
                    <a:pt x="304800" y="2235200"/>
                  </a:lnTo>
                  <a:lnTo>
                    <a:pt x="2324100" y="2235200"/>
                  </a:lnTo>
                  <a:lnTo>
                    <a:pt x="2373540" y="2231210"/>
                  </a:lnTo>
                  <a:lnTo>
                    <a:pt x="2420440" y="2219661"/>
                  </a:lnTo>
                  <a:lnTo>
                    <a:pt x="2464172" y="2201178"/>
                  </a:lnTo>
                  <a:lnTo>
                    <a:pt x="2504110" y="2176391"/>
                  </a:lnTo>
                  <a:lnTo>
                    <a:pt x="2539625" y="2145925"/>
                  </a:lnTo>
                  <a:lnTo>
                    <a:pt x="2570091" y="2110410"/>
                  </a:lnTo>
                  <a:lnTo>
                    <a:pt x="2594878" y="2070472"/>
                  </a:lnTo>
                  <a:lnTo>
                    <a:pt x="2613361" y="2026740"/>
                  </a:lnTo>
                  <a:lnTo>
                    <a:pt x="2624910" y="1979840"/>
                  </a:lnTo>
                  <a:lnTo>
                    <a:pt x="2628900" y="1930400"/>
                  </a:lnTo>
                  <a:lnTo>
                    <a:pt x="2628900" y="304800"/>
                  </a:lnTo>
                  <a:lnTo>
                    <a:pt x="2624910" y="255359"/>
                  </a:lnTo>
                  <a:lnTo>
                    <a:pt x="2613361" y="208459"/>
                  </a:lnTo>
                  <a:lnTo>
                    <a:pt x="2594878" y="164727"/>
                  </a:lnTo>
                  <a:lnTo>
                    <a:pt x="2570091" y="124789"/>
                  </a:lnTo>
                  <a:lnTo>
                    <a:pt x="2539625" y="89274"/>
                  </a:lnTo>
                  <a:lnTo>
                    <a:pt x="2504110" y="58808"/>
                  </a:lnTo>
                  <a:lnTo>
                    <a:pt x="2464172" y="34021"/>
                  </a:lnTo>
                  <a:lnTo>
                    <a:pt x="2420440" y="15538"/>
                  </a:lnTo>
                  <a:lnTo>
                    <a:pt x="2373540" y="3989"/>
                  </a:lnTo>
                  <a:lnTo>
                    <a:pt x="23241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1" name="object 31"/>
            <p:cNvSpPr/>
            <p:nvPr/>
          </p:nvSpPr>
          <p:spPr>
            <a:xfrm>
              <a:off x="3733800" y="14795500"/>
              <a:ext cx="4432300" cy="2235200"/>
            </a:xfrm>
            <a:custGeom>
              <a:avLst/>
              <a:gdLst/>
              <a:ahLst/>
              <a:cxnLst/>
              <a:rect l="l" t="t" r="r" b="b"/>
              <a:pathLst>
                <a:path w="4432300" h="2235200">
                  <a:moveTo>
                    <a:pt x="4127500" y="0"/>
                  </a:moveTo>
                  <a:lnTo>
                    <a:pt x="304800" y="0"/>
                  </a:lnTo>
                  <a:lnTo>
                    <a:pt x="255359" y="3989"/>
                  </a:lnTo>
                  <a:lnTo>
                    <a:pt x="208459" y="15538"/>
                  </a:lnTo>
                  <a:lnTo>
                    <a:pt x="164727" y="34021"/>
                  </a:lnTo>
                  <a:lnTo>
                    <a:pt x="124789" y="58808"/>
                  </a:lnTo>
                  <a:lnTo>
                    <a:pt x="89274" y="89274"/>
                  </a:lnTo>
                  <a:lnTo>
                    <a:pt x="58808" y="124789"/>
                  </a:lnTo>
                  <a:lnTo>
                    <a:pt x="34021" y="164727"/>
                  </a:lnTo>
                  <a:lnTo>
                    <a:pt x="15538" y="208459"/>
                  </a:lnTo>
                  <a:lnTo>
                    <a:pt x="3989" y="255359"/>
                  </a:lnTo>
                  <a:lnTo>
                    <a:pt x="0" y="304800"/>
                  </a:lnTo>
                  <a:lnTo>
                    <a:pt x="0" y="1930400"/>
                  </a:lnTo>
                  <a:lnTo>
                    <a:pt x="3989" y="1979840"/>
                  </a:lnTo>
                  <a:lnTo>
                    <a:pt x="15538" y="2026740"/>
                  </a:lnTo>
                  <a:lnTo>
                    <a:pt x="34021" y="2070472"/>
                  </a:lnTo>
                  <a:lnTo>
                    <a:pt x="58808" y="2110410"/>
                  </a:lnTo>
                  <a:lnTo>
                    <a:pt x="89274" y="2145925"/>
                  </a:lnTo>
                  <a:lnTo>
                    <a:pt x="124789" y="2176391"/>
                  </a:lnTo>
                  <a:lnTo>
                    <a:pt x="164727" y="2201178"/>
                  </a:lnTo>
                  <a:lnTo>
                    <a:pt x="208459" y="2219661"/>
                  </a:lnTo>
                  <a:lnTo>
                    <a:pt x="255359" y="2231210"/>
                  </a:lnTo>
                  <a:lnTo>
                    <a:pt x="304800" y="2235200"/>
                  </a:lnTo>
                  <a:lnTo>
                    <a:pt x="4127500" y="2235200"/>
                  </a:lnTo>
                  <a:lnTo>
                    <a:pt x="4176940" y="2231210"/>
                  </a:lnTo>
                  <a:lnTo>
                    <a:pt x="4223840" y="2219661"/>
                  </a:lnTo>
                  <a:lnTo>
                    <a:pt x="4267572" y="2201178"/>
                  </a:lnTo>
                  <a:lnTo>
                    <a:pt x="4307510" y="2176391"/>
                  </a:lnTo>
                  <a:lnTo>
                    <a:pt x="4343025" y="2145925"/>
                  </a:lnTo>
                  <a:lnTo>
                    <a:pt x="4373491" y="2110410"/>
                  </a:lnTo>
                  <a:lnTo>
                    <a:pt x="4398278" y="2070472"/>
                  </a:lnTo>
                  <a:lnTo>
                    <a:pt x="4416761" y="2026740"/>
                  </a:lnTo>
                  <a:lnTo>
                    <a:pt x="4428310" y="1979840"/>
                  </a:lnTo>
                  <a:lnTo>
                    <a:pt x="4432300" y="1930400"/>
                  </a:lnTo>
                  <a:lnTo>
                    <a:pt x="4432300" y="304800"/>
                  </a:lnTo>
                  <a:lnTo>
                    <a:pt x="4428310" y="255359"/>
                  </a:lnTo>
                  <a:lnTo>
                    <a:pt x="4416761" y="208459"/>
                  </a:lnTo>
                  <a:lnTo>
                    <a:pt x="4398278" y="164727"/>
                  </a:lnTo>
                  <a:lnTo>
                    <a:pt x="4373491" y="124789"/>
                  </a:lnTo>
                  <a:lnTo>
                    <a:pt x="4343025" y="89274"/>
                  </a:lnTo>
                  <a:lnTo>
                    <a:pt x="4307510" y="58808"/>
                  </a:lnTo>
                  <a:lnTo>
                    <a:pt x="4267572" y="34021"/>
                  </a:lnTo>
                  <a:lnTo>
                    <a:pt x="4223840" y="15538"/>
                  </a:lnTo>
                  <a:lnTo>
                    <a:pt x="4176940" y="3989"/>
                  </a:lnTo>
                  <a:lnTo>
                    <a:pt x="4127500" y="0"/>
                  </a:lnTo>
                  <a:close/>
                </a:path>
              </a:pathLst>
            </a:custGeom>
            <a:solidFill>
              <a:srgbClr val="DFF1F3"/>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32" name="object 32"/>
          <p:cNvSpPr txBox="1"/>
          <p:nvPr/>
        </p:nvSpPr>
        <p:spPr>
          <a:xfrm>
            <a:off x="1993900" y="7564120"/>
            <a:ext cx="1971358" cy="747395"/>
          </a:xfrm>
          <a:prstGeom prst="rect">
            <a:avLst/>
          </a:prstGeom>
        </p:spPr>
        <p:txBody>
          <a:bodyPr vert="horz" wrap="square" lIns="0" tIns="30480" rIns="0" bIns="0" rtlCol="0">
            <a:spAutoFit/>
          </a:bodyPr>
          <a:lstStyle/>
          <a:p>
            <a:pPr marL="6350">
              <a:spcBef>
                <a:spcPts val="24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化繁为简</a:t>
            </a:r>
            <a:endParaRPr sz="1050">
              <a:latin typeface="江城圆体 400W" panose="020B0800000000000000" pitchFamily="34" charset="-128"/>
              <a:ea typeface="江城圆体 400W" panose="020B0800000000000000" pitchFamily="34" charset="-128"/>
              <a:cs typeface="PMingLiU" panose="02020500000000000000" charset="-120"/>
            </a:endParaRPr>
          </a:p>
          <a:p>
            <a:pPr marL="6350" marR="2540" algn="just">
              <a:lnSpc>
                <a:spcPct val="115000"/>
              </a:lnSpc>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检视周围有没有哪些东西，只要移动一下就可以让正确的行为变容易、错误的行为变难。</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33" name="object 33"/>
          <p:cNvSpPr/>
          <p:nvPr/>
        </p:nvSpPr>
        <p:spPr>
          <a:xfrm>
            <a:off x="4121150" y="7397750"/>
            <a:ext cx="2216150" cy="1117600"/>
          </a:xfrm>
          <a:custGeom>
            <a:avLst/>
            <a:gdLst/>
            <a:ahLst/>
            <a:cxnLst/>
            <a:rect l="l" t="t" r="r" b="b"/>
            <a:pathLst>
              <a:path w="4432300" h="2235200">
                <a:moveTo>
                  <a:pt x="4127500" y="0"/>
                </a:moveTo>
                <a:lnTo>
                  <a:pt x="304800" y="0"/>
                </a:lnTo>
                <a:lnTo>
                  <a:pt x="255359" y="3989"/>
                </a:lnTo>
                <a:lnTo>
                  <a:pt x="208459" y="15538"/>
                </a:lnTo>
                <a:lnTo>
                  <a:pt x="164727" y="34021"/>
                </a:lnTo>
                <a:lnTo>
                  <a:pt x="124789" y="58808"/>
                </a:lnTo>
                <a:lnTo>
                  <a:pt x="89274" y="89274"/>
                </a:lnTo>
                <a:lnTo>
                  <a:pt x="58808" y="124789"/>
                </a:lnTo>
                <a:lnTo>
                  <a:pt x="34021" y="164727"/>
                </a:lnTo>
                <a:lnTo>
                  <a:pt x="15538" y="208459"/>
                </a:lnTo>
                <a:lnTo>
                  <a:pt x="3989" y="255359"/>
                </a:lnTo>
                <a:lnTo>
                  <a:pt x="0" y="304800"/>
                </a:lnTo>
                <a:lnTo>
                  <a:pt x="0" y="1930400"/>
                </a:lnTo>
                <a:lnTo>
                  <a:pt x="3989" y="1979840"/>
                </a:lnTo>
                <a:lnTo>
                  <a:pt x="15538" y="2026740"/>
                </a:lnTo>
                <a:lnTo>
                  <a:pt x="34021" y="2070472"/>
                </a:lnTo>
                <a:lnTo>
                  <a:pt x="58808" y="2110410"/>
                </a:lnTo>
                <a:lnTo>
                  <a:pt x="89274" y="2145925"/>
                </a:lnTo>
                <a:lnTo>
                  <a:pt x="124789" y="2176391"/>
                </a:lnTo>
                <a:lnTo>
                  <a:pt x="164727" y="2201178"/>
                </a:lnTo>
                <a:lnTo>
                  <a:pt x="208459" y="2219661"/>
                </a:lnTo>
                <a:lnTo>
                  <a:pt x="255359" y="2231210"/>
                </a:lnTo>
                <a:lnTo>
                  <a:pt x="304800" y="2235200"/>
                </a:lnTo>
                <a:lnTo>
                  <a:pt x="4127500" y="2235200"/>
                </a:lnTo>
                <a:lnTo>
                  <a:pt x="4176940" y="2231210"/>
                </a:lnTo>
                <a:lnTo>
                  <a:pt x="4223840" y="2219661"/>
                </a:lnTo>
                <a:lnTo>
                  <a:pt x="4267572" y="2201178"/>
                </a:lnTo>
                <a:lnTo>
                  <a:pt x="4307510" y="2176391"/>
                </a:lnTo>
                <a:lnTo>
                  <a:pt x="4343025" y="2145925"/>
                </a:lnTo>
                <a:lnTo>
                  <a:pt x="4373491" y="2110410"/>
                </a:lnTo>
                <a:lnTo>
                  <a:pt x="4398278" y="2070472"/>
                </a:lnTo>
                <a:lnTo>
                  <a:pt x="4416761" y="2026740"/>
                </a:lnTo>
                <a:lnTo>
                  <a:pt x="4428310" y="1979840"/>
                </a:lnTo>
                <a:lnTo>
                  <a:pt x="4432300" y="1930400"/>
                </a:lnTo>
                <a:lnTo>
                  <a:pt x="4432300" y="304800"/>
                </a:lnTo>
                <a:lnTo>
                  <a:pt x="4428310" y="255359"/>
                </a:lnTo>
                <a:lnTo>
                  <a:pt x="4416761" y="208459"/>
                </a:lnTo>
                <a:lnTo>
                  <a:pt x="4398278" y="164727"/>
                </a:lnTo>
                <a:lnTo>
                  <a:pt x="4373491" y="124789"/>
                </a:lnTo>
                <a:lnTo>
                  <a:pt x="4343025" y="89274"/>
                </a:lnTo>
                <a:lnTo>
                  <a:pt x="4307510" y="58808"/>
                </a:lnTo>
                <a:lnTo>
                  <a:pt x="4267572" y="34021"/>
                </a:lnTo>
                <a:lnTo>
                  <a:pt x="4223840" y="15538"/>
                </a:lnTo>
                <a:lnTo>
                  <a:pt x="4176940" y="3989"/>
                </a:lnTo>
                <a:lnTo>
                  <a:pt x="4127500" y="0"/>
                </a:lnTo>
                <a:close/>
              </a:path>
            </a:pathLst>
          </a:custGeom>
          <a:solidFill>
            <a:srgbClr val="DFF1F3"/>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4" name="object 34"/>
          <p:cNvSpPr txBox="1"/>
          <p:nvPr/>
        </p:nvSpPr>
        <p:spPr>
          <a:xfrm>
            <a:off x="4292600" y="7564120"/>
            <a:ext cx="1879600" cy="747395"/>
          </a:xfrm>
          <a:prstGeom prst="rect">
            <a:avLst/>
          </a:prstGeom>
        </p:spPr>
        <p:txBody>
          <a:bodyPr vert="horz" wrap="square" lIns="0" tIns="6350" rIns="0" bIns="0" rtlCol="0">
            <a:spAutoFit/>
          </a:bodyPr>
          <a:lstStyle/>
          <a:p>
            <a:pPr marL="6350" marR="2540" algn="just">
              <a:lnSpc>
                <a:spcPct val="115000"/>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例如，员工喜欢聚在茶水间聊天，而且导致工作效率低，可以在员工座位附近增设饮水机、让员工方便饮水。</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35" name="object 35"/>
          <p:cNvSpPr/>
          <p:nvPr/>
        </p:nvSpPr>
        <p:spPr>
          <a:xfrm>
            <a:off x="4114800" y="1257300"/>
            <a:ext cx="2228850" cy="393700"/>
          </a:xfrm>
          <a:custGeom>
            <a:avLst/>
            <a:gdLst/>
            <a:ahLst/>
            <a:cxnLst/>
            <a:rect l="l" t="t" r="r" b="b"/>
            <a:pathLst>
              <a:path w="4457700" h="787400">
                <a:moveTo>
                  <a:pt x="4064000" y="0"/>
                </a:moveTo>
                <a:lnTo>
                  <a:pt x="393700" y="0"/>
                </a:lnTo>
                <a:lnTo>
                  <a:pt x="344315" y="3067"/>
                </a:lnTo>
                <a:lnTo>
                  <a:pt x="296760" y="12023"/>
                </a:lnTo>
                <a:lnTo>
                  <a:pt x="251406" y="26500"/>
                </a:lnTo>
                <a:lnTo>
                  <a:pt x="208619" y="46127"/>
                </a:lnTo>
                <a:lnTo>
                  <a:pt x="168770" y="70537"/>
                </a:lnTo>
                <a:lnTo>
                  <a:pt x="132228" y="99360"/>
                </a:lnTo>
                <a:lnTo>
                  <a:pt x="99361" y="132227"/>
                </a:lnTo>
                <a:lnTo>
                  <a:pt x="70538" y="168769"/>
                </a:lnTo>
                <a:lnTo>
                  <a:pt x="46128" y="208618"/>
                </a:lnTo>
                <a:lnTo>
                  <a:pt x="26500" y="251405"/>
                </a:lnTo>
                <a:lnTo>
                  <a:pt x="12023" y="296760"/>
                </a:lnTo>
                <a:lnTo>
                  <a:pt x="3067" y="344314"/>
                </a:lnTo>
                <a:lnTo>
                  <a:pt x="0" y="393700"/>
                </a:lnTo>
                <a:lnTo>
                  <a:pt x="3067" y="443085"/>
                </a:lnTo>
                <a:lnTo>
                  <a:pt x="12023" y="490639"/>
                </a:lnTo>
                <a:lnTo>
                  <a:pt x="26500" y="535994"/>
                </a:lnTo>
                <a:lnTo>
                  <a:pt x="46128" y="578781"/>
                </a:lnTo>
                <a:lnTo>
                  <a:pt x="70538" y="618630"/>
                </a:lnTo>
                <a:lnTo>
                  <a:pt x="99361" y="655172"/>
                </a:lnTo>
                <a:lnTo>
                  <a:pt x="132228" y="688039"/>
                </a:lnTo>
                <a:lnTo>
                  <a:pt x="168770" y="716862"/>
                </a:lnTo>
                <a:lnTo>
                  <a:pt x="208619" y="741272"/>
                </a:lnTo>
                <a:lnTo>
                  <a:pt x="251406" y="760899"/>
                </a:lnTo>
                <a:lnTo>
                  <a:pt x="296760" y="775376"/>
                </a:lnTo>
                <a:lnTo>
                  <a:pt x="344315" y="784332"/>
                </a:lnTo>
                <a:lnTo>
                  <a:pt x="393700" y="787400"/>
                </a:lnTo>
                <a:lnTo>
                  <a:pt x="4064000" y="787400"/>
                </a:lnTo>
                <a:lnTo>
                  <a:pt x="4113384" y="784332"/>
                </a:lnTo>
                <a:lnTo>
                  <a:pt x="4160939" y="775376"/>
                </a:lnTo>
                <a:lnTo>
                  <a:pt x="4206293" y="760899"/>
                </a:lnTo>
                <a:lnTo>
                  <a:pt x="4249080" y="741272"/>
                </a:lnTo>
                <a:lnTo>
                  <a:pt x="4288929" y="716862"/>
                </a:lnTo>
                <a:lnTo>
                  <a:pt x="4325471" y="688039"/>
                </a:lnTo>
                <a:lnTo>
                  <a:pt x="4358338" y="655172"/>
                </a:lnTo>
                <a:lnTo>
                  <a:pt x="4387161" y="618630"/>
                </a:lnTo>
                <a:lnTo>
                  <a:pt x="4411571" y="578781"/>
                </a:lnTo>
                <a:lnTo>
                  <a:pt x="4431199" y="535994"/>
                </a:lnTo>
                <a:lnTo>
                  <a:pt x="4445676" y="490639"/>
                </a:lnTo>
                <a:lnTo>
                  <a:pt x="4454632" y="443085"/>
                </a:lnTo>
                <a:lnTo>
                  <a:pt x="4457700" y="393700"/>
                </a:lnTo>
                <a:lnTo>
                  <a:pt x="4454632" y="344314"/>
                </a:lnTo>
                <a:lnTo>
                  <a:pt x="4445676" y="296760"/>
                </a:lnTo>
                <a:lnTo>
                  <a:pt x="4431199" y="251405"/>
                </a:lnTo>
                <a:lnTo>
                  <a:pt x="4411571" y="208618"/>
                </a:lnTo>
                <a:lnTo>
                  <a:pt x="4387161" y="168769"/>
                </a:lnTo>
                <a:lnTo>
                  <a:pt x="4358338" y="132227"/>
                </a:lnTo>
                <a:lnTo>
                  <a:pt x="4325471" y="99360"/>
                </a:lnTo>
                <a:lnTo>
                  <a:pt x="4288929" y="70537"/>
                </a:lnTo>
                <a:lnTo>
                  <a:pt x="4249080" y="46127"/>
                </a:lnTo>
                <a:lnTo>
                  <a:pt x="4206293" y="26500"/>
                </a:lnTo>
                <a:lnTo>
                  <a:pt x="4160939" y="12023"/>
                </a:lnTo>
                <a:lnTo>
                  <a:pt x="4113384" y="3067"/>
                </a:lnTo>
                <a:lnTo>
                  <a:pt x="40640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6" name="object 36"/>
          <p:cNvSpPr txBox="1"/>
          <p:nvPr/>
        </p:nvSpPr>
        <p:spPr>
          <a:xfrm>
            <a:off x="2838692" y="1365250"/>
            <a:ext cx="279083"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Microsoft JhengHei"/>
              </a:rPr>
              <a:t>方法</a:t>
            </a:r>
            <a:endParaRPr sz="1050" b="1" dirty="0">
              <a:latin typeface="江城圆体 600W" panose="020B0800000000000000" pitchFamily="34" charset="-128"/>
              <a:ea typeface="江城圆体 600W" panose="020B0800000000000000" pitchFamily="34" charset="-128"/>
              <a:cs typeface="Microsoft JhengHei"/>
            </a:endParaRPr>
          </a:p>
        </p:txBody>
      </p:sp>
      <p:sp>
        <p:nvSpPr>
          <p:cNvPr id="37" name="object 37"/>
          <p:cNvSpPr txBox="1"/>
          <p:nvPr/>
        </p:nvSpPr>
        <p:spPr>
          <a:xfrm>
            <a:off x="4953485" y="1365250"/>
            <a:ext cx="545148"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Microsoft JhengHei"/>
              </a:rPr>
              <a:t>我的行动</a:t>
            </a:r>
            <a:endParaRPr sz="1050" b="1">
              <a:latin typeface="江城圆体 600W" panose="020B0800000000000000" pitchFamily="34" charset="-128"/>
              <a:ea typeface="江城圆体 600W" panose="020B0800000000000000" pitchFamily="34" charset="-128"/>
              <a:cs typeface="Microsoft JhengHei"/>
            </a:endParaRPr>
          </a:p>
        </p:txBody>
      </p:sp>
      <p:sp>
        <p:nvSpPr>
          <p:cNvPr id="38" name="object 38"/>
          <p:cNvSpPr txBox="1"/>
          <p:nvPr/>
        </p:nvSpPr>
        <p:spPr>
          <a:xfrm>
            <a:off x="781974" y="3232150"/>
            <a:ext cx="823913" cy="295910"/>
          </a:xfrm>
          <a:prstGeom prst="rect">
            <a:avLst/>
          </a:prstGeom>
        </p:spPr>
        <p:txBody>
          <a:bodyPr vert="horz" wrap="square" lIns="0" tIns="6350" rIns="0" bIns="0" rtlCol="0">
            <a:spAutoFit/>
          </a:bodyPr>
          <a:lstStyle/>
          <a:p>
            <a:pPr marR="2540" algn="ctr">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Microsoft JhengHei"/>
              </a:rPr>
              <a:t>2、个人能力</a:t>
            </a:r>
            <a:endParaRPr sz="1050" b="1">
              <a:latin typeface="江城圆体 600W" panose="020B0800000000000000" pitchFamily="34" charset="-128"/>
              <a:ea typeface="江城圆体 600W" panose="020B0800000000000000" pitchFamily="34" charset="-128"/>
              <a:cs typeface="Microsoft JhengHei"/>
            </a:endParaRPr>
          </a:p>
          <a:p>
            <a:pPr algn="ctr">
              <a:spcBef>
                <a:spcPts val="40"/>
              </a:spcBef>
            </a:pPr>
            <a:r>
              <a:rPr sz="800" b="1" dirty="0">
                <a:solidFill>
                  <a:srgbClr val="FFFFFF"/>
                </a:solidFill>
                <a:latin typeface="江城圆体 600W" panose="020B0800000000000000" pitchFamily="34" charset="-128"/>
                <a:ea typeface="江城圆体 600W" panose="020B0800000000000000" pitchFamily="34" charset="-128"/>
                <a:cs typeface="Microsoft JhengHei"/>
              </a:rPr>
              <a:t>把「不会」变成「会」</a:t>
            </a:r>
            <a:endParaRPr sz="800" b="1">
              <a:latin typeface="江城圆体 600W" panose="020B0800000000000000" pitchFamily="34" charset="-128"/>
              <a:ea typeface="江城圆体 600W" panose="020B0800000000000000" pitchFamily="34" charset="-128"/>
              <a:cs typeface="Microsoft JhengHei"/>
            </a:endParaRPr>
          </a:p>
        </p:txBody>
      </p:sp>
      <p:sp>
        <p:nvSpPr>
          <p:cNvPr id="39" name="object 39"/>
          <p:cNvSpPr txBox="1"/>
          <p:nvPr/>
        </p:nvSpPr>
        <p:spPr>
          <a:xfrm>
            <a:off x="845693" y="4375150"/>
            <a:ext cx="689928" cy="29591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Microsoft JhengHei"/>
              </a:rPr>
              <a:t>3、社会动机</a:t>
            </a:r>
            <a:endParaRPr sz="1050" b="1">
              <a:latin typeface="江城圆体 600W" panose="020B0800000000000000" pitchFamily="34" charset="-128"/>
              <a:ea typeface="江城圆体 600W" panose="020B0800000000000000" pitchFamily="34" charset="-128"/>
              <a:cs typeface="Microsoft JhengHei"/>
            </a:endParaRPr>
          </a:p>
          <a:p>
            <a:pPr marL="43815">
              <a:spcBef>
                <a:spcPts val="40"/>
              </a:spcBef>
            </a:pPr>
            <a:r>
              <a:rPr sz="800" b="1" dirty="0">
                <a:solidFill>
                  <a:srgbClr val="FFFFFF"/>
                </a:solidFill>
                <a:latin typeface="江城圆体 600W" panose="020B0800000000000000" pitchFamily="34" charset="-128"/>
                <a:ea typeface="江城圆体 600W" panose="020B0800000000000000" pitchFamily="34" charset="-128"/>
                <a:cs typeface="Microsoft JhengHei"/>
              </a:rPr>
              <a:t>运用同僚压力</a:t>
            </a:r>
            <a:endParaRPr sz="800" b="1">
              <a:latin typeface="江城圆体 600W" panose="020B0800000000000000" pitchFamily="34" charset="-128"/>
              <a:ea typeface="江城圆体 600W" panose="020B0800000000000000" pitchFamily="34" charset="-128"/>
              <a:cs typeface="Microsoft JhengHei"/>
            </a:endParaRPr>
          </a:p>
        </p:txBody>
      </p:sp>
      <p:sp>
        <p:nvSpPr>
          <p:cNvPr id="40" name="object 40"/>
          <p:cNvSpPr txBox="1"/>
          <p:nvPr/>
        </p:nvSpPr>
        <p:spPr>
          <a:xfrm>
            <a:off x="845693" y="5488464"/>
            <a:ext cx="689928" cy="331470"/>
          </a:xfrm>
          <a:prstGeom prst="rect">
            <a:avLst/>
          </a:prstGeom>
        </p:spPr>
        <p:txBody>
          <a:bodyPr vert="horz" wrap="square" lIns="0" tIns="29528" rIns="0" bIns="0" rtlCol="0">
            <a:spAutoFit/>
          </a:bodyPr>
          <a:lstStyle/>
          <a:p>
            <a:pPr marL="6350">
              <a:spcBef>
                <a:spcPts val="235"/>
              </a:spcBef>
            </a:pPr>
            <a:r>
              <a:rPr sz="1050" b="1" dirty="0">
                <a:solidFill>
                  <a:srgbClr val="FFFFFF"/>
                </a:solidFill>
                <a:latin typeface="江城圆体 600W" panose="020B0800000000000000" pitchFamily="34" charset="-128"/>
                <a:ea typeface="江城圆体 600W" panose="020B0800000000000000" pitchFamily="34" charset="-128"/>
                <a:cs typeface="Microsoft JhengHei"/>
              </a:rPr>
              <a:t>4、社会能力</a:t>
            </a:r>
            <a:endParaRPr sz="1050" b="1">
              <a:latin typeface="江城圆体 600W" panose="020B0800000000000000" pitchFamily="34" charset="-128"/>
              <a:ea typeface="江城圆体 600W" panose="020B0800000000000000" pitchFamily="34" charset="-128"/>
              <a:cs typeface="Microsoft JhengHei"/>
            </a:endParaRPr>
          </a:p>
          <a:p>
            <a:pPr marL="55245">
              <a:spcBef>
                <a:spcPts val="140"/>
              </a:spcBef>
            </a:pPr>
            <a:r>
              <a:rPr sz="800" b="1" dirty="0">
                <a:solidFill>
                  <a:srgbClr val="FFFFFF"/>
                </a:solidFill>
                <a:latin typeface="江城圆体 600W" panose="020B0800000000000000" pitchFamily="34" charset="-128"/>
                <a:ea typeface="江城圆体 600W" panose="020B0800000000000000" pitchFamily="34" charset="-128"/>
                <a:cs typeface="Microsoft JhengHei"/>
              </a:rPr>
              <a:t>借助众人力量</a:t>
            </a:r>
            <a:endParaRPr sz="800" b="1">
              <a:latin typeface="江城圆体 600W" panose="020B0800000000000000" pitchFamily="34" charset="-128"/>
              <a:ea typeface="江城圆体 600W" panose="020B0800000000000000" pitchFamily="34" charset="-128"/>
              <a:cs typeface="Microsoft JhengHei"/>
            </a:endParaRPr>
          </a:p>
        </p:txBody>
      </p:sp>
      <p:sp>
        <p:nvSpPr>
          <p:cNvPr id="41" name="object 41"/>
          <p:cNvSpPr txBox="1"/>
          <p:nvPr/>
        </p:nvSpPr>
        <p:spPr>
          <a:xfrm>
            <a:off x="845693" y="6661150"/>
            <a:ext cx="689928" cy="29591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Microsoft JhengHei"/>
              </a:rPr>
              <a:t>5、组织动机</a:t>
            </a:r>
            <a:endParaRPr sz="1050" b="1">
              <a:latin typeface="江城圆体 600W" panose="020B0800000000000000" pitchFamily="34" charset="-128"/>
              <a:ea typeface="江城圆体 600W" panose="020B0800000000000000" pitchFamily="34" charset="-128"/>
              <a:cs typeface="Microsoft JhengHei"/>
            </a:endParaRPr>
          </a:p>
          <a:p>
            <a:pPr marL="43815">
              <a:spcBef>
                <a:spcPts val="40"/>
              </a:spcBef>
            </a:pPr>
            <a:r>
              <a:rPr sz="800" b="1" dirty="0">
                <a:solidFill>
                  <a:srgbClr val="FFFFFF"/>
                </a:solidFill>
                <a:latin typeface="江城圆体 600W" panose="020B0800000000000000" pitchFamily="34" charset="-128"/>
                <a:ea typeface="江城圆体 600W" panose="020B0800000000000000" pitchFamily="34" charset="-128"/>
                <a:cs typeface="Microsoft JhengHei"/>
              </a:rPr>
              <a:t>调整赏罚结构</a:t>
            </a:r>
            <a:endParaRPr sz="800" b="1">
              <a:latin typeface="江城圆体 600W" panose="020B0800000000000000" pitchFamily="34" charset="-128"/>
              <a:ea typeface="江城圆体 600W" panose="020B0800000000000000" pitchFamily="34" charset="-128"/>
              <a:cs typeface="Microsoft JhengHei"/>
            </a:endParaRPr>
          </a:p>
        </p:txBody>
      </p:sp>
      <p:sp>
        <p:nvSpPr>
          <p:cNvPr id="42" name="object 42"/>
          <p:cNvSpPr txBox="1"/>
          <p:nvPr/>
        </p:nvSpPr>
        <p:spPr>
          <a:xfrm>
            <a:off x="845693" y="7782798"/>
            <a:ext cx="689928" cy="316865"/>
          </a:xfrm>
          <a:prstGeom prst="rect">
            <a:avLst/>
          </a:prstGeom>
        </p:spPr>
        <p:txBody>
          <a:bodyPr vert="horz" wrap="square" lIns="0" tIns="21273" rIns="0" bIns="0" rtlCol="0">
            <a:spAutoFit/>
          </a:bodyPr>
          <a:lstStyle/>
          <a:p>
            <a:pPr marL="6350">
              <a:spcBef>
                <a:spcPts val="170"/>
              </a:spcBef>
            </a:pPr>
            <a:r>
              <a:rPr sz="1050" b="1" dirty="0">
                <a:solidFill>
                  <a:srgbClr val="FFFFFF"/>
                </a:solidFill>
                <a:latin typeface="江城圆体 600W" panose="020B0800000000000000" pitchFamily="34" charset="-128"/>
                <a:ea typeface="江城圆体 600W" panose="020B0800000000000000" pitchFamily="34" charset="-128"/>
                <a:cs typeface="Microsoft JhengHei"/>
              </a:rPr>
              <a:t>6、组织能力</a:t>
            </a:r>
            <a:endParaRPr sz="1050" b="1">
              <a:latin typeface="江城圆体 600W" panose="020B0800000000000000" pitchFamily="34" charset="-128"/>
              <a:ea typeface="江城圆体 600W" panose="020B0800000000000000" pitchFamily="34" charset="-128"/>
              <a:cs typeface="Microsoft JhengHei"/>
            </a:endParaRPr>
          </a:p>
          <a:p>
            <a:pPr marL="43815">
              <a:spcBef>
                <a:spcPts val="90"/>
              </a:spcBef>
            </a:pPr>
            <a:r>
              <a:rPr sz="800" b="1" dirty="0">
                <a:solidFill>
                  <a:srgbClr val="FFFFFF"/>
                </a:solidFill>
                <a:latin typeface="江城圆体 600W" panose="020B0800000000000000" pitchFamily="34" charset="-128"/>
                <a:ea typeface="江城圆体 600W" panose="020B0800000000000000" pitchFamily="34" charset="-128"/>
                <a:cs typeface="Microsoft JhengHei"/>
              </a:rPr>
              <a:t>改变周遭环境</a:t>
            </a:r>
            <a:endParaRPr sz="800" b="1">
              <a:latin typeface="江城圆体 600W" panose="020B0800000000000000" pitchFamily="34" charset="-128"/>
              <a:ea typeface="江城圆体 600W" panose="020B0800000000000000" pitchFamily="34" charset="-128"/>
              <a:cs typeface="Microsoft JhengHei"/>
            </a:endParaRPr>
          </a:p>
        </p:txBody>
      </p:sp>
      <p:sp>
        <p:nvSpPr>
          <p:cNvPr id="43" name="object 43"/>
          <p:cNvSpPr txBox="1"/>
          <p:nvPr/>
        </p:nvSpPr>
        <p:spPr>
          <a:xfrm>
            <a:off x="2044700" y="1938020"/>
            <a:ext cx="1871345" cy="562610"/>
          </a:xfrm>
          <a:prstGeom prst="rect">
            <a:avLst/>
          </a:prstGeom>
        </p:spPr>
        <p:txBody>
          <a:bodyPr vert="horz" wrap="square" lIns="0" tIns="30480" rIns="0" bIns="0" rtlCol="0">
            <a:spAutoFit/>
          </a:bodyPr>
          <a:lstStyle/>
          <a:p>
            <a:pPr marL="6350">
              <a:spcBef>
                <a:spcPts val="24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给他人「选择」的自由</a:t>
            </a:r>
            <a:endParaRPr sz="1050" dirty="0">
              <a:latin typeface="江城圆体 400W" panose="020B0800000000000000" pitchFamily="34" charset="-128"/>
              <a:ea typeface="江城圆体 400W" panose="020B0800000000000000" pitchFamily="34" charset="-128"/>
              <a:cs typeface="PMingLiU" panose="02020500000000000000" charset="-120"/>
            </a:endParaRPr>
          </a:p>
          <a:p>
            <a:pPr marL="6350" marR="2540">
              <a:lnSpc>
                <a:spcPct val="115000"/>
              </a:lnSpc>
              <a:tabLst>
                <a:tab pos="1458595" algn="l"/>
              </a:tabLst>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让别人有选择的自由，	就掌握了他们最强的动机之一：决心。</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4" name="object 44"/>
          <p:cNvSpPr txBox="1"/>
          <p:nvPr/>
        </p:nvSpPr>
        <p:spPr>
          <a:xfrm>
            <a:off x="4292600" y="1753870"/>
            <a:ext cx="1879600" cy="932815"/>
          </a:xfrm>
          <a:prstGeom prst="rect">
            <a:avLst/>
          </a:prstGeom>
        </p:spPr>
        <p:txBody>
          <a:bodyPr vert="horz" wrap="square" lIns="0" tIns="6350" rIns="0" bIns="0" rtlCol="0">
            <a:spAutoFit/>
          </a:bodyPr>
          <a:lstStyle/>
          <a:p>
            <a:pPr marL="6350" marR="2540">
              <a:lnSpc>
                <a:spcPct val="115000"/>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例如，假期前接到了大量订单，需要员工加班，可以放低姿态</a:t>
            </a:r>
            <a:endParaRPr sz="1050">
              <a:latin typeface="江城圆体 400W" panose="020B0800000000000000" pitchFamily="34" charset="-128"/>
              <a:ea typeface="江城圆体 400W" panose="020B0800000000000000" pitchFamily="34" charset="-128"/>
              <a:cs typeface="PMingLiU" panose="02020500000000000000" charset="-120"/>
            </a:endParaRPr>
          </a:p>
          <a:p>
            <a:pPr marL="6350" marR="13970" algn="just">
              <a:lnSpc>
                <a:spcPct val="115000"/>
              </a:lnSpc>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「请求」员工帮忙，并公开解释这批订单预期能为公司带来的效益。</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45" name="object 45"/>
          <p:cNvSpPr txBox="1"/>
          <p:nvPr/>
        </p:nvSpPr>
        <p:spPr>
          <a:xfrm>
            <a:off x="2012950" y="2903220"/>
            <a:ext cx="1930083" cy="932815"/>
          </a:xfrm>
          <a:prstGeom prst="rect">
            <a:avLst/>
          </a:prstGeom>
        </p:spPr>
        <p:txBody>
          <a:bodyPr vert="horz" wrap="square" lIns="0" tIns="30480" rIns="0" bIns="0" rtlCol="0">
            <a:spAutoFit/>
          </a:bodyPr>
          <a:lstStyle/>
          <a:p>
            <a:pPr marL="6350">
              <a:spcBef>
                <a:spcPts val="24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「刻意」练习正确行为</a:t>
            </a:r>
            <a:endParaRPr sz="1050">
              <a:latin typeface="江城圆体 400W" panose="020B0800000000000000" pitchFamily="34" charset="-128"/>
              <a:ea typeface="江城圆体 400W" panose="020B0800000000000000" pitchFamily="34" charset="-128"/>
              <a:cs typeface="PMingLiU" panose="02020500000000000000" charset="-120"/>
            </a:endParaRPr>
          </a:p>
          <a:p>
            <a:pPr marL="6350" marR="2540" algn="just">
              <a:lnSpc>
                <a:spcPct val="115000"/>
              </a:lnSpc>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许多深远、持久的问题，都是因为技能不足所致。然而，技能不足未必是天生的，有时候只是疏于练习。</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46" name="object 46"/>
          <p:cNvSpPr txBox="1"/>
          <p:nvPr/>
        </p:nvSpPr>
        <p:spPr>
          <a:xfrm>
            <a:off x="4298950" y="5278120"/>
            <a:ext cx="1854835" cy="747395"/>
          </a:xfrm>
          <a:prstGeom prst="rect">
            <a:avLst/>
          </a:prstGeom>
        </p:spPr>
        <p:txBody>
          <a:bodyPr vert="horz" wrap="square" lIns="0" tIns="6350" rIns="0" bIns="0" rtlCol="0">
            <a:spAutoFit/>
          </a:bodyPr>
          <a:lstStyle/>
          <a:p>
            <a:pPr marL="6350" marR="2540" algn="just">
              <a:lnSpc>
                <a:spcPct val="115000"/>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例如，产品经理的工作就不是只跟程序员沟通好就行，还需要和设计师、销售、业务等人才，共组一个团队。</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47" name="object 47"/>
          <p:cNvSpPr txBox="1"/>
          <p:nvPr/>
        </p:nvSpPr>
        <p:spPr>
          <a:xfrm>
            <a:off x="2000250" y="5373370"/>
            <a:ext cx="1957705" cy="562610"/>
          </a:xfrm>
          <a:prstGeom prst="rect">
            <a:avLst/>
          </a:prstGeom>
        </p:spPr>
        <p:txBody>
          <a:bodyPr vert="horz" wrap="square" lIns="0" tIns="30480" rIns="0" bIns="0" rtlCol="0">
            <a:spAutoFit/>
          </a:bodyPr>
          <a:lstStyle/>
          <a:p>
            <a:pPr marL="6350">
              <a:spcBef>
                <a:spcPts val="24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借助众人力量</a:t>
            </a:r>
            <a:endParaRPr sz="1050">
              <a:latin typeface="江城圆体 400W" panose="020B0800000000000000" pitchFamily="34" charset="-128"/>
              <a:ea typeface="江城圆体 400W" panose="020B0800000000000000" pitchFamily="34" charset="-128"/>
              <a:cs typeface="PMingLiU" panose="02020500000000000000" charset="-120"/>
            </a:endParaRPr>
          </a:p>
          <a:p>
            <a:pPr marL="6350" marR="2540">
              <a:lnSpc>
                <a:spcPct val="115000"/>
              </a:lnSpc>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善用人际网络，集体合作的成就远大干各自单打独斗。</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48" name="object 48"/>
          <p:cNvSpPr txBox="1"/>
          <p:nvPr/>
        </p:nvSpPr>
        <p:spPr>
          <a:xfrm>
            <a:off x="4298950" y="6421120"/>
            <a:ext cx="1854518" cy="747395"/>
          </a:xfrm>
          <a:prstGeom prst="rect">
            <a:avLst/>
          </a:prstGeom>
        </p:spPr>
        <p:txBody>
          <a:bodyPr vert="horz" wrap="square" lIns="0" tIns="6350" rIns="0" bIns="0" rtlCol="0">
            <a:spAutoFit/>
          </a:bodyPr>
          <a:lstStyle/>
          <a:p>
            <a:pPr marL="6350" marR="2540" algn="just">
              <a:lnSpc>
                <a:spcPct val="115000"/>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例如，可以将原本「达成月目标才有奖金」的奖励制度，调整成在一个月内，开发一位新客户，就可以得到</a:t>
            </a:r>
            <a:r>
              <a:rPr sz="105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1000</a:t>
            </a: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元礼券。</a:t>
            </a:r>
            <a:endParaRPr sz="1050">
              <a:latin typeface="江城圆体 400W" panose="020B0800000000000000" pitchFamily="34" charset="-128"/>
              <a:ea typeface="江城圆体 400W" panose="020B0800000000000000" pitchFamily="34" charset="-128"/>
              <a:cs typeface="PMingLiU" panose="02020500000000000000" charset="-120"/>
            </a:endParaRPr>
          </a:p>
        </p:txBody>
      </p:sp>
      <p:pic>
        <p:nvPicPr>
          <p:cNvPr id="49" name="object 49"/>
          <p:cNvPicPr/>
          <p:nvPr/>
        </p:nvPicPr>
        <p:blipFill>
          <a:blip r:embed="rId2" cstate="print"/>
          <a:stretch>
            <a:fillRect/>
          </a:stretch>
        </p:blipFill>
        <p:spPr>
          <a:xfrm>
            <a:off x="3189837" y="8851900"/>
            <a:ext cx="486698" cy="2921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57550" y="8934450"/>
            <a:ext cx="338572" cy="209550"/>
          </a:xfrm>
          <a:prstGeom prst="rect">
            <a:avLst/>
          </a:prstGeom>
        </p:spPr>
      </p:pic>
      <p:sp>
        <p:nvSpPr>
          <p:cNvPr id="3" name="object 3"/>
          <p:cNvSpPr txBox="1"/>
          <p:nvPr/>
        </p:nvSpPr>
        <p:spPr>
          <a:xfrm>
            <a:off x="1958586" y="768350"/>
            <a:ext cx="2941320"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积极心理学之父⻢丁·塞利格曼(Martin E.P.Seligman )</a:t>
            </a:r>
            <a:endParaRPr sz="900" dirty="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9" name="object 9"/>
          <p:cNvSpPr txBox="1">
            <a:spLocks noGrp="1"/>
          </p:cNvSpPr>
          <p:nvPr>
            <p:ph type="title"/>
          </p:nvPr>
        </p:nvSpPr>
        <p:spPr>
          <a:xfrm>
            <a:off x="1230188" y="963761"/>
            <a:ext cx="4484812" cy="560070"/>
          </a:xfrm>
          <a:prstGeom prst="rect">
            <a:avLst/>
          </a:prstGeom>
        </p:spPr>
        <p:txBody>
          <a:bodyPr vert="horz" wrap="square" lIns="0" tIns="6350" rIns="0" bIns="0" rtlCol="0" anchor="ctr">
            <a:spAutoFit/>
          </a:bodyPr>
          <a:lstStyle/>
          <a:p>
            <a:pPr marL="6350">
              <a:lnSpc>
                <a:spcPct val="100000"/>
              </a:lnSpc>
              <a:spcBef>
                <a:spcPts val="50"/>
              </a:spcBef>
            </a:pPr>
            <a:r>
              <a:rPr sz="3600" b="1" dirty="0">
                <a:latin typeface="江城圆体 700W" panose="020B0800000000000000" pitchFamily="34" charset="-128"/>
                <a:ea typeface="江城圆体 700W" panose="020B0800000000000000" pitchFamily="34" charset="-128"/>
              </a:rPr>
              <a:t>提高幸福感的5个要素</a:t>
            </a:r>
          </a:p>
        </p:txBody>
      </p:sp>
      <p:sp>
        <p:nvSpPr>
          <p:cNvPr id="10" name="object 10"/>
          <p:cNvSpPr txBox="1"/>
          <p:nvPr/>
        </p:nvSpPr>
        <p:spPr>
          <a:xfrm>
            <a:off x="763708" y="8801100"/>
            <a:ext cx="5446592"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300W" panose="020B0800000000000000" pitchFamily="34" charset="-128"/>
                <a:ea typeface="江城圆体 300W" panose="020B0800000000000000" pitchFamily="34" charset="-128"/>
                <a:cs typeface="Microsoft JhengHei"/>
              </a:rPr>
              <a:t>成功和幸福经常被混为一谈，但是成功是策略上的最大化和最优化，而幸福则倾向于对现状的知足与感恩。</a:t>
            </a:r>
            <a:endParaRPr sz="900" dirty="0">
              <a:latin typeface="江城圆体 300W" panose="020B0800000000000000" pitchFamily="34" charset="-128"/>
              <a:ea typeface="江城圆体 300W" panose="020B0800000000000000" pitchFamily="34" charset="-128"/>
              <a:cs typeface="Microsoft JhengHei"/>
            </a:endParaRPr>
          </a:p>
        </p:txBody>
      </p:sp>
      <p:pic>
        <p:nvPicPr>
          <p:cNvPr id="11" name="object 11"/>
          <p:cNvPicPr/>
          <p:nvPr/>
        </p:nvPicPr>
        <p:blipFill>
          <a:blip r:embed="rId3" cstate="print"/>
          <a:stretch>
            <a:fillRect/>
          </a:stretch>
        </p:blipFill>
        <p:spPr>
          <a:xfrm>
            <a:off x="1724025" y="2581275"/>
            <a:ext cx="3143246" cy="2566092"/>
          </a:xfrm>
          <a:prstGeom prst="rect">
            <a:avLst/>
          </a:prstGeom>
        </p:spPr>
      </p:pic>
      <p:sp>
        <p:nvSpPr>
          <p:cNvPr id="12" name="object 12"/>
          <p:cNvSpPr txBox="1"/>
          <p:nvPr/>
        </p:nvSpPr>
        <p:spPr>
          <a:xfrm>
            <a:off x="3090026" y="3059447"/>
            <a:ext cx="274638" cy="467995"/>
          </a:xfrm>
          <a:prstGeom prst="rect">
            <a:avLst/>
          </a:prstGeom>
        </p:spPr>
        <p:txBody>
          <a:bodyPr vert="horz" wrap="square" lIns="0" tIns="6350" rIns="0" bIns="0" rtlCol="0">
            <a:spAutoFit/>
          </a:bodyPr>
          <a:lstStyle/>
          <a:p>
            <a:pPr marL="6350">
              <a:spcBef>
                <a:spcPts val="50"/>
              </a:spcBef>
            </a:pPr>
            <a:r>
              <a:rPr sz="30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P</a:t>
            </a:r>
            <a:endParaRPr sz="3000" b="1">
              <a:latin typeface="江城圆体 600W" panose="020B0800000000000000" pitchFamily="34" charset="-128"/>
              <a:ea typeface="江城圆体 600W" panose="020B0800000000000000" pitchFamily="34" charset="-128"/>
              <a:cs typeface="PMingLiU" panose="02020500000000000000" charset="-120"/>
            </a:endParaRPr>
          </a:p>
        </p:txBody>
      </p:sp>
      <p:sp>
        <p:nvSpPr>
          <p:cNvPr id="13" name="object 13"/>
          <p:cNvSpPr txBox="1"/>
          <p:nvPr/>
        </p:nvSpPr>
        <p:spPr>
          <a:xfrm>
            <a:off x="3951531" y="3341171"/>
            <a:ext cx="252730" cy="467995"/>
          </a:xfrm>
          <a:prstGeom prst="rect">
            <a:avLst/>
          </a:prstGeom>
        </p:spPr>
        <p:txBody>
          <a:bodyPr vert="horz" wrap="square" lIns="0" tIns="6350" rIns="0" bIns="0" rtlCol="0">
            <a:spAutoFit/>
          </a:bodyPr>
          <a:lstStyle/>
          <a:p>
            <a:pPr marL="6350">
              <a:spcBef>
                <a:spcPts val="50"/>
              </a:spcBef>
            </a:pPr>
            <a:r>
              <a:rPr sz="30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E</a:t>
            </a:r>
            <a:endParaRPr sz="3000" b="1">
              <a:latin typeface="江城圆体 600W" panose="020B0800000000000000" pitchFamily="34" charset="-128"/>
              <a:ea typeface="江城圆体 600W" panose="020B0800000000000000" pitchFamily="34" charset="-128"/>
              <a:cs typeface="PMingLiU" panose="02020500000000000000" charset="-120"/>
            </a:endParaRPr>
          </a:p>
        </p:txBody>
      </p:sp>
      <p:sp>
        <p:nvSpPr>
          <p:cNvPr id="14" name="object 14"/>
          <p:cNvSpPr txBox="1"/>
          <p:nvPr/>
        </p:nvSpPr>
        <p:spPr>
          <a:xfrm>
            <a:off x="3240429" y="3899971"/>
            <a:ext cx="419100" cy="304800"/>
          </a:xfrm>
          <a:prstGeom prst="rect">
            <a:avLst/>
          </a:prstGeom>
        </p:spPr>
        <p:txBody>
          <a:bodyPr vert="horz" wrap="square" lIns="0" tIns="6350" rIns="0" bIns="0" rtlCol="0">
            <a:spAutoFit/>
          </a:bodyPr>
          <a:lstStyle/>
          <a:p>
            <a:pPr marL="50800">
              <a:lnSpc>
                <a:spcPts val="1345"/>
              </a:lnSpc>
              <a:spcBef>
                <a:spcPts val="50"/>
              </a:spcBef>
            </a:pPr>
            <a:r>
              <a:rPr sz="12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幸福</a:t>
            </a:r>
            <a:endParaRPr sz="1200" dirty="0">
              <a:latin typeface="江城圆体 400W" panose="020B0800000000000000" pitchFamily="34" charset="-128"/>
              <a:ea typeface="江城圆体 400W" panose="020B0800000000000000" pitchFamily="34" charset="-128"/>
              <a:cs typeface="PMingLiU" panose="02020500000000000000" charset="-120"/>
            </a:endParaRPr>
          </a:p>
          <a:p>
            <a:pPr marL="6350">
              <a:lnSpc>
                <a:spcPts val="985"/>
              </a:lnSpc>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PERMA</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5" name="object 15"/>
          <p:cNvSpPr txBox="1"/>
          <p:nvPr/>
        </p:nvSpPr>
        <p:spPr>
          <a:xfrm>
            <a:off x="3957891" y="4270395"/>
            <a:ext cx="282575" cy="467995"/>
          </a:xfrm>
          <a:prstGeom prst="rect">
            <a:avLst/>
          </a:prstGeom>
        </p:spPr>
        <p:txBody>
          <a:bodyPr vert="horz" wrap="square" lIns="0" tIns="6350" rIns="0" bIns="0" rtlCol="0">
            <a:spAutoFit/>
          </a:bodyPr>
          <a:lstStyle/>
          <a:p>
            <a:pPr marL="6350">
              <a:spcBef>
                <a:spcPts val="50"/>
              </a:spcBef>
            </a:pPr>
            <a:r>
              <a:rPr sz="30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R</a:t>
            </a:r>
            <a:endParaRPr sz="3000" b="1">
              <a:latin typeface="江城圆体 600W" panose="020B0800000000000000" pitchFamily="34" charset="-128"/>
              <a:ea typeface="江城圆体 600W" panose="020B0800000000000000" pitchFamily="34" charset="-128"/>
              <a:cs typeface="PMingLiU" panose="02020500000000000000" charset="-120"/>
            </a:endParaRPr>
          </a:p>
        </p:txBody>
      </p:sp>
      <p:sp>
        <p:nvSpPr>
          <p:cNvPr id="16" name="object 16"/>
          <p:cNvSpPr txBox="1"/>
          <p:nvPr/>
        </p:nvSpPr>
        <p:spPr>
          <a:xfrm>
            <a:off x="3025972" y="4602455"/>
            <a:ext cx="347028" cy="467995"/>
          </a:xfrm>
          <a:prstGeom prst="rect">
            <a:avLst/>
          </a:prstGeom>
        </p:spPr>
        <p:txBody>
          <a:bodyPr vert="horz" wrap="square" lIns="0" tIns="6350" rIns="0" bIns="0" rtlCol="0">
            <a:spAutoFit/>
          </a:bodyPr>
          <a:lstStyle/>
          <a:p>
            <a:pPr marL="6350">
              <a:spcBef>
                <a:spcPts val="50"/>
              </a:spcBef>
            </a:pPr>
            <a:r>
              <a:rPr sz="30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M</a:t>
            </a:r>
            <a:endParaRPr sz="3000" b="1">
              <a:latin typeface="江城圆体 600W" panose="020B0800000000000000" pitchFamily="34" charset="-128"/>
              <a:ea typeface="江城圆体 600W" panose="020B0800000000000000" pitchFamily="34" charset="-128"/>
              <a:cs typeface="PMingLiU" panose="02020500000000000000" charset="-120"/>
            </a:endParaRPr>
          </a:p>
        </p:txBody>
      </p:sp>
      <p:sp>
        <p:nvSpPr>
          <p:cNvPr id="17" name="object 17"/>
          <p:cNvSpPr txBox="1"/>
          <p:nvPr/>
        </p:nvSpPr>
        <p:spPr>
          <a:xfrm>
            <a:off x="2552317" y="3804570"/>
            <a:ext cx="264160" cy="467995"/>
          </a:xfrm>
          <a:prstGeom prst="rect">
            <a:avLst/>
          </a:prstGeom>
        </p:spPr>
        <p:txBody>
          <a:bodyPr vert="horz" wrap="square" lIns="0" tIns="6350" rIns="0" bIns="0" rtlCol="0">
            <a:spAutoFit/>
          </a:bodyPr>
          <a:lstStyle/>
          <a:p>
            <a:pPr marL="6350">
              <a:spcBef>
                <a:spcPts val="50"/>
              </a:spcBef>
            </a:pPr>
            <a:r>
              <a:rPr sz="30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A</a:t>
            </a:r>
            <a:endParaRPr sz="30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8" name="object 18"/>
          <p:cNvSpPr txBox="1"/>
          <p:nvPr/>
        </p:nvSpPr>
        <p:spPr>
          <a:xfrm>
            <a:off x="508000" y="1333500"/>
            <a:ext cx="5874068" cy="1843405"/>
          </a:xfrm>
          <a:prstGeom prst="rect">
            <a:avLst/>
          </a:prstGeom>
        </p:spPr>
        <p:txBody>
          <a:bodyPr vert="horz" wrap="square" lIns="0" tIns="6350" rIns="0" bIns="0" rtlCol="0">
            <a:spAutoFit/>
          </a:bodyPr>
          <a:lstStyle/>
          <a:p>
            <a:pPr marR="27305" algn="ctr">
              <a:spcBef>
                <a:spcPts val="50"/>
              </a:spcBef>
            </a:pPr>
            <a:r>
              <a:rPr b="1" dirty="0">
                <a:solidFill>
                  <a:srgbClr val="11A766"/>
                </a:solidFill>
                <a:latin typeface="江城圆体 700W" panose="020B0800000000000000" pitchFamily="34" charset="-128"/>
                <a:ea typeface="江城圆体 700W" panose="020B0800000000000000" pitchFamily="34" charset="-128"/>
                <a:cs typeface="PMingLiU" panose="02020500000000000000" charset="-120"/>
              </a:rPr>
              <a:t>5 Elements That Boost Happiness</a:t>
            </a:r>
            <a:endParaRPr b="1" dirty="0">
              <a:latin typeface="江城圆体 700W" panose="020B0800000000000000" pitchFamily="34" charset="-128"/>
              <a:ea typeface="江城圆体 700W" panose="020B0800000000000000" pitchFamily="34" charset="-128"/>
              <a:cs typeface="PMingLiU" panose="02020500000000000000" charset="-120"/>
            </a:endParaRPr>
          </a:p>
          <a:p>
            <a:pPr marL="6350" marR="33655" algn="just">
              <a:lnSpc>
                <a:spcPct val="125000"/>
              </a:lnSpc>
              <a:spcBef>
                <a:spcPts val="520"/>
              </a:spcBef>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马丁·塞利格曼是“积极心理学之父”，相较于传统心理学注重的，他不再关注“如何减轻人们的痛苦”，而是专注于如何建立人们的幸福感，并让幸福感持续下去。塞利格曼提出了实现幸福人生应具有的5个元素（PERMA），帮助人们检视并提升自己的幸福感（Wellbeing）。PERMA分别代表了五种提升幸福感的元素：P=积极情绪(Positive Emotions) E=投入(Engagement) R=人际关系(Relationships) M=意义(Meaning) A=成就感(Achievement)</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a:p>
            <a:pPr marR="119380" algn="ctr">
              <a:spcBef>
                <a:spcPts val="480"/>
              </a:spcBef>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P=积极情绪(Positive Emotions)</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1422400" marR="1440815">
              <a:lnSpc>
                <a:spcPct val="116000"/>
              </a:lnSpc>
              <a:spcBef>
                <a:spcPts val="115"/>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在当下体验到快乐、喜悦、爱、感恩等情绪。这种情绪可以提高我们的心理健康，减少压力和负面情绪。</a:t>
            </a:r>
            <a:endParaRPr sz="900" dirty="0">
              <a:latin typeface="江城圆体 400W" panose="020B0800000000000000" pitchFamily="34" charset="-128"/>
              <a:ea typeface="江城圆体 400W" panose="020B0800000000000000" pitchFamily="34" charset="-128"/>
              <a:cs typeface="PMingLiU" panose="02020500000000000000" charset="-120"/>
            </a:endParaRPr>
          </a:p>
          <a:p>
            <a:pPr marR="2540" algn="r">
              <a:spcBef>
                <a:spcPts val="630"/>
              </a:spcBef>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E=投入感(Engagement)</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19" name="object 19"/>
          <p:cNvSpPr txBox="1"/>
          <p:nvPr/>
        </p:nvSpPr>
        <p:spPr>
          <a:xfrm>
            <a:off x="4794583" y="3216910"/>
            <a:ext cx="1612567" cy="807720"/>
          </a:xfrm>
          <a:prstGeom prst="rect">
            <a:avLst/>
          </a:prstGeom>
        </p:spPr>
        <p:txBody>
          <a:bodyPr vert="horz" wrap="square" lIns="0" tIns="6350" rIns="0" bIns="0" rtlCol="0">
            <a:spAutoFit/>
          </a:bodyPr>
          <a:lstStyle/>
          <a:p>
            <a:pPr marL="6350" marR="2540" algn="just">
              <a:lnSpc>
                <a:spcPct val="116000"/>
              </a:lnSpc>
              <a:spcBef>
                <a:spcPts val="5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在生活中从事活动时高度专注、全神贯注或体验到心流状态。这种状态可以让我们享受当下，忘却时间和困扰，提高自信和成就感。</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0" name="object 20"/>
          <p:cNvSpPr/>
          <p:nvPr/>
        </p:nvSpPr>
        <p:spPr>
          <a:xfrm>
            <a:off x="3575050" y="5251450"/>
            <a:ext cx="2832100" cy="273050"/>
          </a:xfrm>
          <a:custGeom>
            <a:avLst/>
            <a:gdLst/>
            <a:ahLst/>
            <a:cxnLst/>
            <a:rect l="l" t="t" r="r" b="b"/>
            <a:pathLst>
              <a:path w="5664200" h="546100">
                <a:moveTo>
                  <a:pt x="5391150" y="0"/>
                </a:moveTo>
                <a:lnTo>
                  <a:pt x="273050" y="0"/>
                </a:lnTo>
                <a:lnTo>
                  <a:pt x="223968" y="4399"/>
                </a:lnTo>
                <a:lnTo>
                  <a:pt x="177774" y="17082"/>
                </a:lnTo>
                <a:lnTo>
                  <a:pt x="135236" y="37279"/>
                </a:lnTo>
                <a:lnTo>
                  <a:pt x="97127" y="64218"/>
                </a:lnTo>
                <a:lnTo>
                  <a:pt x="64218" y="97127"/>
                </a:lnTo>
                <a:lnTo>
                  <a:pt x="37279" y="135236"/>
                </a:lnTo>
                <a:lnTo>
                  <a:pt x="17082" y="177774"/>
                </a:lnTo>
                <a:lnTo>
                  <a:pt x="4399" y="223968"/>
                </a:lnTo>
                <a:lnTo>
                  <a:pt x="0" y="273050"/>
                </a:lnTo>
                <a:lnTo>
                  <a:pt x="4399" y="322131"/>
                </a:lnTo>
                <a:lnTo>
                  <a:pt x="17082" y="368325"/>
                </a:lnTo>
                <a:lnTo>
                  <a:pt x="37279" y="410863"/>
                </a:lnTo>
                <a:lnTo>
                  <a:pt x="64218" y="448972"/>
                </a:lnTo>
                <a:lnTo>
                  <a:pt x="97127" y="481881"/>
                </a:lnTo>
                <a:lnTo>
                  <a:pt x="135236" y="508820"/>
                </a:lnTo>
                <a:lnTo>
                  <a:pt x="177774" y="529017"/>
                </a:lnTo>
                <a:lnTo>
                  <a:pt x="223968" y="541700"/>
                </a:lnTo>
                <a:lnTo>
                  <a:pt x="273050" y="546100"/>
                </a:lnTo>
                <a:lnTo>
                  <a:pt x="5391150" y="546100"/>
                </a:lnTo>
                <a:lnTo>
                  <a:pt x="5440231" y="541700"/>
                </a:lnTo>
                <a:lnTo>
                  <a:pt x="5486425" y="529017"/>
                </a:lnTo>
                <a:lnTo>
                  <a:pt x="5528963" y="508820"/>
                </a:lnTo>
                <a:lnTo>
                  <a:pt x="5567072" y="481881"/>
                </a:lnTo>
                <a:lnTo>
                  <a:pt x="5599981" y="448972"/>
                </a:lnTo>
                <a:lnTo>
                  <a:pt x="5626920" y="410863"/>
                </a:lnTo>
                <a:lnTo>
                  <a:pt x="5647117" y="368325"/>
                </a:lnTo>
                <a:lnTo>
                  <a:pt x="5659800" y="322131"/>
                </a:lnTo>
                <a:lnTo>
                  <a:pt x="5664200" y="273050"/>
                </a:lnTo>
                <a:lnTo>
                  <a:pt x="5659800" y="223968"/>
                </a:lnTo>
                <a:lnTo>
                  <a:pt x="5647117" y="177774"/>
                </a:lnTo>
                <a:lnTo>
                  <a:pt x="5626920" y="135236"/>
                </a:lnTo>
                <a:lnTo>
                  <a:pt x="5599981" y="97127"/>
                </a:lnTo>
                <a:lnTo>
                  <a:pt x="5567072" y="64218"/>
                </a:lnTo>
                <a:lnTo>
                  <a:pt x="5528963" y="37279"/>
                </a:lnTo>
                <a:lnTo>
                  <a:pt x="5486425" y="17082"/>
                </a:lnTo>
                <a:lnTo>
                  <a:pt x="5440231" y="4399"/>
                </a:lnTo>
                <a:lnTo>
                  <a:pt x="53911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 name="object 21"/>
          <p:cNvSpPr txBox="1"/>
          <p:nvPr/>
        </p:nvSpPr>
        <p:spPr>
          <a:xfrm>
            <a:off x="4667250" y="4249836"/>
            <a:ext cx="1739900" cy="884555"/>
          </a:xfrm>
          <a:prstGeom prst="rect">
            <a:avLst/>
          </a:prstGeom>
        </p:spPr>
        <p:txBody>
          <a:bodyPr vert="horz" wrap="square" lIns="0" tIns="26035" rIns="0" bIns="0" rtlCol="0">
            <a:spAutoFit/>
          </a:bodyPr>
          <a:lstStyle/>
          <a:p>
            <a:pPr marL="6350" marR="2540" indent="19050" algn="just">
              <a:lnSpc>
                <a:spcPct val="123000"/>
              </a:lnSpc>
              <a:spcBef>
                <a:spcPts val="205"/>
              </a:spcBef>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R=人际关系(Relationships)</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拥有建立和维护正面、互惠关系的能力，这种关系以爱和欣赏的体验</a:t>
            </a:r>
            <a:endParaRPr sz="900" dirty="0">
              <a:latin typeface="江城圆体 400W" panose="020B0800000000000000" pitchFamily="34" charset="-128"/>
              <a:ea typeface="江城圆体 400W" panose="020B0800000000000000" pitchFamily="34" charset="-128"/>
              <a:cs typeface="PMingLiU" panose="02020500000000000000" charset="-120"/>
            </a:endParaRPr>
          </a:p>
          <a:p>
            <a:pPr marL="6350" marR="4445">
              <a:lnSpc>
                <a:spcPct val="116000"/>
              </a:lnSpc>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为特征，可以给我们带来支持、安全感、归属感和快乐。</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2" name="object 22"/>
          <p:cNvSpPr txBox="1"/>
          <p:nvPr/>
        </p:nvSpPr>
        <p:spPr>
          <a:xfrm>
            <a:off x="508000" y="2957407"/>
            <a:ext cx="1541145" cy="1068705"/>
          </a:xfrm>
          <a:prstGeom prst="rect">
            <a:avLst/>
          </a:prstGeom>
        </p:spPr>
        <p:txBody>
          <a:bodyPr vert="horz" wrap="square" lIns="0" tIns="71438" rIns="0" bIns="0" rtlCol="0">
            <a:spAutoFit/>
          </a:bodyPr>
          <a:lstStyle/>
          <a:p>
            <a:pPr marL="14605">
              <a:spcBef>
                <a:spcPts val="565"/>
              </a:spcBef>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A=成就感(Achievement)</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marR="45085" algn="just">
              <a:lnSpc>
                <a:spcPct val="116000"/>
              </a:lnSpc>
              <a:spcBef>
                <a:spcPts val="27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在特定的兴趣领域中体验到对自己的掌握感，或者实现重要或具有挑战性的生活/工作目标，这种经验可以让我们感到自豪、自信、自强。</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3" name="object 23"/>
          <p:cNvSpPr txBox="1"/>
          <p:nvPr/>
        </p:nvSpPr>
        <p:spPr>
          <a:xfrm>
            <a:off x="508000" y="4233757"/>
            <a:ext cx="1816100" cy="748030"/>
          </a:xfrm>
          <a:prstGeom prst="rect">
            <a:avLst/>
          </a:prstGeom>
        </p:spPr>
        <p:txBody>
          <a:bodyPr vert="horz" wrap="square" lIns="0" tIns="71438" rIns="0" bIns="0" rtlCol="0">
            <a:spAutoFit/>
          </a:bodyPr>
          <a:lstStyle/>
          <a:p>
            <a:pPr marL="9525">
              <a:spcBef>
                <a:spcPts val="565"/>
              </a:spcBef>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M=意义(Meaning)</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marR="2540" algn="just">
              <a:lnSpc>
                <a:spcPct val="116000"/>
              </a:lnSpc>
              <a:spcBef>
                <a:spcPts val="27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体验到自我以外的事物，或者服务于更大的目标，让我们感到有价值、有责任、有贡献。</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4" name="object 24"/>
          <p:cNvSpPr txBox="1"/>
          <p:nvPr/>
        </p:nvSpPr>
        <p:spPr>
          <a:xfrm>
            <a:off x="838200" y="5532120"/>
            <a:ext cx="2468245" cy="2551430"/>
          </a:xfrm>
          <a:prstGeom prst="rect">
            <a:avLst/>
          </a:prstGeom>
        </p:spPr>
        <p:txBody>
          <a:bodyPr vert="horz" wrap="square" lIns="0" tIns="6350" rIns="0" bIns="0" rtlCol="0">
            <a:spAutoFit/>
          </a:bodyPr>
          <a:lstStyle/>
          <a:p>
            <a:pPr marL="12700" marR="3175" algn="just">
              <a:lnSpc>
                <a:spcPct val="115000"/>
              </a:lnSpc>
              <a:spcBef>
                <a:spcPts val="50"/>
              </a:spcBef>
            </a:pPr>
            <a:r>
              <a:rPr sz="8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积极情绪（P）：</a:t>
            </a: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每天尽量安排一些时间做一些小事，提升自己的小确幸。例如听自己喜欢的音乐、吃自己喜欢的小食、花时间欣赏一下周围的风景，通过培养正面思考、感恩日记、冥想等方式来增加积极情绪。</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6350" marR="2540" algn="just">
              <a:lnSpc>
                <a:spcPct val="115000"/>
              </a:lnSpc>
              <a:spcBef>
                <a:spcPts val="750"/>
              </a:spcBef>
            </a:pPr>
            <a:r>
              <a:rPr sz="8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投入感（E）：</a:t>
            </a: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建立自己的兴趣，通过找到自己的兴趣爱好、设定合适的目标、挑战自我等方式来增加参与，可以是做运动、摄影、艺术，最好是一些在技巧上可以持续进步的活动。</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6350" marR="3175" algn="just">
              <a:lnSpc>
                <a:spcPct val="115000"/>
              </a:lnSpc>
              <a:spcBef>
                <a:spcPts val="600"/>
              </a:spcBef>
            </a:pPr>
            <a:r>
              <a:rPr sz="8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人际关系（R）：</a:t>
            </a: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安排时间和重要的家人朋友相处，通过主动表达关心和感激、分享喜怒哀乐等方式来增加人际关系，见面时多赞美欣赏大家。也可以分享自己的心里话，建立更深厚信任的关系。</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6350" marR="4445" algn="just">
              <a:lnSpc>
                <a:spcPct val="115000"/>
              </a:lnSpc>
              <a:spcBef>
                <a:spcPts val="900"/>
              </a:spcBef>
            </a:pPr>
            <a:r>
              <a:rPr sz="8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意义（M）：</a:t>
            </a: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尝试在日常生活中更进一步认识自己，寻找及确立自己的价值观并在生活中努力实践。通过参与志愿服务、加入社区或团体等方式来增加意义感。在职场中寻找工作中的意义，并将其与个人价值观相匹配。</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5" name="object 25"/>
          <p:cNvSpPr txBox="1"/>
          <p:nvPr/>
        </p:nvSpPr>
        <p:spPr>
          <a:xfrm>
            <a:off x="472639" y="5450840"/>
            <a:ext cx="336550" cy="1974850"/>
          </a:xfrm>
          <a:prstGeom prst="rect">
            <a:avLst/>
          </a:prstGeom>
        </p:spPr>
        <p:txBody>
          <a:bodyPr vert="horz" wrap="square" lIns="0" tIns="15558" rIns="0" bIns="0" rtlCol="0">
            <a:spAutoFit/>
          </a:bodyPr>
          <a:lstStyle/>
          <a:p>
            <a:pPr marL="6350" marR="2540" indent="5080" algn="just">
              <a:lnSpc>
                <a:spcPct val="118000"/>
              </a:lnSpc>
              <a:spcBef>
                <a:spcPts val="125"/>
              </a:spcBef>
            </a:pPr>
            <a:r>
              <a:rPr sz="3600" b="1" dirty="0">
                <a:solidFill>
                  <a:srgbClr val="F6B800"/>
                </a:solidFill>
                <a:latin typeface="江城圆体 700W" panose="020B0800000000000000" pitchFamily="34" charset="-128"/>
                <a:ea typeface="江城圆体 700W" panose="020B0800000000000000" pitchFamily="34" charset="-128"/>
                <a:cs typeface="PMingLiU" panose="02020500000000000000" charset="-120"/>
              </a:rPr>
              <a:t>P </a:t>
            </a:r>
            <a:r>
              <a:rPr sz="3600" b="1" dirty="0">
                <a:solidFill>
                  <a:srgbClr val="11A766"/>
                </a:solidFill>
                <a:latin typeface="江城圆体 700W" panose="020B0800000000000000" pitchFamily="34" charset="-128"/>
                <a:ea typeface="江城圆体 700W" panose="020B0800000000000000" pitchFamily="34" charset="-128"/>
                <a:cs typeface="PMingLiU" panose="02020500000000000000" charset="-120"/>
              </a:rPr>
              <a:t>E </a:t>
            </a:r>
            <a:r>
              <a:rPr sz="3600" b="1" dirty="0">
                <a:solidFill>
                  <a:srgbClr val="E95646"/>
                </a:solidFill>
                <a:latin typeface="江城圆体 700W" panose="020B0800000000000000" pitchFamily="34" charset="-128"/>
                <a:ea typeface="江城圆体 700W" panose="020B0800000000000000" pitchFamily="34" charset="-128"/>
                <a:cs typeface="PMingLiU" panose="02020500000000000000" charset="-120"/>
              </a:rPr>
              <a:t>R</a:t>
            </a:r>
            <a:endParaRPr sz="3600" b="1" dirty="0">
              <a:latin typeface="江城圆体 700W" panose="020B0800000000000000" pitchFamily="34" charset="-128"/>
              <a:ea typeface="江城圆体 700W" panose="020B0800000000000000" pitchFamily="34" charset="-128"/>
              <a:cs typeface="PMingLiU" panose="02020500000000000000" charset="-120"/>
            </a:endParaRPr>
          </a:p>
        </p:txBody>
      </p:sp>
      <p:sp>
        <p:nvSpPr>
          <p:cNvPr id="26" name="object 26"/>
          <p:cNvSpPr txBox="1"/>
          <p:nvPr/>
        </p:nvSpPr>
        <p:spPr>
          <a:xfrm>
            <a:off x="445929" y="7542685"/>
            <a:ext cx="2899410" cy="1097280"/>
          </a:xfrm>
          <a:prstGeom prst="rect">
            <a:avLst/>
          </a:prstGeom>
        </p:spPr>
        <p:txBody>
          <a:bodyPr vert="horz" wrap="square" lIns="0" tIns="6350" rIns="0" bIns="0" rtlCol="0">
            <a:spAutoFit/>
          </a:bodyPr>
          <a:lstStyle/>
          <a:p>
            <a:pPr marL="19050">
              <a:lnSpc>
                <a:spcPts val="3435"/>
              </a:lnSpc>
              <a:spcBef>
                <a:spcPts val="50"/>
              </a:spcBef>
            </a:pPr>
            <a:r>
              <a:rPr sz="3600" b="1" dirty="0">
                <a:solidFill>
                  <a:srgbClr val="F0BEC7"/>
                </a:solidFill>
                <a:latin typeface="江城圆体 700W" panose="020B0800000000000000" pitchFamily="34" charset="-128"/>
                <a:ea typeface="江城圆体 700W" panose="020B0800000000000000" pitchFamily="34" charset="-128"/>
                <a:cs typeface="PMingLiU" panose="02020500000000000000" charset="-120"/>
              </a:rPr>
              <a:t>M</a:t>
            </a:r>
            <a:endParaRPr sz="3600" b="1" dirty="0">
              <a:latin typeface="江城圆体 700W" panose="020B0800000000000000" pitchFamily="34" charset="-128"/>
              <a:ea typeface="江城圆体 700W" panose="020B0800000000000000" pitchFamily="34" charset="-128"/>
              <a:cs typeface="PMingLiU" panose="02020500000000000000" charset="-120"/>
            </a:endParaRPr>
          </a:p>
          <a:p>
            <a:pPr marL="71120">
              <a:lnSpc>
                <a:spcPts val="3225"/>
              </a:lnSpc>
            </a:pPr>
            <a:r>
              <a:rPr sz="5400" b="1" baseline="-34000" dirty="0">
                <a:solidFill>
                  <a:srgbClr val="7F62A1"/>
                </a:solidFill>
                <a:latin typeface="江城圆体 700W" panose="020B0800000000000000" pitchFamily="34" charset="-128"/>
                <a:ea typeface="江城圆体 700W" panose="020B0800000000000000" pitchFamily="34" charset="-128"/>
                <a:cs typeface="PMingLiU" panose="02020500000000000000" charset="-120"/>
              </a:rPr>
              <a:t>A</a:t>
            </a:r>
            <a:r>
              <a:rPr lang="zh-CN" altLang="en-US" sz="800" b="1" baseline="-34000" dirty="0">
                <a:solidFill>
                  <a:srgbClr val="7F62A1"/>
                </a:solidFill>
                <a:latin typeface="江城圆体 700W" panose="020B0800000000000000" pitchFamily="34" charset="-128"/>
                <a:ea typeface="江城圆体 700W" panose="020B0800000000000000" pitchFamily="34" charset="-128"/>
                <a:cs typeface="PMingLiU" panose="02020500000000000000" charset="-120"/>
              </a:rPr>
              <a:t> </a:t>
            </a:r>
            <a:r>
              <a:rPr sz="800" b="1" dirty="0" err="1">
                <a:solidFill>
                  <a:srgbClr val="212121"/>
                </a:solidFill>
                <a:latin typeface="江城圆体 600W" panose="020B0800000000000000" pitchFamily="34" charset="-128"/>
                <a:ea typeface="江城圆体 600W" panose="020B0800000000000000" pitchFamily="34" charset="-128"/>
                <a:cs typeface="微软雅黑" panose="020B0503020204020204" charset="-122"/>
              </a:rPr>
              <a:t>成就感（A</a:t>
            </a:r>
            <a:r>
              <a:rPr sz="8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a:t>
            </a:r>
            <a:r>
              <a:rPr sz="800" dirty="0" err="1">
                <a:solidFill>
                  <a:srgbClr val="212121"/>
                </a:solidFill>
                <a:latin typeface="江城圆体 400W" panose="020B0800000000000000" pitchFamily="34" charset="-128"/>
                <a:ea typeface="江城圆体 400W" panose="020B0800000000000000" pitchFamily="34" charset="-128"/>
                <a:cs typeface="PMingLiU" panose="02020500000000000000" charset="-120"/>
              </a:rPr>
              <a:t>设定一些短中长期的目标，并且有计</a:t>
            </a:r>
            <a:r>
              <a:rPr lang="zh-CN" altLang="en-US"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划</a:t>
            </a:r>
            <a:endParaRPr lang="zh-CN" altLang="en-US" sz="800" dirty="0">
              <a:latin typeface="江城圆体 400W" panose="020B0800000000000000" pitchFamily="34" charset="-128"/>
              <a:ea typeface="江城圆体 400W" panose="020B0800000000000000" pitchFamily="34" charset="-128"/>
              <a:cs typeface="PMingLiU" panose="02020500000000000000" charset="-120"/>
            </a:endParaRPr>
          </a:p>
          <a:p>
            <a:pPr marL="425450">
              <a:lnSpc>
                <a:spcPts val="750"/>
              </a:lnSpc>
            </a:pPr>
            <a:r>
              <a:rPr lang="zh-CN" altLang="en-US"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系统地实现它们。例如多做运动、认识新朋友或储蓄，</a:t>
            </a:r>
            <a:endParaRPr lang="zh-CN" altLang="en-US" sz="800" dirty="0">
              <a:latin typeface="江城圆体 400W" panose="020B0800000000000000" pitchFamily="34" charset="-128"/>
              <a:ea typeface="江城圆体 400W" panose="020B0800000000000000" pitchFamily="34" charset="-128"/>
              <a:cs typeface="PMingLiU" panose="02020500000000000000" charset="-120"/>
            </a:endParaRPr>
          </a:p>
          <a:p>
            <a:pPr marL="425450">
              <a:spcBef>
                <a:spcPts val="140"/>
              </a:spcBef>
            </a:pPr>
            <a:r>
              <a:rPr sz="800" dirty="0" err="1">
                <a:solidFill>
                  <a:srgbClr val="212121"/>
                </a:solidFill>
                <a:latin typeface="江城圆体 400W" panose="020B0800000000000000" pitchFamily="34" charset="-128"/>
                <a:ea typeface="江城圆体 400W" panose="020B0800000000000000" pitchFamily="34" charset="-128"/>
                <a:cs typeface="PMingLiU" panose="02020500000000000000" charset="-120"/>
              </a:rPr>
              <a:t>通过庆祝每一步的进展等方式来增加成就感</a:t>
            </a: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7" name="object 27"/>
          <p:cNvSpPr/>
          <p:nvPr/>
        </p:nvSpPr>
        <p:spPr>
          <a:xfrm>
            <a:off x="514350" y="5251450"/>
            <a:ext cx="2781300" cy="273050"/>
          </a:xfrm>
          <a:custGeom>
            <a:avLst/>
            <a:gdLst/>
            <a:ahLst/>
            <a:cxnLst/>
            <a:rect l="l" t="t" r="r" b="b"/>
            <a:pathLst>
              <a:path w="5562600" h="546100">
                <a:moveTo>
                  <a:pt x="5289550" y="0"/>
                </a:moveTo>
                <a:lnTo>
                  <a:pt x="273050" y="0"/>
                </a:lnTo>
                <a:lnTo>
                  <a:pt x="223968" y="4399"/>
                </a:lnTo>
                <a:lnTo>
                  <a:pt x="177774" y="17082"/>
                </a:lnTo>
                <a:lnTo>
                  <a:pt x="135236" y="37279"/>
                </a:lnTo>
                <a:lnTo>
                  <a:pt x="97127" y="64218"/>
                </a:lnTo>
                <a:lnTo>
                  <a:pt x="64217" y="97127"/>
                </a:lnTo>
                <a:lnTo>
                  <a:pt x="37279" y="135236"/>
                </a:lnTo>
                <a:lnTo>
                  <a:pt x="17082" y="177774"/>
                </a:lnTo>
                <a:lnTo>
                  <a:pt x="4399" y="223968"/>
                </a:lnTo>
                <a:lnTo>
                  <a:pt x="0" y="273050"/>
                </a:lnTo>
                <a:lnTo>
                  <a:pt x="4399" y="322131"/>
                </a:lnTo>
                <a:lnTo>
                  <a:pt x="17082" y="368325"/>
                </a:lnTo>
                <a:lnTo>
                  <a:pt x="37279" y="410863"/>
                </a:lnTo>
                <a:lnTo>
                  <a:pt x="64217" y="448972"/>
                </a:lnTo>
                <a:lnTo>
                  <a:pt x="97127" y="481881"/>
                </a:lnTo>
                <a:lnTo>
                  <a:pt x="135236" y="508820"/>
                </a:lnTo>
                <a:lnTo>
                  <a:pt x="177774" y="529017"/>
                </a:lnTo>
                <a:lnTo>
                  <a:pt x="223968" y="541700"/>
                </a:lnTo>
                <a:lnTo>
                  <a:pt x="273050" y="546100"/>
                </a:lnTo>
                <a:lnTo>
                  <a:pt x="5289550" y="546100"/>
                </a:lnTo>
                <a:lnTo>
                  <a:pt x="5338631" y="541700"/>
                </a:lnTo>
                <a:lnTo>
                  <a:pt x="5384825" y="529017"/>
                </a:lnTo>
                <a:lnTo>
                  <a:pt x="5427363" y="508820"/>
                </a:lnTo>
                <a:lnTo>
                  <a:pt x="5465472" y="481881"/>
                </a:lnTo>
                <a:lnTo>
                  <a:pt x="5498381" y="448972"/>
                </a:lnTo>
                <a:lnTo>
                  <a:pt x="5525320" y="410863"/>
                </a:lnTo>
                <a:lnTo>
                  <a:pt x="5545517" y="368325"/>
                </a:lnTo>
                <a:lnTo>
                  <a:pt x="5558200" y="322131"/>
                </a:lnTo>
                <a:lnTo>
                  <a:pt x="5562600" y="273050"/>
                </a:lnTo>
                <a:lnTo>
                  <a:pt x="5558200" y="223968"/>
                </a:lnTo>
                <a:lnTo>
                  <a:pt x="5545517" y="177774"/>
                </a:lnTo>
                <a:lnTo>
                  <a:pt x="5525320" y="135236"/>
                </a:lnTo>
                <a:lnTo>
                  <a:pt x="5498381" y="97127"/>
                </a:lnTo>
                <a:lnTo>
                  <a:pt x="5465472" y="64218"/>
                </a:lnTo>
                <a:lnTo>
                  <a:pt x="5427363" y="37279"/>
                </a:lnTo>
                <a:lnTo>
                  <a:pt x="5384825" y="17082"/>
                </a:lnTo>
                <a:lnTo>
                  <a:pt x="5338631" y="4399"/>
                </a:lnTo>
                <a:lnTo>
                  <a:pt x="52895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 name="object 28"/>
          <p:cNvSpPr txBox="1"/>
          <p:nvPr/>
        </p:nvSpPr>
        <p:spPr>
          <a:xfrm>
            <a:off x="3556000" y="5283009"/>
            <a:ext cx="2899410" cy="3376930"/>
          </a:xfrm>
          <a:prstGeom prst="rect">
            <a:avLst/>
          </a:prstGeom>
        </p:spPr>
        <p:txBody>
          <a:bodyPr vert="horz" wrap="square" lIns="0" tIns="19050" rIns="0" bIns="0" rtlCol="0">
            <a:spAutoFit/>
          </a:bodyPr>
          <a:lstStyle/>
          <a:p>
            <a:pPr marL="38735" algn="ctr">
              <a:spcBef>
                <a:spcPts val="150"/>
              </a:spcBef>
            </a:pPr>
            <a:r>
              <a:rPr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工作与幸福感：PERMA+4框架</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40640">
              <a:lnSpc>
                <a:spcPts val="3575"/>
              </a:lnSpc>
              <a:spcBef>
                <a:spcPts val="290"/>
              </a:spcBef>
            </a:pPr>
            <a:r>
              <a:rPr sz="3000" b="1" dirty="0">
                <a:solidFill>
                  <a:srgbClr val="F6B800"/>
                </a:solidFill>
                <a:latin typeface="江城圆体 600W" panose="020B0800000000000000" pitchFamily="34" charset="-128"/>
                <a:ea typeface="江城圆体 600W" panose="020B0800000000000000" pitchFamily="34" charset="-128"/>
                <a:cs typeface="PMingLiU" panose="02020500000000000000" charset="-120"/>
              </a:rPr>
              <a:t>P</a:t>
            </a:r>
            <a:r>
              <a:rPr sz="30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E</a:t>
            </a:r>
            <a:r>
              <a:rPr sz="3000" b="1" dirty="0">
                <a:solidFill>
                  <a:srgbClr val="E95646"/>
                </a:solidFill>
                <a:latin typeface="江城圆体 600W" panose="020B0800000000000000" pitchFamily="34" charset="-128"/>
                <a:ea typeface="江城圆体 600W" panose="020B0800000000000000" pitchFamily="34" charset="-128"/>
                <a:cs typeface="PMingLiU" panose="02020500000000000000" charset="-120"/>
              </a:rPr>
              <a:t>R</a:t>
            </a:r>
            <a:r>
              <a:rPr sz="3000" b="1" dirty="0">
                <a:solidFill>
                  <a:srgbClr val="F0BEC7"/>
                </a:solidFill>
                <a:latin typeface="江城圆体 600W" panose="020B0800000000000000" pitchFamily="34" charset="-128"/>
                <a:ea typeface="江城圆体 600W" panose="020B0800000000000000" pitchFamily="34" charset="-128"/>
                <a:cs typeface="PMingLiU" panose="02020500000000000000" charset="-120"/>
              </a:rPr>
              <a:t>M</a:t>
            </a:r>
            <a:r>
              <a:rPr sz="3000" b="1" dirty="0">
                <a:solidFill>
                  <a:srgbClr val="7F62A1"/>
                </a:solidFill>
                <a:latin typeface="江城圆体 600W" panose="020B0800000000000000" pitchFamily="34" charset="-128"/>
                <a:ea typeface="江城圆体 600W" panose="020B0800000000000000" pitchFamily="34" charset="-128"/>
                <a:cs typeface="PMingLiU" panose="02020500000000000000" charset="-120"/>
              </a:rPr>
              <a:t>A </a:t>
            </a:r>
            <a:r>
              <a:rPr sz="3000" b="1" dirty="0">
                <a:solidFill>
                  <a:srgbClr val="3068EB"/>
                </a:solidFill>
                <a:latin typeface="江城圆体 600W" panose="020B0800000000000000" pitchFamily="34" charset="-128"/>
                <a:ea typeface="江城圆体 600W" panose="020B0800000000000000" pitchFamily="34" charset="-128"/>
                <a:cs typeface="PMingLiU" panose="02020500000000000000" charset="-120"/>
              </a:rPr>
              <a:t>+4框架</a:t>
            </a:r>
            <a:endParaRPr sz="3000" b="1" dirty="0">
              <a:latin typeface="江城圆体 600W" panose="020B0800000000000000" pitchFamily="34" charset="-128"/>
              <a:ea typeface="江城圆体 600W" panose="020B0800000000000000" pitchFamily="34" charset="-128"/>
              <a:cs typeface="PMingLiU" panose="02020500000000000000" charset="-120"/>
            </a:endParaRPr>
          </a:p>
          <a:p>
            <a:pPr marL="19050">
              <a:lnSpc>
                <a:spcPts val="935"/>
              </a:lnSpc>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心理学界发现了4个额外的要素解释工作相关幸福感和工作表现</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19050">
              <a:spcBef>
                <a:spcPts val="14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的相关性，包括：</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129540" indent="-110490">
              <a:spcBef>
                <a:spcPts val="540"/>
              </a:spcBef>
              <a:buAutoNum type="arabicPeriod"/>
              <a:tabLst>
                <a:tab pos="129540" algn="l"/>
              </a:tabLst>
            </a:pPr>
            <a:r>
              <a:rPr sz="8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健康身体</a:t>
            </a:r>
            <a:endParaRPr sz="800" b="1" dirty="0">
              <a:latin typeface="江城圆体 600W" panose="020B0800000000000000" pitchFamily="34" charset="-128"/>
              <a:ea typeface="江城圆体 600W" panose="020B0800000000000000" pitchFamily="34" charset="-128"/>
              <a:cs typeface="微软雅黑" panose="020B0503020204020204" charset="-122"/>
            </a:endParaRPr>
          </a:p>
          <a:p>
            <a:pPr marL="19050">
              <a:spcBef>
                <a:spcPts val="34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是幸福感和心理健康最基本的组成部分之一，良好的身体健康是</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19050">
              <a:spcBef>
                <a:spcPts val="34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缓解心理障碍发生的重要要素，并且对心理幸福感至关重要。</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137795" indent="-118110">
              <a:spcBef>
                <a:spcPts val="340"/>
              </a:spcBef>
              <a:buAutoNum type="arabicPeriod" startAt="2"/>
              <a:tabLst>
                <a:tab pos="137160" algn="l"/>
              </a:tabLst>
            </a:pPr>
            <a:r>
              <a:rPr sz="8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心态</a:t>
            </a:r>
            <a:endParaRPr sz="800" b="1" dirty="0">
              <a:latin typeface="江城圆体 600W" panose="020B0800000000000000" pitchFamily="34" charset="-128"/>
              <a:ea typeface="江城圆体 600W" panose="020B0800000000000000" pitchFamily="34" charset="-128"/>
              <a:cs typeface="微软雅黑" panose="020B0503020204020204" charset="-122"/>
            </a:endParaRPr>
          </a:p>
          <a:p>
            <a:pPr marL="19050" marR="2540" algn="just">
              <a:lnSpc>
                <a:spcPct val="135000"/>
              </a:lnSpc>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相信通过努力和练习可以发展才能的人（即拥有成长心态）通常比那些认为自己的才能是固有或不可改变的人（即拥有固定心态）有更高的幸福感和工作绩效。</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137795" indent="-118110">
              <a:spcBef>
                <a:spcPts val="340"/>
              </a:spcBef>
              <a:buAutoNum type="arabicPeriod" startAt="3"/>
              <a:tabLst>
                <a:tab pos="137160" algn="l"/>
              </a:tabLst>
            </a:pPr>
            <a:r>
              <a:rPr sz="8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工作环境</a:t>
            </a:r>
            <a:endParaRPr sz="800" b="1" dirty="0">
              <a:latin typeface="江城圆体 600W" panose="020B0800000000000000" pitchFamily="34" charset="-128"/>
              <a:ea typeface="江城圆体 600W" panose="020B0800000000000000" pitchFamily="34" charset="-128"/>
              <a:cs typeface="微软雅黑" panose="020B0503020204020204" charset="-122"/>
            </a:endParaRPr>
          </a:p>
          <a:p>
            <a:pPr marL="19050" marR="2540" algn="just">
              <a:lnSpc>
                <a:spcPct val="135000"/>
              </a:lnSpc>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一天当中超过三分之一的时间都在工作或从事与工作相关的活动，物理工作环境足以对身体健康和幸福感产生重大影响。</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137795" indent="-118110">
              <a:spcBef>
                <a:spcPts val="340"/>
              </a:spcBef>
              <a:buAutoNum type="arabicPeriod" startAt="4"/>
              <a:tabLst>
                <a:tab pos="137160" algn="l"/>
              </a:tabLst>
            </a:pPr>
            <a:r>
              <a:rPr sz="8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经济保障</a:t>
            </a:r>
            <a:endParaRPr sz="800" b="1" dirty="0">
              <a:latin typeface="江城圆体 600W" panose="020B0800000000000000" pitchFamily="34" charset="-128"/>
              <a:ea typeface="江城圆体 600W" panose="020B0800000000000000" pitchFamily="34" charset="-128"/>
              <a:cs typeface="微软雅黑" panose="020B0503020204020204" charset="-122"/>
            </a:endParaRPr>
          </a:p>
          <a:p>
            <a:pPr marL="19050">
              <a:spcBef>
                <a:spcPts val="34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个人对于做出明智的财务决策并对财务事务施加控制（包括收</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19050">
              <a:spcBef>
                <a:spcPts val="34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入、储蓄和支出平衡）对幸福感的影响密切相关。</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6350" marR="6350" algn="just">
              <a:lnSpc>
                <a:spcPct val="118000"/>
              </a:lnSpc>
              <a:spcBef>
                <a:spcPts val="260"/>
              </a:spcBef>
            </a:pPr>
            <a:r>
              <a:rPr sz="6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参考文献：PERMA+4: A Framework for Work-Related Wellbeing, Performance and Positive Organizational Psychology 2.0</a:t>
            </a:r>
            <a:endParaRPr sz="6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9" name="object 29"/>
          <p:cNvSpPr txBox="1"/>
          <p:nvPr/>
        </p:nvSpPr>
        <p:spPr>
          <a:xfrm>
            <a:off x="1377950" y="5295900"/>
            <a:ext cx="1035368" cy="167640"/>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PERMA 行动指南</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pic>
        <p:nvPicPr>
          <p:cNvPr id="30" name="object 3"/>
          <p:cNvPicPr/>
          <p:nvPr/>
        </p:nvPicPr>
        <p:blipFill>
          <a:blip r:embed="rId4" cstate="email"/>
          <a:stretch>
            <a:fillRect/>
          </a:stretch>
        </p:blipFill>
        <p:spPr>
          <a:xfrm>
            <a:off x="3041650" y="438150"/>
            <a:ext cx="776360" cy="1524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pic>
        <p:nvPicPr>
          <p:cNvPr id="3" name="object 3"/>
          <p:cNvPicPr/>
          <p:nvPr/>
        </p:nvPicPr>
        <p:blipFill>
          <a:blip r:embed="rId2" cstate="print"/>
          <a:stretch>
            <a:fillRect/>
          </a:stretch>
        </p:blipFill>
        <p:spPr>
          <a:xfrm>
            <a:off x="685800" y="2114550"/>
            <a:ext cx="5480050" cy="3105150"/>
          </a:xfrm>
          <a:prstGeom prst="rect">
            <a:avLst/>
          </a:prstGeom>
        </p:spPr>
      </p:pic>
      <p:sp>
        <p:nvSpPr>
          <p:cNvPr id="4" name="object 4"/>
          <p:cNvSpPr txBox="1"/>
          <p:nvPr/>
        </p:nvSpPr>
        <p:spPr>
          <a:xfrm>
            <a:off x="2990527" y="3467100"/>
            <a:ext cx="889953" cy="332740"/>
          </a:xfrm>
          <a:prstGeom prst="rect">
            <a:avLst/>
          </a:prstGeom>
        </p:spPr>
        <p:txBody>
          <a:bodyPr vert="horz" wrap="square" lIns="0" tIns="12700" rIns="0" bIns="0" rtlCol="0">
            <a:spAutoFit/>
          </a:bodyPr>
          <a:lstStyle/>
          <a:p>
            <a:pPr marL="100330" marR="2540" indent="-93980">
              <a:lnSpc>
                <a:spcPts val="1250"/>
              </a:lnSpc>
              <a:spcBef>
                <a:spcPts val="100"/>
              </a:spcBef>
            </a:pPr>
            <a:r>
              <a:rPr sz="1050" b="1" dirty="0">
                <a:solidFill>
                  <a:srgbClr val="FFFFFF"/>
                </a:solidFill>
                <a:latin typeface="江城圆体 600W" panose="020B0800000000000000" pitchFamily="34" charset="-128"/>
                <a:ea typeface="江城圆体 600W" panose="020B0800000000000000" pitchFamily="34" charset="-128"/>
                <a:cs typeface="Microsoft JhengHei"/>
              </a:rPr>
              <a:t>幸福的6种美德与24项优势</a:t>
            </a:r>
            <a:endParaRPr sz="1050" b="1">
              <a:latin typeface="江城圆体 600W" panose="020B0800000000000000" pitchFamily="34" charset="-128"/>
              <a:ea typeface="江城圆体 600W" panose="020B0800000000000000" pitchFamily="34" charset="-128"/>
              <a:cs typeface="Microsoft JhengHei"/>
            </a:endParaRPr>
          </a:p>
        </p:txBody>
      </p:sp>
      <p:sp>
        <p:nvSpPr>
          <p:cNvPr id="5" name="object 5"/>
          <p:cNvSpPr txBox="1"/>
          <p:nvPr/>
        </p:nvSpPr>
        <p:spPr>
          <a:xfrm>
            <a:off x="1905000" y="2800350"/>
            <a:ext cx="754380"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Microsoft JhengHei"/>
              </a:rPr>
              <a:t>一、智慧与知识</a:t>
            </a:r>
            <a:endParaRPr sz="900" b="1">
              <a:latin typeface="江城圆体 600W" panose="020B0800000000000000" pitchFamily="34" charset="-128"/>
              <a:ea typeface="江城圆体 600W" panose="020B0800000000000000" pitchFamily="34" charset="-128"/>
              <a:cs typeface="Microsoft JhengHei"/>
            </a:endParaRPr>
          </a:p>
        </p:txBody>
      </p:sp>
      <p:sp>
        <p:nvSpPr>
          <p:cNvPr id="6" name="object 6"/>
          <p:cNvSpPr txBox="1"/>
          <p:nvPr/>
        </p:nvSpPr>
        <p:spPr>
          <a:xfrm>
            <a:off x="4375150" y="2800350"/>
            <a:ext cx="412115"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Microsoft JhengHei"/>
              </a:rPr>
              <a:t>四、正义</a:t>
            </a:r>
            <a:endParaRPr sz="900" b="1">
              <a:latin typeface="江城圆体 600W" panose="020B0800000000000000" pitchFamily="34" charset="-128"/>
              <a:ea typeface="江城圆体 600W" panose="020B0800000000000000" pitchFamily="34" charset="-128"/>
              <a:cs typeface="Microsoft JhengHei"/>
            </a:endParaRPr>
          </a:p>
        </p:txBody>
      </p:sp>
      <p:sp>
        <p:nvSpPr>
          <p:cNvPr id="7" name="object 7"/>
          <p:cNvSpPr txBox="1"/>
          <p:nvPr/>
        </p:nvSpPr>
        <p:spPr>
          <a:xfrm>
            <a:off x="4375150" y="3549650"/>
            <a:ext cx="412115"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Microsoft JhengHei"/>
              </a:rPr>
              <a:t>五、节制</a:t>
            </a:r>
            <a:endParaRPr sz="900" b="1">
              <a:latin typeface="江城圆体 600W" panose="020B0800000000000000" pitchFamily="34" charset="-128"/>
              <a:ea typeface="江城圆体 600W" panose="020B0800000000000000" pitchFamily="34" charset="-128"/>
              <a:cs typeface="Microsoft JhengHei"/>
            </a:endParaRPr>
          </a:p>
        </p:txBody>
      </p:sp>
      <p:sp>
        <p:nvSpPr>
          <p:cNvPr id="8" name="object 8"/>
          <p:cNvSpPr txBox="1"/>
          <p:nvPr/>
        </p:nvSpPr>
        <p:spPr>
          <a:xfrm>
            <a:off x="4260850" y="4368800"/>
            <a:ext cx="640398"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Microsoft JhengHei"/>
              </a:rPr>
              <a:t>六、精神卓越</a:t>
            </a:r>
            <a:endParaRPr sz="900" b="1">
              <a:latin typeface="江城圆体 600W" panose="020B0800000000000000" pitchFamily="34" charset="-128"/>
              <a:ea typeface="江城圆体 600W" panose="020B0800000000000000" pitchFamily="34" charset="-128"/>
              <a:cs typeface="Microsoft JhengHei"/>
            </a:endParaRPr>
          </a:p>
        </p:txBody>
      </p:sp>
      <p:sp>
        <p:nvSpPr>
          <p:cNvPr id="9" name="object 9"/>
          <p:cNvSpPr txBox="1"/>
          <p:nvPr/>
        </p:nvSpPr>
        <p:spPr>
          <a:xfrm>
            <a:off x="2076450" y="3549650"/>
            <a:ext cx="412115"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Microsoft JhengHei"/>
              </a:rPr>
              <a:t>二、勇气</a:t>
            </a:r>
            <a:endParaRPr sz="900" b="1">
              <a:latin typeface="江城圆体 600W" panose="020B0800000000000000" pitchFamily="34" charset="-128"/>
              <a:ea typeface="江城圆体 600W" panose="020B0800000000000000" pitchFamily="34" charset="-128"/>
              <a:cs typeface="Microsoft JhengHei"/>
            </a:endParaRPr>
          </a:p>
        </p:txBody>
      </p:sp>
      <p:sp>
        <p:nvSpPr>
          <p:cNvPr id="10" name="object 10"/>
          <p:cNvSpPr txBox="1"/>
          <p:nvPr/>
        </p:nvSpPr>
        <p:spPr>
          <a:xfrm>
            <a:off x="2076450" y="4368800"/>
            <a:ext cx="412115"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Microsoft JhengHei"/>
              </a:rPr>
              <a:t>三、仁爱</a:t>
            </a:r>
            <a:endParaRPr sz="900" b="1" dirty="0">
              <a:latin typeface="江城圆体 600W" panose="020B0800000000000000" pitchFamily="34" charset="-128"/>
              <a:ea typeface="江城圆体 600W" panose="020B0800000000000000" pitchFamily="34" charset="-128"/>
              <a:cs typeface="Microsoft JhengHei"/>
            </a:endParaRPr>
          </a:p>
        </p:txBody>
      </p:sp>
      <p:sp>
        <p:nvSpPr>
          <p:cNvPr id="11" name="object 11"/>
          <p:cNvSpPr txBox="1"/>
          <p:nvPr/>
        </p:nvSpPr>
        <p:spPr>
          <a:xfrm>
            <a:off x="787400" y="2159000"/>
            <a:ext cx="47910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1、好奇心</a:t>
            </a:r>
            <a:endParaRPr sz="900">
              <a:latin typeface="江城圆体 400W" panose="020B0800000000000000" pitchFamily="34" charset="-128"/>
              <a:ea typeface="江城圆体 400W" panose="020B0800000000000000" pitchFamily="34" charset="-128"/>
              <a:cs typeface="Microsoft JhengHei"/>
            </a:endParaRPr>
          </a:p>
        </p:txBody>
      </p:sp>
      <p:sp>
        <p:nvSpPr>
          <p:cNvPr id="12" name="object 12"/>
          <p:cNvSpPr txBox="1"/>
          <p:nvPr/>
        </p:nvSpPr>
        <p:spPr>
          <a:xfrm>
            <a:off x="787400" y="2406650"/>
            <a:ext cx="59340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2、热爱学习</a:t>
            </a:r>
            <a:endParaRPr sz="900">
              <a:latin typeface="江城圆体 400W" panose="020B0800000000000000" pitchFamily="34" charset="-128"/>
              <a:ea typeface="江城圆体 400W" panose="020B0800000000000000" pitchFamily="34" charset="-128"/>
              <a:cs typeface="Microsoft JhengHei"/>
            </a:endParaRPr>
          </a:p>
        </p:txBody>
      </p:sp>
      <p:sp>
        <p:nvSpPr>
          <p:cNvPr id="13" name="object 13"/>
          <p:cNvSpPr txBox="1"/>
          <p:nvPr/>
        </p:nvSpPr>
        <p:spPr>
          <a:xfrm>
            <a:off x="5422900" y="2139950"/>
            <a:ext cx="660400"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12、公⺠精神</a:t>
            </a:r>
            <a:endParaRPr sz="900">
              <a:latin typeface="江城圆体 400W" panose="020B0800000000000000" pitchFamily="34" charset="-128"/>
              <a:ea typeface="江城圆体 400W" panose="020B0800000000000000" pitchFamily="34" charset="-128"/>
              <a:cs typeface="Microsoft JhengHei"/>
            </a:endParaRPr>
          </a:p>
        </p:txBody>
      </p:sp>
      <p:sp>
        <p:nvSpPr>
          <p:cNvPr id="14" name="object 14"/>
          <p:cNvSpPr txBox="1"/>
          <p:nvPr/>
        </p:nvSpPr>
        <p:spPr>
          <a:xfrm>
            <a:off x="5422900" y="2876550"/>
            <a:ext cx="660400"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15、自我控制</a:t>
            </a:r>
            <a:endParaRPr sz="900">
              <a:latin typeface="江城圆体 400W" panose="020B0800000000000000" pitchFamily="34" charset="-128"/>
              <a:ea typeface="江城圆体 400W" panose="020B0800000000000000" pitchFamily="34" charset="-128"/>
              <a:cs typeface="Microsoft JhengHei"/>
            </a:endParaRPr>
          </a:p>
        </p:txBody>
      </p:sp>
      <p:sp>
        <p:nvSpPr>
          <p:cNvPr id="15" name="object 15"/>
          <p:cNvSpPr txBox="1"/>
          <p:nvPr/>
        </p:nvSpPr>
        <p:spPr>
          <a:xfrm>
            <a:off x="5422900" y="361950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18、美感</a:t>
            </a:r>
            <a:endParaRPr sz="900">
              <a:latin typeface="江城圆体 400W" panose="020B0800000000000000" pitchFamily="34" charset="-128"/>
              <a:ea typeface="江城圆体 400W" panose="020B0800000000000000" pitchFamily="34" charset="-128"/>
              <a:cs typeface="Microsoft JhengHei"/>
            </a:endParaRPr>
          </a:p>
        </p:txBody>
      </p:sp>
      <p:sp>
        <p:nvSpPr>
          <p:cNvPr id="16" name="object 16"/>
          <p:cNvSpPr txBox="1"/>
          <p:nvPr/>
        </p:nvSpPr>
        <p:spPr>
          <a:xfrm>
            <a:off x="5422900" y="434340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21、灵性</a:t>
            </a:r>
            <a:endParaRPr sz="900">
              <a:latin typeface="江城圆体 400W" panose="020B0800000000000000" pitchFamily="34" charset="-128"/>
              <a:ea typeface="江城圆体 400W" panose="020B0800000000000000" pitchFamily="34" charset="-128"/>
              <a:cs typeface="Microsoft JhengHei"/>
            </a:endParaRPr>
          </a:p>
        </p:txBody>
      </p:sp>
      <p:sp>
        <p:nvSpPr>
          <p:cNvPr id="17" name="object 17"/>
          <p:cNvSpPr txBox="1"/>
          <p:nvPr/>
        </p:nvSpPr>
        <p:spPr>
          <a:xfrm>
            <a:off x="5422900" y="238125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13、公平</a:t>
            </a:r>
            <a:endParaRPr sz="900">
              <a:latin typeface="江城圆体 400W" panose="020B0800000000000000" pitchFamily="34" charset="-128"/>
              <a:ea typeface="江城圆体 400W" panose="020B0800000000000000" pitchFamily="34" charset="-128"/>
              <a:cs typeface="Microsoft JhengHei"/>
            </a:endParaRPr>
          </a:p>
        </p:txBody>
      </p:sp>
      <p:sp>
        <p:nvSpPr>
          <p:cNvPr id="18" name="object 18"/>
          <p:cNvSpPr txBox="1"/>
          <p:nvPr/>
        </p:nvSpPr>
        <p:spPr>
          <a:xfrm>
            <a:off x="5422900" y="311785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16、谨慎</a:t>
            </a:r>
            <a:endParaRPr sz="900">
              <a:latin typeface="江城圆体 400W" panose="020B0800000000000000" pitchFamily="34" charset="-128"/>
              <a:ea typeface="江城圆体 400W" panose="020B0800000000000000" pitchFamily="34" charset="-128"/>
              <a:cs typeface="Microsoft JhengHei"/>
            </a:endParaRPr>
          </a:p>
        </p:txBody>
      </p:sp>
      <p:sp>
        <p:nvSpPr>
          <p:cNvPr id="19" name="object 19"/>
          <p:cNvSpPr txBox="1"/>
          <p:nvPr/>
        </p:nvSpPr>
        <p:spPr>
          <a:xfrm>
            <a:off x="5422900" y="386080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19、感恩</a:t>
            </a:r>
            <a:endParaRPr sz="900">
              <a:latin typeface="江城圆体 400W" panose="020B0800000000000000" pitchFamily="34" charset="-128"/>
              <a:ea typeface="江城圆体 400W" panose="020B0800000000000000" pitchFamily="34" charset="-128"/>
              <a:cs typeface="Microsoft JhengHei"/>
            </a:endParaRPr>
          </a:p>
        </p:txBody>
      </p:sp>
      <p:sp>
        <p:nvSpPr>
          <p:cNvPr id="20" name="object 20"/>
          <p:cNvSpPr txBox="1"/>
          <p:nvPr/>
        </p:nvSpPr>
        <p:spPr>
          <a:xfrm>
            <a:off x="5422900" y="458470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22、宽恕</a:t>
            </a:r>
            <a:endParaRPr sz="900">
              <a:latin typeface="江城圆体 400W" panose="020B0800000000000000" pitchFamily="34" charset="-128"/>
              <a:ea typeface="江城圆体 400W" panose="020B0800000000000000" pitchFamily="34" charset="-128"/>
              <a:cs typeface="Microsoft JhengHei"/>
            </a:endParaRPr>
          </a:p>
        </p:txBody>
      </p:sp>
      <p:sp>
        <p:nvSpPr>
          <p:cNvPr id="21" name="object 21"/>
          <p:cNvSpPr txBox="1"/>
          <p:nvPr/>
        </p:nvSpPr>
        <p:spPr>
          <a:xfrm>
            <a:off x="5422900" y="2622550"/>
            <a:ext cx="5464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14、领导力</a:t>
            </a:r>
            <a:endParaRPr sz="900">
              <a:latin typeface="江城圆体 400W" panose="020B0800000000000000" pitchFamily="34" charset="-128"/>
              <a:ea typeface="江城圆体 400W" panose="020B0800000000000000" pitchFamily="34" charset="-128"/>
              <a:cs typeface="Microsoft JhengHei"/>
            </a:endParaRPr>
          </a:p>
        </p:txBody>
      </p:sp>
      <p:sp>
        <p:nvSpPr>
          <p:cNvPr id="22" name="object 22"/>
          <p:cNvSpPr txBox="1"/>
          <p:nvPr/>
        </p:nvSpPr>
        <p:spPr>
          <a:xfrm>
            <a:off x="5422900" y="335915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17、谦逊</a:t>
            </a:r>
            <a:endParaRPr sz="900">
              <a:latin typeface="江城圆体 400W" panose="020B0800000000000000" pitchFamily="34" charset="-128"/>
              <a:ea typeface="江城圆体 400W" panose="020B0800000000000000" pitchFamily="34" charset="-128"/>
              <a:cs typeface="Microsoft JhengHei"/>
            </a:endParaRPr>
          </a:p>
        </p:txBody>
      </p:sp>
      <p:sp>
        <p:nvSpPr>
          <p:cNvPr id="23" name="object 23"/>
          <p:cNvSpPr txBox="1"/>
          <p:nvPr/>
        </p:nvSpPr>
        <p:spPr>
          <a:xfrm>
            <a:off x="5422900" y="410210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20、希望</a:t>
            </a:r>
            <a:endParaRPr sz="900">
              <a:latin typeface="江城圆体 400W" panose="020B0800000000000000" pitchFamily="34" charset="-128"/>
              <a:ea typeface="江城圆体 400W" panose="020B0800000000000000" pitchFamily="34" charset="-128"/>
              <a:cs typeface="Microsoft JhengHei"/>
            </a:endParaRPr>
          </a:p>
        </p:txBody>
      </p:sp>
      <p:sp>
        <p:nvSpPr>
          <p:cNvPr id="24" name="object 24"/>
          <p:cNvSpPr txBox="1"/>
          <p:nvPr/>
        </p:nvSpPr>
        <p:spPr>
          <a:xfrm>
            <a:off x="5422900" y="482600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23、幽默</a:t>
            </a:r>
            <a:endParaRPr sz="900">
              <a:latin typeface="江城圆体 400W" panose="020B0800000000000000" pitchFamily="34" charset="-128"/>
              <a:ea typeface="江城圆体 400W" panose="020B0800000000000000" pitchFamily="34" charset="-128"/>
              <a:cs typeface="Microsoft JhengHei"/>
            </a:endParaRPr>
          </a:p>
        </p:txBody>
      </p:sp>
      <p:sp>
        <p:nvSpPr>
          <p:cNvPr id="25" name="object 25"/>
          <p:cNvSpPr txBox="1"/>
          <p:nvPr/>
        </p:nvSpPr>
        <p:spPr>
          <a:xfrm>
            <a:off x="5422900" y="504190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24、热</a:t>
            </a:r>
            <a:r>
              <a:rPr lang="zh-CN" altLang="en-US" sz="900" dirty="0">
                <a:solidFill>
                  <a:srgbClr val="212121"/>
                </a:solidFill>
                <a:latin typeface="江城圆体 400W" panose="020B0800000000000000" pitchFamily="34" charset="-128"/>
                <a:ea typeface="江城圆体 400W" panose="020B0800000000000000" pitchFamily="34" charset="-128"/>
                <a:cs typeface="Microsoft JhengHei"/>
              </a:rPr>
              <a:t>忱</a:t>
            </a:r>
            <a:endParaRPr sz="900" dirty="0">
              <a:latin typeface="江城圆体 400W" panose="020B0800000000000000" pitchFamily="34" charset="-128"/>
              <a:ea typeface="江城圆体 400W" panose="020B0800000000000000" pitchFamily="34" charset="-128"/>
              <a:cs typeface="Microsoft JhengHei"/>
            </a:endParaRPr>
          </a:p>
        </p:txBody>
      </p:sp>
      <p:sp>
        <p:nvSpPr>
          <p:cNvPr id="26" name="object 26"/>
          <p:cNvSpPr txBox="1"/>
          <p:nvPr/>
        </p:nvSpPr>
        <p:spPr>
          <a:xfrm>
            <a:off x="787400" y="2647950"/>
            <a:ext cx="47910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3、判断力</a:t>
            </a:r>
            <a:endParaRPr sz="900">
              <a:latin typeface="江城圆体 400W" panose="020B0800000000000000" pitchFamily="34" charset="-128"/>
              <a:ea typeface="江城圆体 400W" panose="020B0800000000000000" pitchFamily="34" charset="-128"/>
              <a:cs typeface="Microsoft JhengHei"/>
            </a:endParaRPr>
          </a:p>
        </p:txBody>
      </p:sp>
      <p:sp>
        <p:nvSpPr>
          <p:cNvPr id="27" name="object 27"/>
          <p:cNvSpPr txBox="1"/>
          <p:nvPr/>
        </p:nvSpPr>
        <p:spPr>
          <a:xfrm>
            <a:off x="787400" y="2889250"/>
            <a:ext cx="47910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4、创造性</a:t>
            </a:r>
            <a:endParaRPr sz="900">
              <a:latin typeface="江城圆体 400W" panose="020B0800000000000000" pitchFamily="34" charset="-128"/>
              <a:ea typeface="江城圆体 400W" panose="020B0800000000000000" pitchFamily="34" charset="-128"/>
              <a:cs typeface="Microsoft JhengHei"/>
            </a:endParaRPr>
          </a:p>
        </p:txBody>
      </p:sp>
      <p:sp>
        <p:nvSpPr>
          <p:cNvPr id="28" name="object 28"/>
          <p:cNvSpPr txBox="1"/>
          <p:nvPr/>
        </p:nvSpPr>
        <p:spPr>
          <a:xfrm>
            <a:off x="787400" y="3130550"/>
            <a:ext cx="59340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5、社会智慧</a:t>
            </a:r>
            <a:endParaRPr sz="900">
              <a:latin typeface="江城圆体 400W" panose="020B0800000000000000" pitchFamily="34" charset="-128"/>
              <a:ea typeface="江城圆体 400W" panose="020B0800000000000000" pitchFamily="34" charset="-128"/>
              <a:cs typeface="Microsoft JhengHei"/>
            </a:endParaRPr>
          </a:p>
        </p:txBody>
      </p:sp>
      <p:sp>
        <p:nvSpPr>
          <p:cNvPr id="29" name="object 29"/>
          <p:cNvSpPr txBox="1"/>
          <p:nvPr/>
        </p:nvSpPr>
        <p:spPr>
          <a:xfrm>
            <a:off x="787400" y="3365500"/>
            <a:ext cx="47910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6、洞察力</a:t>
            </a:r>
            <a:endParaRPr sz="900">
              <a:latin typeface="江城圆体 400W" panose="020B0800000000000000" pitchFamily="34" charset="-128"/>
              <a:ea typeface="江城圆体 400W" panose="020B0800000000000000" pitchFamily="34" charset="-128"/>
              <a:cs typeface="Microsoft JhengHei"/>
            </a:endParaRPr>
          </a:p>
        </p:txBody>
      </p:sp>
      <p:sp>
        <p:nvSpPr>
          <p:cNvPr id="30" name="object 30"/>
          <p:cNvSpPr txBox="1"/>
          <p:nvPr/>
        </p:nvSpPr>
        <p:spPr>
          <a:xfrm>
            <a:off x="787400" y="3835400"/>
            <a:ext cx="365125"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7、勇敢</a:t>
            </a:r>
            <a:endParaRPr sz="900">
              <a:latin typeface="江城圆体 400W" panose="020B0800000000000000" pitchFamily="34" charset="-128"/>
              <a:ea typeface="江城圆体 400W" panose="020B0800000000000000" pitchFamily="34" charset="-128"/>
              <a:cs typeface="Microsoft JhengHei"/>
            </a:endParaRPr>
          </a:p>
        </p:txBody>
      </p:sp>
      <p:sp>
        <p:nvSpPr>
          <p:cNvPr id="31" name="object 31"/>
          <p:cNvSpPr txBox="1"/>
          <p:nvPr/>
        </p:nvSpPr>
        <p:spPr>
          <a:xfrm>
            <a:off x="787400" y="4076700"/>
            <a:ext cx="365125"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8、毅力</a:t>
            </a:r>
            <a:endParaRPr sz="900">
              <a:latin typeface="江城圆体 400W" panose="020B0800000000000000" pitchFamily="34" charset="-128"/>
              <a:ea typeface="江城圆体 400W" panose="020B0800000000000000" pitchFamily="34" charset="-128"/>
              <a:cs typeface="Microsoft JhengHei"/>
            </a:endParaRPr>
          </a:p>
        </p:txBody>
      </p:sp>
      <p:sp>
        <p:nvSpPr>
          <p:cNvPr id="32" name="object 32"/>
          <p:cNvSpPr txBox="1"/>
          <p:nvPr/>
        </p:nvSpPr>
        <p:spPr>
          <a:xfrm>
            <a:off x="787400" y="4318000"/>
            <a:ext cx="365125"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9、正直</a:t>
            </a:r>
            <a:endParaRPr sz="900">
              <a:latin typeface="江城圆体 400W" panose="020B0800000000000000" pitchFamily="34" charset="-128"/>
              <a:ea typeface="江城圆体 400W" panose="020B0800000000000000" pitchFamily="34" charset="-128"/>
              <a:cs typeface="Microsoft JhengHei"/>
            </a:endParaRPr>
          </a:p>
        </p:txBody>
      </p:sp>
      <p:sp>
        <p:nvSpPr>
          <p:cNvPr id="33" name="object 33"/>
          <p:cNvSpPr txBox="1"/>
          <p:nvPr/>
        </p:nvSpPr>
        <p:spPr>
          <a:xfrm>
            <a:off x="787400" y="480060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10、仁慈</a:t>
            </a:r>
            <a:endParaRPr sz="900">
              <a:latin typeface="江城圆体 400W" panose="020B0800000000000000" pitchFamily="34" charset="-128"/>
              <a:ea typeface="江城圆体 400W" panose="020B0800000000000000" pitchFamily="34" charset="-128"/>
              <a:cs typeface="Microsoft JhengHei"/>
            </a:endParaRPr>
          </a:p>
        </p:txBody>
      </p:sp>
      <p:sp>
        <p:nvSpPr>
          <p:cNvPr id="34" name="object 34"/>
          <p:cNvSpPr txBox="1"/>
          <p:nvPr/>
        </p:nvSpPr>
        <p:spPr>
          <a:xfrm>
            <a:off x="787400" y="5041900"/>
            <a:ext cx="318135"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11、爱</a:t>
            </a:r>
            <a:endParaRPr sz="900">
              <a:latin typeface="江城圆体 400W" panose="020B0800000000000000" pitchFamily="34" charset="-128"/>
              <a:ea typeface="江城圆体 400W" panose="020B0800000000000000" pitchFamily="34" charset="-128"/>
              <a:cs typeface="Microsoft JhengHei"/>
            </a:endParaRPr>
          </a:p>
        </p:txBody>
      </p:sp>
      <p:sp>
        <p:nvSpPr>
          <p:cNvPr id="35" name="object 35"/>
          <p:cNvSpPr/>
          <p:nvPr/>
        </p:nvSpPr>
        <p:spPr>
          <a:xfrm>
            <a:off x="2946400" y="5797550"/>
            <a:ext cx="920750" cy="254000"/>
          </a:xfrm>
          <a:custGeom>
            <a:avLst/>
            <a:gdLst/>
            <a:ahLst/>
            <a:cxnLst/>
            <a:rect l="l" t="t" r="r" b="b"/>
            <a:pathLst>
              <a:path w="1841500" h="508000">
                <a:moveTo>
                  <a:pt x="1587500" y="0"/>
                </a:moveTo>
                <a:lnTo>
                  <a:pt x="254000" y="0"/>
                </a:lnTo>
                <a:lnTo>
                  <a:pt x="208343" y="4092"/>
                </a:lnTo>
                <a:lnTo>
                  <a:pt x="165371" y="15890"/>
                </a:lnTo>
                <a:lnTo>
                  <a:pt x="125801" y="34678"/>
                </a:lnTo>
                <a:lnTo>
                  <a:pt x="90351" y="59737"/>
                </a:lnTo>
                <a:lnTo>
                  <a:pt x="59737" y="90351"/>
                </a:lnTo>
                <a:lnTo>
                  <a:pt x="34678" y="125801"/>
                </a:lnTo>
                <a:lnTo>
                  <a:pt x="15890" y="165371"/>
                </a:lnTo>
                <a:lnTo>
                  <a:pt x="4092" y="208343"/>
                </a:lnTo>
                <a:lnTo>
                  <a:pt x="0" y="254000"/>
                </a:lnTo>
                <a:lnTo>
                  <a:pt x="4092" y="299656"/>
                </a:lnTo>
                <a:lnTo>
                  <a:pt x="15890" y="342628"/>
                </a:lnTo>
                <a:lnTo>
                  <a:pt x="34678" y="382198"/>
                </a:lnTo>
                <a:lnTo>
                  <a:pt x="59737" y="417648"/>
                </a:lnTo>
                <a:lnTo>
                  <a:pt x="90351" y="448262"/>
                </a:lnTo>
                <a:lnTo>
                  <a:pt x="125801" y="473321"/>
                </a:lnTo>
                <a:lnTo>
                  <a:pt x="165371" y="492109"/>
                </a:lnTo>
                <a:lnTo>
                  <a:pt x="208343" y="503907"/>
                </a:lnTo>
                <a:lnTo>
                  <a:pt x="254000" y="508000"/>
                </a:lnTo>
                <a:lnTo>
                  <a:pt x="1587500" y="508000"/>
                </a:lnTo>
                <a:lnTo>
                  <a:pt x="1633156" y="503907"/>
                </a:lnTo>
                <a:lnTo>
                  <a:pt x="1676128" y="492109"/>
                </a:lnTo>
                <a:lnTo>
                  <a:pt x="1715698" y="473321"/>
                </a:lnTo>
                <a:lnTo>
                  <a:pt x="1751148" y="448262"/>
                </a:lnTo>
                <a:lnTo>
                  <a:pt x="1781762" y="417648"/>
                </a:lnTo>
                <a:lnTo>
                  <a:pt x="1806821" y="382198"/>
                </a:lnTo>
                <a:lnTo>
                  <a:pt x="1825609" y="342628"/>
                </a:lnTo>
                <a:lnTo>
                  <a:pt x="1837407" y="299656"/>
                </a:lnTo>
                <a:lnTo>
                  <a:pt x="1841500" y="254000"/>
                </a:lnTo>
                <a:lnTo>
                  <a:pt x="1837407" y="208343"/>
                </a:lnTo>
                <a:lnTo>
                  <a:pt x="1825609" y="165371"/>
                </a:lnTo>
                <a:lnTo>
                  <a:pt x="1806821" y="125801"/>
                </a:lnTo>
                <a:lnTo>
                  <a:pt x="1781762" y="90351"/>
                </a:lnTo>
                <a:lnTo>
                  <a:pt x="1751148" y="59737"/>
                </a:lnTo>
                <a:lnTo>
                  <a:pt x="1715698" y="34678"/>
                </a:lnTo>
                <a:lnTo>
                  <a:pt x="1676128" y="15890"/>
                </a:lnTo>
                <a:lnTo>
                  <a:pt x="1633156" y="4092"/>
                </a:lnTo>
                <a:lnTo>
                  <a:pt x="15875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6" name="object 36"/>
          <p:cNvSpPr/>
          <p:nvPr/>
        </p:nvSpPr>
        <p:spPr>
          <a:xfrm>
            <a:off x="2946400" y="8102600"/>
            <a:ext cx="920750" cy="254000"/>
          </a:xfrm>
          <a:custGeom>
            <a:avLst/>
            <a:gdLst/>
            <a:ahLst/>
            <a:cxnLst/>
            <a:rect l="l" t="t" r="r" b="b"/>
            <a:pathLst>
              <a:path w="1841500" h="508000">
                <a:moveTo>
                  <a:pt x="1587500" y="0"/>
                </a:moveTo>
                <a:lnTo>
                  <a:pt x="254000" y="0"/>
                </a:lnTo>
                <a:lnTo>
                  <a:pt x="208343" y="4092"/>
                </a:lnTo>
                <a:lnTo>
                  <a:pt x="165371" y="15890"/>
                </a:lnTo>
                <a:lnTo>
                  <a:pt x="125801" y="34678"/>
                </a:lnTo>
                <a:lnTo>
                  <a:pt x="90351" y="59737"/>
                </a:lnTo>
                <a:lnTo>
                  <a:pt x="59737" y="90351"/>
                </a:lnTo>
                <a:lnTo>
                  <a:pt x="34678" y="125801"/>
                </a:lnTo>
                <a:lnTo>
                  <a:pt x="15890" y="165371"/>
                </a:lnTo>
                <a:lnTo>
                  <a:pt x="4092" y="208343"/>
                </a:lnTo>
                <a:lnTo>
                  <a:pt x="0" y="254000"/>
                </a:lnTo>
                <a:lnTo>
                  <a:pt x="4092" y="299656"/>
                </a:lnTo>
                <a:lnTo>
                  <a:pt x="15890" y="342628"/>
                </a:lnTo>
                <a:lnTo>
                  <a:pt x="34678" y="382198"/>
                </a:lnTo>
                <a:lnTo>
                  <a:pt x="59737" y="417648"/>
                </a:lnTo>
                <a:lnTo>
                  <a:pt x="90351" y="448262"/>
                </a:lnTo>
                <a:lnTo>
                  <a:pt x="125801" y="473321"/>
                </a:lnTo>
                <a:lnTo>
                  <a:pt x="165371" y="492109"/>
                </a:lnTo>
                <a:lnTo>
                  <a:pt x="208343" y="503907"/>
                </a:lnTo>
                <a:lnTo>
                  <a:pt x="254000" y="508000"/>
                </a:lnTo>
                <a:lnTo>
                  <a:pt x="1587500" y="508000"/>
                </a:lnTo>
                <a:lnTo>
                  <a:pt x="1633156" y="503907"/>
                </a:lnTo>
                <a:lnTo>
                  <a:pt x="1676128" y="492109"/>
                </a:lnTo>
                <a:lnTo>
                  <a:pt x="1715698" y="473321"/>
                </a:lnTo>
                <a:lnTo>
                  <a:pt x="1751148" y="448262"/>
                </a:lnTo>
                <a:lnTo>
                  <a:pt x="1781762" y="417648"/>
                </a:lnTo>
                <a:lnTo>
                  <a:pt x="1806821" y="382198"/>
                </a:lnTo>
                <a:lnTo>
                  <a:pt x="1825609" y="342628"/>
                </a:lnTo>
                <a:lnTo>
                  <a:pt x="1837407" y="299656"/>
                </a:lnTo>
                <a:lnTo>
                  <a:pt x="1841500" y="254000"/>
                </a:lnTo>
                <a:lnTo>
                  <a:pt x="1837407" y="208343"/>
                </a:lnTo>
                <a:lnTo>
                  <a:pt x="1825609" y="165371"/>
                </a:lnTo>
                <a:lnTo>
                  <a:pt x="1806821" y="125801"/>
                </a:lnTo>
                <a:lnTo>
                  <a:pt x="1781762" y="90351"/>
                </a:lnTo>
                <a:lnTo>
                  <a:pt x="1751148" y="59737"/>
                </a:lnTo>
                <a:lnTo>
                  <a:pt x="1715698" y="34678"/>
                </a:lnTo>
                <a:lnTo>
                  <a:pt x="1676128" y="15890"/>
                </a:lnTo>
                <a:lnTo>
                  <a:pt x="1633156" y="4092"/>
                </a:lnTo>
                <a:lnTo>
                  <a:pt x="15875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7" name="object 37"/>
          <p:cNvSpPr/>
          <p:nvPr/>
        </p:nvSpPr>
        <p:spPr>
          <a:xfrm>
            <a:off x="1543050" y="6521450"/>
            <a:ext cx="920750" cy="254000"/>
          </a:xfrm>
          <a:custGeom>
            <a:avLst/>
            <a:gdLst/>
            <a:ahLst/>
            <a:cxnLst/>
            <a:rect l="l" t="t" r="r" b="b"/>
            <a:pathLst>
              <a:path w="1841500" h="508000">
                <a:moveTo>
                  <a:pt x="1587500" y="0"/>
                </a:moveTo>
                <a:lnTo>
                  <a:pt x="254000" y="0"/>
                </a:lnTo>
                <a:lnTo>
                  <a:pt x="208343" y="4092"/>
                </a:lnTo>
                <a:lnTo>
                  <a:pt x="165371" y="15890"/>
                </a:lnTo>
                <a:lnTo>
                  <a:pt x="125801" y="34678"/>
                </a:lnTo>
                <a:lnTo>
                  <a:pt x="90351" y="59737"/>
                </a:lnTo>
                <a:lnTo>
                  <a:pt x="59737" y="90351"/>
                </a:lnTo>
                <a:lnTo>
                  <a:pt x="34678" y="125801"/>
                </a:lnTo>
                <a:lnTo>
                  <a:pt x="15890" y="165371"/>
                </a:lnTo>
                <a:lnTo>
                  <a:pt x="4092" y="208343"/>
                </a:lnTo>
                <a:lnTo>
                  <a:pt x="0" y="254000"/>
                </a:lnTo>
                <a:lnTo>
                  <a:pt x="4092" y="299656"/>
                </a:lnTo>
                <a:lnTo>
                  <a:pt x="15890" y="342628"/>
                </a:lnTo>
                <a:lnTo>
                  <a:pt x="34678" y="382198"/>
                </a:lnTo>
                <a:lnTo>
                  <a:pt x="59737" y="417648"/>
                </a:lnTo>
                <a:lnTo>
                  <a:pt x="90351" y="448262"/>
                </a:lnTo>
                <a:lnTo>
                  <a:pt x="125801" y="473321"/>
                </a:lnTo>
                <a:lnTo>
                  <a:pt x="165371" y="492109"/>
                </a:lnTo>
                <a:lnTo>
                  <a:pt x="208343" y="503907"/>
                </a:lnTo>
                <a:lnTo>
                  <a:pt x="254000" y="508000"/>
                </a:lnTo>
                <a:lnTo>
                  <a:pt x="1587500" y="508000"/>
                </a:lnTo>
                <a:lnTo>
                  <a:pt x="1633156" y="503907"/>
                </a:lnTo>
                <a:lnTo>
                  <a:pt x="1676128" y="492109"/>
                </a:lnTo>
                <a:lnTo>
                  <a:pt x="1715698" y="473321"/>
                </a:lnTo>
                <a:lnTo>
                  <a:pt x="1751148" y="448262"/>
                </a:lnTo>
                <a:lnTo>
                  <a:pt x="1781762" y="417648"/>
                </a:lnTo>
                <a:lnTo>
                  <a:pt x="1806821" y="382198"/>
                </a:lnTo>
                <a:lnTo>
                  <a:pt x="1825609" y="342628"/>
                </a:lnTo>
                <a:lnTo>
                  <a:pt x="1837407" y="299656"/>
                </a:lnTo>
                <a:lnTo>
                  <a:pt x="1841500" y="254000"/>
                </a:lnTo>
                <a:lnTo>
                  <a:pt x="1837407" y="208343"/>
                </a:lnTo>
                <a:lnTo>
                  <a:pt x="1825609" y="165371"/>
                </a:lnTo>
                <a:lnTo>
                  <a:pt x="1806821" y="125801"/>
                </a:lnTo>
                <a:lnTo>
                  <a:pt x="1781762" y="90351"/>
                </a:lnTo>
                <a:lnTo>
                  <a:pt x="1751148" y="59737"/>
                </a:lnTo>
                <a:lnTo>
                  <a:pt x="1715698" y="34678"/>
                </a:lnTo>
                <a:lnTo>
                  <a:pt x="1676128" y="15890"/>
                </a:lnTo>
                <a:lnTo>
                  <a:pt x="1633156" y="4092"/>
                </a:lnTo>
                <a:lnTo>
                  <a:pt x="15875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8" name="object 38"/>
          <p:cNvSpPr/>
          <p:nvPr/>
        </p:nvSpPr>
        <p:spPr>
          <a:xfrm>
            <a:off x="1543050" y="7308850"/>
            <a:ext cx="920750" cy="254000"/>
          </a:xfrm>
          <a:custGeom>
            <a:avLst/>
            <a:gdLst/>
            <a:ahLst/>
            <a:cxnLst/>
            <a:rect l="l" t="t" r="r" b="b"/>
            <a:pathLst>
              <a:path w="1841500" h="508000">
                <a:moveTo>
                  <a:pt x="1587500" y="0"/>
                </a:moveTo>
                <a:lnTo>
                  <a:pt x="254000" y="0"/>
                </a:lnTo>
                <a:lnTo>
                  <a:pt x="208343" y="4092"/>
                </a:lnTo>
                <a:lnTo>
                  <a:pt x="165371" y="15890"/>
                </a:lnTo>
                <a:lnTo>
                  <a:pt x="125801" y="34678"/>
                </a:lnTo>
                <a:lnTo>
                  <a:pt x="90351" y="59737"/>
                </a:lnTo>
                <a:lnTo>
                  <a:pt x="59737" y="90351"/>
                </a:lnTo>
                <a:lnTo>
                  <a:pt x="34678" y="125801"/>
                </a:lnTo>
                <a:lnTo>
                  <a:pt x="15890" y="165371"/>
                </a:lnTo>
                <a:lnTo>
                  <a:pt x="4092" y="208343"/>
                </a:lnTo>
                <a:lnTo>
                  <a:pt x="0" y="254000"/>
                </a:lnTo>
                <a:lnTo>
                  <a:pt x="4092" y="299656"/>
                </a:lnTo>
                <a:lnTo>
                  <a:pt x="15890" y="342628"/>
                </a:lnTo>
                <a:lnTo>
                  <a:pt x="34678" y="382198"/>
                </a:lnTo>
                <a:lnTo>
                  <a:pt x="59737" y="417648"/>
                </a:lnTo>
                <a:lnTo>
                  <a:pt x="90351" y="448262"/>
                </a:lnTo>
                <a:lnTo>
                  <a:pt x="125801" y="473321"/>
                </a:lnTo>
                <a:lnTo>
                  <a:pt x="165371" y="492109"/>
                </a:lnTo>
                <a:lnTo>
                  <a:pt x="208343" y="503907"/>
                </a:lnTo>
                <a:lnTo>
                  <a:pt x="254000" y="508000"/>
                </a:lnTo>
                <a:lnTo>
                  <a:pt x="1587500" y="508000"/>
                </a:lnTo>
                <a:lnTo>
                  <a:pt x="1633156" y="503907"/>
                </a:lnTo>
                <a:lnTo>
                  <a:pt x="1676128" y="492109"/>
                </a:lnTo>
                <a:lnTo>
                  <a:pt x="1715698" y="473321"/>
                </a:lnTo>
                <a:lnTo>
                  <a:pt x="1751148" y="448262"/>
                </a:lnTo>
                <a:lnTo>
                  <a:pt x="1781762" y="417648"/>
                </a:lnTo>
                <a:lnTo>
                  <a:pt x="1806821" y="382198"/>
                </a:lnTo>
                <a:lnTo>
                  <a:pt x="1825609" y="342628"/>
                </a:lnTo>
                <a:lnTo>
                  <a:pt x="1837407" y="299656"/>
                </a:lnTo>
                <a:lnTo>
                  <a:pt x="1841500" y="254000"/>
                </a:lnTo>
                <a:lnTo>
                  <a:pt x="1837407" y="208343"/>
                </a:lnTo>
                <a:lnTo>
                  <a:pt x="1825609" y="165371"/>
                </a:lnTo>
                <a:lnTo>
                  <a:pt x="1806821" y="125801"/>
                </a:lnTo>
                <a:lnTo>
                  <a:pt x="1781762" y="90351"/>
                </a:lnTo>
                <a:lnTo>
                  <a:pt x="1751148" y="59737"/>
                </a:lnTo>
                <a:lnTo>
                  <a:pt x="1715698" y="34678"/>
                </a:lnTo>
                <a:lnTo>
                  <a:pt x="1676128" y="15890"/>
                </a:lnTo>
                <a:lnTo>
                  <a:pt x="1633156" y="4092"/>
                </a:lnTo>
                <a:lnTo>
                  <a:pt x="15875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9" name="object 39"/>
          <p:cNvSpPr/>
          <p:nvPr/>
        </p:nvSpPr>
        <p:spPr>
          <a:xfrm>
            <a:off x="4406900" y="7308850"/>
            <a:ext cx="920750" cy="254000"/>
          </a:xfrm>
          <a:custGeom>
            <a:avLst/>
            <a:gdLst/>
            <a:ahLst/>
            <a:cxnLst/>
            <a:rect l="l" t="t" r="r" b="b"/>
            <a:pathLst>
              <a:path w="1841500" h="508000">
                <a:moveTo>
                  <a:pt x="1587500" y="0"/>
                </a:moveTo>
                <a:lnTo>
                  <a:pt x="254000" y="0"/>
                </a:lnTo>
                <a:lnTo>
                  <a:pt x="208343" y="4092"/>
                </a:lnTo>
                <a:lnTo>
                  <a:pt x="165371" y="15890"/>
                </a:lnTo>
                <a:lnTo>
                  <a:pt x="125801" y="34678"/>
                </a:lnTo>
                <a:lnTo>
                  <a:pt x="90351" y="59737"/>
                </a:lnTo>
                <a:lnTo>
                  <a:pt x="59737" y="90351"/>
                </a:lnTo>
                <a:lnTo>
                  <a:pt x="34678" y="125801"/>
                </a:lnTo>
                <a:lnTo>
                  <a:pt x="15890" y="165371"/>
                </a:lnTo>
                <a:lnTo>
                  <a:pt x="4092" y="208343"/>
                </a:lnTo>
                <a:lnTo>
                  <a:pt x="0" y="254000"/>
                </a:lnTo>
                <a:lnTo>
                  <a:pt x="4092" y="299656"/>
                </a:lnTo>
                <a:lnTo>
                  <a:pt x="15890" y="342628"/>
                </a:lnTo>
                <a:lnTo>
                  <a:pt x="34678" y="382198"/>
                </a:lnTo>
                <a:lnTo>
                  <a:pt x="59737" y="417648"/>
                </a:lnTo>
                <a:lnTo>
                  <a:pt x="90351" y="448262"/>
                </a:lnTo>
                <a:lnTo>
                  <a:pt x="125801" y="473321"/>
                </a:lnTo>
                <a:lnTo>
                  <a:pt x="165371" y="492109"/>
                </a:lnTo>
                <a:lnTo>
                  <a:pt x="208343" y="503907"/>
                </a:lnTo>
                <a:lnTo>
                  <a:pt x="254000" y="508000"/>
                </a:lnTo>
                <a:lnTo>
                  <a:pt x="1587500" y="508000"/>
                </a:lnTo>
                <a:lnTo>
                  <a:pt x="1633156" y="503907"/>
                </a:lnTo>
                <a:lnTo>
                  <a:pt x="1676128" y="492109"/>
                </a:lnTo>
                <a:lnTo>
                  <a:pt x="1715698" y="473321"/>
                </a:lnTo>
                <a:lnTo>
                  <a:pt x="1751148" y="448262"/>
                </a:lnTo>
                <a:lnTo>
                  <a:pt x="1781762" y="417648"/>
                </a:lnTo>
                <a:lnTo>
                  <a:pt x="1806821" y="382198"/>
                </a:lnTo>
                <a:lnTo>
                  <a:pt x="1825609" y="342628"/>
                </a:lnTo>
                <a:lnTo>
                  <a:pt x="1837407" y="299656"/>
                </a:lnTo>
                <a:lnTo>
                  <a:pt x="1841500" y="254000"/>
                </a:lnTo>
                <a:lnTo>
                  <a:pt x="1837407" y="208343"/>
                </a:lnTo>
                <a:lnTo>
                  <a:pt x="1825609" y="165371"/>
                </a:lnTo>
                <a:lnTo>
                  <a:pt x="1806821" y="125801"/>
                </a:lnTo>
                <a:lnTo>
                  <a:pt x="1781762" y="90351"/>
                </a:lnTo>
                <a:lnTo>
                  <a:pt x="1751148" y="59737"/>
                </a:lnTo>
                <a:lnTo>
                  <a:pt x="1715698" y="34678"/>
                </a:lnTo>
                <a:lnTo>
                  <a:pt x="1676128" y="15890"/>
                </a:lnTo>
                <a:lnTo>
                  <a:pt x="1633156" y="4092"/>
                </a:lnTo>
                <a:lnTo>
                  <a:pt x="15875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0" name="object 40"/>
          <p:cNvSpPr/>
          <p:nvPr/>
        </p:nvSpPr>
        <p:spPr>
          <a:xfrm>
            <a:off x="4406900" y="6521450"/>
            <a:ext cx="920750" cy="254000"/>
          </a:xfrm>
          <a:custGeom>
            <a:avLst/>
            <a:gdLst/>
            <a:ahLst/>
            <a:cxnLst/>
            <a:rect l="l" t="t" r="r" b="b"/>
            <a:pathLst>
              <a:path w="1841500" h="508000">
                <a:moveTo>
                  <a:pt x="1587500" y="0"/>
                </a:moveTo>
                <a:lnTo>
                  <a:pt x="254000" y="0"/>
                </a:lnTo>
                <a:lnTo>
                  <a:pt x="208343" y="4092"/>
                </a:lnTo>
                <a:lnTo>
                  <a:pt x="165371" y="15890"/>
                </a:lnTo>
                <a:lnTo>
                  <a:pt x="125801" y="34678"/>
                </a:lnTo>
                <a:lnTo>
                  <a:pt x="90351" y="59737"/>
                </a:lnTo>
                <a:lnTo>
                  <a:pt x="59737" y="90351"/>
                </a:lnTo>
                <a:lnTo>
                  <a:pt x="34678" y="125801"/>
                </a:lnTo>
                <a:lnTo>
                  <a:pt x="15890" y="165371"/>
                </a:lnTo>
                <a:lnTo>
                  <a:pt x="4092" y="208343"/>
                </a:lnTo>
                <a:lnTo>
                  <a:pt x="0" y="254000"/>
                </a:lnTo>
                <a:lnTo>
                  <a:pt x="4092" y="299656"/>
                </a:lnTo>
                <a:lnTo>
                  <a:pt x="15890" y="342628"/>
                </a:lnTo>
                <a:lnTo>
                  <a:pt x="34678" y="382198"/>
                </a:lnTo>
                <a:lnTo>
                  <a:pt x="59737" y="417648"/>
                </a:lnTo>
                <a:lnTo>
                  <a:pt x="90351" y="448262"/>
                </a:lnTo>
                <a:lnTo>
                  <a:pt x="125801" y="473321"/>
                </a:lnTo>
                <a:lnTo>
                  <a:pt x="165371" y="492109"/>
                </a:lnTo>
                <a:lnTo>
                  <a:pt x="208343" y="503907"/>
                </a:lnTo>
                <a:lnTo>
                  <a:pt x="254000" y="508000"/>
                </a:lnTo>
                <a:lnTo>
                  <a:pt x="1587500" y="508000"/>
                </a:lnTo>
                <a:lnTo>
                  <a:pt x="1633156" y="503907"/>
                </a:lnTo>
                <a:lnTo>
                  <a:pt x="1676128" y="492109"/>
                </a:lnTo>
                <a:lnTo>
                  <a:pt x="1715698" y="473321"/>
                </a:lnTo>
                <a:lnTo>
                  <a:pt x="1751148" y="448262"/>
                </a:lnTo>
                <a:lnTo>
                  <a:pt x="1781762" y="417648"/>
                </a:lnTo>
                <a:lnTo>
                  <a:pt x="1806821" y="382198"/>
                </a:lnTo>
                <a:lnTo>
                  <a:pt x="1825609" y="342628"/>
                </a:lnTo>
                <a:lnTo>
                  <a:pt x="1837407" y="299656"/>
                </a:lnTo>
                <a:lnTo>
                  <a:pt x="1841500" y="254000"/>
                </a:lnTo>
                <a:lnTo>
                  <a:pt x="1837407" y="208343"/>
                </a:lnTo>
                <a:lnTo>
                  <a:pt x="1825609" y="165371"/>
                </a:lnTo>
                <a:lnTo>
                  <a:pt x="1806821" y="125801"/>
                </a:lnTo>
                <a:lnTo>
                  <a:pt x="1781762" y="90351"/>
                </a:lnTo>
                <a:lnTo>
                  <a:pt x="1751148" y="59737"/>
                </a:lnTo>
                <a:lnTo>
                  <a:pt x="1715698" y="34678"/>
                </a:lnTo>
                <a:lnTo>
                  <a:pt x="1676128" y="15890"/>
                </a:lnTo>
                <a:lnTo>
                  <a:pt x="1633156" y="4092"/>
                </a:lnTo>
                <a:lnTo>
                  <a:pt x="15875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1" name="object 41"/>
          <p:cNvSpPr txBox="1"/>
          <p:nvPr/>
        </p:nvSpPr>
        <p:spPr>
          <a:xfrm>
            <a:off x="3105150" y="8147050"/>
            <a:ext cx="640398"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Microsoft JhengHei"/>
              </a:rPr>
              <a:t>六、精神卓越</a:t>
            </a:r>
            <a:endParaRPr sz="900" b="1" dirty="0">
              <a:latin typeface="江城圆体 600W" panose="020B0800000000000000" pitchFamily="34" charset="-128"/>
              <a:ea typeface="江城圆体 600W" panose="020B0800000000000000" pitchFamily="34" charset="-128"/>
              <a:cs typeface="Microsoft JhengHei"/>
            </a:endParaRPr>
          </a:p>
        </p:txBody>
      </p:sp>
      <p:sp>
        <p:nvSpPr>
          <p:cNvPr id="42" name="object 42"/>
          <p:cNvSpPr txBox="1"/>
          <p:nvPr/>
        </p:nvSpPr>
        <p:spPr>
          <a:xfrm>
            <a:off x="1797050" y="6572250"/>
            <a:ext cx="412115"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Microsoft JhengHei"/>
              </a:rPr>
              <a:t>二、勇气</a:t>
            </a:r>
            <a:endParaRPr sz="900" b="1">
              <a:latin typeface="江城圆体 600W" panose="020B0800000000000000" pitchFamily="34" charset="-128"/>
              <a:ea typeface="江城圆体 600W" panose="020B0800000000000000" pitchFamily="34" charset="-128"/>
              <a:cs typeface="Microsoft JhengHei"/>
            </a:endParaRPr>
          </a:p>
        </p:txBody>
      </p:sp>
      <p:sp>
        <p:nvSpPr>
          <p:cNvPr id="43" name="object 43"/>
          <p:cNvSpPr txBox="1"/>
          <p:nvPr/>
        </p:nvSpPr>
        <p:spPr>
          <a:xfrm>
            <a:off x="1797050" y="7359650"/>
            <a:ext cx="412115"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Microsoft JhengHei"/>
              </a:rPr>
              <a:t>四、正义</a:t>
            </a:r>
            <a:endParaRPr sz="900" b="1">
              <a:latin typeface="江城圆体 600W" panose="020B0800000000000000" pitchFamily="34" charset="-128"/>
              <a:ea typeface="江城圆体 600W" panose="020B0800000000000000" pitchFamily="34" charset="-128"/>
              <a:cs typeface="Microsoft JhengHei"/>
            </a:endParaRPr>
          </a:p>
        </p:txBody>
      </p:sp>
      <p:sp>
        <p:nvSpPr>
          <p:cNvPr id="44" name="object 44"/>
          <p:cNvSpPr txBox="1"/>
          <p:nvPr/>
        </p:nvSpPr>
        <p:spPr>
          <a:xfrm>
            <a:off x="4660900" y="7359650"/>
            <a:ext cx="412115"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Microsoft JhengHei"/>
              </a:rPr>
              <a:t>五、节制</a:t>
            </a:r>
            <a:endParaRPr sz="900" b="1" dirty="0">
              <a:latin typeface="江城圆体 600W" panose="020B0800000000000000" pitchFamily="34" charset="-128"/>
              <a:ea typeface="江城圆体 600W" panose="020B0800000000000000" pitchFamily="34" charset="-128"/>
              <a:cs typeface="Microsoft JhengHei"/>
            </a:endParaRPr>
          </a:p>
        </p:txBody>
      </p:sp>
      <p:sp>
        <p:nvSpPr>
          <p:cNvPr id="45" name="object 45"/>
          <p:cNvSpPr txBox="1"/>
          <p:nvPr/>
        </p:nvSpPr>
        <p:spPr>
          <a:xfrm>
            <a:off x="4660900" y="6572250"/>
            <a:ext cx="412115" cy="144780"/>
          </a:xfrm>
          <a:prstGeom prst="rect">
            <a:avLst/>
          </a:prstGeom>
        </p:spPr>
        <p:txBody>
          <a:bodyPr vert="horz" wrap="square" lIns="0" tIns="6350" rIns="0" bIns="0" rtlCol="0">
            <a:spAutoFit/>
          </a:bodyPr>
          <a:lstStyle/>
          <a:p>
            <a:pPr marL="635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Microsoft JhengHei"/>
              </a:rPr>
              <a:t>三、仁爱</a:t>
            </a:r>
            <a:endParaRPr sz="900" b="1">
              <a:latin typeface="江城圆体 600W" panose="020B0800000000000000" pitchFamily="34" charset="-128"/>
              <a:ea typeface="江城圆体 600W" panose="020B0800000000000000" pitchFamily="34" charset="-128"/>
              <a:cs typeface="Microsoft JhengHei"/>
            </a:endParaRPr>
          </a:p>
        </p:txBody>
      </p:sp>
      <p:sp>
        <p:nvSpPr>
          <p:cNvPr id="46" name="object 46"/>
          <p:cNvSpPr txBox="1"/>
          <p:nvPr/>
        </p:nvSpPr>
        <p:spPr>
          <a:xfrm>
            <a:off x="755650" y="6141723"/>
            <a:ext cx="47910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1、好奇心</a:t>
            </a:r>
            <a:endParaRPr sz="900">
              <a:latin typeface="江城圆体 400W" panose="020B0800000000000000" pitchFamily="34" charset="-128"/>
              <a:ea typeface="江城圆体 400W" panose="020B0800000000000000" pitchFamily="34" charset="-128"/>
              <a:cs typeface="Microsoft JhengHei"/>
            </a:endParaRPr>
          </a:p>
        </p:txBody>
      </p:sp>
      <p:sp>
        <p:nvSpPr>
          <p:cNvPr id="47" name="object 47"/>
          <p:cNvSpPr txBox="1"/>
          <p:nvPr/>
        </p:nvSpPr>
        <p:spPr>
          <a:xfrm>
            <a:off x="1657350" y="6141723"/>
            <a:ext cx="59340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2、热爱学习</a:t>
            </a:r>
            <a:endParaRPr sz="900">
              <a:latin typeface="江城圆体 400W" panose="020B0800000000000000" pitchFamily="34" charset="-128"/>
              <a:ea typeface="江城圆体 400W" panose="020B0800000000000000" pitchFamily="34" charset="-128"/>
              <a:cs typeface="Microsoft JhengHei"/>
            </a:endParaRPr>
          </a:p>
        </p:txBody>
      </p:sp>
      <p:sp>
        <p:nvSpPr>
          <p:cNvPr id="48" name="object 48"/>
          <p:cNvSpPr txBox="1"/>
          <p:nvPr/>
        </p:nvSpPr>
        <p:spPr>
          <a:xfrm>
            <a:off x="2679700" y="5848350"/>
            <a:ext cx="1355408" cy="247650"/>
          </a:xfrm>
          <a:prstGeom prst="rect">
            <a:avLst/>
          </a:prstGeom>
        </p:spPr>
        <p:txBody>
          <a:bodyPr vert="horz" wrap="square" lIns="0" tIns="6350" rIns="0" bIns="0" rtlCol="0">
            <a:spAutoFit/>
          </a:bodyPr>
          <a:lstStyle/>
          <a:p>
            <a:pPr marL="355600">
              <a:spcBef>
                <a:spcPts val="50"/>
              </a:spcBef>
            </a:pPr>
            <a:r>
              <a:rPr sz="900" b="1" dirty="0">
                <a:solidFill>
                  <a:srgbClr val="FFFFFF"/>
                </a:solidFill>
                <a:latin typeface="江城圆体 600W" panose="020B0800000000000000" pitchFamily="34" charset="-128"/>
                <a:ea typeface="江城圆体 600W" panose="020B0800000000000000" pitchFamily="34" charset="-128"/>
                <a:cs typeface="Microsoft JhengHei"/>
              </a:rPr>
              <a:t>一、智慧与知识</a:t>
            </a:r>
            <a:endParaRPr sz="900" b="1" dirty="0">
              <a:latin typeface="江城圆体 600W" panose="020B0800000000000000" pitchFamily="34" charset="-128"/>
              <a:ea typeface="江城圆体 600W" panose="020B0800000000000000" pitchFamily="34" charset="-128"/>
              <a:cs typeface="Microsoft JhengHei"/>
            </a:endParaRPr>
          </a:p>
          <a:p>
            <a:pPr>
              <a:spcBef>
                <a:spcPts val="25"/>
              </a:spcBef>
            </a:pPr>
            <a:endParaRPr sz="650" b="1" dirty="0">
              <a:latin typeface="江城圆体 600W" panose="020B0800000000000000" pitchFamily="34" charset="-128"/>
              <a:ea typeface="江城圆体 600W" panose="020B0800000000000000" pitchFamily="34" charset="-128"/>
              <a:cs typeface="Microsoft JhengHei"/>
            </a:endParaRPr>
          </a:p>
        </p:txBody>
      </p:sp>
      <p:sp>
        <p:nvSpPr>
          <p:cNvPr id="49" name="object 49"/>
          <p:cNvSpPr txBox="1"/>
          <p:nvPr/>
        </p:nvSpPr>
        <p:spPr>
          <a:xfrm>
            <a:off x="4438650" y="6141723"/>
            <a:ext cx="59340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5、社会智慧</a:t>
            </a:r>
            <a:endParaRPr sz="900">
              <a:latin typeface="江城圆体 400W" panose="020B0800000000000000" pitchFamily="34" charset="-128"/>
              <a:ea typeface="江城圆体 400W" panose="020B0800000000000000" pitchFamily="34" charset="-128"/>
              <a:cs typeface="Microsoft JhengHei"/>
            </a:endParaRPr>
          </a:p>
        </p:txBody>
      </p:sp>
      <p:sp>
        <p:nvSpPr>
          <p:cNvPr id="50" name="object 50"/>
          <p:cNvSpPr txBox="1"/>
          <p:nvPr/>
        </p:nvSpPr>
        <p:spPr>
          <a:xfrm>
            <a:off x="5435600" y="6141723"/>
            <a:ext cx="47910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6、洞察力</a:t>
            </a:r>
            <a:endParaRPr sz="900">
              <a:latin typeface="江城圆体 400W" panose="020B0800000000000000" pitchFamily="34" charset="-128"/>
              <a:ea typeface="江城圆体 400W" panose="020B0800000000000000" pitchFamily="34" charset="-128"/>
              <a:cs typeface="Microsoft JhengHei"/>
            </a:endParaRPr>
          </a:p>
        </p:txBody>
      </p:sp>
      <p:sp>
        <p:nvSpPr>
          <p:cNvPr id="51" name="object 51"/>
          <p:cNvSpPr/>
          <p:nvPr/>
        </p:nvSpPr>
        <p:spPr>
          <a:xfrm>
            <a:off x="1263650" y="6159503"/>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2" name="object 52"/>
          <p:cNvSpPr/>
          <p:nvPr/>
        </p:nvSpPr>
        <p:spPr>
          <a:xfrm>
            <a:off x="2286000" y="6159503"/>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3" name="object 53"/>
          <p:cNvSpPr/>
          <p:nvPr/>
        </p:nvSpPr>
        <p:spPr>
          <a:xfrm>
            <a:off x="3187700" y="6159503"/>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4" name="object 54"/>
          <p:cNvSpPr/>
          <p:nvPr/>
        </p:nvSpPr>
        <p:spPr>
          <a:xfrm>
            <a:off x="4070350" y="6159503"/>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5" name="object 55"/>
          <p:cNvSpPr/>
          <p:nvPr/>
        </p:nvSpPr>
        <p:spPr>
          <a:xfrm>
            <a:off x="5067300" y="6159503"/>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6" name="object 56"/>
          <p:cNvSpPr/>
          <p:nvPr/>
        </p:nvSpPr>
        <p:spPr>
          <a:xfrm>
            <a:off x="5949950" y="6159503"/>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7" name="object 57"/>
          <p:cNvSpPr txBox="1"/>
          <p:nvPr/>
        </p:nvSpPr>
        <p:spPr>
          <a:xfrm>
            <a:off x="635000" y="844550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18、美感</a:t>
            </a:r>
            <a:endParaRPr sz="900">
              <a:latin typeface="江城圆体 400W" panose="020B0800000000000000" pitchFamily="34" charset="-128"/>
              <a:ea typeface="江城圆体 400W" panose="020B0800000000000000" pitchFamily="34" charset="-128"/>
              <a:cs typeface="Microsoft JhengHei"/>
            </a:endParaRPr>
          </a:p>
        </p:txBody>
      </p:sp>
      <p:sp>
        <p:nvSpPr>
          <p:cNvPr id="58" name="object 58"/>
          <p:cNvSpPr txBox="1"/>
          <p:nvPr/>
        </p:nvSpPr>
        <p:spPr>
          <a:xfrm>
            <a:off x="1466850" y="844550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19、感恩</a:t>
            </a:r>
            <a:endParaRPr sz="900">
              <a:latin typeface="江城圆体 400W" panose="020B0800000000000000" pitchFamily="34" charset="-128"/>
              <a:ea typeface="江城圆体 400W" panose="020B0800000000000000" pitchFamily="34" charset="-128"/>
              <a:cs typeface="Microsoft JhengHei"/>
            </a:endParaRPr>
          </a:p>
        </p:txBody>
      </p:sp>
      <p:sp>
        <p:nvSpPr>
          <p:cNvPr id="59" name="object 59"/>
          <p:cNvSpPr txBox="1"/>
          <p:nvPr/>
        </p:nvSpPr>
        <p:spPr>
          <a:xfrm>
            <a:off x="2336800" y="844550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20、希望</a:t>
            </a:r>
            <a:endParaRPr sz="900">
              <a:latin typeface="江城圆体 400W" panose="020B0800000000000000" pitchFamily="34" charset="-128"/>
              <a:ea typeface="江城圆体 400W" panose="020B0800000000000000" pitchFamily="34" charset="-128"/>
              <a:cs typeface="Microsoft JhengHei"/>
            </a:endParaRPr>
          </a:p>
        </p:txBody>
      </p:sp>
      <p:sp>
        <p:nvSpPr>
          <p:cNvPr id="60" name="object 60"/>
          <p:cNvSpPr txBox="1"/>
          <p:nvPr/>
        </p:nvSpPr>
        <p:spPr>
          <a:xfrm>
            <a:off x="3200400" y="844550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21、灵性</a:t>
            </a:r>
            <a:endParaRPr sz="900">
              <a:latin typeface="江城圆体 400W" panose="020B0800000000000000" pitchFamily="34" charset="-128"/>
              <a:ea typeface="江城圆体 400W" panose="020B0800000000000000" pitchFamily="34" charset="-128"/>
              <a:cs typeface="Microsoft JhengHei"/>
            </a:endParaRPr>
          </a:p>
        </p:txBody>
      </p:sp>
      <p:sp>
        <p:nvSpPr>
          <p:cNvPr id="61" name="object 61"/>
          <p:cNvSpPr txBox="1"/>
          <p:nvPr/>
        </p:nvSpPr>
        <p:spPr>
          <a:xfrm>
            <a:off x="4057650" y="844550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22、宽恕</a:t>
            </a:r>
            <a:endParaRPr sz="900">
              <a:latin typeface="江城圆体 400W" panose="020B0800000000000000" pitchFamily="34" charset="-128"/>
              <a:ea typeface="江城圆体 400W" panose="020B0800000000000000" pitchFamily="34" charset="-128"/>
              <a:cs typeface="Microsoft JhengHei"/>
            </a:endParaRPr>
          </a:p>
        </p:txBody>
      </p:sp>
      <p:sp>
        <p:nvSpPr>
          <p:cNvPr id="62" name="object 62"/>
          <p:cNvSpPr txBox="1"/>
          <p:nvPr/>
        </p:nvSpPr>
        <p:spPr>
          <a:xfrm>
            <a:off x="4864100" y="844550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23、幽默</a:t>
            </a:r>
            <a:endParaRPr sz="900">
              <a:latin typeface="江城圆体 400W" panose="020B0800000000000000" pitchFamily="34" charset="-128"/>
              <a:ea typeface="江城圆体 400W" panose="020B0800000000000000" pitchFamily="34" charset="-128"/>
              <a:cs typeface="Microsoft JhengHei"/>
            </a:endParaRPr>
          </a:p>
        </p:txBody>
      </p:sp>
      <p:sp>
        <p:nvSpPr>
          <p:cNvPr id="63" name="object 63"/>
          <p:cNvSpPr txBox="1"/>
          <p:nvPr/>
        </p:nvSpPr>
        <p:spPr>
          <a:xfrm>
            <a:off x="5657850" y="844550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24、热</a:t>
            </a:r>
            <a:r>
              <a:rPr lang="zh-CN" altLang="en-US" sz="900" dirty="0">
                <a:solidFill>
                  <a:srgbClr val="212121"/>
                </a:solidFill>
                <a:latin typeface="江城圆体 400W" panose="020B0800000000000000" pitchFamily="34" charset="-128"/>
                <a:ea typeface="江城圆体 400W" panose="020B0800000000000000" pitchFamily="34" charset="-128"/>
                <a:cs typeface="Microsoft JhengHei"/>
              </a:rPr>
              <a:t>忱</a:t>
            </a:r>
            <a:endParaRPr sz="900" dirty="0">
              <a:latin typeface="江城圆体 400W" panose="020B0800000000000000" pitchFamily="34" charset="-128"/>
              <a:ea typeface="江城圆体 400W" panose="020B0800000000000000" pitchFamily="34" charset="-128"/>
              <a:cs typeface="Microsoft JhengHei"/>
            </a:endParaRPr>
          </a:p>
        </p:txBody>
      </p:sp>
      <p:sp>
        <p:nvSpPr>
          <p:cNvPr id="64" name="object 64"/>
          <p:cNvSpPr/>
          <p:nvPr/>
        </p:nvSpPr>
        <p:spPr>
          <a:xfrm>
            <a:off x="1136650" y="8458200"/>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5" name="object 65"/>
          <p:cNvSpPr/>
          <p:nvPr/>
        </p:nvSpPr>
        <p:spPr>
          <a:xfrm>
            <a:off x="1955800" y="8458200"/>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6" name="object 66"/>
          <p:cNvSpPr/>
          <p:nvPr/>
        </p:nvSpPr>
        <p:spPr>
          <a:xfrm>
            <a:off x="2813050" y="8458200"/>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7" name="object 67"/>
          <p:cNvSpPr/>
          <p:nvPr/>
        </p:nvSpPr>
        <p:spPr>
          <a:xfrm>
            <a:off x="3676650" y="8458200"/>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8" name="object 68"/>
          <p:cNvSpPr/>
          <p:nvPr/>
        </p:nvSpPr>
        <p:spPr>
          <a:xfrm>
            <a:off x="4521200" y="8458200"/>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9" name="object 69"/>
          <p:cNvSpPr/>
          <p:nvPr/>
        </p:nvSpPr>
        <p:spPr>
          <a:xfrm>
            <a:off x="5314950" y="8458200"/>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0" name="object 70"/>
          <p:cNvSpPr/>
          <p:nvPr/>
        </p:nvSpPr>
        <p:spPr>
          <a:xfrm>
            <a:off x="6108700" y="8458200"/>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1" name="object 71"/>
          <p:cNvSpPr txBox="1"/>
          <p:nvPr/>
        </p:nvSpPr>
        <p:spPr>
          <a:xfrm>
            <a:off x="945515" y="6837764"/>
            <a:ext cx="365125"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7、勇敢</a:t>
            </a:r>
            <a:endParaRPr sz="900">
              <a:latin typeface="江城圆体 400W" panose="020B0800000000000000" pitchFamily="34" charset="-128"/>
              <a:ea typeface="江城圆体 400W" panose="020B0800000000000000" pitchFamily="34" charset="-128"/>
              <a:cs typeface="Microsoft JhengHei"/>
            </a:endParaRPr>
          </a:p>
        </p:txBody>
      </p:sp>
      <p:sp>
        <p:nvSpPr>
          <p:cNvPr id="72" name="object 72"/>
          <p:cNvSpPr txBox="1"/>
          <p:nvPr/>
        </p:nvSpPr>
        <p:spPr>
          <a:xfrm>
            <a:off x="1745615" y="6837764"/>
            <a:ext cx="365125"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8、毅力</a:t>
            </a:r>
            <a:endParaRPr sz="900">
              <a:latin typeface="江城圆体 400W" panose="020B0800000000000000" pitchFamily="34" charset="-128"/>
              <a:ea typeface="江城圆体 400W" panose="020B0800000000000000" pitchFamily="34" charset="-128"/>
              <a:cs typeface="Microsoft JhengHei"/>
            </a:endParaRPr>
          </a:p>
        </p:txBody>
      </p:sp>
      <p:sp>
        <p:nvSpPr>
          <p:cNvPr id="73" name="object 73"/>
          <p:cNvSpPr txBox="1"/>
          <p:nvPr/>
        </p:nvSpPr>
        <p:spPr>
          <a:xfrm>
            <a:off x="2533015" y="6837764"/>
            <a:ext cx="365125"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9、正直</a:t>
            </a:r>
            <a:endParaRPr sz="900">
              <a:latin typeface="江城圆体 400W" panose="020B0800000000000000" pitchFamily="34" charset="-128"/>
              <a:ea typeface="江城圆体 400W" panose="020B0800000000000000" pitchFamily="34" charset="-128"/>
              <a:cs typeface="Microsoft JhengHei"/>
            </a:endParaRPr>
          </a:p>
        </p:txBody>
      </p:sp>
      <p:sp>
        <p:nvSpPr>
          <p:cNvPr id="74" name="object 74"/>
          <p:cNvSpPr/>
          <p:nvPr/>
        </p:nvSpPr>
        <p:spPr>
          <a:xfrm>
            <a:off x="1352550" y="6855544"/>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5" name="object 75"/>
          <p:cNvSpPr/>
          <p:nvPr/>
        </p:nvSpPr>
        <p:spPr>
          <a:xfrm>
            <a:off x="2139950" y="6855544"/>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6" name="object 76"/>
          <p:cNvSpPr/>
          <p:nvPr/>
        </p:nvSpPr>
        <p:spPr>
          <a:xfrm>
            <a:off x="2933700" y="6855544"/>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7" name="object 77"/>
          <p:cNvSpPr txBox="1"/>
          <p:nvPr/>
        </p:nvSpPr>
        <p:spPr>
          <a:xfrm>
            <a:off x="704850" y="7651750"/>
            <a:ext cx="660400"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12、公⺠精神</a:t>
            </a:r>
            <a:endParaRPr sz="900">
              <a:latin typeface="江城圆体 400W" panose="020B0800000000000000" pitchFamily="34" charset="-128"/>
              <a:ea typeface="江城圆体 400W" panose="020B0800000000000000" pitchFamily="34" charset="-128"/>
              <a:cs typeface="Microsoft JhengHei"/>
            </a:endParaRPr>
          </a:p>
        </p:txBody>
      </p:sp>
      <p:sp>
        <p:nvSpPr>
          <p:cNvPr id="78" name="object 78"/>
          <p:cNvSpPr txBox="1"/>
          <p:nvPr/>
        </p:nvSpPr>
        <p:spPr>
          <a:xfrm>
            <a:off x="1708150" y="765175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13、公平</a:t>
            </a:r>
            <a:endParaRPr sz="900">
              <a:latin typeface="江城圆体 400W" panose="020B0800000000000000" pitchFamily="34" charset="-128"/>
              <a:ea typeface="江城圆体 400W" panose="020B0800000000000000" pitchFamily="34" charset="-128"/>
              <a:cs typeface="Microsoft JhengHei"/>
            </a:endParaRPr>
          </a:p>
        </p:txBody>
      </p:sp>
      <p:sp>
        <p:nvSpPr>
          <p:cNvPr id="79" name="object 79"/>
          <p:cNvSpPr txBox="1"/>
          <p:nvPr/>
        </p:nvSpPr>
        <p:spPr>
          <a:xfrm>
            <a:off x="2584450" y="7651750"/>
            <a:ext cx="5464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14、领导力</a:t>
            </a:r>
            <a:endParaRPr sz="900">
              <a:latin typeface="江城圆体 400W" panose="020B0800000000000000" pitchFamily="34" charset="-128"/>
              <a:ea typeface="江城圆体 400W" panose="020B0800000000000000" pitchFamily="34" charset="-128"/>
              <a:cs typeface="Microsoft JhengHei"/>
            </a:endParaRPr>
          </a:p>
        </p:txBody>
      </p:sp>
      <p:sp>
        <p:nvSpPr>
          <p:cNvPr id="80" name="object 80"/>
          <p:cNvSpPr/>
          <p:nvPr/>
        </p:nvSpPr>
        <p:spPr>
          <a:xfrm>
            <a:off x="1403350" y="7669530"/>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1" name="object 81"/>
          <p:cNvSpPr/>
          <p:nvPr/>
        </p:nvSpPr>
        <p:spPr>
          <a:xfrm>
            <a:off x="2190750" y="7669530"/>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2" name="object 82"/>
          <p:cNvSpPr/>
          <p:nvPr/>
        </p:nvSpPr>
        <p:spPr>
          <a:xfrm>
            <a:off x="3175000" y="7669530"/>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3" name="object 83"/>
          <p:cNvSpPr txBox="1"/>
          <p:nvPr/>
        </p:nvSpPr>
        <p:spPr>
          <a:xfrm>
            <a:off x="3581400" y="7651750"/>
            <a:ext cx="660400"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15、自我控制</a:t>
            </a:r>
            <a:endParaRPr sz="900">
              <a:latin typeface="江城圆体 400W" panose="020B0800000000000000" pitchFamily="34" charset="-128"/>
              <a:ea typeface="江城圆体 400W" panose="020B0800000000000000" pitchFamily="34" charset="-128"/>
              <a:cs typeface="Microsoft JhengHei"/>
            </a:endParaRPr>
          </a:p>
        </p:txBody>
      </p:sp>
      <p:sp>
        <p:nvSpPr>
          <p:cNvPr id="84" name="object 84"/>
          <p:cNvSpPr txBox="1"/>
          <p:nvPr/>
        </p:nvSpPr>
        <p:spPr>
          <a:xfrm>
            <a:off x="4679950" y="765175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16、谨慎</a:t>
            </a:r>
            <a:endParaRPr sz="900">
              <a:latin typeface="江城圆体 400W" panose="020B0800000000000000" pitchFamily="34" charset="-128"/>
              <a:ea typeface="江城圆体 400W" panose="020B0800000000000000" pitchFamily="34" charset="-128"/>
              <a:cs typeface="Microsoft JhengHei"/>
            </a:endParaRPr>
          </a:p>
        </p:txBody>
      </p:sp>
      <p:sp>
        <p:nvSpPr>
          <p:cNvPr id="85" name="object 85"/>
          <p:cNvSpPr txBox="1"/>
          <p:nvPr/>
        </p:nvSpPr>
        <p:spPr>
          <a:xfrm>
            <a:off x="5549900" y="7651750"/>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17、谦逊</a:t>
            </a:r>
            <a:endParaRPr sz="900">
              <a:latin typeface="江城圆体 400W" panose="020B0800000000000000" pitchFamily="34" charset="-128"/>
              <a:ea typeface="江城圆体 400W" panose="020B0800000000000000" pitchFamily="34" charset="-128"/>
              <a:cs typeface="Microsoft JhengHei"/>
            </a:endParaRPr>
          </a:p>
        </p:txBody>
      </p:sp>
      <p:sp>
        <p:nvSpPr>
          <p:cNvPr id="86" name="object 86"/>
          <p:cNvSpPr/>
          <p:nvPr/>
        </p:nvSpPr>
        <p:spPr>
          <a:xfrm>
            <a:off x="4286250" y="7669530"/>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7" name="object 87"/>
          <p:cNvSpPr/>
          <p:nvPr/>
        </p:nvSpPr>
        <p:spPr>
          <a:xfrm>
            <a:off x="5156200" y="7669530"/>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8" name="object 88"/>
          <p:cNvSpPr/>
          <p:nvPr/>
        </p:nvSpPr>
        <p:spPr>
          <a:xfrm>
            <a:off x="6026150" y="7669530"/>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9" name="object 89"/>
          <p:cNvSpPr txBox="1"/>
          <p:nvPr/>
        </p:nvSpPr>
        <p:spPr>
          <a:xfrm>
            <a:off x="4177665" y="6837764"/>
            <a:ext cx="43211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10、仁慈</a:t>
            </a:r>
            <a:endParaRPr sz="900">
              <a:latin typeface="江城圆体 400W" panose="020B0800000000000000" pitchFamily="34" charset="-128"/>
              <a:ea typeface="江城圆体 400W" panose="020B0800000000000000" pitchFamily="34" charset="-128"/>
              <a:cs typeface="Microsoft JhengHei"/>
            </a:endParaRPr>
          </a:p>
        </p:txBody>
      </p:sp>
      <p:sp>
        <p:nvSpPr>
          <p:cNvPr id="90" name="object 90"/>
          <p:cNvSpPr txBox="1"/>
          <p:nvPr/>
        </p:nvSpPr>
        <p:spPr>
          <a:xfrm>
            <a:off x="5073015" y="6837764"/>
            <a:ext cx="318135"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11、爱</a:t>
            </a:r>
            <a:endParaRPr sz="900" dirty="0">
              <a:latin typeface="江城圆体 400W" panose="020B0800000000000000" pitchFamily="34" charset="-128"/>
              <a:ea typeface="江城圆体 400W" panose="020B0800000000000000" pitchFamily="34" charset="-128"/>
              <a:cs typeface="Microsoft JhengHei"/>
            </a:endParaRPr>
          </a:p>
        </p:txBody>
      </p:sp>
      <p:sp>
        <p:nvSpPr>
          <p:cNvPr id="91" name="object 91"/>
          <p:cNvSpPr/>
          <p:nvPr/>
        </p:nvSpPr>
        <p:spPr>
          <a:xfrm>
            <a:off x="4641850" y="6855544"/>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2" name="object 92"/>
          <p:cNvSpPr/>
          <p:nvPr/>
        </p:nvSpPr>
        <p:spPr>
          <a:xfrm>
            <a:off x="5429250" y="6855544"/>
            <a:ext cx="114300" cy="114300"/>
          </a:xfrm>
          <a:custGeom>
            <a:avLst/>
            <a:gdLst/>
            <a:ahLst/>
            <a:cxnLst/>
            <a:rect l="l" t="t" r="r" b="b"/>
            <a:pathLst>
              <a:path w="228600" h="228600">
                <a:moveTo>
                  <a:pt x="0" y="0"/>
                </a:moveTo>
                <a:lnTo>
                  <a:pt x="228600" y="0"/>
                </a:lnTo>
                <a:lnTo>
                  <a:pt x="228600" y="228600"/>
                </a:lnTo>
                <a:lnTo>
                  <a:pt x="0" y="228600"/>
                </a:lnTo>
                <a:lnTo>
                  <a:pt x="0" y="0"/>
                </a:lnTo>
                <a:close/>
              </a:path>
            </a:pathLst>
          </a:custGeom>
          <a:ln w="25400">
            <a:solidFill>
              <a:srgbClr val="E76424"/>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3" name="object 93"/>
          <p:cNvSpPr/>
          <p:nvPr/>
        </p:nvSpPr>
        <p:spPr>
          <a:xfrm>
            <a:off x="679450" y="1028700"/>
            <a:ext cx="5486400" cy="273050"/>
          </a:xfrm>
          <a:custGeom>
            <a:avLst/>
            <a:gdLst/>
            <a:ahLst/>
            <a:cxnLst/>
            <a:rect l="l" t="t" r="r" b="b"/>
            <a:pathLst>
              <a:path w="10972800" h="546100">
                <a:moveTo>
                  <a:pt x="10699750" y="0"/>
                </a:moveTo>
                <a:lnTo>
                  <a:pt x="273050" y="0"/>
                </a:lnTo>
                <a:lnTo>
                  <a:pt x="223968" y="4399"/>
                </a:lnTo>
                <a:lnTo>
                  <a:pt x="177774" y="17082"/>
                </a:lnTo>
                <a:lnTo>
                  <a:pt x="135236" y="37279"/>
                </a:lnTo>
                <a:lnTo>
                  <a:pt x="97127" y="64218"/>
                </a:lnTo>
                <a:lnTo>
                  <a:pt x="64218" y="97127"/>
                </a:lnTo>
                <a:lnTo>
                  <a:pt x="37279" y="135237"/>
                </a:lnTo>
                <a:lnTo>
                  <a:pt x="17082" y="177774"/>
                </a:lnTo>
                <a:lnTo>
                  <a:pt x="4399" y="223969"/>
                </a:lnTo>
                <a:lnTo>
                  <a:pt x="0" y="273050"/>
                </a:lnTo>
                <a:lnTo>
                  <a:pt x="4399" y="322130"/>
                </a:lnTo>
                <a:lnTo>
                  <a:pt x="17082" y="368325"/>
                </a:lnTo>
                <a:lnTo>
                  <a:pt x="37279" y="410862"/>
                </a:lnTo>
                <a:lnTo>
                  <a:pt x="64218" y="448972"/>
                </a:lnTo>
                <a:lnTo>
                  <a:pt x="97127" y="481881"/>
                </a:lnTo>
                <a:lnTo>
                  <a:pt x="135236" y="508820"/>
                </a:lnTo>
                <a:lnTo>
                  <a:pt x="177774" y="529017"/>
                </a:lnTo>
                <a:lnTo>
                  <a:pt x="223968" y="541700"/>
                </a:lnTo>
                <a:lnTo>
                  <a:pt x="273050" y="546100"/>
                </a:lnTo>
                <a:lnTo>
                  <a:pt x="10699750" y="546100"/>
                </a:lnTo>
                <a:lnTo>
                  <a:pt x="10748831" y="541700"/>
                </a:lnTo>
                <a:lnTo>
                  <a:pt x="10795025" y="529017"/>
                </a:lnTo>
                <a:lnTo>
                  <a:pt x="10837563" y="508820"/>
                </a:lnTo>
                <a:lnTo>
                  <a:pt x="10875672" y="481881"/>
                </a:lnTo>
                <a:lnTo>
                  <a:pt x="10908581" y="448972"/>
                </a:lnTo>
                <a:lnTo>
                  <a:pt x="10935520" y="410862"/>
                </a:lnTo>
                <a:lnTo>
                  <a:pt x="10955717" y="368325"/>
                </a:lnTo>
                <a:lnTo>
                  <a:pt x="10968400" y="322130"/>
                </a:lnTo>
                <a:lnTo>
                  <a:pt x="10972800" y="273050"/>
                </a:lnTo>
                <a:lnTo>
                  <a:pt x="10968400" y="223969"/>
                </a:lnTo>
                <a:lnTo>
                  <a:pt x="10955717" y="177774"/>
                </a:lnTo>
                <a:lnTo>
                  <a:pt x="10935520" y="135237"/>
                </a:lnTo>
                <a:lnTo>
                  <a:pt x="10908581" y="97127"/>
                </a:lnTo>
                <a:lnTo>
                  <a:pt x="10875672" y="64218"/>
                </a:lnTo>
                <a:lnTo>
                  <a:pt x="10837563" y="37279"/>
                </a:lnTo>
                <a:lnTo>
                  <a:pt x="10795025" y="17082"/>
                </a:lnTo>
                <a:lnTo>
                  <a:pt x="10748831" y="4399"/>
                </a:lnTo>
                <a:lnTo>
                  <a:pt x="10699750" y="0"/>
                </a:lnTo>
                <a:close/>
              </a:path>
            </a:pathLst>
          </a:custGeom>
          <a:solidFill>
            <a:srgbClr val="212121"/>
          </a:solidFill>
        </p:spPr>
        <p:txBody>
          <a:bodyPr wrap="square" lIns="0" tIns="0" rIns="0" bIns="0" rtlCol="0"/>
          <a:lstStyle/>
          <a:p>
            <a:endParaRPr sz="900"/>
          </a:p>
        </p:txBody>
      </p:sp>
      <p:sp>
        <p:nvSpPr>
          <p:cNvPr id="94" name="object 94"/>
          <p:cNvSpPr/>
          <p:nvPr/>
        </p:nvSpPr>
        <p:spPr>
          <a:xfrm>
            <a:off x="679450" y="5397500"/>
            <a:ext cx="5486400" cy="273050"/>
          </a:xfrm>
          <a:custGeom>
            <a:avLst/>
            <a:gdLst/>
            <a:ahLst/>
            <a:cxnLst/>
            <a:rect l="l" t="t" r="r" b="b"/>
            <a:pathLst>
              <a:path w="10972800" h="546100">
                <a:moveTo>
                  <a:pt x="10699750" y="0"/>
                </a:moveTo>
                <a:lnTo>
                  <a:pt x="273050" y="0"/>
                </a:lnTo>
                <a:lnTo>
                  <a:pt x="223968" y="4399"/>
                </a:lnTo>
                <a:lnTo>
                  <a:pt x="177774" y="17082"/>
                </a:lnTo>
                <a:lnTo>
                  <a:pt x="135236" y="37279"/>
                </a:lnTo>
                <a:lnTo>
                  <a:pt x="97127" y="64218"/>
                </a:lnTo>
                <a:lnTo>
                  <a:pt x="64218" y="97127"/>
                </a:lnTo>
                <a:lnTo>
                  <a:pt x="37279" y="135236"/>
                </a:lnTo>
                <a:lnTo>
                  <a:pt x="17082" y="177774"/>
                </a:lnTo>
                <a:lnTo>
                  <a:pt x="4399" y="223968"/>
                </a:lnTo>
                <a:lnTo>
                  <a:pt x="0" y="273050"/>
                </a:lnTo>
                <a:lnTo>
                  <a:pt x="4399" y="322131"/>
                </a:lnTo>
                <a:lnTo>
                  <a:pt x="17082" y="368325"/>
                </a:lnTo>
                <a:lnTo>
                  <a:pt x="37279" y="410863"/>
                </a:lnTo>
                <a:lnTo>
                  <a:pt x="64218" y="448972"/>
                </a:lnTo>
                <a:lnTo>
                  <a:pt x="97127" y="481881"/>
                </a:lnTo>
                <a:lnTo>
                  <a:pt x="135236" y="508820"/>
                </a:lnTo>
                <a:lnTo>
                  <a:pt x="177774" y="529017"/>
                </a:lnTo>
                <a:lnTo>
                  <a:pt x="223968" y="541700"/>
                </a:lnTo>
                <a:lnTo>
                  <a:pt x="273050" y="546100"/>
                </a:lnTo>
                <a:lnTo>
                  <a:pt x="10699750" y="546100"/>
                </a:lnTo>
                <a:lnTo>
                  <a:pt x="10748831" y="541700"/>
                </a:lnTo>
                <a:lnTo>
                  <a:pt x="10795025" y="529017"/>
                </a:lnTo>
                <a:lnTo>
                  <a:pt x="10837563" y="508820"/>
                </a:lnTo>
                <a:lnTo>
                  <a:pt x="10875672" y="481881"/>
                </a:lnTo>
                <a:lnTo>
                  <a:pt x="10908581" y="448972"/>
                </a:lnTo>
                <a:lnTo>
                  <a:pt x="10935520" y="410863"/>
                </a:lnTo>
                <a:lnTo>
                  <a:pt x="10955717" y="368325"/>
                </a:lnTo>
                <a:lnTo>
                  <a:pt x="10968400" y="322131"/>
                </a:lnTo>
                <a:lnTo>
                  <a:pt x="10972800" y="273050"/>
                </a:lnTo>
                <a:lnTo>
                  <a:pt x="10968400" y="223968"/>
                </a:lnTo>
                <a:lnTo>
                  <a:pt x="10955717" y="177774"/>
                </a:lnTo>
                <a:lnTo>
                  <a:pt x="10935520" y="135236"/>
                </a:lnTo>
                <a:lnTo>
                  <a:pt x="10908581" y="97127"/>
                </a:lnTo>
                <a:lnTo>
                  <a:pt x="10875672" y="64218"/>
                </a:lnTo>
                <a:lnTo>
                  <a:pt x="10837563" y="37279"/>
                </a:lnTo>
                <a:lnTo>
                  <a:pt x="10795025" y="17082"/>
                </a:lnTo>
                <a:lnTo>
                  <a:pt x="10748831" y="4399"/>
                </a:lnTo>
                <a:lnTo>
                  <a:pt x="10699750" y="0"/>
                </a:lnTo>
                <a:close/>
              </a:path>
            </a:pathLst>
          </a:custGeom>
          <a:solidFill>
            <a:srgbClr val="212121"/>
          </a:solidFill>
        </p:spPr>
        <p:txBody>
          <a:bodyPr wrap="square" lIns="0" tIns="0" rIns="0" bIns="0" rtlCol="0"/>
          <a:lstStyle/>
          <a:p>
            <a:endParaRPr sz="900"/>
          </a:p>
        </p:txBody>
      </p:sp>
      <p:sp>
        <p:nvSpPr>
          <p:cNvPr id="95" name="object 95"/>
          <p:cNvSpPr txBox="1"/>
          <p:nvPr/>
        </p:nvSpPr>
        <p:spPr>
          <a:xfrm>
            <a:off x="669019" y="1078435"/>
            <a:ext cx="5501323" cy="913765"/>
          </a:xfrm>
          <a:prstGeom prst="rect">
            <a:avLst/>
          </a:prstGeom>
        </p:spPr>
        <p:txBody>
          <a:bodyPr vert="horz" wrap="square" lIns="0" tIns="6350" rIns="0" bIns="0" rtlCol="0">
            <a:spAutoFit/>
          </a:bodyPr>
          <a:lstStyle/>
          <a:p>
            <a:pPr algn="ctr">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Microsoft JhengHei"/>
              </a:rPr>
              <a:t>获得幸福的24个优势</a:t>
            </a:r>
            <a:endParaRPr sz="1050" b="1" dirty="0">
              <a:latin typeface="江城圆体 600W" panose="020B0800000000000000" pitchFamily="34" charset="-128"/>
              <a:ea typeface="江城圆体 600W" panose="020B0800000000000000" pitchFamily="34" charset="-128"/>
              <a:cs typeface="Microsoft JhengHei"/>
            </a:endParaRPr>
          </a:p>
          <a:p>
            <a:pPr marL="6350" marR="2540" algn="just">
              <a:lnSpc>
                <a:spcPct val="116000"/>
              </a:lnSpc>
              <a:spcBef>
                <a:spcPts val="820"/>
              </a:spcBef>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在塞利格曼的理论框架里，一个人要获得真正持久的幸福感，最重要的就是发现和了解自己最好的品质、最擅长的才华，反复在生活中实践，化枯燥为乐趣，并为更高的目标服务。比如知识、艺术、政治、宗教、正义，这样才能得到整个的沉浸、投入，甚至意义。他从东西方文化中发掘了6个核心的美德：智慧、勇气、仁爱、正义、节制、精神卓越，并将这6个概念细分为24种力量。</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96" name="object 96"/>
          <p:cNvSpPr txBox="1"/>
          <p:nvPr/>
        </p:nvSpPr>
        <p:spPr>
          <a:xfrm>
            <a:off x="3016250" y="5435600"/>
            <a:ext cx="811530" cy="167640"/>
          </a:xfrm>
          <a:prstGeom prst="rect">
            <a:avLst/>
          </a:prstGeom>
        </p:spPr>
        <p:txBody>
          <a:bodyPr vert="horz" wrap="square" lIns="0" tIns="6350" rIns="0" bIns="0" rtlCol="0">
            <a:spAutoFit/>
          </a:bodyPr>
          <a:lstStyle/>
          <a:p>
            <a:pPr marL="6350">
              <a:spcBef>
                <a:spcPts val="50"/>
              </a:spcBef>
            </a:pPr>
            <a:r>
              <a:rPr sz="1050" b="1" spc="-10" dirty="0">
                <a:solidFill>
                  <a:srgbClr val="FFFFFF"/>
                </a:solidFill>
                <a:latin typeface="江城圆体 600W" panose="020B0800000000000000" pitchFamily="34" charset="-128"/>
                <a:ea typeface="江城圆体 600W" panose="020B0800000000000000" pitchFamily="34" charset="-128"/>
                <a:cs typeface="Microsoft JhengHei"/>
              </a:rPr>
              <a:t>检查你的优势</a:t>
            </a:r>
            <a:endParaRPr sz="1050" b="1" dirty="0">
              <a:latin typeface="江城圆体 600W" panose="020B0800000000000000" pitchFamily="34" charset="-128"/>
              <a:ea typeface="江城圆体 600W" panose="020B0800000000000000" pitchFamily="34" charset="-128"/>
              <a:cs typeface="Microsoft JhengHei"/>
            </a:endParaRPr>
          </a:p>
        </p:txBody>
      </p:sp>
      <p:pic>
        <p:nvPicPr>
          <p:cNvPr id="97" name="object 97"/>
          <p:cNvPicPr/>
          <p:nvPr/>
        </p:nvPicPr>
        <p:blipFill>
          <a:blip r:embed="rId3" cstate="print"/>
          <a:stretch>
            <a:fillRect/>
          </a:stretch>
        </p:blipFill>
        <p:spPr>
          <a:xfrm>
            <a:off x="3189837" y="8851900"/>
            <a:ext cx="486698" cy="292100"/>
          </a:xfrm>
          <a:prstGeom prst="rect">
            <a:avLst/>
          </a:prstGeom>
        </p:spPr>
      </p:pic>
      <p:sp>
        <p:nvSpPr>
          <p:cNvPr id="98" name="object 47"/>
          <p:cNvSpPr txBox="1"/>
          <p:nvPr/>
        </p:nvSpPr>
        <p:spPr>
          <a:xfrm>
            <a:off x="2646805" y="6144198"/>
            <a:ext cx="1506095" cy="144780"/>
          </a:xfrm>
          <a:prstGeom prst="rect">
            <a:avLst/>
          </a:prstGeom>
        </p:spPr>
        <p:txBody>
          <a:bodyPr vert="horz" wrap="square" lIns="0" tIns="6350" rIns="0" bIns="0" rtlCol="0">
            <a:spAutoFit/>
          </a:bodyPr>
          <a:lstStyle/>
          <a:p>
            <a:pPr marL="6350">
              <a:spcBef>
                <a:spcPts val="5"/>
              </a:spcBef>
              <a:tabLst>
                <a:tab pos="882015" algn="l"/>
              </a:tabLst>
            </a:pPr>
            <a:r>
              <a:rPr lang="en-US" altLang="zh-CN" sz="900" dirty="0">
                <a:solidFill>
                  <a:srgbClr val="212121"/>
                </a:solidFill>
                <a:latin typeface="江城圆体 400W" panose="020B0800000000000000" pitchFamily="34" charset="-128"/>
                <a:ea typeface="江城圆体 400W" panose="020B0800000000000000" pitchFamily="34" charset="-128"/>
                <a:cs typeface="Microsoft JhengHei"/>
              </a:rPr>
              <a:t>3</a:t>
            </a:r>
            <a:r>
              <a:rPr lang="zh-CN" altLang="en-US" sz="900" dirty="0">
                <a:solidFill>
                  <a:srgbClr val="212121"/>
                </a:solidFill>
                <a:latin typeface="江城圆体 400W" panose="020B0800000000000000" pitchFamily="34" charset="-128"/>
                <a:ea typeface="江城圆体 400W" panose="020B0800000000000000" pitchFamily="34" charset="-128"/>
                <a:cs typeface="Microsoft JhengHei"/>
              </a:rPr>
              <a:t>、判断力	</a:t>
            </a:r>
            <a:r>
              <a:rPr lang="en-US" altLang="zh-CN" sz="900" dirty="0">
                <a:solidFill>
                  <a:srgbClr val="212121"/>
                </a:solidFill>
                <a:latin typeface="江城圆体 400W" panose="020B0800000000000000" pitchFamily="34" charset="-128"/>
                <a:ea typeface="江城圆体 400W" panose="020B0800000000000000" pitchFamily="34" charset="-128"/>
                <a:cs typeface="Microsoft JhengHei"/>
              </a:rPr>
              <a:t>4</a:t>
            </a:r>
            <a:r>
              <a:rPr lang="zh-CN" altLang="en-US" sz="900" dirty="0">
                <a:solidFill>
                  <a:srgbClr val="212121"/>
                </a:solidFill>
                <a:latin typeface="江城圆体 400W" panose="020B0800000000000000" pitchFamily="34" charset="-128"/>
                <a:ea typeface="江城圆体 400W" panose="020B0800000000000000" pitchFamily="34" charset="-128"/>
                <a:cs typeface="Microsoft JhengHei"/>
              </a:rPr>
              <a:t>、创造性</a:t>
            </a:r>
            <a:endParaRPr lang="zh-CN" altLang="en-US" sz="900" dirty="0">
              <a:latin typeface="江城圆体 400W" panose="020B0800000000000000" pitchFamily="34" charset="-128"/>
              <a:ea typeface="江城圆体 400W" panose="020B0800000000000000" pitchFamily="34" charset="-128"/>
              <a:cs typeface="Microsoft JhengHe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57550" y="8934450"/>
            <a:ext cx="338572" cy="209550"/>
          </a:xfrm>
          <a:prstGeom prst="rect">
            <a:avLst/>
          </a:prstGeom>
        </p:spPr>
      </p:pic>
      <p:sp>
        <p:nvSpPr>
          <p:cNvPr id="3" name="object 3"/>
          <p:cNvSpPr txBox="1"/>
          <p:nvPr/>
        </p:nvSpPr>
        <p:spPr>
          <a:xfrm>
            <a:off x="1956031" y="774700"/>
            <a:ext cx="3009583"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300W" panose="020B0800000000000000" pitchFamily="34" charset="-128"/>
                <a:ea typeface="江城圆体 300W" panose="020B0800000000000000" pitchFamily="34" charset="-128"/>
                <a:cs typeface="微软雅黑" panose="020B0503020204020204" charset="-122"/>
              </a:rPr>
              <a:t>@ 美国著名心理学家阿尔伯特·班杜拉（Albert Bandura）</a:t>
            </a:r>
            <a:endParaRPr sz="900" dirty="0">
              <a:latin typeface="江城圆体 300W" panose="020B0800000000000000" pitchFamily="34" charset="-128"/>
              <a:ea typeface="江城圆体 300W" panose="020B0800000000000000" pitchFamily="34" charset="-128"/>
              <a:cs typeface="微软雅黑" panose="020B0503020204020204" charset="-122"/>
            </a:endParaRPr>
          </a:p>
        </p:txBody>
      </p:sp>
      <p:sp>
        <p:nvSpPr>
          <p:cNvPr id="9" name="object 9"/>
          <p:cNvSpPr txBox="1">
            <a:spLocks noGrp="1"/>
          </p:cNvSpPr>
          <p:nvPr>
            <p:ph type="title"/>
          </p:nvPr>
        </p:nvSpPr>
        <p:spPr>
          <a:xfrm>
            <a:off x="1914742" y="952671"/>
            <a:ext cx="3028633" cy="560070"/>
          </a:xfrm>
          <a:prstGeom prst="rect">
            <a:avLst/>
          </a:prstGeom>
        </p:spPr>
        <p:txBody>
          <a:bodyPr vert="horz" wrap="square" lIns="0" tIns="6350" rIns="0" bIns="0" rtlCol="0" anchor="ctr">
            <a:spAutoFit/>
          </a:bodyPr>
          <a:lstStyle/>
          <a:p>
            <a:pPr marL="6350">
              <a:lnSpc>
                <a:spcPct val="100000"/>
              </a:lnSpc>
              <a:spcBef>
                <a:spcPts val="50"/>
              </a:spcBef>
            </a:pPr>
            <a:r>
              <a:rPr sz="3600" b="1" dirty="0">
                <a:latin typeface="江城圆体 700W" panose="020B0800000000000000" pitchFamily="34" charset="-128"/>
                <a:ea typeface="江城圆体 700W" panose="020B0800000000000000" pitchFamily="34" charset="-128"/>
              </a:rPr>
              <a:t>自信的4种来源</a:t>
            </a:r>
          </a:p>
        </p:txBody>
      </p:sp>
      <p:sp>
        <p:nvSpPr>
          <p:cNvPr id="10" name="object 10"/>
          <p:cNvSpPr txBox="1"/>
          <p:nvPr/>
        </p:nvSpPr>
        <p:spPr>
          <a:xfrm>
            <a:off x="1790538" y="8801100"/>
            <a:ext cx="3264535"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300W" panose="020B0800000000000000" pitchFamily="34" charset="-128"/>
                <a:ea typeface="江城圆体 300W" panose="020B0800000000000000" pitchFamily="34" charset="-128"/>
                <a:cs typeface="Microsoft JhengHei"/>
              </a:rPr>
              <a:t>自信不是你有多少能力，而是你相信自己有多少能力去接受挑战。</a:t>
            </a:r>
            <a:endParaRPr sz="900" dirty="0">
              <a:latin typeface="江城圆体 300W" panose="020B0800000000000000" pitchFamily="34" charset="-128"/>
              <a:ea typeface="江城圆体 300W" panose="020B0800000000000000" pitchFamily="34" charset="-128"/>
              <a:cs typeface="Microsoft JhengHei"/>
            </a:endParaRPr>
          </a:p>
        </p:txBody>
      </p:sp>
      <p:sp>
        <p:nvSpPr>
          <p:cNvPr id="11" name="object 11"/>
          <p:cNvSpPr/>
          <p:nvPr/>
        </p:nvSpPr>
        <p:spPr>
          <a:xfrm>
            <a:off x="1327791" y="3384550"/>
            <a:ext cx="341313" cy="442913"/>
          </a:xfrm>
          <a:custGeom>
            <a:avLst/>
            <a:gdLst/>
            <a:ahLst/>
            <a:cxnLst/>
            <a:rect l="l" t="t" r="r" b="b"/>
            <a:pathLst>
              <a:path w="682625" h="885825">
                <a:moveTo>
                  <a:pt x="682320" y="537540"/>
                </a:moveTo>
                <a:lnTo>
                  <a:pt x="658672" y="502551"/>
                </a:lnTo>
                <a:lnTo>
                  <a:pt x="644220" y="499694"/>
                </a:lnTo>
                <a:lnTo>
                  <a:pt x="423913" y="499694"/>
                </a:lnTo>
                <a:lnTo>
                  <a:pt x="427151" y="484784"/>
                </a:lnTo>
                <a:lnTo>
                  <a:pt x="427151" y="70942"/>
                </a:lnTo>
                <a:lnTo>
                  <a:pt x="421157" y="43332"/>
                </a:lnTo>
                <a:lnTo>
                  <a:pt x="404799" y="20789"/>
                </a:lnTo>
                <a:lnTo>
                  <a:pt x="380542" y="5575"/>
                </a:lnTo>
                <a:lnTo>
                  <a:pt x="350824" y="0"/>
                </a:lnTo>
                <a:lnTo>
                  <a:pt x="321119" y="5575"/>
                </a:lnTo>
                <a:lnTo>
                  <a:pt x="296849" y="20789"/>
                </a:lnTo>
                <a:lnTo>
                  <a:pt x="280492" y="43332"/>
                </a:lnTo>
                <a:lnTo>
                  <a:pt x="274497" y="70942"/>
                </a:lnTo>
                <a:lnTo>
                  <a:pt x="274497" y="484784"/>
                </a:lnTo>
                <a:lnTo>
                  <a:pt x="277723" y="499694"/>
                </a:lnTo>
                <a:lnTo>
                  <a:pt x="38100" y="499694"/>
                </a:lnTo>
                <a:lnTo>
                  <a:pt x="23266" y="502691"/>
                </a:lnTo>
                <a:lnTo>
                  <a:pt x="11150" y="510857"/>
                </a:lnTo>
                <a:lnTo>
                  <a:pt x="2984" y="522973"/>
                </a:lnTo>
                <a:lnTo>
                  <a:pt x="0" y="537794"/>
                </a:lnTo>
                <a:lnTo>
                  <a:pt x="711" y="545134"/>
                </a:lnTo>
                <a:lnTo>
                  <a:pt x="311670" y="873810"/>
                </a:lnTo>
                <a:lnTo>
                  <a:pt x="338442" y="885355"/>
                </a:lnTo>
                <a:lnTo>
                  <a:pt x="352818" y="882764"/>
                </a:lnTo>
                <a:lnTo>
                  <a:pt x="365544" y="874572"/>
                </a:lnTo>
                <a:lnTo>
                  <a:pt x="671347" y="564553"/>
                </a:lnTo>
                <a:lnTo>
                  <a:pt x="679627" y="551891"/>
                </a:lnTo>
                <a:lnTo>
                  <a:pt x="682320" y="537540"/>
                </a:lnTo>
                <a:close/>
              </a:path>
            </a:pathLst>
          </a:custGeom>
          <a:solidFill>
            <a:srgbClr val="CF5F3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 name="object 12"/>
          <p:cNvSpPr/>
          <p:nvPr/>
        </p:nvSpPr>
        <p:spPr>
          <a:xfrm>
            <a:off x="2330710" y="3302000"/>
            <a:ext cx="341948" cy="537845"/>
          </a:xfrm>
          <a:custGeom>
            <a:avLst/>
            <a:gdLst/>
            <a:ahLst/>
            <a:cxnLst/>
            <a:rect l="l" t="t" r="r" b="b"/>
            <a:pathLst>
              <a:path w="683895" h="1075690">
                <a:moveTo>
                  <a:pt x="683844" y="722909"/>
                </a:moveTo>
                <a:lnTo>
                  <a:pt x="660095" y="688111"/>
                </a:lnTo>
                <a:lnTo>
                  <a:pt x="645744" y="685304"/>
                </a:lnTo>
                <a:lnTo>
                  <a:pt x="424675" y="685304"/>
                </a:lnTo>
                <a:lnTo>
                  <a:pt x="427913" y="670204"/>
                </a:lnTo>
                <a:lnTo>
                  <a:pt x="427913" y="71818"/>
                </a:lnTo>
                <a:lnTo>
                  <a:pt x="421919" y="43865"/>
                </a:lnTo>
                <a:lnTo>
                  <a:pt x="405561" y="21043"/>
                </a:lnTo>
                <a:lnTo>
                  <a:pt x="381304" y="5651"/>
                </a:lnTo>
                <a:lnTo>
                  <a:pt x="351586" y="0"/>
                </a:lnTo>
                <a:lnTo>
                  <a:pt x="321881" y="5651"/>
                </a:lnTo>
                <a:lnTo>
                  <a:pt x="297611" y="21043"/>
                </a:lnTo>
                <a:lnTo>
                  <a:pt x="281254" y="43865"/>
                </a:lnTo>
                <a:lnTo>
                  <a:pt x="275259" y="71818"/>
                </a:lnTo>
                <a:lnTo>
                  <a:pt x="275259" y="670204"/>
                </a:lnTo>
                <a:lnTo>
                  <a:pt x="278485" y="685304"/>
                </a:lnTo>
                <a:lnTo>
                  <a:pt x="38100" y="685304"/>
                </a:lnTo>
                <a:lnTo>
                  <a:pt x="23279" y="688301"/>
                </a:lnTo>
                <a:lnTo>
                  <a:pt x="11163" y="696455"/>
                </a:lnTo>
                <a:lnTo>
                  <a:pt x="2997" y="708571"/>
                </a:lnTo>
                <a:lnTo>
                  <a:pt x="0" y="723404"/>
                </a:lnTo>
                <a:lnTo>
                  <a:pt x="711" y="730681"/>
                </a:lnTo>
                <a:lnTo>
                  <a:pt x="312267" y="1063802"/>
                </a:lnTo>
                <a:lnTo>
                  <a:pt x="338975" y="1075499"/>
                </a:lnTo>
                <a:lnTo>
                  <a:pt x="353364" y="1073010"/>
                </a:lnTo>
                <a:lnTo>
                  <a:pt x="366141" y="1064895"/>
                </a:lnTo>
                <a:lnTo>
                  <a:pt x="673036" y="749985"/>
                </a:lnTo>
                <a:lnTo>
                  <a:pt x="681240" y="737285"/>
                </a:lnTo>
                <a:lnTo>
                  <a:pt x="683844" y="722909"/>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 name="object 13"/>
          <p:cNvSpPr/>
          <p:nvPr/>
        </p:nvSpPr>
        <p:spPr>
          <a:xfrm>
            <a:off x="3283312" y="3416300"/>
            <a:ext cx="341948" cy="410845"/>
          </a:xfrm>
          <a:custGeom>
            <a:avLst/>
            <a:gdLst/>
            <a:ahLst/>
            <a:cxnLst/>
            <a:rect l="l" t="t" r="r" b="b"/>
            <a:pathLst>
              <a:path w="683895" h="821690">
                <a:moveTo>
                  <a:pt x="683437" y="470268"/>
                </a:moveTo>
                <a:lnTo>
                  <a:pt x="659726" y="435419"/>
                </a:lnTo>
                <a:lnTo>
                  <a:pt x="645337" y="432600"/>
                </a:lnTo>
                <a:lnTo>
                  <a:pt x="426250" y="432600"/>
                </a:lnTo>
                <a:lnTo>
                  <a:pt x="427710" y="426681"/>
                </a:lnTo>
                <a:lnTo>
                  <a:pt x="427710" y="62445"/>
                </a:lnTo>
                <a:lnTo>
                  <a:pt x="421716" y="38138"/>
                </a:lnTo>
                <a:lnTo>
                  <a:pt x="405358" y="18300"/>
                </a:lnTo>
                <a:lnTo>
                  <a:pt x="381101" y="4914"/>
                </a:lnTo>
                <a:lnTo>
                  <a:pt x="351383" y="0"/>
                </a:lnTo>
                <a:lnTo>
                  <a:pt x="321678" y="4914"/>
                </a:lnTo>
                <a:lnTo>
                  <a:pt x="297408" y="18300"/>
                </a:lnTo>
                <a:lnTo>
                  <a:pt x="281051" y="38138"/>
                </a:lnTo>
                <a:lnTo>
                  <a:pt x="275056" y="62445"/>
                </a:lnTo>
                <a:lnTo>
                  <a:pt x="275056" y="426681"/>
                </a:lnTo>
                <a:lnTo>
                  <a:pt x="276504" y="432600"/>
                </a:lnTo>
                <a:lnTo>
                  <a:pt x="38100" y="432600"/>
                </a:lnTo>
                <a:lnTo>
                  <a:pt x="23266" y="435584"/>
                </a:lnTo>
                <a:lnTo>
                  <a:pt x="11163" y="443750"/>
                </a:lnTo>
                <a:lnTo>
                  <a:pt x="2997" y="455866"/>
                </a:lnTo>
                <a:lnTo>
                  <a:pt x="0" y="470700"/>
                </a:lnTo>
                <a:lnTo>
                  <a:pt x="698" y="477989"/>
                </a:lnTo>
                <a:lnTo>
                  <a:pt x="312115" y="809942"/>
                </a:lnTo>
                <a:lnTo>
                  <a:pt x="338836" y="821601"/>
                </a:lnTo>
                <a:lnTo>
                  <a:pt x="353225" y="819073"/>
                </a:lnTo>
                <a:lnTo>
                  <a:pt x="365975" y="810933"/>
                </a:lnTo>
                <a:lnTo>
                  <a:pt x="672592" y="497332"/>
                </a:lnTo>
                <a:lnTo>
                  <a:pt x="680808" y="484632"/>
                </a:lnTo>
                <a:lnTo>
                  <a:pt x="683437" y="470268"/>
                </a:lnTo>
                <a:close/>
              </a:path>
            </a:pathLst>
          </a:custGeom>
          <a:solidFill>
            <a:srgbClr val="3068E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4" name="object 14"/>
          <p:cNvSpPr/>
          <p:nvPr/>
        </p:nvSpPr>
        <p:spPr>
          <a:xfrm>
            <a:off x="4331215" y="3175000"/>
            <a:ext cx="341630" cy="652463"/>
          </a:xfrm>
          <a:custGeom>
            <a:avLst/>
            <a:gdLst/>
            <a:ahLst/>
            <a:cxnLst/>
            <a:rect l="l" t="t" r="r" b="b"/>
            <a:pathLst>
              <a:path w="683259" h="1304925">
                <a:moveTo>
                  <a:pt x="682828" y="954951"/>
                </a:moveTo>
                <a:lnTo>
                  <a:pt x="659142" y="920026"/>
                </a:lnTo>
                <a:lnTo>
                  <a:pt x="644728" y="917194"/>
                </a:lnTo>
                <a:lnTo>
                  <a:pt x="424154" y="917194"/>
                </a:lnTo>
                <a:lnTo>
                  <a:pt x="427405" y="902208"/>
                </a:lnTo>
                <a:lnTo>
                  <a:pt x="427405" y="71234"/>
                </a:lnTo>
                <a:lnTo>
                  <a:pt x="421411" y="43510"/>
                </a:lnTo>
                <a:lnTo>
                  <a:pt x="405053" y="20866"/>
                </a:lnTo>
                <a:lnTo>
                  <a:pt x="380796" y="5600"/>
                </a:lnTo>
                <a:lnTo>
                  <a:pt x="351078" y="0"/>
                </a:lnTo>
                <a:lnTo>
                  <a:pt x="321373" y="5600"/>
                </a:lnTo>
                <a:lnTo>
                  <a:pt x="297103" y="20866"/>
                </a:lnTo>
                <a:lnTo>
                  <a:pt x="280746" y="43510"/>
                </a:lnTo>
                <a:lnTo>
                  <a:pt x="274751" y="71234"/>
                </a:lnTo>
                <a:lnTo>
                  <a:pt x="274751" y="902208"/>
                </a:lnTo>
                <a:lnTo>
                  <a:pt x="277990" y="917194"/>
                </a:lnTo>
                <a:lnTo>
                  <a:pt x="38100" y="917194"/>
                </a:lnTo>
                <a:lnTo>
                  <a:pt x="23266" y="920178"/>
                </a:lnTo>
                <a:lnTo>
                  <a:pt x="11163" y="928344"/>
                </a:lnTo>
                <a:lnTo>
                  <a:pt x="2997" y="940460"/>
                </a:lnTo>
                <a:lnTo>
                  <a:pt x="0" y="955294"/>
                </a:lnTo>
                <a:lnTo>
                  <a:pt x="711" y="962609"/>
                </a:lnTo>
                <a:lnTo>
                  <a:pt x="311873" y="1292745"/>
                </a:lnTo>
                <a:lnTo>
                  <a:pt x="338620" y="1304340"/>
                </a:lnTo>
                <a:lnTo>
                  <a:pt x="353009" y="1301775"/>
                </a:lnTo>
                <a:lnTo>
                  <a:pt x="365747" y="1293609"/>
                </a:lnTo>
                <a:lnTo>
                  <a:pt x="671906" y="981989"/>
                </a:lnTo>
                <a:lnTo>
                  <a:pt x="680161" y="969314"/>
                </a:lnTo>
                <a:lnTo>
                  <a:pt x="682828" y="954951"/>
                </a:lnTo>
                <a:close/>
              </a:path>
            </a:pathLst>
          </a:custGeom>
          <a:solidFill>
            <a:srgbClr val="95C86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 name="object 15"/>
          <p:cNvSpPr/>
          <p:nvPr/>
        </p:nvSpPr>
        <p:spPr>
          <a:xfrm>
            <a:off x="5271084" y="3460750"/>
            <a:ext cx="341313" cy="366713"/>
          </a:xfrm>
          <a:custGeom>
            <a:avLst/>
            <a:gdLst/>
            <a:ahLst/>
            <a:cxnLst/>
            <a:rect l="l" t="t" r="r" b="b"/>
            <a:pathLst>
              <a:path w="682625" h="733425">
                <a:moveTo>
                  <a:pt x="682536" y="384403"/>
                </a:moveTo>
                <a:lnTo>
                  <a:pt x="658888" y="349440"/>
                </a:lnTo>
                <a:lnTo>
                  <a:pt x="644436" y="346595"/>
                </a:lnTo>
                <a:lnTo>
                  <a:pt x="422236" y="346595"/>
                </a:lnTo>
                <a:lnTo>
                  <a:pt x="427266" y="319392"/>
                </a:lnTo>
                <a:lnTo>
                  <a:pt x="427266" y="83324"/>
                </a:lnTo>
                <a:lnTo>
                  <a:pt x="421271" y="50888"/>
                </a:lnTo>
                <a:lnTo>
                  <a:pt x="404914" y="24409"/>
                </a:lnTo>
                <a:lnTo>
                  <a:pt x="380657" y="6553"/>
                </a:lnTo>
                <a:lnTo>
                  <a:pt x="350939" y="0"/>
                </a:lnTo>
                <a:lnTo>
                  <a:pt x="321233" y="6553"/>
                </a:lnTo>
                <a:lnTo>
                  <a:pt x="296964" y="24409"/>
                </a:lnTo>
                <a:lnTo>
                  <a:pt x="280606" y="50888"/>
                </a:lnTo>
                <a:lnTo>
                  <a:pt x="274612" y="83324"/>
                </a:lnTo>
                <a:lnTo>
                  <a:pt x="274612" y="319392"/>
                </a:lnTo>
                <a:lnTo>
                  <a:pt x="279628" y="346595"/>
                </a:lnTo>
                <a:lnTo>
                  <a:pt x="38100" y="346595"/>
                </a:lnTo>
                <a:lnTo>
                  <a:pt x="23266" y="349592"/>
                </a:lnTo>
                <a:lnTo>
                  <a:pt x="11163" y="357759"/>
                </a:lnTo>
                <a:lnTo>
                  <a:pt x="2997" y="369862"/>
                </a:lnTo>
                <a:lnTo>
                  <a:pt x="0" y="384695"/>
                </a:lnTo>
                <a:lnTo>
                  <a:pt x="711" y="392023"/>
                </a:lnTo>
                <a:lnTo>
                  <a:pt x="311759" y="721334"/>
                </a:lnTo>
                <a:lnTo>
                  <a:pt x="338531" y="732904"/>
                </a:lnTo>
                <a:lnTo>
                  <a:pt x="352907" y="730326"/>
                </a:lnTo>
                <a:lnTo>
                  <a:pt x="365633" y="722147"/>
                </a:lnTo>
                <a:lnTo>
                  <a:pt x="671588" y="411429"/>
                </a:lnTo>
                <a:lnTo>
                  <a:pt x="679856" y="398754"/>
                </a:lnTo>
                <a:lnTo>
                  <a:pt x="682536" y="384403"/>
                </a:lnTo>
                <a:close/>
              </a:path>
            </a:pathLst>
          </a:custGeom>
          <a:solidFill>
            <a:srgbClr val="7F62A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16" name="object 16"/>
          <p:cNvGrpSpPr/>
          <p:nvPr/>
        </p:nvGrpSpPr>
        <p:grpSpPr>
          <a:xfrm>
            <a:off x="696193" y="3358024"/>
            <a:ext cx="5465763" cy="797878"/>
            <a:chOff x="1392386" y="6716048"/>
            <a:chExt cx="10931525" cy="1595755"/>
          </a:xfrm>
        </p:grpSpPr>
        <p:sp>
          <p:nvSpPr>
            <p:cNvPr id="17" name="object 17"/>
            <p:cNvSpPr/>
            <p:nvPr/>
          </p:nvSpPr>
          <p:spPr>
            <a:xfrm>
              <a:off x="1392377" y="7232230"/>
              <a:ext cx="10931525" cy="1079500"/>
            </a:xfrm>
            <a:custGeom>
              <a:avLst/>
              <a:gdLst/>
              <a:ahLst/>
              <a:cxnLst/>
              <a:rect l="l" t="t" r="r" b="b"/>
              <a:pathLst>
                <a:path w="10931525" h="1079500">
                  <a:moveTo>
                    <a:pt x="665022" y="38100"/>
                  </a:moveTo>
                  <a:lnTo>
                    <a:pt x="662025" y="23266"/>
                  </a:lnTo>
                  <a:lnTo>
                    <a:pt x="653859" y="11150"/>
                  </a:lnTo>
                  <a:lnTo>
                    <a:pt x="641743" y="2997"/>
                  </a:lnTo>
                  <a:lnTo>
                    <a:pt x="626922" y="0"/>
                  </a:lnTo>
                  <a:lnTo>
                    <a:pt x="620242" y="584"/>
                  </a:lnTo>
                  <a:lnTo>
                    <a:pt x="13373" y="507098"/>
                  </a:lnTo>
                  <a:lnTo>
                    <a:pt x="0" y="533019"/>
                  </a:lnTo>
                  <a:lnTo>
                    <a:pt x="1587" y="547535"/>
                  </a:lnTo>
                  <a:lnTo>
                    <a:pt x="602107" y="1070406"/>
                  </a:lnTo>
                  <a:lnTo>
                    <a:pt x="629818" y="1079474"/>
                  </a:lnTo>
                  <a:lnTo>
                    <a:pt x="643902" y="1075601"/>
                  </a:lnTo>
                  <a:lnTo>
                    <a:pt x="665022" y="1041488"/>
                  </a:lnTo>
                  <a:lnTo>
                    <a:pt x="665022" y="38100"/>
                  </a:lnTo>
                  <a:close/>
                </a:path>
                <a:path w="10931525" h="1079500">
                  <a:moveTo>
                    <a:pt x="10931233" y="533019"/>
                  </a:moveTo>
                  <a:lnTo>
                    <a:pt x="10328923" y="9004"/>
                  </a:lnTo>
                  <a:lnTo>
                    <a:pt x="10304323" y="0"/>
                  </a:lnTo>
                  <a:lnTo>
                    <a:pt x="10289489" y="2997"/>
                  </a:lnTo>
                  <a:lnTo>
                    <a:pt x="10277373" y="11150"/>
                  </a:lnTo>
                  <a:lnTo>
                    <a:pt x="10269207" y="23266"/>
                  </a:lnTo>
                  <a:lnTo>
                    <a:pt x="10266223" y="38100"/>
                  </a:lnTo>
                  <a:lnTo>
                    <a:pt x="10266223" y="1041488"/>
                  </a:lnTo>
                  <a:lnTo>
                    <a:pt x="10287330" y="1075601"/>
                  </a:lnTo>
                  <a:lnTo>
                    <a:pt x="10301414" y="1079474"/>
                  </a:lnTo>
                  <a:lnTo>
                    <a:pt x="10315918" y="1077785"/>
                  </a:lnTo>
                  <a:lnTo>
                    <a:pt x="10919612" y="563791"/>
                  </a:lnTo>
                  <a:lnTo>
                    <a:pt x="10931233" y="533019"/>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8" name="object 18"/>
            <p:cNvSpPr/>
            <p:nvPr/>
          </p:nvSpPr>
          <p:spPr>
            <a:xfrm>
              <a:off x="2058323" y="7785100"/>
              <a:ext cx="9715500" cy="0"/>
            </a:xfrm>
            <a:custGeom>
              <a:avLst/>
              <a:gdLst/>
              <a:ahLst/>
              <a:cxnLst/>
              <a:rect l="l" t="t" r="r" b="b"/>
              <a:pathLst>
                <a:path w="9715500">
                  <a:moveTo>
                    <a:pt x="0" y="0"/>
                  </a:moveTo>
                  <a:lnTo>
                    <a:pt x="9715500" y="0"/>
                  </a:lnTo>
                </a:path>
              </a:pathLst>
            </a:custGeom>
            <a:ln w="762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9" name="object 19"/>
            <p:cNvSpPr/>
            <p:nvPr/>
          </p:nvSpPr>
          <p:spPr>
            <a:xfrm>
              <a:off x="3943350" y="6722398"/>
              <a:ext cx="6350" cy="1405890"/>
            </a:xfrm>
            <a:custGeom>
              <a:avLst/>
              <a:gdLst/>
              <a:ahLst/>
              <a:cxnLst/>
              <a:rect l="l" t="t" r="r" b="b"/>
              <a:pathLst>
                <a:path w="6350" h="1405890">
                  <a:moveTo>
                    <a:pt x="0" y="0"/>
                  </a:moveTo>
                  <a:lnTo>
                    <a:pt x="6350" y="1405602"/>
                  </a:lnTo>
                </a:path>
              </a:pathLst>
            </a:custGeom>
            <a:ln w="12700">
              <a:solidFill>
                <a:srgbClr val="D8E2E8"/>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0" name="object 20"/>
            <p:cNvSpPr/>
            <p:nvPr/>
          </p:nvSpPr>
          <p:spPr>
            <a:xfrm>
              <a:off x="5937250" y="6722398"/>
              <a:ext cx="6350" cy="1405890"/>
            </a:xfrm>
            <a:custGeom>
              <a:avLst/>
              <a:gdLst/>
              <a:ahLst/>
              <a:cxnLst/>
              <a:rect l="l" t="t" r="r" b="b"/>
              <a:pathLst>
                <a:path w="6350" h="1405890">
                  <a:moveTo>
                    <a:pt x="0" y="0"/>
                  </a:moveTo>
                  <a:lnTo>
                    <a:pt x="6350" y="1405602"/>
                  </a:lnTo>
                </a:path>
              </a:pathLst>
            </a:custGeom>
            <a:ln w="12700">
              <a:solidFill>
                <a:srgbClr val="D8E2E8"/>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 name="object 21"/>
            <p:cNvSpPr/>
            <p:nvPr/>
          </p:nvSpPr>
          <p:spPr>
            <a:xfrm>
              <a:off x="7931149" y="6722398"/>
              <a:ext cx="6350" cy="1405890"/>
            </a:xfrm>
            <a:custGeom>
              <a:avLst/>
              <a:gdLst/>
              <a:ahLst/>
              <a:cxnLst/>
              <a:rect l="l" t="t" r="r" b="b"/>
              <a:pathLst>
                <a:path w="6350" h="1405890">
                  <a:moveTo>
                    <a:pt x="0" y="0"/>
                  </a:moveTo>
                  <a:lnTo>
                    <a:pt x="6350" y="1405602"/>
                  </a:lnTo>
                </a:path>
              </a:pathLst>
            </a:custGeom>
            <a:ln w="12700">
              <a:solidFill>
                <a:srgbClr val="D8E2E8"/>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2" name="object 22"/>
            <p:cNvSpPr/>
            <p:nvPr/>
          </p:nvSpPr>
          <p:spPr>
            <a:xfrm>
              <a:off x="9925049" y="6722398"/>
              <a:ext cx="6350" cy="1405890"/>
            </a:xfrm>
            <a:custGeom>
              <a:avLst/>
              <a:gdLst/>
              <a:ahLst/>
              <a:cxnLst/>
              <a:rect l="l" t="t" r="r" b="b"/>
              <a:pathLst>
                <a:path w="6350" h="1405890">
                  <a:moveTo>
                    <a:pt x="0" y="0"/>
                  </a:moveTo>
                  <a:lnTo>
                    <a:pt x="6350" y="1405602"/>
                  </a:lnTo>
                </a:path>
              </a:pathLst>
            </a:custGeom>
            <a:ln w="12700">
              <a:solidFill>
                <a:srgbClr val="D8E2E8"/>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3" name="object 23"/>
          <p:cNvSpPr txBox="1"/>
          <p:nvPr/>
        </p:nvSpPr>
        <p:spPr>
          <a:xfrm>
            <a:off x="878630" y="3079750"/>
            <a:ext cx="1240155" cy="266065"/>
          </a:xfrm>
          <a:prstGeom prst="rect">
            <a:avLst/>
          </a:prstGeom>
        </p:spPr>
        <p:txBody>
          <a:bodyPr vert="horz" wrap="square" lIns="0" tIns="6350" rIns="0" bIns="0" rtlCol="0">
            <a:spAutoFit/>
          </a:bodyPr>
          <a:lstStyle/>
          <a:p>
            <a:pPr algn="ctr">
              <a:lnSpc>
                <a:spcPts val="1015"/>
              </a:lnSpc>
              <a:spcBef>
                <a:spcPts val="50"/>
              </a:spcBef>
            </a:pPr>
            <a:r>
              <a:rPr sz="9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① 过高的期望</a:t>
            </a:r>
            <a:endParaRPr sz="900">
              <a:latin typeface="江城圆体 400W" panose="020B0800000000000000" pitchFamily="34" charset="-128"/>
              <a:ea typeface="江城圆体 400W" panose="020B0800000000000000" pitchFamily="34" charset="-128"/>
              <a:cs typeface="微软雅黑" panose="020B0503020204020204" charset="-122"/>
            </a:endParaRPr>
          </a:p>
          <a:p>
            <a:pPr algn="ctr">
              <a:lnSpc>
                <a:spcPts val="1015"/>
              </a:lnSpc>
            </a:pP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Excessive expectations</a:t>
            </a:r>
            <a:endParaRPr sz="900">
              <a:latin typeface="江城圆体 400W" panose="020B0800000000000000" pitchFamily="34" charset="-128"/>
              <a:ea typeface="江城圆体 400W" panose="020B0800000000000000" pitchFamily="34" charset="-128"/>
              <a:cs typeface="宋体" panose="02010600030101010101" pitchFamily="2" charset="-122"/>
            </a:endParaRPr>
          </a:p>
        </p:txBody>
      </p:sp>
      <p:sp>
        <p:nvSpPr>
          <p:cNvPr id="24" name="object 24"/>
          <p:cNvSpPr txBox="1"/>
          <p:nvPr/>
        </p:nvSpPr>
        <p:spPr>
          <a:xfrm>
            <a:off x="2083428" y="4038600"/>
            <a:ext cx="878795"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② 苛刻的自我评价</a:t>
            </a:r>
            <a:endParaRPr sz="800" dirty="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25" name="object 25"/>
          <p:cNvSpPr txBox="1"/>
          <p:nvPr/>
        </p:nvSpPr>
        <p:spPr>
          <a:xfrm>
            <a:off x="1979431" y="4159250"/>
            <a:ext cx="1045210"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Harsh self-evaluation</a:t>
            </a:r>
            <a:endParaRPr sz="800" dirty="0">
              <a:latin typeface="江城圆体 400W" panose="020B0800000000000000" pitchFamily="34" charset="-128"/>
              <a:ea typeface="江城圆体 400W" panose="020B0800000000000000" pitchFamily="34" charset="-128"/>
              <a:cs typeface="宋体" panose="02010600030101010101" pitchFamily="2" charset="-122"/>
            </a:endParaRPr>
          </a:p>
        </p:txBody>
      </p:sp>
      <p:sp>
        <p:nvSpPr>
          <p:cNvPr id="26" name="object 26"/>
          <p:cNvSpPr txBox="1"/>
          <p:nvPr/>
        </p:nvSpPr>
        <p:spPr>
          <a:xfrm>
            <a:off x="2176519" y="2628900"/>
            <a:ext cx="2519885" cy="676910"/>
          </a:xfrm>
          <a:prstGeom prst="rect">
            <a:avLst/>
          </a:prstGeom>
        </p:spPr>
        <p:txBody>
          <a:bodyPr vert="horz" wrap="square" lIns="0" tIns="6350" rIns="0" bIns="0" rtlCol="0">
            <a:spAutoFit/>
          </a:bodyPr>
          <a:lstStyle/>
          <a:p>
            <a:pPr algn="ctr">
              <a:lnSpc>
                <a:spcPts val="1725"/>
              </a:lnSpc>
              <a:spcBef>
                <a:spcPts val="50"/>
              </a:spcBef>
            </a:pPr>
            <a:r>
              <a:rPr sz="15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缺乏自信的5个原因</a:t>
            </a:r>
            <a:endParaRPr sz="1500" b="1" dirty="0">
              <a:latin typeface="江城圆体 600W" panose="020B0800000000000000" pitchFamily="34" charset="-128"/>
              <a:ea typeface="江城圆体 600W" panose="020B0800000000000000" pitchFamily="34" charset="-128"/>
              <a:cs typeface="微软雅黑" panose="020B0503020204020204" charset="-122"/>
            </a:endParaRPr>
          </a:p>
          <a:p>
            <a:pPr algn="ctr">
              <a:lnSpc>
                <a:spcPts val="1185"/>
              </a:lnSpc>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5 Reasons for Lack of Confidence</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algn="ctr">
              <a:lnSpc>
                <a:spcPts val="1015"/>
              </a:lnSpc>
              <a:spcBef>
                <a:spcPts val="290"/>
              </a:spcBef>
            </a:pPr>
            <a:r>
              <a:rPr sz="9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③ 过分关注恐惧</a:t>
            </a:r>
            <a:endParaRPr sz="900" dirty="0">
              <a:latin typeface="江城圆体 400W" panose="020B0800000000000000" pitchFamily="34" charset="-128"/>
              <a:ea typeface="江城圆体 400W" panose="020B0800000000000000" pitchFamily="34" charset="-128"/>
              <a:cs typeface="微软雅黑" panose="020B0503020204020204" charset="-122"/>
            </a:endParaRPr>
          </a:p>
          <a:p>
            <a:pPr marL="6350" algn="ctr">
              <a:lnSpc>
                <a:spcPts val="1015"/>
              </a:lnSpc>
            </a:pP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Excessive focus on fear</a:t>
            </a:r>
            <a:endParaRPr sz="900" dirty="0">
              <a:latin typeface="江城圆体 400W" panose="020B0800000000000000" pitchFamily="34" charset="-128"/>
              <a:ea typeface="江城圆体 400W" panose="020B0800000000000000" pitchFamily="34" charset="-128"/>
              <a:cs typeface="宋体" panose="02010600030101010101" pitchFamily="2" charset="-122"/>
            </a:endParaRPr>
          </a:p>
        </p:txBody>
      </p:sp>
      <p:sp>
        <p:nvSpPr>
          <p:cNvPr id="27" name="object 27"/>
          <p:cNvSpPr txBox="1"/>
          <p:nvPr/>
        </p:nvSpPr>
        <p:spPr>
          <a:xfrm>
            <a:off x="4048390" y="4038600"/>
            <a:ext cx="907732" cy="250825"/>
          </a:xfrm>
          <a:prstGeom prst="rect">
            <a:avLst/>
          </a:prstGeom>
        </p:spPr>
        <p:txBody>
          <a:bodyPr vert="horz" wrap="square" lIns="0" tIns="6350" rIns="0" bIns="0" rtlCol="0">
            <a:spAutoFit/>
          </a:bodyPr>
          <a:lstStyle/>
          <a:p>
            <a:pPr algn="ctr">
              <a:lnSpc>
                <a:spcPts val="955"/>
              </a:lnSpc>
              <a:spcBef>
                <a:spcPts val="50"/>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➃ 缺乏经验</a:t>
            </a:r>
            <a:endParaRPr sz="800" dirty="0">
              <a:latin typeface="江城圆体 400W" panose="020B0800000000000000" pitchFamily="34" charset="-128"/>
              <a:ea typeface="江城圆体 400W" panose="020B0800000000000000" pitchFamily="34" charset="-128"/>
              <a:cs typeface="微软雅黑" panose="020B0503020204020204" charset="-122"/>
            </a:endParaRPr>
          </a:p>
          <a:p>
            <a:pPr algn="ctr">
              <a:lnSpc>
                <a:spcPts val="955"/>
              </a:lnSpc>
            </a:pPr>
            <a:r>
              <a:rPr sz="8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Lack of experience</a:t>
            </a:r>
            <a:endParaRPr sz="800" dirty="0">
              <a:latin typeface="江城圆体 400W" panose="020B0800000000000000" pitchFamily="34" charset="-128"/>
              <a:ea typeface="江城圆体 400W" panose="020B0800000000000000" pitchFamily="34" charset="-128"/>
              <a:cs typeface="宋体" panose="02010600030101010101" pitchFamily="2" charset="-122"/>
            </a:endParaRPr>
          </a:p>
        </p:txBody>
      </p:sp>
      <p:sp>
        <p:nvSpPr>
          <p:cNvPr id="28" name="object 28"/>
          <p:cNvSpPr txBox="1"/>
          <p:nvPr/>
        </p:nvSpPr>
        <p:spPr>
          <a:xfrm>
            <a:off x="5093634" y="3022600"/>
            <a:ext cx="688023" cy="266065"/>
          </a:xfrm>
          <a:prstGeom prst="rect">
            <a:avLst/>
          </a:prstGeom>
        </p:spPr>
        <p:txBody>
          <a:bodyPr vert="horz" wrap="square" lIns="0" tIns="6350" rIns="0" bIns="0" rtlCol="0">
            <a:spAutoFit/>
          </a:bodyPr>
          <a:lstStyle/>
          <a:p>
            <a:pPr marL="34290">
              <a:lnSpc>
                <a:spcPts val="1015"/>
              </a:lnSpc>
              <a:spcBef>
                <a:spcPts val="50"/>
              </a:spcBef>
            </a:pPr>
            <a:r>
              <a:rPr sz="9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⑤ 缺乏技能</a:t>
            </a:r>
            <a:endParaRPr sz="900">
              <a:latin typeface="江城圆体 400W" panose="020B0800000000000000" pitchFamily="34" charset="-128"/>
              <a:ea typeface="江城圆体 400W" panose="020B0800000000000000" pitchFamily="34" charset="-128"/>
              <a:cs typeface="微软雅黑" panose="020B0503020204020204" charset="-122"/>
            </a:endParaRPr>
          </a:p>
          <a:p>
            <a:pPr marL="6350">
              <a:lnSpc>
                <a:spcPts val="1015"/>
              </a:lnSpc>
            </a:pP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Lack of skills</a:t>
            </a:r>
            <a:endParaRPr sz="900">
              <a:latin typeface="江城圆体 400W" panose="020B0800000000000000" pitchFamily="34" charset="-128"/>
              <a:ea typeface="江城圆体 400W" panose="020B0800000000000000" pitchFamily="34" charset="-128"/>
              <a:cs typeface="宋体" panose="02010600030101010101" pitchFamily="2" charset="-122"/>
            </a:endParaRPr>
          </a:p>
        </p:txBody>
      </p:sp>
      <p:grpSp>
        <p:nvGrpSpPr>
          <p:cNvPr id="29" name="object 29"/>
          <p:cNvGrpSpPr/>
          <p:nvPr/>
        </p:nvGrpSpPr>
        <p:grpSpPr>
          <a:xfrm>
            <a:off x="2505075" y="4657725"/>
            <a:ext cx="1885950" cy="1885950"/>
            <a:chOff x="5010150" y="9315450"/>
            <a:chExt cx="3771900" cy="3771900"/>
          </a:xfrm>
        </p:grpSpPr>
        <p:pic>
          <p:nvPicPr>
            <p:cNvPr id="30" name="object 30"/>
            <p:cNvPicPr/>
            <p:nvPr/>
          </p:nvPicPr>
          <p:blipFill>
            <a:blip r:embed="rId3" cstate="print"/>
            <a:stretch>
              <a:fillRect/>
            </a:stretch>
          </p:blipFill>
          <p:spPr>
            <a:xfrm>
              <a:off x="5010150" y="9315450"/>
              <a:ext cx="3771900" cy="3771900"/>
            </a:xfrm>
            <a:prstGeom prst="rect">
              <a:avLst/>
            </a:prstGeom>
          </p:spPr>
        </p:pic>
        <p:sp>
          <p:nvSpPr>
            <p:cNvPr id="31" name="object 31"/>
            <p:cNvSpPr/>
            <p:nvPr/>
          </p:nvSpPr>
          <p:spPr>
            <a:xfrm>
              <a:off x="7543800" y="9525000"/>
              <a:ext cx="1041400" cy="1041400"/>
            </a:xfrm>
            <a:custGeom>
              <a:avLst/>
              <a:gdLst/>
              <a:ahLst/>
              <a:cxnLst/>
              <a:rect l="l" t="t" r="r" b="b"/>
              <a:pathLst>
                <a:path w="1041400" h="1041400">
                  <a:moveTo>
                    <a:pt x="520700" y="0"/>
                  </a:moveTo>
                  <a:lnTo>
                    <a:pt x="473305" y="2127"/>
                  </a:lnTo>
                  <a:lnTo>
                    <a:pt x="427103" y="8389"/>
                  </a:lnTo>
                  <a:lnTo>
                    <a:pt x="382277" y="18599"/>
                  </a:lnTo>
                  <a:lnTo>
                    <a:pt x="339010" y="32576"/>
                  </a:lnTo>
                  <a:lnTo>
                    <a:pt x="297487" y="50134"/>
                  </a:lnTo>
                  <a:lnTo>
                    <a:pt x="257892" y="71090"/>
                  </a:lnTo>
                  <a:lnTo>
                    <a:pt x="220408" y="95261"/>
                  </a:lnTo>
                  <a:lnTo>
                    <a:pt x="185219" y="122462"/>
                  </a:lnTo>
                  <a:lnTo>
                    <a:pt x="152509" y="152509"/>
                  </a:lnTo>
                  <a:lnTo>
                    <a:pt x="122462" y="185219"/>
                  </a:lnTo>
                  <a:lnTo>
                    <a:pt x="95261" y="220408"/>
                  </a:lnTo>
                  <a:lnTo>
                    <a:pt x="71090" y="257892"/>
                  </a:lnTo>
                  <a:lnTo>
                    <a:pt x="50134" y="297487"/>
                  </a:lnTo>
                  <a:lnTo>
                    <a:pt x="32576" y="339010"/>
                  </a:lnTo>
                  <a:lnTo>
                    <a:pt x="18599" y="382277"/>
                  </a:lnTo>
                  <a:lnTo>
                    <a:pt x="8389" y="427103"/>
                  </a:lnTo>
                  <a:lnTo>
                    <a:pt x="2127" y="473305"/>
                  </a:lnTo>
                  <a:lnTo>
                    <a:pt x="0" y="520700"/>
                  </a:lnTo>
                  <a:lnTo>
                    <a:pt x="2127" y="568094"/>
                  </a:lnTo>
                  <a:lnTo>
                    <a:pt x="8389" y="614296"/>
                  </a:lnTo>
                  <a:lnTo>
                    <a:pt x="18599" y="659122"/>
                  </a:lnTo>
                  <a:lnTo>
                    <a:pt x="32576" y="702389"/>
                  </a:lnTo>
                  <a:lnTo>
                    <a:pt x="50134" y="743912"/>
                  </a:lnTo>
                  <a:lnTo>
                    <a:pt x="71090" y="783507"/>
                  </a:lnTo>
                  <a:lnTo>
                    <a:pt x="95261" y="820991"/>
                  </a:lnTo>
                  <a:lnTo>
                    <a:pt x="122462" y="856180"/>
                  </a:lnTo>
                  <a:lnTo>
                    <a:pt x="152509" y="888890"/>
                  </a:lnTo>
                  <a:lnTo>
                    <a:pt x="185219" y="918937"/>
                  </a:lnTo>
                  <a:lnTo>
                    <a:pt x="220408" y="946138"/>
                  </a:lnTo>
                  <a:lnTo>
                    <a:pt x="257892" y="970309"/>
                  </a:lnTo>
                  <a:lnTo>
                    <a:pt x="297487" y="991265"/>
                  </a:lnTo>
                  <a:lnTo>
                    <a:pt x="339010" y="1008823"/>
                  </a:lnTo>
                  <a:lnTo>
                    <a:pt x="382277" y="1022800"/>
                  </a:lnTo>
                  <a:lnTo>
                    <a:pt x="427103" y="1033010"/>
                  </a:lnTo>
                  <a:lnTo>
                    <a:pt x="473305" y="1039272"/>
                  </a:lnTo>
                  <a:lnTo>
                    <a:pt x="520700" y="1041400"/>
                  </a:lnTo>
                  <a:lnTo>
                    <a:pt x="568094" y="1039272"/>
                  </a:lnTo>
                  <a:lnTo>
                    <a:pt x="614296" y="1033010"/>
                  </a:lnTo>
                  <a:lnTo>
                    <a:pt x="659122" y="1022800"/>
                  </a:lnTo>
                  <a:lnTo>
                    <a:pt x="702389" y="1008823"/>
                  </a:lnTo>
                  <a:lnTo>
                    <a:pt x="743912" y="991265"/>
                  </a:lnTo>
                  <a:lnTo>
                    <a:pt x="783507" y="970309"/>
                  </a:lnTo>
                  <a:lnTo>
                    <a:pt x="820991" y="946138"/>
                  </a:lnTo>
                  <a:lnTo>
                    <a:pt x="856180" y="918937"/>
                  </a:lnTo>
                  <a:lnTo>
                    <a:pt x="888890" y="888890"/>
                  </a:lnTo>
                  <a:lnTo>
                    <a:pt x="918937" y="856180"/>
                  </a:lnTo>
                  <a:lnTo>
                    <a:pt x="946138" y="820991"/>
                  </a:lnTo>
                  <a:lnTo>
                    <a:pt x="970309" y="783507"/>
                  </a:lnTo>
                  <a:lnTo>
                    <a:pt x="991265" y="743912"/>
                  </a:lnTo>
                  <a:lnTo>
                    <a:pt x="1008823" y="702389"/>
                  </a:lnTo>
                  <a:lnTo>
                    <a:pt x="1022800" y="659122"/>
                  </a:lnTo>
                  <a:lnTo>
                    <a:pt x="1033010" y="614296"/>
                  </a:lnTo>
                  <a:lnTo>
                    <a:pt x="1039272" y="568094"/>
                  </a:lnTo>
                  <a:lnTo>
                    <a:pt x="1041400" y="520700"/>
                  </a:lnTo>
                  <a:lnTo>
                    <a:pt x="1039272" y="473305"/>
                  </a:lnTo>
                  <a:lnTo>
                    <a:pt x="1033010" y="427103"/>
                  </a:lnTo>
                  <a:lnTo>
                    <a:pt x="1022800" y="382277"/>
                  </a:lnTo>
                  <a:lnTo>
                    <a:pt x="1008823" y="339010"/>
                  </a:lnTo>
                  <a:lnTo>
                    <a:pt x="991265" y="297487"/>
                  </a:lnTo>
                  <a:lnTo>
                    <a:pt x="970309" y="257892"/>
                  </a:lnTo>
                  <a:lnTo>
                    <a:pt x="946138" y="220408"/>
                  </a:lnTo>
                  <a:lnTo>
                    <a:pt x="918937" y="185219"/>
                  </a:lnTo>
                  <a:lnTo>
                    <a:pt x="888890" y="152509"/>
                  </a:lnTo>
                  <a:lnTo>
                    <a:pt x="856180" y="122462"/>
                  </a:lnTo>
                  <a:lnTo>
                    <a:pt x="820991" y="95261"/>
                  </a:lnTo>
                  <a:lnTo>
                    <a:pt x="783507" y="71090"/>
                  </a:lnTo>
                  <a:lnTo>
                    <a:pt x="743912" y="50134"/>
                  </a:lnTo>
                  <a:lnTo>
                    <a:pt x="702389" y="32576"/>
                  </a:lnTo>
                  <a:lnTo>
                    <a:pt x="659122" y="18599"/>
                  </a:lnTo>
                  <a:lnTo>
                    <a:pt x="614296" y="8389"/>
                  </a:lnTo>
                  <a:lnTo>
                    <a:pt x="568094" y="2127"/>
                  </a:lnTo>
                  <a:lnTo>
                    <a:pt x="520700" y="0"/>
                  </a:lnTo>
                  <a:close/>
                </a:path>
              </a:pathLst>
            </a:custGeom>
            <a:solidFill>
              <a:srgbClr val="3068E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2" name="object 32"/>
            <p:cNvSpPr/>
            <p:nvPr/>
          </p:nvSpPr>
          <p:spPr>
            <a:xfrm>
              <a:off x="7543800" y="9525000"/>
              <a:ext cx="1041400" cy="1041400"/>
            </a:xfrm>
            <a:custGeom>
              <a:avLst/>
              <a:gdLst/>
              <a:ahLst/>
              <a:cxnLst/>
              <a:rect l="l" t="t" r="r" b="b"/>
              <a:pathLst>
                <a:path w="1041400" h="1041400">
                  <a:moveTo>
                    <a:pt x="520700" y="1041400"/>
                  </a:moveTo>
                  <a:lnTo>
                    <a:pt x="568094" y="1039272"/>
                  </a:lnTo>
                  <a:lnTo>
                    <a:pt x="614296" y="1033010"/>
                  </a:lnTo>
                  <a:lnTo>
                    <a:pt x="659122" y="1022800"/>
                  </a:lnTo>
                  <a:lnTo>
                    <a:pt x="702389" y="1008823"/>
                  </a:lnTo>
                  <a:lnTo>
                    <a:pt x="743911" y="991265"/>
                  </a:lnTo>
                  <a:lnTo>
                    <a:pt x="783507" y="970309"/>
                  </a:lnTo>
                  <a:lnTo>
                    <a:pt x="820991" y="946138"/>
                  </a:lnTo>
                  <a:lnTo>
                    <a:pt x="856180" y="918937"/>
                  </a:lnTo>
                  <a:lnTo>
                    <a:pt x="888890" y="888890"/>
                  </a:lnTo>
                  <a:lnTo>
                    <a:pt x="918937" y="856180"/>
                  </a:lnTo>
                  <a:lnTo>
                    <a:pt x="946138" y="820991"/>
                  </a:lnTo>
                  <a:lnTo>
                    <a:pt x="970309" y="783507"/>
                  </a:lnTo>
                  <a:lnTo>
                    <a:pt x="991265" y="743911"/>
                  </a:lnTo>
                  <a:lnTo>
                    <a:pt x="1008823" y="702389"/>
                  </a:lnTo>
                  <a:lnTo>
                    <a:pt x="1022800" y="659122"/>
                  </a:lnTo>
                  <a:lnTo>
                    <a:pt x="1033010" y="614296"/>
                  </a:lnTo>
                  <a:lnTo>
                    <a:pt x="1039272" y="568094"/>
                  </a:lnTo>
                  <a:lnTo>
                    <a:pt x="1041400" y="520700"/>
                  </a:lnTo>
                  <a:lnTo>
                    <a:pt x="1039272" y="473305"/>
                  </a:lnTo>
                  <a:lnTo>
                    <a:pt x="1033010" y="427103"/>
                  </a:lnTo>
                  <a:lnTo>
                    <a:pt x="1022800" y="382277"/>
                  </a:lnTo>
                  <a:lnTo>
                    <a:pt x="1008823" y="339010"/>
                  </a:lnTo>
                  <a:lnTo>
                    <a:pt x="991265" y="297488"/>
                  </a:lnTo>
                  <a:lnTo>
                    <a:pt x="970309" y="257892"/>
                  </a:lnTo>
                  <a:lnTo>
                    <a:pt x="946138" y="220408"/>
                  </a:lnTo>
                  <a:lnTo>
                    <a:pt x="918937" y="185219"/>
                  </a:lnTo>
                  <a:lnTo>
                    <a:pt x="888890" y="152509"/>
                  </a:lnTo>
                  <a:lnTo>
                    <a:pt x="856180" y="122462"/>
                  </a:lnTo>
                  <a:lnTo>
                    <a:pt x="820991" y="95261"/>
                  </a:lnTo>
                  <a:lnTo>
                    <a:pt x="783507" y="71090"/>
                  </a:lnTo>
                  <a:lnTo>
                    <a:pt x="743911" y="50134"/>
                  </a:lnTo>
                  <a:lnTo>
                    <a:pt x="702389" y="32576"/>
                  </a:lnTo>
                  <a:lnTo>
                    <a:pt x="659122" y="18599"/>
                  </a:lnTo>
                  <a:lnTo>
                    <a:pt x="614296" y="8389"/>
                  </a:lnTo>
                  <a:lnTo>
                    <a:pt x="568094" y="2127"/>
                  </a:lnTo>
                  <a:lnTo>
                    <a:pt x="520700" y="0"/>
                  </a:lnTo>
                  <a:lnTo>
                    <a:pt x="473305" y="2127"/>
                  </a:lnTo>
                  <a:lnTo>
                    <a:pt x="427103" y="8389"/>
                  </a:lnTo>
                  <a:lnTo>
                    <a:pt x="382277" y="18599"/>
                  </a:lnTo>
                  <a:lnTo>
                    <a:pt x="339010" y="32576"/>
                  </a:lnTo>
                  <a:lnTo>
                    <a:pt x="297488" y="50134"/>
                  </a:lnTo>
                  <a:lnTo>
                    <a:pt x="257892" y="71090"/>
                  </a:lnTo>
                  <a:lnTo>
                    <a:pt x="220408" y="95261"/>
                  </a:lnTo>
                  <a:lnTo>
                    <a:pt x="185219" y="122462"/>
                  </a:lnTo>
                  <a:lnTo>
                    <a:pt x="152509" y="152509"/>
                  </a:lnTo>
                  <a:lnTo>
                    <a:pt x="122462" y="185219"/>
                  </a:lnTo>
                  <a:lnTo>
                    <a:pt x="95261" y="220408"/>
                  </a:lnTo>
                  <a:lnTo>
                    <a:pt x="71090" y="257892"/>
                  </a:lnTo>
                  <a:lnTo>
                    <a:pt x="50134" y="297488"/>
                  </a:lnTo>
                  <a:lnTo>
                    <a:pt x="32576" y="339010"/>
                  </a:lnTo>
                  <a:lnTo>
                    <a:pt x="18599" y="382277"/>
                  </a:lnTo>
                  <a:lnTo>
                    <a:pt x="8389" y="427103"/>
                  </a:lnTo>
                  <a:lnTo>
                    <a:pt x="2127" y="473305"/>
                  </a:lnTo>
                  <a:lnTo>
                    <a:pt x="0" y="520700"/>
                  </a:lnTo>
                  <a:lnTo>
                    <a:pt x="2127" y="568094"/>
                  </a:lnTo>
                  <a:lnTo>
                    <a:pt x="8389" y="614296"/>
                  </a:lnTo>
                  <a:lnTo>
                    <a:pt x="18599" y="659122"/>
                  </a:lnTo>
                  <a:lnTo>
                    <a:pt x="32576" y="702389"/>
                  </a:lnTo>
                  <a:lnTo>
                    <a:pt x="50134" y="743911"/>
                  </a:lnTo>
                  <a:lnTo>
                    <a:pt x="71090" y="783507"/>
                  </a:lnTo>
                  <a:lnTo>
                    <a:pt x="95261" y="820991"/>
                  </a:lnTo>
                  <a:lnTo>
                    <a:pt x="122462" y="856180"/>
                  </a:lnTo>
                  <a:lnTo>
                    <a:pt x="152509" y="888890"/>
                  </a:lnTo>
                  <a:lnTo>
                    <a:pt x="185219" y="918937"/>
                  </a:lnTo>
                  <a:lnTo>
                    <a:pt x="220408" y="946138"/>
                  </a:lnTo>
                  <a:lnTo>
                    <a:pt x="257892" y="970309"/>
                  </a:lnTo>
                  <a:lnTo>
                    <a:pt x="297488" y="991265"/>
                  </a:lnTo>
                  <a:lnTo>
                    <a:pt x="339010" y="1008823"/>
                  </a:lnTo>
                  <a:lnTo>
                    <a:pt x="382277" y="1022800"/>
                  </a:lnTo>
                  <a:lnTo>
                    <a:pt x="427103" y="1033010"/>
                  </a:lnTo>
                  <a:lnTo>
                    <a:pt x="473305" y="1039272"/>
                  </a:lnTo>
                  <a:lnTo>
                    <a:pt x="520700" y="1041400"/>
                  </a:lnTo>
                  <a:close/>
                </a:path>
              </a:pathLst>
            </a:custGeom>
            <a:ln w="381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 name="object 33"/>
            <p:cNvSpPr/>
            <p:nvPr/>
          </p:nvSpPr>
          <p:spPr>
            <a:xfrm>
              <a:off x="5232400" y="9525000"/>
              <a:ext cx="1041400" cy="1041400"/>
            </a:xfrm>
            <a:custGeom>
              <a:avLst/>
              <a:gdLst/>
              <a:ahLst/>
              <a:cxnLst/>
              <a:rect l="l" t="t" r="r" b="b"/>
              <a:pathLst>
                <a:path w="1041400" h="1041400">
                  <a:moveTo>
                    <a:pt x="520700" y="0"/>
                  </a:moveTo>
                  <a:lnTo>
                    <a:pt x="473305" y="2127"/>
                  </a:lnTo>
                  <a:lnTo>
                    <a:pt x="427103" y="8389"/>
                  </a:lnTo>
                  <a:lnTo>
                    <a:pt x="382277" y="18599"/>
                  </a:lnTo>
                  <a:lnTo>
                    <a:pt x="339010" y="32576"/>
                  </a:lnTo>
                  <a:lnTo>
                    <a:pt x="297487" y="50134"/>
                  </a:lnTo>
                  <a:lnTo>
                    <a:pt x="257892" y="71090"/>
                  </a:lnTo>
                  <a:lnTo>
                    <a:pt x="220408" y="95261"/>
                  </a:lnTo>
                  <a:lnTo>
                    <a:pt x="185219" y="122462"/>
                  </a:lnTo>
                  <a:lnTo>
                    <a:pt x="152509" y="152509"/>
                  </a:lnTo>
                  <a:lnTo>
                    <a:pt x="122462" y="185219"/>
                  </a:lnTo>
                  <a:lnTo>
                    <a:pt x="95261" y="220408"/>
                  </a:lnTo>
                  <a:lnTo>
                    <a:pt x="71090" y="257892"/>
                  </a:lnTo>
                  <a:lnTo>
                    <a:pt x="50134" y="297487"/>
                  </a:lnTo>
                  <a:lnTo>
                    <a:pt x="32576" y="339010"/>
                  </a:lnTo>
                  <a:lnTo>
                    <a:pt x="18599" y="382277"/>
                  </a:lnTo>
                  <a:lnTo>
                    <a:pt x="8389" y="427103"/>
                  </a:lnTo>
                  <a:lnTo>
                    <a:pt x="2127" y="473305"/>
                  </a:lnTo>
                  <a:lnTo>
                    <a:pt x="0" y="520700"/>
                  </a:lnTo>
                  <a:lnTo>
                    <a:pt x="2127" y="568094"/>
                  </a:lnTo>
                  <a:lnTo>
                    <a:pt x="8389" y="614296"/>
                  </a:lnTo>
                  <a:lnTo>
                    <a:pt x="18599" y="659122"/>
                  </a:lnTo>
                  <a:lnTo>
                    <a:pt x="32576" y="702389"/>
                  </a:lnTo>
                  <a:lnTo>
                    <a:pt x="50134" y="743912"/>
                  </a:lnTo>
                  <a:lnTo>
                    <a:pt x="71090" y="783507"/>
                  </a:lnTo>
                  <a:lnTo>
                    <a:pt x="95261" y="820991"/>
                  </a:lnTo>
                  <a:lnTo>
                    <a:pt x="122462" y="856180"/>
                  </a:lnTo>
                  <a:lnTo>
                    <a:pt x="152509" y="888890"/>
                  </a:lnTo>
                  <a:lnTo>
                    <a:pt x="185219" y="918937"/>
                  </a:lnTo>
                  <a:lnTo>
                    <a:pt x="220408" y="946138"/>
                  </a:lnTo>
                  <a:lnTo>
                    <a:pt x="257892" y="970309"/>
                  </a:lnTo>
                  <a:lnTo>
                    <a:pt x="297487" y="991265"/>
                  </a:lnTo>
                  <a:lnTo>
                    <a:pt x="339010" y="1008823"/>
                  </a:lnTo>
                  <a:lnTo>
                    <a:pt x="382277" y="1022800"/>
                  </a:lnTo>
                  <a:lnTo>
                    <a:pt x="427103" y="1033010"/>
                  </a:lnTo>
                  <a:lnTo>
                    <a:pt x="473305" y="1039272"/>
                  </a:lnTo>
                  <a:lnTo>
                    <a:pt x="520700" y="1041400"/>
                  </a:lnTo>
                  <a:lnTo>
                    <a:pt x="568094" y="1039272"/>
                  </a:lnTo>
                  <a:lnTo>
                    <a:pt x="614296" y="1033010"/>
                  </a:lnTo>
                  <a:lnTo>
                    <a:pt x="659122" y="1022800"/>
                  </a:lnTo>
                  <a:lnTo>
                    <a:pt x="702389" y="1008823"/>
                  </a:lnTo>
                  <a:lnTo>
                    <a:pt x="743912" y="991265"/>
                  </a:lnTo>
                  <a:lnTo>
                    <a:pt x="783507" y="970309"/>
                  </a:lnTo>
                  <a:lnTo>
                    <a:pt x="820991" y="946138"/>
                  </a:lnTo>
                  <a:lnTo>
                    <a:pt x="856180" y="918937"/>
                  </a:lnTo>
                  <a:lnTo>
                    <a:pt x="888890" y="888890"/>
                  </a:lnTo>
                  <a:lnTo>
                    <a:pt x="918937" y="856180"/>
                  </a:lnTo>
                  <a:lnTo>
                    <a:pt x="946138" y="820991"/>
                  </a:lnTo>
                  <a:lnTo>
                    <a:pt x="970309" y="783507"/>
                  </a:lnTo>
                  <a:lnTo>
                    <a:pt x="991265" y="743912"/>
                  </a:lnTo>
                  <a:lnTo>
                    <a:pt x="1008823" y="702389"/>
                  </a:lnTo>
                  <a:lnTo>
                    <a:pt x="1022800" y="659122"/>
                  </a:lnTo>
                  <a:lnTo>
                    <a:pt x="1033010" y="614296"/>
                  </a:lnTo>
                  <a:lnTo>
                    <a:pt x="1039272" y="568094"/>
                  </a:lnTo>
                  <a:lnTo>
                    <a:pt x="1041400" y="520700"/>
                  </a:lnTo>
                  <a:lnTo>
                    <a:pt x="1039272" y="473305"/>
                  </a:lnTo>
                  <a:lnTo>
                    <a:pt x="1033010" y="427103"/>
                  </a:lnTo>
                  <a:lnTo>
                    <a:pt x="1022800" y="382277"/>
                  </a:lnTo>
                  <a:lnTo>
                    <a:pt x="1008823" y="339010"/>
                  </a:lnTo>
                  <a:lnTo>
                    <a:pt x="991265" y="297487"/>
                  </a:lnTo>
                  <a:lnTo>
                    <a:pt x="970309" y="257892"/>
                  </a:lnTo>
                  <a:lnTo>
                    <a:pt x="946138" y="220408"/>
                  </a:lnTo>
                  <a:lnTo>
                    <a:pt x="918937" y="185219"/>
                  </a:lnTo>
                  <a:lnTo>
                    <a:pt x="888890" y="152509"/>
                  </a:lnTo>
                  <a:lnTo>
                    <a:pt x="856180" y="122462"/>
                  </a:lnTo>
                  <a:lnTo>
                    <a:pt x="820991" y="95261"/>
                  </a:lnTo>
                  <a:lnTo>
                    <a:pt x="783507" y="71090"/>
                  </a:lnTo>
                  <a:lnTo>
                    <a:pt x="743912" y="50134"/>
                  </a:lnTo>
                  <a:lnTo>
                    <a:pt x="702389" y="32576"/>
                  </a:lnTo>
                  <a:lnTo>
                    <a:pt x="659122" y="18599"/>
                  </a:lnTo>
                  <a:lnTo>
                    <a:pt x="614296" y="8389"/>
                  </a:lnTo>
                  <a:lnTo>
                    <a:pt x="568094" y="2127"/>
                  </a:lnTo>
                  <a:lnTo>
                    <a:pt x="520700" y="0"/>
                  </a:lnTo>
                  <a:close/>
                </a:path>
              </a:pathLst>
            </a:custGeom>
            <a:solidFill>
              <a:srgbClr val="3068E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4" name="object 34"/>
            <p:cNvSpPr/>
            <p:nvPr/>
          </p:nvSpPr>
          <p:spPr>
            <a:xfrm>
              <a:off x="5232400" y="9525000"/>
              <a:ext cx="1041400" cy="1041400"/>
            </a:xfrm>
            <a:custGeom>
              <a:avLst/>
              <a:gdLst/>
              <a:ahLst/>
              <a:cxnLst/>
              <a:rect l="l" t="t" r="r" b="b"/>
              <a:pathLst>
                <a:path w="1041400" h="1041400">
                  <a:moveTo>
                    <a:pt x="520700" y="1041400"/>
                  </a:moveTo>
                  <a:lnTo>
                    <a:pt x="568094" y="1039272"/>
                  </a:lnTo>
                  <a:lnTo>
                    <a:pt x="614296" y="1033010"/>
                  </a:lnTo>
                  <a:lnTo>
                    <a:pt x="659122" y="1022800"/>
                  </a:lnTo>
                  <a:lnTo>
                    <a:pt x="702389" y="1008823"/>
                  </a:lnTo>
                  <a:lnTo>
                    <a:pt x="743911" y="991265"/>
                  </a:lnTo>
                  <a:lnTo>
                    <a:pt x="783507" y="970309"/>
                  </a:lnTo>
                  <a:lnTo>
                    <a:pt x="820991" y="946138"/>
                  </a:lnTo>
                  <a:lnTo>
                    <a:pt x="856180" y="918937"/>
                  </a:lnTo>
                  <a:lnTo>
                    <a:pt x="888890" y="888890"/>
                  </a:lnTo>
                  <a:lnTo>
                    <a:pt x="918937" y="856180"/>
                  </a:lnTo>
                  <a:lnTo>
                    <a:pt x="946138" y="820991"/>
                  </a:lnTo>
                  <a:lnTo>
                    <a:pt x="970309" y="783507"/>
                  </a:lnTo>
                  <a:lnTo>
                    <a:pt x="991265" y="743911"/>
                  </a:lnTo>
                  <a:lnTo>
                    <a:pt x="1008823" y="702389"/>
                  </a:lnTo>
                  <a:lnTo>
                    <a:pt x="1022800" y="659122"/>
                  </a:lnTo>
                  <a:lnTo>
                    <a:pt x="1033010" y="614296"/>
                  </a:lnTo>
                  <a:lnTo>
                    <a:pt x="1039272" y="568094"/>
                  </a:lnTo>
                  <a:lnTo>
                    <a:pt x="1041400" y="520700"/>
                  </a:lnTo>
                  <a:lnTo>
                    <a:pt x="1039272" y="473305"/>
                  </a:lnTo>
                  <a:lnTo>
                    <a:pt x="1033010" y="427103"/>
                  </a:lnTo>
                  <a:lnTo>
                    <a:pt x="1022800" y="382277"/>
                  </a:lnTo>
                  <a:lnTo>
                    <a:pt x="1008823" y="339010"/>
                  </a:lnTo>
                  <a:lnTo>
                    <a:pt x="991265" y="297488"/>
                  </a:lnTo>
                  <a:lnTo>
                    <a:pt x="970309" y="257892"/>
                  </a:lnTo>
                  <a:lnTo>
                    <a:pt x="946138" y="220408"/>
                  </a:lnTo>
                  <a:lnTo>
                    <a:pt x="918937" y="185219"/>
                  </a:lnTo>
                  <a:lnTo>
                    <a:pt x="888890" y="152509"/>
                  </a:lnTo>
                  <a:lnTo>
                    <a:pt x="856180" y="122462"/>
                  </a:lnTo>
                  <a:lnTo>
                    <a:pt x="820991" y="95261"/>
                  </a:lnTo>
                  <a:lnTo>
                    <a:pt x="783507" y="71090"/>
                  </a:lnTo>
                  <a:lnTo>
                    <a:pt x="743911" y="50134"/>
                  </a:lnTo>
                  <a:lnTo>
                    <a:pt x="702389" y="32576"/>
                  </a:lnTo>
                  <a:lnTo>
                    <a:pt x="659122" y="18599"/>
                  </a:lnTo>
                  <a:lnTo>
                    <a:pt x="614296" y="8389"/>
                  </a:lnTo>
                  <a:lnTo>
                    <a:pt x="568094" y="2127"/>
                  </a:lnTo>
                  <a:lnTo>
                    <a:pt x="520700" y="0"/>
                  </a:lnTo>
                  <a:lnTo>
                    <a:pt x="473305" y="2127"/>
                  </a:lnTo>
                  <a:lnTo>
                    <a:pt x="427103" y="8389"/>
                  </a:lnTo>
                  <a:lnTo>
                    <a:pt x="382277" y="18599"/>
                  </a:lnTo>
                  <a:lnTo>
                    <a:pt x="339010" y="32576"/>
                  </a:lnTo>
                  <a:lnTo>
                    <a:pt x="297488" y="50134"/>
                  </a:lnTo>
                  <a:lnTo>
                    <a:pt x="257892" y="71090"/>
                  </a:lnTo>
                  <a:lnTo>
                    <a:pt x="220408" y="95261"/>
                  </a:lnTo>
                  <a:lnTo>
                    <a:pt x="185219" y="122462"/>
                  </a:lnTo>
                  <a:lnTo>
                    <a:pt x="152509" y="152509"/>
                  </a:lnTo>
                  <a:lnTo>
                    <a:pt x="122462" y="185219"/>
                  </a:lnTo>
                  <a:lnTo>
                    <a:pt x="95261" y="220408"/>
                  </a:lnTo>
                  <a:lnTo>
                    <a:pt x="71090" y="257892"/>
                  </a:lnTo>
                  <a:lnTo>
                    <a:pt x="50134" y="297488"/>
                  </a:lnTo>
                  <a:lnTo>
                    <a:pt x="32576" y="339010"/>
                  </a:lnTo>
                  <a:lnTo>
                    <a:pt x="18599" y="382277"/>
                  </a:lnTo>
                  <a:lnTo>
                    <a:pt x="8389" y="427103"/>
                  </a:lnTo>
                  <a:lnTo>
                    <a:pt x="2127" y="473305"/>
                  </a:lnTo>
                  <a:lnTo>
                    <a:pt x="0" y="520700"/>
                  </a:lnTo>
                  <a:lnTo>
                    <a:pt x="2127" y="568094"/>
                  </a:lnTo>
                  <a:lnTo>
                    <a:pt x="8389" y="614296"/>
                  </a:lnTo>
                  <a:lnTo>
                    <a:pt x="18599" y="659122"/>
                  </a:lnTo>
                  <a:lnTo>
                    <a:pt x="32576" y="702389"/>
                  </a:lnTo>
                  <a:lnTo>
                    <a:pt x="50134" y="743911"/>
                  </a:lnTo>
                  <a:lnTo>
                    <a:pt x="71090" y="783507"/>
                  </a:lnTo>
                  <a:lnTo>
                    <a:pt x="95261" y="820991"/>
                  </a:lnTo>
                  <a:lnTo>
                    <a:pt x="122462" y="856180"/>
                  </a:lnTo>
                  <a:lnTo>
                    <a:pt x="152509" y="888890"/>
                  </a:lnTo>
                  <a:lnTo>
                    <a:pt x="185219" y="918937"/>
                  </a:lnTo>
                  <a:lnTo>
                    <a:pt x="220408" y="946138"/>
                  </a:lnTo>
                  <a:lnTo>
                    <a:pt x="257892" y="970309"/>
                  </a:lnTo>
                  <a:lnTo>
                    <a:pt x="297488" y="991265"/>
                  </a:lnTo>
                  <a:lnTo>
                    <a:pt x="339010" y="1008823"/>
                  </a:lnTo>
                  <a:lnTo>
                    <a:pt x="382277" y="1022800"/>
                  </a:lnTo>
                  <a:lnTo>
                    <a:pt x="427103" y="1033010"/>
                  </a:lnTo>
                  <a:lnTo>
                    <a:pt x="473305" y="1039272"/>
                  </a:lnTo>
                  <a:lnTo>
                    <a:pt x="520700" y="1041400"/>
                  </a:lnTo>
                  <a:close/>
                </a:path>
              </a:pathLst>
            </a:custGeom>
            <a:ln w="381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 name="object 35"/>
            <p:cNvSpPr/>
            <p:nvPr/>
          </p:nvSpPr>
          <p:spPr>
            <a:xfrm>
              <a:off x="7543800" y="11849100"/>
              <a:ext cx="1041400" cy="1041400"/>
            </a:xfrm>
            <a:custGeom>
              <a:avLst/>
              <a:gdLst/>
              <a:ahLst/>
              <a:cxnLst/>
              <a:rect l="l" t="t" r="r" b="b"/>
              <a:pathLst>
                <a:path w="1041400" h="1041400">
                  <a:moveTo>
                    <a:pt x="520700" y="0"/>
                  </a:moveTo>
                  <a:lnTo>
                    <a:pt x="473305" y="2127"/>
                  </a:lnTo>
                  <a:lnTo>
                    <a:pt x="427103" y="8389"/>
                  </a:lnTo>
                  <a:lnTo>
                    <a:pt x="382277" y="18599"/>
                  </a:lnTo>
                  <a:lnTo>
                    <a:pt x="339010" y="32576"/>
                  </a:lnTo>
                  <a:lnTo>
                    <a:pt x="297487" y="50134"/>
                  </a:lnTo>
                  <a:lnTo>
                    <a:pt x="257892" y="71090"/>
                  </a:lnTo>
                  <a:lnTo>
                    <a:pt x="220408" y="95261"/>
                  </a:lnTo>
                  <a:lnTo>
                    <a:pt x="185219" y="122462"/>
                  </a:lnTo>
                  <a:lnTo>
                    <a:pt x="152509" y="152509"/>
                  </a:lnTo>
                  <a:lnTo>
                    <a:pt x="122462" y="185219"/>
                  </a:lnTo>
                  <a:lnTo>
                    <a:pt x="95261" y="220408"/>
                  </a:lnTo>
                  <a:lnTo>
                    <a:pt x="71090" y="257892"/>
                  </a:lnTo>
                  <a:lnTo>
                    <a:pt x="50134" y="297487"/>
                  </a:lnTo>
                  <a:lnTo>
                    <a:pt x="32576" y="339010"/>
                  </a:lnTo>
                  <a:lnTo>
                    <a:pt x="18599" y="382277"/>
                  </a:lnTo>
                  <a:lnTo>
                    <a:pt x="8389" y="427103"/>
                  </a:lnTo>
                  <a:lnTo>
                    <a:pt x="2127" y="473305"/>
                  </a:lnTo>
                  <a:lnTo>
                    <a:pt x="0" y="520700"/>
                  </a:lnTo>
                  <a:lnTo>
                    <a:pt x="2127" y="568094"/>
                  </a:lnTo>
                  <a:lnTo>
                    <a:pt x="8389" y="614296"/>
                  </a:lnTo>
                  <a:lnTo>
                    <a:pt x="18599" y="659122"/>
                  </a:lnTo>
                  <a:lnTo>
                    <a:pt x="32576" y="702389"/>
                  </a:lnTo>
                  <a:lnTo>
                    <a:pt x="50134" y="743912"/>
                  </a:lnTo>
                  <a:lnTo>
                    <a:pt x="71090" y="783507"/>
                  </a:lnTo>
                  <a:lnTo>
                    <a:pt x="95261" y="820991"/>
                  </a:lnTo>
                  <a:lnTo>
                    <a:pt x="122462" y="856180"/>
                  </a:lnTo>
                  <a:lnTo>
                    <a:pt x="152509" y="888890"/>
                  </a:lnTo>
                  <a:lnTo>
                    <a:pt x="185219" y="918937"/>
                  </a:lnTo>
                  <a:lnTo>
                    <a:pt x="220408" y="946138"/>
                  </a:lnTo>
                  <a:lnTo>
                    <a:pt x="257892" y="970309"/>
                  </a:lnTo>
                  <a:lnTo>
                    <a:pt x="297487" y="991265"/>
                  </a:lnTo>
                  <a:lnTo>
                    <a:pt x="339010" y="1008823"/>
                  </a:lnTo>
                  <a:lnTo>
                    <a:pt x="382277" y="1022800"/>
                  </a:lnTo>
                  <a:lnTo>
                    <a:pt x="427103" y="1033010"/>
                  </a:lnTo>
                  <a:lnTo>
                    <a:pt x="473305" y="1039272"/>
                  </a:lnTo>
                  <a:lnTo>
                    <a:pt x="520700" y="1041400"/>
                  </a:lnTo>
                  <a:lnTo>
                    <a:pt x="568094" y="1039272"/>
                  </a:lnTo>
                  <a:lnTo>
                    <a:pt x="614296" y="1033010"/>
                  </a:lnTo>
                  <a:lnTo>
                    <a:pt x="659122" y="1022800"/>
                  </a:lnTo>
                  <a:lnTo>
                    <a:pt x="702389" y="1008823"/>
                  </a:lnTo>
                  <a:lnTo>
                    <a:pt x="743912" y="991265"/>
                  </a:lnTo>
                  <a:lnTo>
                    <a:pt x="783507" y="970309"/>
                  </a:lnTo>
                  <a:lnTo>
                    <a:pt x="820991" y="946138"/>
                  </a:lnTo>
                  <a:lnTo>
                    <a:pt x="856180" y="918937"/>
                  </a:lnTo>
                  <a:lnTo>
                    <a:pt x="888890" y="888890"/>
                  </a:lnTo>
                  <a:lnTo>
                    <a:pt x="918937" y="856180"/>
                  </a:lnTo>
                  <a:lnTo>
                    <a:pt x="946138" y="820991"/>
                  </a:lnTo>
                  <a:lnTo>
                    <a:pt x="970309" y="783507"/>
                  </a:lnTo>
                  <a:lnTo>
                    <a:pt x="991265" y="743912"/>
                  </a:lnTo>
                  <a:lnTo>
                    <a:pt x="1008823" y="702389"/>
                  </a:lnTo>
                  <a:lnTo>
                    <a:pt x="1022800" y="659122"/>
                  </a:lnTo>
                  <a:lnTo>
                    <a:pt x="1033010" y="614296"/>
                  </a:lnTo>
                  <a:lnTo>
                    <a:pt x="1039272" y="568094"/>
                  </a:lnTo>
                  <a:lnTo>
                    <a:pt x="1041400" y="520700"/>
                  </a:lnTo>
                  <a:lnTo>
                    <a:pt x="1039272" y="473305"/>
                  </a:lnTo>
                  <a:lnTo>
                    <a:pt x="1033010" y="427103"/>
                  </a:lnTo>
                  <a:lnTo>
                    <a:pt x="1022800" y="382277"/>
                  </a:lnTo>
                  <a:lnTo>
                    <a:pt x="1008823" y="339010"/>
                  </a:lnTo>
                  <a:lnTo>
                    <a:pt x="991265" y="297487"/>
                  </a:lnTo>
                  <a:lnTo>
                    <a:pt x="970309" y="257892"/>
                  </a:lnTo>
                  <a:lnTo>
                    <a:pt x="946138" y="220408"/>
                  </a:lnTo>
                  <a:lnTo>
                    <a:pt x="918937" y="185219"/>
                  </a:lnTo>
                  <a:lnTo>
                    <a:pt x="888890" y="152509"/>
                  </a:lnTo>
                  <a:lnTo>
                    <a:pt x="856180" y="122462"/>
                  </a:lnTo>
                  <a:lnTo>
                    <a:pt x="820991" y="95261"/>
                  </a:lnTo>
                  <a:lnTo>
                    <a:pt x="783507" y="71090"/>
                  </a:lnTo>
                  <a:lnTo>
                    <a:pt x="743912" y="50134"/>
                  </a:lnTo>
                  <a:lnTo>
                    <a:pt x="702389" y="32576"/>
                  </a:lnTo>
                  <a:lnTo>
                    <a:pt x="659122" y="18599"/>
                  </a:lnTo>
                  <a:lnTo>
                    <a:pt x="614296" y="8389"/>
                  </a:lnTo>
                  <a:lnTo>
                    <a:pt x="568094" y="2127"/>
                  </a:lnTo>
                  <a:lnTo>
                    <a:pt x="520700" y="0"/>
                  </a:lnTo>
                  <a:close/>
                </a:path>
              </a:pathLst>
            </a:custGeom>
            <a:solidFill>
              <a:srgbClr val="3068E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6" name="object 36"/>
            <p:cNvSpPr/>
            <p:nvPr/>
          </p:nvSpPr>
          <p:spPr>
            <a:xfrm>
              <a:off x="7543800" y="11849100"/>
              <a:ext cx="1041400" cy="1041400"/>
            </a:xfrm>
            <a:custGeom>
              <a:avLst/>
              <a:gdLst/>
              <a:ahLst/>
              <a:cxnLst/>
              <a:rect l="l" t="t" r="r" b="b"/>
              <a:pathLst>
                <a:path w="1041400" h="1041400">
                  <a:moveTo>
                    <a:pt x="520700" y="1041400"/>
                  </a:moveTo>
                  <a:lnTo>
                    <a:pt x="568094" y="1039272"/>
                  </a:lnTo>
                  <a:lnTo>
                    <a:pt x="614296" y="1033010"/>
                  </a:lnTo>
                  <a:lnTo>
                    <a:pt x="659122" y="1022800"/>
                  </a:lnTo>
                  <a:lnTo>
                    <a:pt x="702389" y="1008823"/>
                  </a:lnTo>
                  <a:lnTo>
                    <a:pt x="743911" y="991265"/>
                  </a:lnTo>
                  <a:lnTo>
                    <a:pt x="783507" y="970309"/>
                  </a:lnTo>
                  <a:lnTo>
                    <a:pt x="820991" y="946138"/>
                  </a:lnTo>
                  <a:lnTo>
                    <a:pt x="856180" y="918937"/>
                  </a:lnTo>
                  <a:lnTo>
                    <a:pt x="888890" y="888890"/>
                  </a:lnTo>
                  <a:lnTo>
                    <a:pt x="918937" y="856180"/>
                  </a:lnTo>
                  <a:lnTo>
                    <a:pt x="946138" y="820991"/>
                  </a:lnTo>
                  <a:lnTo>
                    <a:pt x="970309" y="783507"/>
                  </a:lnTo>
                  <a:lnTo>
                    <a:pt x="991265" y="743911"/>
                  </a:lnTo>
                  <a:lnTo>
                    <a:pt x="1008823" y="702389"/>
                  </a:lnTo>
                  <a:lnTo>
                    <a:pt x="1022800" y="659122"/>
                  </a:lnTo>
                  <a:lnTo>
                    <a:pt x="1033010" y="614296"/>
                  </a:lnTo>
                  <a:lnTo>
                    <a:pt x="1039272" y="568094"/>
                  </a:lnTo>
                  <a:lnTo>
                    <a:pt x="1041400" y="520700"/>
                  </a:lnTo>
                  <a:lnTo>
                    <a:pt x="1039272" y="473305"/>
                  </a:lnTo>
                  <a:lnTo>
                    <a:pt x="1033010" y="427103"/>
                  </a:lnTo>
                  <a:lnTo>
                    <a:pt x="1022800" y="382277"/>
                  </a:lnTo>
                  <a:lnTo>
                    <a:pt x="1008823" y="339010"/>
                  </a:lnTo>
                  <a:lnTo>
                    <a:pt x="991265" y="297488"/>
                  </a:lnTo>
                  <a:lnTo>
                    <a:pt x="970309" y="257892"/>
                  </a:lnTo>
                  <a:lnTo>
                    <a:pt x="946138" y="220408"/>
                  </a:lnTo>
                  <a:lnTo>
                    <a:pt x="918937" y="185219"/>
                  </a:lnTo>
                  <a:lnTo>
                    <a:pt x="888890" y="152509"/>
                  </a:lnTo>
                  <a:lnTo>
                    <a:pt x="856180" y="122462"/>
                  </a:lnTo>
                  <a:lnTo>
                    <a:pt x="820991" y="95261"/>
                  </a:lnTo>
                  <a:lnTo>
                    <a:pt x="783507" y="71090"/>
                  </a:lnTo>
                  <a:lnTo>
                    <a:pt x="743911" y="50134"/>
                  </a:lnTo>
                  <a:lnTo>
                    <a:pt x="702389" y="32576"/>
                  </a:lnTo>
                  <a:lnTo>
                    <a:pt x="659122" y="18599"/>
                  </a:lnTo>
                  <a:lnTo>
                    <a:pt x="614296" y="8389"/>
                  </a:lnTo>
                  <a:lnTo>
                    <a:pt x="568094" y="2127"/>
                  </a:lnTo>
                  <a:lnTo>
                    <a:pt x="520700" y="0"/>
                  </a:lnTo>
                  <a:lnTo>
                    <a:pt x="473305" y="2127"/>
                  </a:lnTo>
                  <a:lnTo>
                    <a:pt x="427103" y="8389"/>
                  </a:lnTo>
                  <a:lnTo>
                    <a:pt x="382277" y="18599"/>
                  </a:lnTo>
                  <a:lnTo>
                    <a:pt x="339010" y="32576"/>
                  </a:lnTo>
                  <a:lnTo>
                    <a:pt x="297488" y="50134"/>
                  </a:lnTo>
                  <a:lnTo>
                    <a:pt x="257892" y="71090"/>
                  </a:lnTo>
                  <a:lnTo>
                    <a:pt x="220408" y="95261"/>
                  </a:lnTo>
                  <a:lnTo>
                    <a:pt x="185219" y="122462"/>
                  </a:lnTo>
                  <a:lnTo>
                    <a:pt x="152509" y="152509"/>
                  </a:lnTo>
                  <a:lnTo>
                    <a:pt x="122462" y="185219"/>
                  </a:lnTo>
                  <a:lnTo>
                    <a:pt x="95261" y="220408"/>
                  </a:lnTo>
                  <a:lnTo>
                    <a:pt x="71090" y="257892"/>
                  </a:lnTo>
                  <a:lnTo>
                    <a:pt x="50134" y="297488"/>
                  </a:lnTo>
                  <a:lnTo>
                    <a:pt x="32576" y="339010"/>
                  </a:lnTo>
                  <a:lnTo>
                    <a:pt x="18599" y="382277"/>
                  </a:lnTo>
                  <a:lnTo>
                    <a:pt x="8389" y="427103"/>
                  </a:lnTo>
                  <a:lnTo>
                    <a:pt x="2127" y="473305"/>
                  </a:lnTo>
                  <a:lnTo>
                    <a:pt x="0" y="520700"/>
                  </a:lnTo>
                  <a:lnTo>
                    <a:pt x="2127" y="568094"/>
                  </a:lnTo>
                  <a:lnTo>
                    <a:pt x="8389" y="614296"/>
                  </a:lnTo>
                  <a:lnTo>
                    <a:pt x="18599" y="659122"/>
                  </a:lnTo>
                  <a:lnTo>
                    <a:pt x="32576" y="702389"/>
                  </a:lnTo>
                  <a:lnTo>
                    <a:pt x="50134" y="743911"/>
                  </a:lnTo>
                  <a:lnTo>
                    <a:pt x="71090" y="783507"/>
                  </a:lnTo>
                  <a:lnTo>
                    <a:pt x="95261" y="820991"/>
                  </a:lnTo>
                  <a:lnTo>
                    <a:pt x="122462" y="856180"/>
                  </a:lnTo>
                  <a:lnTo>
                    <a:pt x="152509" y="888890"/>
                  </a:lnTo>
                  <a:lnTo>
                    <a:pt x="185219" y="918937"/>
                  </a:lnTo>
                  <a:lnTo>
                    <a:pt x="220408" y="946138"/>
                  </a:lnTo>
                  <a:lnTo>
                    <a:pt x="257892" y="970309"/>
                  </a:lnTo>
                  <a:lnTo>
                    <a:pt x="297488" y="991265"/>
                  </a:lnTo>
                  <a:lnTo>
                    <a:pt x="339010" y="1008823"/>
                  </a:lnTo>
                  <a:lnTo>
                    <a:pt x="382277" y="1022800"/>
                  </a:lnTo>
                  <a:lnTo>
                    <a:pt x="427103" y="1033010"/>
                  </a:lnTo>
                  <a:lnTo>
                    <a:pt x="473305" y="1039272"/>
                  </a:lnTo>
                  <a:lnTo>
                    <a:pt x="520700" y="1041400"/>
                  </a:lnTo>
                  <a:close/>
                </a:path>
              </a:pathLst>
            </a:custGeom>
            <a:ln w="381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7" name="object 37"/>
            <p:cNvSpPr/>
            <p:nvPr/>
          </p:nvSpPr>
          <p:spPr>
            <a:xfrm>
              <a:off x="5232400" y="11849100"/>
              <a:ext cx="1041400" cy="1041400"/>
            </a:xfrm>
            <a:custGeom>
              <a:avLst/>
              <a:gdLst/>
              <a:ahLst/>
              <a:cxnLst/>
              <a:rect l="l" t="t" r="r" b="b"/>
              <a:pathLst>
                <a:path w="1041400" h="1041400">
                  <a:moveTo>
                    <a:pt x="520700" y="0"/>
                  </a:moveTo>
                  <a:lnTo>
                    <a:pt x="473305" y="2127"/>
                  </a:lnTo>
                  <a:lnTo>
                    <a:pt x="427103" y="8389"/>
                  </a:lnTo>
                  <a:lnTo>
                    <a:pt x="382277" y="18599"/>
                  </a:lnTo>
                  <a:lnTo>
                    <a:pt x="339010" y="32576"/>
                  </a:lnTo>
                  <a:lnTo>
                    <a:pt x="297487" y="50134"/>
                  </a:lnTo>
                  <a:lnTo>
                    <a:pt x="257892" y="71090"/>
                  </a:lnTo>
                  <a:lnTo>
                    <a:pt x="220408" y="95261"/>
                  </a:lnTo>
                  <a:lnTo>
                    <a:pt x="185219" y="122462"/>
                  </a:lnTo>
                  <a:lnTo>
                    <a:pt x="152509" y="152509"/>
                  </a:lnTo>
                  <a:lnTo>
                    <a:pt x="122462" y="185219"/>
                  </a:lnTo>
                  <a:lnTo>
                    <a:pt x="95261" y="220408"/>
                  </a:lnTo>
                  <a:lnTo>
                    <a:pt x="71090" y="257892"/>
                  </a:lnTo>
                  <a:lnTo>
                    <a:pt x="50134" y="297487"/>
                  </a:lnTo>
                  <a:lnTo>
                    <a:pt x="32576" y="339010"/>
                  </a:lnTo>
                  <a:lnTo>
                    <a:pt x="18599" y="382277"/>
                  </a:lnTo>
                  <a:lnTo>
                    <a:pt x="8389" y="427103"/>
                  </a:lnTo>
                  <a:lnTo>
                    <a:pt x="2127" y="473305"/>
                  </a:lnTo>
                  <a:lnTo>
                    <a:pt x="0" y="520700"/>
                  </a:lnTo>
                  <a:lnTo>
                    <a:pt x="2127" y="568094"/>
                  </a:lnTo>
                  <a:lnTo>
                    <a:pt x="8389" y="614296"/>
                  </a:lnTo>
                  <a:lnTo>
                    <a:pt x="18599" y="659122"/>
                  </a:lnTo>
                  <a:lnTo>
                    <a:pt x="32576" y="702389"/>
                  </a:lnTo>
                  <a:lnTo>
                    <a:pt x="50134" y="743912"/>
                  </a:lnTo>
                  <a:lnTo>
                    <a:pt x="71090" y="783507"/>
                  </a:lnTo>
                  <a:lnTo>
                    <a:pt x="95261" y="820991"/>
                  </a:lnTo>
                  <a:lnTo>
                    <a:pt x="122462" y="856180"/>
                  </a:lnTo>
                  <a:lnTo>
                    <a:pt x="152509" y="888890"/>
                  </a:lnTo>
                  <a:lnTo>
                    <a:pt x="185219" y="918937"/>
                  </a:lnTo>
                  <a:lnTo>
                    <a:pt x="220408" y="946138"/>
                  </a:lnTo>
                  <a:lnTo>
                    <a:pt x="257892" y="970309"/>
                  </a:lnTo>
                  <a:lnTo>
                    <a:pt x="297487" y="991265"/>
                  </a:lnTo>
                  <a:lnTo>
                    <a:pt x="339010" y="1008823"/>
                  </a:lnTo>
                  <a:lnTo>
                    <a:pt x="382277" y="1022800"/>
                  </a:lnTo>
                  <a:lnTo>
                    <a:pt x="427103" y="1033010"/>
                  </a:lnTo>
                  <a:lnTo>
                    <a:pt x="473305" y="1039272"/>
                  </a:lnTo>
                  <a:lnTo>
                    <a:pt x="520700" y="1041400"/>
                  </a:lnTo>
                  <a:lnTo>
                    <a:pt x="568094" y="1039272"/>
                  </a:lnTo>
                  <a:lnTo>
                    <a:pt x="614296" y="1033010"/>
                  </a:lnTo>
                  <a:lnTo>
                    <a:pt x="659122" y="1022800"/>
                  </a:lnTo>
                  <a:lnTo>
                    <a:pt x="702389" y="1008823"/>
                  </a:lnTo>
                  <a:lnTo>
                    <a:pt x="743912" y="991265"/>
                  </a:lnTo>
                  <a:lnTo>
                    <a:pt x="783507" y="970309"/>
                  </a:lnTo>
                  <a:lnTo>
                    <a:pt x="820991" y="946138"/>
                  </a:lnTo>
                  <a:lnTo>
                    <a:pt x="856180" y="918937"/>
                  </a:lnTo>
                  <a:lnTo>
                    <a:pt x="888890" y="888890"/>
                  </a:lnTo>
                  <a:lnTo>
                    <a:pt x="918937" y="856180"/>
                  </a:lnTo>
                  <a:lnTo>
                    <a:pt x="946138" y="820991"/>
                  </a:lnTo>
                  <a:lnTo>
                    <a:pt x="970309" y="783507"/>
                  </a:lnTo>
                  <a:lnTo>
                    <a:pt x="991265" y="743912"/>
                  </a:lnTo>
                  <a:lnTo>
                    <a:pt x="1008823" y="702389"/>
                  </a:lnTo>
                  <a:lnTo>
                    <a:pt x="1022800" y="659122"/>
                  </a:lnTo>
                  <a:lnTo>
                    <a:pt x="1033010" y="614296"/>
                  </a:lnTo>
                  <a:lnTo>
                    <a:pt x="1039272" y="568094"/>
                  </a:lnTo>
                  <a:lnTo>
                    <a:pt x="1041400" y="520700"/>
                  </a:lnTo>
                  <a:lnTo>
                    <a:pt x="1039272" y="473305"/>
                  </a:lnTo>
                  <a:lnTo>
                    <a:pt x="1033010" y="427103"/>
                  </a:lnTo>
                  <a:lnTo>
                    <a:pt x="1022800" y="382277"/>
                  </a:lnTo>
                  <a:lnTo>
                    <a:pt x="1008823" y="339010"/>
                  </a:lnTo>
                  <a:lnTo>
                    <a:pt x="991265" y="297487"/>
                  </a:lnTo>
                  <a:lnTo>
                    <a:pt x="970309" y="257892"/>
                  </a:lnTo>
                  <a:lnTo>
                    <a:pt x="946138" y="220408"/>
                  </a:lnTo>
                  <a:lnTo>
                    <a:pt x="918937" y="185219"/>
                  </a:lnTo>
                  <a:lnTo>
                    <a:pt x="888890" y="152509"/>
                  </a:lnTo>
                  <a:lnTo>
                    <a:pt x="856180" y="122462"/>
                  </a:lnTo>
                  <a:lnTo>
                    <a:pt x="820991" y="95261"/>
                  </a:lnTo>
                  <a:lnTo>
                    <a:pt x="783507" y="71090"/>
                  </a:lnTo>
                  <a:lnTo>
                    <a:pt x="743912" y="50134"/>
                  </a:lnTo>
                  <a:lnTo>
                    <a:pt x="702389" y="32576"/>
                  </a:lnTo>
                  <a:lnTo>
                    <a:pt x="659122" y="18599"/>
                  </a:lnTo>
                  <a:lnTo>
                    <a:pt x="614296" y="8389"/>
                  </a:lnTo>
                  <a:lnTo>
                    <a:pt x="568094" y="2127"/>
                  </a:lnTo>
                  <a:lnTo>
                    <a:pt x="520700" y="0"/>
                  </a:lnTo>
                  <a:close/>
                </a:path>
              </a:pathLst>
            </a:custGeom>
            <a:solidFill>
              <a:srgbClr val="3068E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8" name="object 38"/>
            <p:cNvSpPr/>
            <p:nvPr/>
          </p:nvSpPr>
          <p:spPr>
            <a:xfrm>
              <a:off x="5232400" y="11849100"/>
              <a:ext cx="1041400" cy="1041400"/>
            </a:xfrm>
            <a:custGeom>
              <a:avLst/>
              <a:gdLst/>
              <a:ahLst/>
              <a:cxnLst/>
              <a:rect l="l" t="t" r="r" b="b"/>
              <a:pathLst>
                <a:path w="1041400" h="1041400">
                  <a:moveTo>
                    <a:pt x="520700" y="1041400"/>
                  </a:moveTo>
                  <a:lnTo>
                    <a:pt x="568094" y="1039272"/>
                  </a:lnTo>
                  <a:lnTo>
                    <a:pt x="614296" y="1033010"/>
                  </a:lnTo>
                  <a:lnTo>
                    <a:pt x="659122" y="1022800"/>
                  </a:lnTo>
                  <a:lnTo>
                    <a:pt x="702389" y="1008823"/>
                  </a:lnTo>
                  <a:lnTo>
                    <a:pt x="743911" y="991265"/>
                  </a:lnTo>
                  <a:lnTo>
                    <a:pt x="783507" y="970309"/>
                  </a:lnTo>
                  <a:lnTo>
                    <a:pt x="820991" y="946138"/>
                  </a:lnTo>
                  <a:lnTo>
                    <a:pt x="856180" y="918937"/>
                  </a:lnTo>
                  <a:lnTo>
                    <a:pt x="888890" y="888890"/>
                  </a:lnTo>
                  <a:lnTo>
                    <a:pt x="918937" y="856180"/>
                  </a:lnTo>
                  <a:lnTo>
                    <a:pt x="946138" y="820991"/>
                  </a:lnTo>
                  <a:lnTo>
                    <a:pt x="970309" y="783507"/>
                  </a:lnTo>
                  <a:lnTo>
                    <a:pt x="991265" y="743911"/>
                  </a:lnTo>
                  <a:lnTo>
                    <a:pt x="1008823" y="702389"/>
                  </a:lnTo>
                  <a:lnTo>
                    <a:pt x="1022800" y="659122"/>
                  </a:lnTo>
                  <a:lnTo>
                    <a:pt x="1033010" y="614296"/>
                  </a:lnTo>
                  <a:lnTo>
                    <a:pt x="1039272" y="568094"/>
                  </a:lnTo>
                  <a:lnTo>
                    <a:pt x="1041400" y="520700"/>
                  </a:lnTo>
                  <a:lnTo>
                    <a:pt x="1039272" y="473305"/>
                  </a:lnTo>
                  <a:lnTo>
                    <a:pt x="1033010" y="427103"/>
                  </a:lnTo>
                  <a:lnTo>
                    <a:pt x="1022800" y="382277"/>
                  </a:lnTo>
                  <a:lnTo>
                    <a:pt x="1008823" y="339010"/>
                  </a:lnTo>
                  <a:lnTo>
                    <a:pt x="991265" y="297488"/>
                  </a:lnTo>
                  <a:lnTo>
                    <a:pt x="970309" y="257892"/>
                  </a:lnTo>
                  <a:lnTo>
                    <a:pt x="946138" y="220408"/>
                  </a:lnTo>
                  <a:lnTo>
                    <a:pt x="918937" y="185219"/>
                  </a:lnTo>
                  <a:lnTo>
                    <a:pt x="888890" y="152509"/>
                  </a:lnTo>
                  <a:lnTo>
                    <a:pt x="856180" y="122462"/>
                  </a:lnTo>
                  <a:lnTo>
                    <a:pt x="820991" y="95261"/>
                  </a:lnTo>
                  <a:lnTo>
                    <a:pt x="783507" y="71090"/>
                  </a:lnTo>
                  <a:lnTo>
                    <a:pt x="743911" y="50134"/>
                  </a:lnTo>
                  <a:lnTo>
                    <a:pt x="702389" y="32576"/>
                  </a:lnTo>
                  <a:lnTo>
                    <a:pt x="659122" y="18599"/>
                  </a:lnTo>
                  <a:lnTo>
                    <a:pt x="614296" y="8389"/>
                  </a:lnTo>
                  <a:lnTo>
                    <a:pt x="568094" y="2127"/>
                  </a:lnTo>
                  <a:lnTo>
                    <a:pt x="520700" y="0"/>
                  </a:lnTo>
                  <a:lnTo>
                    <a:pt x="473305" y="2127"/>
                  </a:lnTo>
                  <a:lnTo>
                    <a:pt x="427103" y="8389"/>
                  </a:lnTo>
                  <a:lnTo>
                    <a:pt x="382277" y="18599"/>
                  </a:lnTo>
                  <a:lnTo>
                    <a:pt x="339010" y="32576"/>
                  </a:lnTo>
                  <a:lnTo>
                    <a:pt x="297488" y="50134"/>
                  </a:lnTo>
                  <a:lnTo>
                    <a:pt x="257892" y="71090"/>
                  </a:lnTo>
                  <a:lnTo>
                    <a:pt x="220408" y="95261"/>
                  </a:lnTo>
                  <a:lnTo>
                    <a:pt x="185219" y="122462"/>
                  </a:lnTo>
                  <a:lnTo>
                    <a:pt x="152509" y="152509"/>
                  </a:lnTo>
                  <a:lnTo>
                    <a:pt x="122462" y="185219"/>
                  </a:lnTo>
                  <a:lnTo>
                    <a:pt x="95261" y="220408"/>
                  </a:lnTo>
                  <a:lnTo>
                    <a:pt x="71090" y="257892"/>
                  </a:lnTo>
                  <a:lnTo>
                    <a:pt x="50134" y="297488"/>
                  </a:lnTo>
                  <a:lnTo>
                    <a:pt x="32576" y="339010"/>
                  </a:lnTo>
                  <a:lnTo>
                    <a:pt x="18599" y="382277"/>
                  </a:lnTo>
                  <a:lnTo>
                    <a:pt x="8389" y="427103"/>
                  </a:lnTo>
                  <a:lnTo>
                    <a:pt x="2127" y="473305"/>
                  </a:lnTo>
                  <a:lnTo>
                    <a:pt x="0" y="520700"/>
                  </a:lnTo>
                  <a:lnTo>
                    <a:pt x="2127" y="568094"/>
                  </a:lnTo>
                  <a:lnTo>
                    <a:pt x="8389" y="614296"/>
                  </a:lnTo>
                  <a:lnTo>
                    <a:pt x="18599" y="659122"/>
                  </a:lnTo>
                  <a:lnTo>
                    <a:pt x="32576" y="702389"/>
                  </a:lnTo>
                  <a:lnTo>
                    <a:pt x="50134" y="743911"/>
                  </a:lnTo>
                  <a:lnTo>
                    <a:pt x="71090" y="783507"/>
                  </a:lnTo>
                  <a:lnTo>
                    <a:pt x="95261" y="820991"/>
                  </a:lnTo>
                  <a:lnTo>
                    <a:pt x="122462" y="856180"/>
                  </a:lnTo>
                  <a:lnTo>
                    <a:pt x="152509" y="888890"/>
                  </a:lnTo>
                  <a:lnTo>
                    <a:pt x="185219" y="918937"/>
                  </a:lnTo>
                  <a:lnTo>
                    <a:pt x="220408" y="946138"/>
                  </a:lnTo>
                  <a:lnTo>
                    <a:pt x="257892" y="970309"/>
                  </a:lnTo>
                  <a:lnTo>
                    <a:pt x="297488" y="991265"/>
                  </a:lnTo>
                  <a:lnTo>
                    <a:pt x="339010" y="1008823"/>
                  </a:lnTo>
                  <a:lnTo>
                    <a:pt x="382277" y="1022800"/>
                  </a:lnTo>
                  <a:lnTo>
                    <a:pt x="427103" y="1033010"/>
                  </a:lnTo>
                  <a:lnTo>
                    <a:pt x="473305" y="1039272"/>
                  </a:lnTo>
                  <a:lnTo>
                    <a:pt x="520700" y="1041400"/>
                  </a:lnTo>
                  <a:close/>
                </a:path>
              </a:pathLst>
            </a:custGeom>
            <a:ln w="381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39" name="object 39"/>
          <p:cNvSpPr/>
          <p:nvPr/>
        </p:nvSpPr>
        <p:spPr>
          <a:xfrm>
            <a:off x="4705350" y="4762500"/>
            <a:ext cx="1473200" cy="520700"/>
          </a:xfrm>
          <a:custGeom>
            <a:avLst/>
            <a:gdLst/>
            <a:ahLst/>
            <a:cxnLst/>
            <a:rect l="l" t="t" r="r" b="b"/>
            <a:pathLst>
              <a:path w="2946400" h="1041400">
                <a:moveTo>
                  <a:pt x="2946400" y="0"/>
                </a:moveTo>
                <a:lnTo>
                  <a:pt x="0" y="0"/>
                </a:lnTo>
                <a:lnTo>
                  <a:pt x="0" y="1041400"/>
                </a:lnTo>
                <a:lnTo>
                  <a:pt x="2946400" y="1041400"/>
                </a:lnTo>
                <a:lnTo>
                  <a:pt x="2946400" y="0"/>
                </a:lnTo>
                <a:close/>
              </a:path>
            </a:pathLst>
          </a:custGeom>
          <a:solidFill>
            <a:srgbClr val="E9F9F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0" name="object 40"/>
          <p:cNvSpPr txBox="1"/>
          <p:nvPr/>
        </p:nvSpPr>
        <p:spPr>
          <a:xfrm>
            <a:off x="4688223" y="4584700"/>
            <a:ext cx="1101090" cy="167640"/>
          </a:xfrm>
          <a:prstGeom prst="rect">
            <a:avLst/>
          </a:prstGeom>
        </p:spPr>
        <p:txBody>
          <a:bodyPr vert="horz" wrap="square" lIns="0" tIns="6350" rIns="0" bIns="0" rtlCol="0">
            <a:spAutoFit/>
          </a:bodyPr>
          <a:lstStyle/>
          <a:p>
            <a:pPr marL="6350">
              <a:spcBef>
                <a:spcPts val="50"/>
              </a:spcBef>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01既往成就与表现</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41" name="object 41"/>
          <p:cNvSpPr txBox="1"/>
          <p:nvPr/>
        </p:nvSpPr>
        <p:spPr>
          <a:xfrm>
            <a:off x="4718309" y="4737100"/>
            <a:ext cx="1562100"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Performance Accomplishments</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42" name="object 42"/>
          <p:cNvSpPr txBox="1"/>
          <p:nvPr/>
        </p:nvSpPr>
        <p:spPr>
          <a:xfrm>
            <a:off x="4718050" y="4874260"/>
            <a:ext cx="1435100" cy="326390"/>
          </a:xfrm>
          <a:prstGeom prst="rect">
            <a:avLst/>
          </a:prstGeom>
        </p:spPr>
        <p:txBody>
          <a:bodyPr vert="horz" wrap="square" lIns="0" tIns="6350" rIns="0" bIns="0" rtlCol="0">
            <a:spAutoFit/>
          </a:bodyPr>
          <a:lstStyle/>
          <a:p>
            <a:pPr marL="6350" marR="2540">
              <a:lnSpc>
                <a:spcPct val="116000"/>
              </a:lnSpc>
              <a:spcBef>
                <a:spcPts val="5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有实际成功的体验产生直接成就感</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3" name="object 43"/>
          <p:cNvSpPr txBox="1"/>
          <p:nvPr/>
        </p:nvSpPr>
        <p:spPr>
          <a:xfrm>
            <a:off x="698500" y="4578350"/>
            <a:ext cx="1131253" cy="167640"/>
          </a:xfrm>
          <a:prstGeom prst="rect">
            <a:avLst/>
          </a:prstGeom>
        </p:spPr>
        <p:txBody>
          <a:bodyPr vert="horz" wrap="square" lIns="0" tIns="6350" rIns="0" bIns="0" rtlCol="0">
            <a:spAutoFit/>
          </a:bodyPr>
          <a:lstStyle/>
          <a:p>
            <a:pPr marL="6350">
              <a:spcBef>
                <a:spcPts val="50"/>
              </a:spcBef>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04 身体与情绪状态</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44" name="object 44"/>
          <p:cNvSpPr txBox="1"/>
          <p:nvPr/>
        </p:nvSpPr>
        <p:spPr>
          <a:xfrm>
            <a:off x="704850" y="4762500"/>
            <a:ext cx="1473200" cy="507365"/>
          </a:xfrm>
          <a:prstGeom prst="rect">
            <a:avLst/>
          </a:prstGeom>
          <a:solidFill>
            <a:srgbClr val="E9F9FB"/>
          </a:solidFill>
        </p:spPr>
        <p:txBody>
          <a:bodyPr vert="horz" wrap="square" lIns="0" tIns="0" rIns="0" bIns="0" rtlCol="0">
            <a:spAutoFit/>
          </a:bodyPr>
          <a:lstStyle/>
          <a:p>
            <a:pPr>
              <a:lnSpc>
                <a:spcPts val="760"/>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Physical and Emotional State</a:t>
            </a:r>
            <a:endParaRPr sz="800">
              <a:latin typeface="江城圆体 400W" panose="020B0800000000000000" pitchFamily="34" charset="-128"/>
              <a:ea typeface="江城圆体 400W" panose="020B0800000000000000" pitchFamily="34" charset="-128"/>
              <a:cs typeface="微软雅黑" panose="020B0503020204020204" charset="-122"/>
            </a:endParaRPr>
          </a:p>
          <a:p>
            <a:pPr marL="12700">
              <a:spcBef>
                <a:spcPts val="4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健康的身体状态</a:t>
            </a:r>
            <a:endParaRPr sz="800">
              <a:latin typeface="江城圆体 400W" panose="020B0800000000000000" pitchFamily="34" charset="-128"/>
              <a:ea typeface="江城圆体 400W" panose="020B0800000000000000" pitchFamily="34" charset="-128"/>
              <a:cs typeface="PMingLiU" panose="02020500000000000000" charset="-120"/>
            </a:endParaRPr>
          </a:p>
          <a:p>
            <a:pPr marL="12700">
              <a:spcBef>
                <a:spcPts val="14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积极的心情</a:t>
            </a:r>
            <a:endParaRPr sz="800">
              <a:latin typeface="江城圆体 400W" panose="020B0800000000000000" pitchFamily="34" charset="-128"/>
              <a:ea typeface="江城圆体 400W" panose="020B0800000000000000" pitchFamily="34" charset="-128"/>
              <a:cs typeface="PMingLiU" panose="02020500000000000000" charset="-120"/>
            </a:endParaRPr>
          </a:p>
          <a:p>
            <a:pPr marL="12700">
              <a:spcBef>
                <a:spcPts val="14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气氛融洽、环境愉悦</a:t>
            </a:r>
            <a:endParaRPr sz="800">
              <a:latin typeface="江城圆体 400W" panose="020B0800000000000000" pitchFamily="34" charset="-128"/>
              <a:ea typeface="江城圆体 400W" panose="020B0800000000000000" pitchFamily="34" charset="-128"/>
              <a:cs typeface="PMingLiU" panose="02020500000000000000" charset="-120"/>
            </a:endParaRPr>
          </a:p>
        </p:txBody>
      </p:sp>
      <p:sp>
        <p:nvSpPr>
          <p:cNvPr id="45" name="object 45"/>
          <p:cNvSpPr txBox="1"/>
          <p:nvPr/>
        </p:nvSpPr>
        <p:spPr>
          <a:xfrm>
            <a:off x="4711700" y="5753100"/>
            <a:ext cx="865188" cy="167640"/>
          </a:xfrm>
          <a:prstGeom prst="rect">
            <a:avLst/>
          </a:prstGeom>
        </p:spPr>
        <p:txBody>
          <a:bodyPr vert="horz" wrap="square" lIns="0" tIns="6350" rIns="0" bIns="0" rtlCol="0">
            <a:spAutoFit/>
          </a:bodyPr>
          <a:lstStyle/>
          <a:p>
            <a:pPr marL="6350">
              <a:spcBef>
                <a:spcPts val="50"/>
              </a:spcBef>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02 替代性经验</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46" name="object 46"/>
          <p:cNvSpPr txBox="1"/>
          <p:nvPr/>
        </p:nvSpPr>
        <p:spPr>
          <a:xfrm>
            <a:off x="4711700" y="5924550"/>
            <a:ext cx="1473200" cy="439420"/>
          </a:xfrm>
          <a:prstGeom prst="rect">
            <a:avLst/>
          </a:prstGeom>
          <a:solidFill>
            <a:srgbClr val="E9F9FB"/>
          </a:solidFill>
        </p:spPr>
        <p:txBody>
          <a:bodyPr vert="horz" wrap="square" lIns="0" tIns="0" rIns="0" bIns="0" rtlCol="0">
            <a:spAutoFit/>
          </a:bodyPr>
          <a:lstStyle/>
          <a:p>
            <a:pPr marL="6350">
              <a:lnSpc>
                <a:spcPts val="860"/>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Vicarious Experience</a:t>
            </a:r>
            <a:endParaRPr sz="800" dirty="0">
              <a:latin typeface="江城圆体 400W" panose="020B0800000000000000" pitchFamily="34" charset="-128"/>
              <a:ea typeface="江城圆体 400W" panose="020B0800000000000000" pitchFamily="34" charset="-128"/>
              <a:cs typeface="微软雅黑" panose="020B0503020204020204" charset="-122"/>
            </a:endParaRPr>
          </a:p>
          <a:p>
            <a:pPr marL="12700" marR="221615">
              <a:lnSpc>
                <a:spcPct val="116000"/>
              </a:lnSpc>
              <a:spcBef>
                <a:spcPts val="7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观察他人顺利处理问题的行为</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7" name="object 47"/>
          <p:cNvSpPr txBox="1"/>
          <p:nvPr/>
        </p:nvSpPr>
        <p:spPr>
          <a:xfrm>
            <a:off x="704850" y="5924550"/>
            <a:ext cx="1473200" cy="417830"/>
          </a:xfrm>
          <a:prstGeom prst="rect">
            <a:avLst/>
          </a:prstGeom>
          <a:solidFill>
            <a:srgbClr val="E9F9FB"/>
          </a:solidFill>
        </p:spPr>
        <p:txBody>
          <a:bodyPr vert="horz" wrap="square" lIns="0" tIns="0" rIns="0" bIns="0" rtlCol="0">
            <a:spAutoFit/>
          </a:bodyPr>
          <a:lstStyle/>
          <a:p>
            <a:pPr>
              <a:lnSpc>
                <a:spcPts val="760"/>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Verbal Persuasion</a:t>
            </a:r>
            <a:endParaRPr sz="800">
              <a:latin typeface="江城圆体 400W" panose="020B0800000000000000" pitchFamily="34" charset="-128"/>
              <a:ea typeface="江城圆体 400W" panose="020B0800000000000000" pitchFamily="34" charset="-128"/>
              <a:cs typeface="微软雅黑" panose="020B0503020204020204" charset="-122"/>
            </a:endParaRPr>
          </a:p>
          <a:p>
            <a:pPr marL="31750" marR="240030">
              <a:lnSpc>
                <a:spcPct val="115000"/>
              </a:lnSpc>
              <a:spcBef>
                <a:spcPts val="30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接受他人有说服力的提示、言语上的鼓励</a:t>
            </a:r>
            <a:endParaRPr sz="80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48" name="object 48"/>
          <p:cNvGrpSpPr/>
          <p:nvPr/>
        </p:nvGrpSpPr>
        <p:grpSpPr>
          <a:xfrm>
            <a:off x="2203204" y="4936691"/>
            <a:ext cx="217805" cy="166053"/>
            <a:chOff x="4406408" y="9873381"/>
            <a:chExt cx="435609" cy="332105"/>
          </a:xfrm>
        </p:grpSpPr>
        <p:sp>
          <p:nvSpPr>
            <p:cNvPr id="49" name="object 49"/>
            <p:cNvSpPr/>
            <p:nvPr/>
          </p:nvSpPr>
          <p:spPr>
            <a:xfrm>
              <a:off x="4565159" y="9879731"/>
              <a:ext cx="270510" cy="319405"/>
            </a:xfrm>
            <a:custGeom>
              <a:avLst/>
              <a:gdLst/>
              <a:ahLst/>
              <a:cxnLst/>
              <a:rect l="l" t="t" r="r" b="b"/>
              <a:pathLst>
                <a:path w="270510" h="319404">
                  <a:moveTo>
                    <a:pt x="259921" y="0"/>
                  </a:moveTo>
                  <a:lnTo>
                    <a:pt x="160194" y="0"/>
                  </a:lnTo>
                  <a:lnTo>
                    <a:pt x="157086" y="1229"/>
                  </a:lnTo>
                  <a:lnTo>
                    <a:pt x="8007" y="141094"/>
                  </a:lnTo>
                  <a:lnTo>
                    <a:pt x="2163" y="149315"/>
                  </a:lnTo>
                  <a:lnTo>
                    <a:pt x="0" y="158809"/>
                  </a:lnTo>
                  <a:lnTo>
                    <a:pt x="1554" y="168421"/>
                  </a:lnTo>
                  <a:lnTo>
                    <a:pt x="6863" y="176997"/>
                  </a:lnTo>
                  <a:lnTo>
                    <a:pt x="157086" y="318007"/>
                  </a:lnTo>
                  <a:lnTo>
                    <a:pt x="160194" y="319237"/>
                  </a:lnTo>
                  <a:lnTo>
                    <a:pt x="263347" y="319237"/>
                  </a:lnTo>
                  <a:lnTo>
                    <a:pt x="269033" y="313551"/>
                  </a:lnTo>
                  <a:lnTo>
                    <a:pt x="269033" y="302948"/>
                  </a:lnTo>
                  <a:lnTo>
                    <a:pt x="267514" y="299528"/>
                  </a:lnTo>
                  <a:lnTo>
                    <a:pt x="118086" y="164330"/>
                  </a:lnTo>
                  <a:lnTo>
                    <a:pt x="117685" y="156298"/>
                  </a:lnTo>
                  <a:lnTo>
                    <a:pt x="123286" y="150201"/>
                  </a:lnTo>
                  <a:lnTo>
                    <a:pt x="270054" y="17411"/>
                  </a:lnTo>
                  <a:lnTo>
                    <a:pt x="270455" y="9380"/>
                  </a:lnTo>
                  <a:lnTo>
                    <a:pt x="263342" y="1517"/>
                  </a:lnTo>
                  <a:lnTo>
                    <a:pt x="259921"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0" name="object 50"/>
            <p:cNvSpPr/>
            <p:nvPr/>
          </p:nvSpPr>
          <p:spPr>
            <a:xfrm>
              <a:off x="4565158" y="9879731"/>
              <a:ext cx="270510" cy="319405"/>
            </a:xfrm>
            <a:custGeom>
              <a:avLst/>
              <a:gdLst/>
              <a:ahLst/>
              <a:cxnLst/>
              <a:rect l="l" t="t" r="r" b="b"/>
              <a:pathLst>
                <a:path w="270510" h="319404">
                  <a:moveTo>
                    <a:pt x="8008" y="178142"/>
                  </a:moveTo>
                  <a:lnTo>
                    <a:pt x="154733" y="315799"/>
                  </a:lnTo>
                  <a:lnTo>
                    <a:pt x="157087" y="318008"/>
                  </a:lnTo>
                  <a:lnTo>
                    <a:pt x="160194" y="319237"/>
                  </a:lnTo>
                  <a:lnTo>
                    <a:pt x="163422" y="319237"/>
                  </a:lnTo>
                  <a:lnTo>
                    <a:pt x="256333" y="319237"/>
                  </a:lnTo>
                  <a:lnTo>
                    <a:pt x="263347" y="319237"/>
                  </a:lnTo>
                  <a:lnTo>
                    <a:pt x="269033" y="313551"/>
                  </a:lnTo>
                  <a:lnTo>
                    <a:pt x="269033" y="306537"/>
                  </a:lnTo>
                  <a:lnTo>
                    <a:pt x="269033" y="302948"/>
                  </a:lnTo>
                  <a:lnTo>
                    <a:pt x="267514" y="299527"/>
                  </a:lnTo>
                  <a:lnTo>
                    <a:pt x="264853" y="297120"/>
                  </a:lnTo>
                  <a:lnTo>
                    <a:pt x="123287" y="169036"/>
                  </a:lnTo>
                  <a:lnTo>
                    <a:pt x="118086" y="164330"/>
                  </a:lnTo>
                  <a:lnTo>
                    <a:pt x="117684" y="156299"/>
                  </a:lnTo>
                  <a:lnTo>
                    <a:pt x="122390" y="151098"/>
                  </a:lnTo>
                  <a:lnTo>
                    <a:pt x="122674" y="150784"/>
                  </a:lnTo>
                  <a:lnTo>
                    <a:pt x="122973" y="150485"/>
                  </a:lnTo>
                  <a:lnTo>
                    <a:pt x="123287" y="150201"/>
                  </a:lnTo>
                  <a:lnTo>
                    <a:pt x="264853" y="22117"/>
                  </a:lnTo>
                  <a:lnTo>
                    <a:pt x="270054" y="17411"/>
                  </a:lnTo>
                  <a:lnTo>
                    <a:pt x="270456" y="9380"/>
                  </a:lnTo>
                  <a:lnTo>
                    <a:pt x="265750" y="4179"/>
                  </a:lnTo>
                  <a:lnTo>
                    <a:pt x="263343" y="1518"/>
                  </a:lnTo>
                  <a:lnTo>
                    <a:pt x="259921" y="0"/>
                  </a:lnTo>
                  <a:lnTo>
                    <a:pt x="256333" y="0"/>
                  </a:lnTo>
                  <a:lnTo>
                    <a:pt x="163422" y="0"/>
                  </a:lnTo>
                  <a:lnTo>
                    <a:pt x="160194" y="0"/>
                  </a:lnTo>
                  <a:lnTo>
                    <a:pt x="157087" y="1229"/>
                  </a:lnTo>
                  <a:lnTo>
                    <a:pt x="154733" y="3438"/>
                  </a:lnTo>
                  <a:lnTo>
                    <a:pt x="8008" y="141094"/>
                  </a:lnTo>
                  <a:lnTo>
                    <a:pt x="2163" y="149315"/>
                  </a:lnTo>
                  <a:lnTo>
                    <a:pt x="0" y="158809"/>
                  </a:lnTo>
                  <a:lnTo>
                    <a:pt x="1554" y="168421"/>
                  </a:lnTo>
                  <a:lnTo>
                    <a:pt x="6863" y="176997"/>
                  </a:lnTo>
                  <a:lnTo>
                    <a:pt x="7232" y="177391"/>
                  </a:lnTo>
                  <a:lnTo>
                    <a:pt x="7614" y="177773"/>
                  </a:lnTo>
                  <a:lnTo>
                    <a:pt x="800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1" name="object 51"/>
            <p:cNvSpPr/>
            <p:nvPr/>
          </p:nvSpPr>
          <p:spPr>
            <a:xfrm>
              <a:off x="4412759" y="9879731"/>
              <a:ext cx="270510" cy="319405"/>
            </a:xfrm>
            <a:custGeom>
              <a:avLst/>
              <a:gdLst/>
              <a:ahLst/>
              <a:cxnLst/>
              <a:rect l="l" t="t" r="r" b="b"/>
              <a:pathLst>
                <a:path w="270510" h="319404">
                  <a:moveTo>
                    <a:pt x="259921" y="0"/>
                  </a:moveTo>
                  <a:lnTo>
                    <a:pt x="160194" y="0"/>
                  </a:lnTo>
                  <a:lnTo>
                    <a:pt x="157086" y="1229"/>
                  </a:lnTo>
                  <a:lnTo>
                    <a:pt x="8007" y="141094"/>
                  </a:lnTo>
                  <a:lnTo>
                    <a:pt x="2163" y="149315"/>
                  </a:lnTo>
                  <a:lnTo>
                    <a:pt x="0" y="158809"/>
                  </a:lnTo>
                  <a:lnTo>
                    <a:pt x="1554" y="168421"/>
                  </a:lnTo>
                  <a:lnTo>
                    <a:pt x="6863" y="176997"/>
                  </a:lnTo>
                  <a:lnTo>
                    <a:pt x="157086" y="318007"/>
                  </a:lnTo>
                  <a:lnTo>
                    <a:pt x="160194" y="319237"/>
                  </a:lnTo>
                  <a:lnTo>
                    <a:pt x="263347" y="319237"/>
                  </a:lnTo>
                  <a:lnTo>
                    <a:pt x="269033" y="313551"/>
                  </a:lnTo>
                  <a:lnTo>
                    <a:pt x="269033" y="302948"/>
                  </a:lnTo>
                  <a:lnTo>
                    <a:pt x="267514" y="299528"/>
                  </a:lnTo>
                  <a:lnTo>
                    <a:pt x="118086" y="164330"/>
                  </a:lnTo>
                  <a:lnTo>
                    <a:pt x="117685" y="156298"/>
                  </a:lnTo>
                  <a:lnTo>
                    <a:pt x="123286" y="150201"/>
                  </a:lnTo>
                  <a:lnTo>
                    <a:pt x="270054" y="17411"/>
                  </a:lnTo>
                  <a:lnTo>
                    <a:pt x="270455" y="9380"/>
                  </a:lnTo>
                  <a:lnTo>
                    <a:pt x="263342" y="1517"/>
                  </a:lnTo>
                  <a:lnTo>
                    <a:pt x="259921"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2" name="object 52"/>
            <p:cNvSpPr/>
            <p:nvPr/>
          </p:nvSpPr>
          <p:spPr>
            <a:xfrm>
              <a:off x="4412758" y="9879731"/>
              <a:ext cx="270510" cy="319405"/>
            </a:xfrm>
            <a:custGeom>
              <a:avLst/>
              <a:gdLst/>
              <a:ahLst/>
              <a:cxnLst/>
              <a:rect l="l" t="t" r="r" b="b"/>
              <a:pathLst>
                <a:path w="270510" h="319404">
                  <a:moveTo>
                    <a:pt x="8008" y="178142"/>
                  </a:moveTo>
                  <a:lnTo>
                    <a:pt x="154733" y="315799"/>
                  </a:lnTo>
                  <a:lnTo>
                    <a:pt x="157087" y="318008"/>
                  </a:lnTo>
                  <a:lnTo>
                    <a:pt x="160194" y="319237"/>
                  </a:lnTo>
                  <a:lnTo>
                    <a:pt x="163422" y="319237"/>
                  </a:lnTo>
                  <a:lnTo>
                    <a:pt x="256333" y="319237"/>
                  </a:lnTo>
                  <a:lnTo>
                    <a:pt x="263347" y="319237"/>
                  </a:lnTo>
                  <a:lnTo>
                    <a:pt x="269033" y="313551"/>
                  </a:lnTo>
                  <a:lnTo>
                    <a:pt x="269033" y="306537"/>
                  </a:lnTo>
                  <a:lnTo>
                    <a:pt x="269033" y="302948"/>
                  </a:lnTo>
                  <a:lnTo>
                    <a:pt x="267514" y="299527"/>
                  </a:lnTo>
                  <a:lnTo>
                    <a:pt x="264853" y="297120"/>
                  </a:lnTo>
                  <a:lnTo>
                    <a:pt x="123287" y="169036"/>
                  </a:lnTo>
                  <a:lnTo>
                    <a:pt x="118086" y="164330"/>
                  </a:lnTo>
                  <a:lnTo>
                    <a:pt x="117684" y="156299"/>
                  </a:lnTo>
                  <a:lnTo>
                    <a:pt x="122390" y="151098"/>
                  </a:lnTo>
                  <a:lnTo>
                    <a:pt x="122674" y="150784"/>
                  </a:lnTo>
                  <a:lnTo>
                    <a:pt x="122973" y="150485"/>
                  </a:lnTo>
                  <a:lnTo>
                    <a:pt x="123287" y="150201"/>
                  </a:lnTo>
                  <a:lnTo>
                    <a:pt x="264853" y="22117"/>
                  </a:lnTo>
                  <a:lnTo>
                    <a:pt x="270054" y="17411"/>
                  </a:lnTo>
                  <a:lnTo>
                    <a:pt x="270456" y="9380"/>
                  </a:lnTo>
                  <a:lnTo>
                    <a:pt x="265750" y="4179"/>
                  </a:lnTo>
                  <a:lnTo>
                    <a:pt x="263343" y="1518"/>
                  </a:lnTo>
                  <a:lnTo>
                    <a:pt x="259921" y="0"/>
                  </a:lnTo>
                  <a:lnTo>
                    <a:pt x="256333" y="0"/>
                  </a:lnTo>
                  <a:lnTo>
                    <a:pt x="163422" y="0"/>
                  </a:lnTo>
                  <a:lnTo>
                    <a:pt x="160194" y="0"/>
                  </a:lnTo>
                  <a:lnTo>
                    <a:pt x="157087" y="1229"/>
                  </a:lnTo>
                  <a:lnTo>
                    <a:pt x="154733" y="3438"/>
                  </a:lnTo>
                  <a:lnTo>
                    <a:pt x="8008" y="141094"/>
                  </a:lnTo>
                  <a:lnTo>
                    <a:pt x="2163" y="149315"/>
                  </a:lnTo>
                  <a:lnTo>
                    <a:pt x="0" y="158809"/>
                  </a:lnTo>
                  <a:lnTo>
                    <a:pt x="1554" y="168421"/>
                  </a:lnTo>
                  <a:lnTo>
                    <a:pt x="6863" y="176997"/>
                  </a:lnTo>
                  <a:lnTo>
                    <a:pt x="7232" y="177391"/>
                  </a:lnTo>
                  <a:lnTo>
                    <a:pt x="7614" y="177773"/>
                  </a:lnTo>
                  <a:lnTo>
                    <a:pt x="800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53" name="object 53"/>
          <p:cNvGrpSpPr/>
          <p:nvPr/>
        </p:nvGrpSpPr>
        <p:grpSpPr>
          <a:xfrm>
            <a:off x="2203204" y="6098741"/>
            <a:ext cx="217805" cy="166053"/>
            <a:chOff x="4406408" y="12197481"/>
            <a:chExt cx="435609" cy="332105"/>
          </a:xfrm>
        </p:grpSpPr>
        <p:sp>
          <p:nvSpPr>
            <p:cNvPr id="54" name="object 54"/>
            <p:cNvSpPr/>
            <p:nvPr/>
          </p:nvSpPr>
          <p:spPr>
            <a:xfrm>
              <a:off x="4565159" y="12203831"/>
              <a:ext cx="270510" cy="319405"/>
            </a:xfrm>
            <a:custGeom>
              <a:avLst/>
              <a:gdLst/>
              <a:ahLst/>
              <a:cxnLst/>
              <a:rect l="l" t="t" r="r" b="b"/>
              <a:pathLst>
                <a:path w="270510" h="319404">
                  <a:moveTo>
                    <a:pt x="259921" y="0"/>
                  </a:moveTo>
                  <a:lnTo>
                    <a:pt x="160194" y="0"/>
                  </a:lnTo>
                  <a:lnTo>
                    <a:pt x="157086" y="1229"/>
                  </a:lnTo>
                  <a:lnTo>
                    <a:pt x="8007" y="141094"/>
                  </a:lnTo>
                  <a:lnTo>
                    <a:pt x="2163" y="149315"/>
                  </a:lnTo>
                  <a:lnTo>
                    <a:pt x="0" y="158809"/>
                  </a:lnTo>
                  <a:lnTo>
                    <a:pt x="1554" y="168421"/>
                  </a:lnTo>
                  <a:lnTo>
                    <a:pt x="6863" y="176997"/>
                  </a:lnTo>
                  <a:lnTo>
                    <a:pt x="157086" y="318008"/>
                  </a:lnTo>
                  <a:lnTo>
                    <a:pt x="160194" y="319237"/>
                  </a:lnTo>
                  <a:lnTo>
                    <a:pt x="263347" y="319237"/>
                  </a:lnTo>
                  <a:lnTo>
                    <a:pt x="269033" y="313551"/>
                  </a:lnTo>
                  <a:lnTo>
                    <a:pt x="269033" y="302948"/>
                  </a:lnTo>
                  <a:lnTo>
                    <a:pt x="267514" y="299528"/>
                  </a:lnTo>
                  <a:lnTo>
                    <a:pt x="118086" y="164330"/>
                  </a:lnTo>
                  <a:lnTo>
                    <a:pt x="117685" y="156298"/>
                  </a:lnTo>
                  <a:lnTo>
                    <a:pt x="123286" y="150201"/>
                  </a:lnTo>
                  <a:lnTo>
                    <a:pt x="270054" y="17411"/>
                  </a:lnTo>
                  <a:lnTo>
                    <a:pt x="270455" y="9380"/>
                  </a:lnTo>
                  <a:lnTo>
                    <a:pt x="263342" y="1517"/>
                  </a:lnTo>
                  <a:lnTo>
                    <a:pt x="259921"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5" name="object 55"/>
            <p:cNvSpPr/>
            <p:nvPr/>
          </p:nvSpPr>
          <p:spPr>
            <a:xfrm>
              <a:off x="4565158" y="12203831"/>
              <a:ext cx="270510" cy="319405"/>
            </a:xfrm>
            <a:custGeom>
              <a:avLst/>
              <a:gdLst/>
              <a:ahLst/>
              <a:cxnLst/>
              <a:rect l="l" t="t" r="r" b="b"/>
              <a:pathLst>
                <a:path w="270510" h="319404">
                  <a:moveTo>
                    <a:pt x="8008" y="178142"/>
                  </a:moveTo>
                  <a:lnTo>
                    <a:pt x="154733" y="315799"/>
                  </a:lnTo>
                  <a:lnTo>
                    <a:pt x="157087" y="318008"/>
                  </a:lnTo>
                  <a:lnTo>
                    <a:pt x="160194" y="319237"/>
                  </a:lnTo>
                  <a:lnTo>
                    <a:pt x="163422" y="319237"/>
                  </a:lnTo>
                  <a:lnTo>
                    <a:pt x="256333" y="319237"/>
                  </a:lnTo>
                  <a:lnTo>
                    <a:pt x="263347" y="319237"/>
                  </a:lnTo>
                  <a:lnTo>
                    <a:pt x="269033" y="313551"/>
                  </a:lnTo>
                  <a:lnTo>
                    <a:pt x="269033" y="306537"/>
                  </a:lnTo>
                  <a:lnTo>
                    <a:pt x="269033" y="302948"/>
                  </a:lnTo>
                  <a:lnTo>
                    <a:pt x="267514" y="299527"/>
                  </a:lnTo>
                  <a:lnTo>
                    <a:pt x="264853" y="297120"/>
                  </a:lnTo>
                  <a:lnTo>
                    <a:pt x="123287" y="169036"/>
                  </a:lnTo>
                  <a:lnTo>
                    <a:pt x="118086" y="164330"/>
                  </a:lnTo>
                  <a:lnTo>
                    <a:pt x="117684" y="156299"/>
                  </a:lnTo>
                  <a:lnTo>
                    <a:pt x="122390" y="151098"/>
                  </a:lnTo>
                  <a:lnTo>
                    <a:pt x="122674" y="150784"/>
                  </a:lnTo>
                  <a:lnTo>
                    <a:pt x="122973" y="150485"/>
                  </a:lnTo>
                  <a:lnTo>
                    <a:pt x="123287" y="150201"/>
                  </a:lnTo>
                  <a:lnTo>
                    <a:pt x="264853" y="22117"/>
                  </a:lnTo>
                  <a:lnTo>
                    <a:pt x="270054" y="17411"/>
                  </a:lnTo>
                  <a:lnTo>
                    <a:pt x="270456" y="9380"/>
                  </a:lnTo>
                  <a:lnTo>
                    <a:pt x="265750" y="4179"/>
                  </a:lnTo>
                  <a:lnTo>
                    <a:pt x="263343" y="1518"/>
                  </a:lnTo>
                  <a:lnTo>
                    <a:pt x="259921" y="0"/>
                  </a:lnTo>
                  <a:lnTo>
                    <a:pt x="256333" y="0"/>
                  </a:lnTo>
                  <a:lnTo>
                    <a:pt x="163422" y="0"/>
                  </a:lnTo>
                  <a:lnTo>
                    <a:pt x="160194" y="0"/>
                  </a:lnTo>
                  <a:lnTo>
                    <a:pt x="157087" y="1229"/>
                  </a:lnTo>
                  <a:lnTo>
                    <a:pt x="154733" y="3438"/>
                  </a:lnTo>
                  <a:lnTo>
                    <a:pt x="8008" y="141094"/>
                  </a:lnTo>
                  <a:lnTo>
                    <a:pt x="2163" y="149315"/>
                  </a:lnTo>
                  <a:lnTo>
                    <a:pt x="0" y="158809"/>
                  </a:lnTo>
                  <a:lnTo>
                    <a:pt x="1554" y="168421"/>
                  </a:lnTo>
                  <a:lnTo>
                    <a:pt x="6863" y="176997"/>
                  </a:lnTo>
                  <a:lnTo>
                    <a:pt x="7232" y="177391"/>
                  </a:lnTo>
                  <a:lnTo>
                    <a:pt x="7614" y="177773"/>
                  </a:lnTo>
                  <a:lnTo>
                    <a:pt x="800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6" name="object 56"/>
            <p:cNvSpPr/>
            <p:nvPr/>
          </p:nvSpPr>
          <p:spPr>
            <a:xfrm>
              <a:off x="4412759" y="12203831"/>
              <a:ext cx="270510" cy="319405"/>
            </a:xfrm>
            <a:custGeom>
              <a:avLst/>
              <a:gdLst/>
              <a:ahLst/>
              <a:cxnLst/>
              <a:rect l="l" t="t" r="r" b="b"/>
              <a:pathLst>
                <a:path w="270510" h="319404">
                  <a:moveTo>
                    <a:pt x="259921" y="0"/>
                  </a:moveTo>
                  <a:lnTo>
                    <a:pt x="160194" y="0"/>
                  </a:lnTo>
                  <a:lnTo>
                    <a:pt x="157086" y="1229"/>
                  </a:lnTo>
                  <a:lnTo>
                    <a:pt x="8007" y="141094"/>
                  </a:lnTo>
                  <a:lnTo>
                    <a:pt x="2163" y="149315"/>
                  </a:lnTo>
                  <a:lnTo>
                    <a:pt x="0" y="158809"/>
                  </a:lnTo>
                  <a:lnTo>
                    <a:pt x="1554" y="168421"/>
                  </a:lnTo>
                  <a:lnTo>
                    <a:pt x="6863" y="176997"/>
                  </a:lnTo>
                  <a:lnTo>
                    <a:pt x="157086" y="318008"/>
                  </a:lnTo>
                  <a:lnTo>
                    <a:pt x="160194" y="319237"/>
                  </a:lnTo>
                  <a:lnTo>
                    <a:pt x="263347" y="319237"/>
                  </a:lnTo>
                  <a:lnTo>
                    <a:pt x="269033" y="313551"/>
                  </a:lnTo>
                  <a:lnTo>
                    <a:pt x="269033" y="302948"/>
                  </a:lnTo>
                  <a:lnTo>
                    <a:pt x="267514" y="299528"/>
                  </a:lnTo>
                  <a:lnTo>
                    <a:pt x="118086" y="164330"/>
                  </a:lnTo>
                  <a:lnTo>
                    <a:pt x="117685" y="156298"/>
                  </a:lnTo>
                  <a:lnTo>
                    <a:pt x="123286" y="150201"/>
                  </a:lnTo>
                  <a:lnTo>
                    <a:pt x="270054" y="17411"/>
                  </a:lnTo>
                  <a:lnTo>
                    <a:pt x="270455" y="9380"/>
                  </a:lnTo>
                  <a:lnTo>
                    <a:pt x="263342" y="1517"/>
                  </a:lnTo>
                  <a:lnTo>
                    <a:pt x="259921"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7" name="object 57"/>
            <p:cNvSpPr/>
            <p:nvPr/>
          </p:nvSpPr>
          <p:spPr>
            <a:xfrm>
              <a:off x="4412758" y="12203831"/>
              <a:ext cx="270510" cy="319405"/>
            </a:xfrm>
            <a:custGeom>
              <a:avLst/>
              <a:gdLst/>
              <a:ahLst/>
              <a:cxnLst/>
              <a:rect l="l" t="t" r="r" b="b"/>
              <a:pathLst>
                <a:path w="270510" h="319404">
                  <a:moveTo>
                    <a:pt x="8008" y="178142"/>
                  </a:moveTo>
                  <a:lnTo>
                    <a:pt x="154733" y="315799"/>
                  </a:lnTo>
                  <a:lnTo>
                    <a:pt x="157087" y="318008"/>
                  </a:lnTo>
                  <a:lnTo>
                    <a:pt x="160194" y="319237"/>
                  </a:lnTo>
                  <a:lnTo>
                    <a:pt x="163422" y="319237"/>
                  </a:lnTo>
                  <a:lnTo>
                    <a:pt x="256333" y="319237"/>
                  </a:lnTo>
                  <a:lnTo>
                    <a:pt x="263347" y="319237"/>
                  </a:lnTo>
                  <a:lnTo>
                    <a:pt x="269033" y="313551"/>
                  </a:lnTo>
                  <a:lnTo>
                    <a:pt x="269033" y="306537"/>
                  </a:lnTo>
                  <a:lnTo>
                    <a:pt x="269033" y="302948"/>
                  </a:lnTo>
                  <a:lnTo>
                    <a:pt x="267514" y="299527"/>
                  </a:lnTo>
                  <a:lnTo>
                    <a:pt x="264853" y="297120"/>
                  </a:lnTo>
                  <a:lnTo>
                    <a:pt x="123287" y="169036"/>
                  </a:lnTo>
                  <a:lnTo>
                    <a:pt x="118086" y="164330"/>
                  </a:lnTo>
                  <a:lnTo>
                    <a:pt x="117684" y="156299"/>
                  </a:lnTo>
                  <a:lnTo>
                    <a:pt x="122390" y="151098"/>
                  </a:lnTo>
                  <a:lnTo>
                    <a:pt x="122674" y="150784"/>
                  </a:lnTo>
                  <a:lnTo>
                    <a:pt x="122973" y="150485"/>
                  </a:lnTo>
                  <a:lnTo>
                    <a:pt x="123287" y="150201"/>
                  </a:lnTo>
                  <a:lnTo>
                    <a:pt x="264853" y="22117"/>
                  </a:lnTo>
                  <a:lnTo>
                    <a:pt x="270054" y="17411"/>
                  </a:lnTo>
                  <a:lnTo>
                    <a:pt x="270456" y="9380"/>
                  </a:lnTo>
                  <a:lnTo>
                    <a:pt x="265750" y="4179"/>
                  </a:lnTo>
                  <a:lnTo>
                    <a:pt x="263343" y="1518"/>
                  </a:lnTo>
                  <a:lnTo>
                    <a:pt x="259921" y="0"/>
                  </a:lnTo>
                  <a:lnTo>
                    <a:pt x="256333" y="0"/>
                  </a:lnTo>
                  <a:lnTo>
                    <a:pt x="163422" y="0"/>
                  </a:lnTo>
                  <a:lnTo>
                    <a:pt x="160194" y="0"/>
                  </a:lnTo>
                  <a:lnTo>
                    <a:pt x="157087" y="1229"/>
                  </a:lnTo>
                  <a:lnTo>
                    <a:pt x="154733" y="3438"/>
                  </a:lnTo>
                  <a:lnTo>
                    <a:pt x="8008" y="141094"/>
                  </a:lnTo>
                  <a:lnTo>
                    <a:pt x="2163" y="149315"/>
                  </a:lnTo>
                  <a:lnTo>
                    <a:pt x="0" y="158809"/>
                  </a:lnTo>
                  <a:lnTo>
                    <a:pt x="1554" y="168421"/>
                  </a:lnTo>
                  <a:lnTo>
                    <a:pt x="6863" y="176997"/>
                  </a:lnTo>
                  <a:lnTo>
                    <a:pt x="7232" y="177391"/>
                  </a:lnTo>
                  <a:lnTo>
                    <a:pt x="7614" y="177773"/>
                  </a:lnTo>
                  <a:lnTo>
                    <a:pt x="800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58" name="object 58"/>
          <p:cNvGrpSpPr/>
          <p:nvPr/>
        </p:nvGrpSpPr>
        <p:grpSpPr>
          <a:xfrm>
            <a:off x="2194595" y="4543175"/>
            <a:ext cx="2502218" cy="2110423"/>
            <a:chOff x="4389189" y="9086350"/>
            <a:chExt cx="5004435" cy="4220845"/>
          </a:xfrm>
        </p:grpSpPr>
        <p:sp>
          <p:nvSpPr>
            <p:cNvPr id="59" name="object 59"/>
            <p:cNvSpPr/>
            <p:nvPr/>
          </p:nvSpPr>
          <p:spPr>
            <a:xfrm>
              <a:off x="8794542" y="9930531"/>
              <a:ext cx="270510" cy="319405"/>
            </a:xfrm>
            <a:custGeom>
              <a:avLst/>
              <a:gdLst/>
              <a:ahLst/>
              <a:cxnLst/>
              <a:rect l="l" t="t" r="r" b="b"/>
              <a:pathLst>
                <a:path w="270509" h="319404">
                  <a:moveTo>
                    <a:pt x="110262" y="0"/>
                  </a:moveTo>
                  <a:lnTo>
                    <a:pt x="10534" y="0"/>
                  </a:lnTo>
                  <a:lnTo>
                    <a:pt x="7113" y="1517"/>
                  </a:lnTo>
                  <a:lnTo>
                    <a:pt x="0" y="9380"/>
                  </a:lnTo>
                  <a:lnTo>
                    <a:pt x="401" y="17411"/>
                  </a:lnTo>
                  <a:lnTo>
                    <a:pt x="147782" y="150784"/>
                  </a:lnTo>
                  <a:lnTo>
                    <a:pt x="152772" y="156298"/>
                  </a:lnTo>
                  <a:lnTo>
                    <a:pt x="152370" y="164330"/>
                  </a:lnTo>
                  <a:lnTo>
                    <a:pt x="2941" y="299528"/>
                  </a:lnTo>
                  <a:lnTo>
                    <a:pt x="1423" y="302948"/>
                  </a:lnTo>
                  <a:lnTo>
                    <a:pt x="1423" y="313551"/>
                  </a:lnTo>
                  <a:lnTo>
                    <a:pt x="7109" y="319237"/>
                  </a:lnTo>
                  <a:lnTo>
                    <a:pt x="110262" y="319237"/>
                  </a:lnTo>
                  <a:lnTo>
                    <a:pt x="113369" y="318007"/>
                  </a:lnTo>
                  <a:lnTo>
                    <a:pt x="263593" y="176997"/>
                  </a:lnTo>
                  <a:lnTo>
                    <a:pt x="268902" y="168421"/>
                  </a:lnTo>
                  <a:lnTo>
                    <a:pt x="270456" y="158809"/>
                  </a:lnTo>
                  <a:lnTo>
                    <a:pt x="268292" y="149315"/>
                  </a:lnTo>
                  <a:lnTo>
                    <a:pt x="262448" y="141094"/>
                  </a:lnTo>
                  <a:lnTo>
                    <a:pt x="113369" y="1229"/>
                  </a:lnTo>
                  <a:lnTo>
                    <a:pt x="11026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0" name="object 60"/>
            <p:cNvSpPr/>
            <p:nvPr/>
          </p:nvSpPr>
          <p:spPr>
            <a:xfrm>
              <a:off x="8794542" y="9930531"/>
              <a:ext cx="270510" cy="319405"/>
            </a:xfrm>
            <a:custGeom>
              <a:avLst/>
              <a:gdLst/>
              <a:ahLst/>
              <a:cxnLst/>
              <a:rect l="l" t="t" r="r" b="b"/>
              <a:pathLst>
                <a:path w="270509" h="319404">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1" name="object 61"/>
            <p:cNvSpPr/>
            <p:nvPr/>
          </p:nvSpPr>
          <p:spPr>
            <a:xfrm>
              <a:off x="8946942" y="9930531"/>
              <a:ext cx="270510" cy="319405"/>
            </a:xfrm>
            <a:custGeom>
              <a:avLst/>
              <a:gdLst/>
              <a:ahLst/>
              <a:cxnLst/>
              <a:rect l="l" t="t" r="r" b="b"/>
              <a:pathLst>
                <a:path w="270509" h="319404">
                  <a:moveTo>
                    <a:pt x="110262" y="0"/>
                  </a:moveTo>
                  <a:lnTo>
                    <a:pt x="10534" y="0"/>
                  </a:lnTo>
                  <a:lnTo>
                    <a:pt x="7113" y="1517"/>
                  </a:lnTo>
                  <a:lnTo>
                    <a:pt x="0" y="9380"/>
                  </a:lnTo>
                  <a:lnTo>
                    <a:pt x="401" y="17411"/>
                  </a:lnTo>
                  <a:lnTo>
                    <a:pt x="147782" y="150784"/>
                  </a:lnTo>
                  <a:lnTo>
                    <a:pt x="152772" y="156298"/>
                  </a:lnTo>
                  <a:lnTo>
                    <a:pt x="152370" y="164330"/>
                  </a:lnTo>
                  <a:lnTo>
                    <a:pt x="2941" y="299528"/>
                  </a:lnTo>
                  <a:lnTo>
                    <a:pt x="1423" y="302948"/>
                  </a:lnTo>
                  <a:lnTo>
                    <a:pt x="1423" y="313551"/>
                  </a:lnTo>
                  <a:lnTo>
                    <a:pt x="7109" y="319237"/>
                  </a:lnTo>
                  <a:lnTo>
                    <a:pt x="110262" y="319237"/>
                  </a:lnTo>
                  <a:lnTo>
                    <a:pt x="113369" y="318007"/>
                  </a:lnTo>
                  <a:lnTo>
                    <a:pt x="263593" y="176997"/>
                  </a:lnTo>
                  <a:lnTo>
                    <a:pt x="268902" y="168421"/>
                  </a:lnTo>
                  <a:lnTo>
                    <a:pt x="270456" y="158809"/>
                  </a:lnTo>
                  <a:lnTo>
                    <a:pt x="268292" y="149315"/>
                  </a:lnTo>
                  <a:lnTo>
                    <a:pt x="262448" y="141094"/>
                  </a:lnTo>
                  <a:lnTo>
                    <a:pt x="113369" y="1229"/>
                  </a:lnTo>
                  <a:lnTo>
                    <a:pt x="11026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2" name="object 62"/>
            <p:cNvSpPr/>
            <p:nvPr/>
          </p:nvSpPr>
          <p:spPr>
            <a:xfrm>
              <a:off x="8946942" y="9930531"/>
              <a:ext cx="270510" cy="319405"/>
            </a:xfrm>
            <a:custGeom>
              <a:avLst/>
              <a:gdLst/>
              <a:ahLst/>
              <a:cxnLst/>
              <a:rect l="l" t="t" r="r" b="b"/>
              <a:pathLst>
                <a:path w="270509" h="319404">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3" name="object 63"/>
            <p:cNvSpPr/>
            <p:nvPr/>
          </p:nvSpPr>
          <p:spPr>
            <a:xfrm>
              <a:off x="8794542" y="12254631"/>
              <a:ext cx="270510" cy="319405"/>
            </a:xfrm>
            <a:custGeom>
              <a:avLst/>
              <a:gdLst/>
              <a:ahLst/>
              <a:cxnLst/>
              <a:rect l="l" t="t" r="r" b="b"/>
              <a:pathLst>
                <a:path w="270509" h="319404">
                  <a:moveTo>
                    <a:pt x="110262" y="0"/>
                  </a:moveTo>
                  <a:lnTo>
                    <a:pt x="10534" y="0"/>
                  </a:lnTo>
                  <a:lnTo>
                    <a:pt x="7113" y="1517"/>
                  </a:lnTo>
                  <a:lnTo>
                    <a:pt x="0" y="9380"/>
                  </a:lnTo>
                  <a:lnTo>
                    <a:pt x="401" y="17411"/>
                  </a:lnTo>
                  <a:lnTo>
                    <a:pt x="147782" y="150784"/>
                  </a:lnTo>
                  <a:lnTo>
                    <a:pt x="152772" y="156298"/>
                  </a:lnTo>
                  <a:lnTo>
                    <a:pt x="152370" y="164330"/>
                  </a:lnTo>
                  <a:lnTo>
                    <a:pt x="2941" y="299528"/>
                  </a:lnTo>
                  <a:lnTo>
                    <a:pt x="1423" y="302948"/>
                  </a:lnTo>
                  <a:lnTo>
                    <a:pt x="1423" y="313551"/>
                  </a:lnTo>
                  <a:lnTo>
                    <a:pt x="7109" y="319237"/>
                  </a:lnTo>
                  <a:lnTo>
                    <a:pt x="110262" y="319237"/>
                  </a:lnTo>
                  <a:lnTo>
                    <a:pt x="113369" y="318008"/>
                  </a:lnTo>
                  <a:lnTo>
                    <a:pt x="263593" y="176997"/>
                  </a:lnTo>
                  <a:lnTo>
                    <a:pt x="268902" y="168421"/>
                  </a:lnTo>
                  <a:lnTo>
                    <a:pt x="270456" y="158809"/>
                  </a:lnTo>
                  <a:lnTo>
                    <a:pt x="268292" y="149315"/>
                  </a:lnTo>
                  <a:lnTo>
                    <a:pt x="262448" y="141094"/>
                  </a:lnTo>
                  <a:lnTo>
                    <a:pt x="113369" y="1229"/>
                  </a:lnTo>
                  <a:lnTo>
                    <a:pt x="11026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4" name="object 64"/>
            <p:cNvSpPr/>
            <p:nvPr/>
          </p:nvSpPr>
          <p:spPr>
            <a:xfrm>
              <a:off x="8794542" y="12254631"/>
              <a:ext cx="270510" cy="319405"/>
            </a:xfrm>
            <a:custGeom>
              <a:avLst/>
              <a:gdLst/>
              <a:ahLst/>
              <a:cxnLst/>
              <a:rect l="l" t="t" r="r" b="b"/>
              <a:pathLst>
                <a:path w="270509" h="319404">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5" name="object 65"/>
            <p:cNvSpPr/>
            <p:nvPr/>
          </p:nvSpPr>
          <p:spPr>
            <a:xfrm>
              <a:off x="8946942" y="12254631"/>
              <a:ext cx="270510" cy="319405"/>
            </a:xfrm>
            <a:custGeom>
              <a:avLst/>
              <a:gdLst/>
              <a:ahLst/>
              <a:cxnLst/>
              <a:rect l="l" t="t" r="r" b="b"/>
              <a:pathLst>
                <a:path w="270509" h="319404">
                  <a:moveTo>
                    <a:pt x="110262" y="0"/>
                  </a:moveTo>
                  <a:lnTo>
                    <a:pt x="10534" y="0"/>
                  </a:lnTo>
                  <a:lnTo>
                    <a:pt x="7113" y="1517"/>
                  </a:lnTo>
                  <a:lnTo>
                    <a:pt x="0" y="9380"/>
                  </a:lnTo>
                  <a:lnTo>
                    <a:pt x="401" y="17411"/>
                  </a:lnTo>
                  <a:lnTo>
                    <a:pt x="147782" y="150784"/>
                  </a:lnTo>
                  <a:lnTo>
                    <a:pt x="152772" y="156298"/>
                  </a:lnTo>
                  <a:lnTo>
                    <a:pt x="152370" y="164330"/>
                  </a:lnTo>
                  <a:lnTo>
                    <a:pt x="2941" y="299528"/>
                  </a:lnTo>
                  <a:lnTo>
                    <a:pt x="1423" y="302948"/>
                  </a:lnTo>
                  <a:lnTo>
                    <a:pt x="1423" y="313551"/>
                  </a:lnTo>
                  <a:lnTo>
                    <a:pt x="7109" y="319237"/>
                  </a:lnTo>
                  <a:lnTo>
                    <a:pt x="110262" y="319237"/>
                  </a:lnTo>
                  <a:lnTo>
                    <a:pt x="113369" y="318008"/>
                  </a:lnTo>
                  <a:lnTo>
                    <a:pt x="263593" y="176997"/>
                  </a:lnTo>
                  <a:lnTo>
                    <a:pt x="268902" y="168421"/>
                  </a:lnTo>
                  <a:lnTo>
                    <a:pt x="270456" y="158809"/>
                  </a:lnTo>
                  <a:lnTo>
                    <a:pt x="268292" y="149315"/>
                  </a:lnTo>
                  <a:lnTo>
                    <a:pt x="262448" y="141094"/>
                  </a:lnTo>
                  <a:lnTo>
                    <a:pt x="113369" y="1229"/>
                  </a:lnTo>
                  <a:lnTo>
                    <a:pt x="11026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6" name="object 66"/>
            <p:cNvSpPr/>
            <p:nvPr/>
          </p:nvSpPr>
          <p:spPr>
            <a:xfrm>
              <a:off x="8946942" y="12254631"/>
              <a:ext cx="270510" cy="319405"/>
            </a:xfrm>
            <a:custGeom>
              <a:avLst/>
              <a:gdLst/>
              <a:ahLst/>
              <a:cxnLst/>
              <a:rect l="l" t="t" r="r" b="b"/>
              <a:pathLst>
                <a:path w="270509" h="319404">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7" name="object 67"/>
            <p:cNvSpPr/>
            <p:nvPr/>
          </p:nvSpPr>
          <p:spPr>
            <a:xfrm>
              <a:off x="4389183" y="9086354"/>
              <a:ext cx="5004435" cy="4220845"/>
            </a:xfrm>
            <a:custGeom>
              <a:avLst/>
              <a:gdLst/>
              <a:ahLst/>
              <a:cxnLst/>
              <a:rect l="l" t="t" r="r" b="b"/>
              <a:pathLst>
                <a:path w="5004434" h="4220844">
                  <a:moveTo>
                    <a:pt x="949972" y="2107514"/>
                  </a:moveTo>
                  <a:lnTo>
                    <a:pt x="943978" y="2077859"/>
                  </a:lnTo>
                  <a:lnTo>
                    <a:pt x="927658" y="2053628"/>
                  </a:lnTo>
                  <a:lnTo>
                    <a:pt x="903427" y="2037308"/>
                  </a:lnTo>
                  <a:lnTo>
                    <a:pt x="873772" y="2031314"/>
                  </a:lnTo>
                  <a:lnTo>
                    <a:pt x="429272" y="2031314"/>
                  </a:lnTo>
                  <a:lnTo>
                    <a:pt x="413245" y="2034565"/>
                  </a:lnTo>
                  <a:lnTo>
                    <a:pt x="413245" y="1810296"/>
                  </a:lnTo>
                  <a:lnTo>
                    <a:pt x="391007" y="1775637"/>
                  </a:lnTo>
                  <a:lnTo>
                    <a:pt x="376809" y="1772234"/>
                  </a:lnTo>
                  <a:lnTo>
                    <a:pt x="362356" y="1774393"/>
                  </a:lnTo>
                  <a:lnTo>
                    <a:pt x="349402" y="1782203"/>
                  </a:lnTo>
                  <a:lnTo>
                    <a:pt x="9779" y="2093785"/>
                  </a:lnTo>
                  <a:lnTo>
                    <a:pt x="2057" y="2106790"/>
                  </a:lnTo>
                  <a:lnTo>
                    <a:pt x="0" y="2121255"/>
                  </a:lnTo>
                  <a:lnTo>
                    <a:pt x="3505" y="2135428"/>
                  </a:lnTo>
                  <a:lnTo>
                    <a:pt x="349605" y="2452230"/>
                  </a:lnTo>
                  <a:lnTo>
                    <a:pt x="375145" y="2462060"/>
                  </a:lnTo>
                  <a:lnTo>
                    <a:pt x="389978" y="2459075"/>
                  </a:lnTo>
                  <a:lnTo>
                    <a:pt x="402094" y="2450909"/>
                  </a:lnTo>
                  <a:lnTo>
                    <a:pt x="410260" y="2438793"/>
                  </a:lnTo>
                  <a:lnTo>
                    <a:pt x="413245" y="2423960"/>
                  </a:lnTo>
                  <a:lnTo>
                    <a:pt x="413245" y="2180475"/>
                  </a:lnTo>
                  <a:lnTo>
                    <a:pt x="429272" y="2183714"/>
                  </a:lnTo>
                  <a:lnTo>
                    <a:pt x="873772" y="2183714"/>
                  </a:lnTo>
                  <a:lnTo>
                    <a:pt x="903427" y="2177719"/>
                  </a:lnTo>
                  <a:lnTo>
                    <a:pt x="927658" y="2161400"/>
                  </a:lnTo>
                  <a:lnTo>
                    <a:pt x="943978" y="2137168"/>
                  </a:lnTo>
                  <a:lnTo>
                    <a:pt x="949972" y="2107514"/>
                  </a:lnTo>
                  <a:close/>
                </a:path>
                <a:path w="5004434" h="4220844">
                  <a:moveTo>
                    <a:pt x="2825331" y="3843921"/>
                  </a:moveTo>
                  <a:lnTo>
                    <a:pt x="2801074" y="3810063"/>
                  </a:lnTo>
                  <a:lnTo>
                    <a:pt x="2787256" y="3807472"/>
                  </a:lnTo>
                  <a:lnTo>
                    <a:pt x="2562999" y="3807472"/>
                  </a:lnTo>
                  <a:lnTo>
                    <a:pt x="2566238" y="3791445"/>
                  </a:lnTo>
                  <a:lnTo>
                    <a:pt x="2566238" y="3346945"/>
                  </a:lnTo>
                  <a:lnTo>
                    <a:pt x="2560256" y="3317290"/>
                  </a:lnTo>
                  <a:lnTo>
                    <a:pt x="2543924" y="3293072"/>
                  </a:lnTo>
                  <a:lnTo>
                    <a:pt x="2519705" y="3276739"/>
                  </a:lnTo>
                  <a:lnTo>
                    <a:pt x="2490038" y="3270745"/>
                  </a:lnTo>
                  <a:lnTo>
                    <a:pt x="2460383" y="3276739"/>
                  </a:lnTo>
                  <a:lnTo>
                    <a:pt x="2436164" y="3293072"/>
                  </a:lnTo>
                  <a:lnTo>
                    <a:pt x="2419832" y="3317290"/>
                  </a:lnTo>
                  <a:lnTo>
                    <a:pt x="2413838" y="3346945"/>
                  </a:lnTo>
                  <a:lnTo>
                    <a:pt x="2413838" y="3791445"/>
                  </a:lnTo>
                  <a:lnTo>
                    <a:pt x="2417064" y="3807472"/>
                  </a:lnTo>
                  <a:lnTo>
                    <a:pt x="2173592" y="3807472"/>
                  </a:lnTo>
                  <a:lnTo>
                    <a:pt x="2158758" y="3810470"/>
                  </a:lnTo>
                  <a:lnTo>
                    <a:pt x="2146655" y="3818636"/>
                  </a:lnTo>
                  <a:lnTo>
                    <a:pt x="2138489" y="3830739"/>
                  </a:lnTo>
                  <a:lnTo>
                    <a:pt x="2135492" y="3845572"/>
                  </a:lnTo>
                  <a:lnTo>
                    <a:pt x="2136140" y="3852557"/>
                  </a:lnTo>
                  <a:lnTo>
                    <a:pt x="2449957" y="4208221"/>
                  </a:lnTo>
                  <a:lnTo>
                    <a:pt x="2476296" y="4220718"/>
                  </a:lnTo>
                  <a:lnTo>
                    <a:pt x="2490762" y="4218660"/>
                  </a:lnTo>
                  <a:lnTo>
                    <a:pt x="2503779" y="4210939"/>
                  </a:lnTo>
                  <a:lnTo>
                    <a:pt x="2505506" y="4209300"/>
                  </a:lnTo>
                  <a:lnTo>
                    <a:pt x="2815348" y="3871315"/>
                  </a:lnTo>
                  <a:lnTo>
                    <a:pt x="2823159" y="3858361"/>
                  </a:lnTo>
                  <a:lnTo>
                    <a:pt x="2825331" y="3843921"/>
                  </a:lnTo>
                  <a:close/>
                </a:path>
                <a:path w="5004434" h="4220844">
                  <a:moveTo>
                    <a:pt x="2825331" y="376809"/>
                  </a:moveTo>
                  <a:lnTo>
                    <a:pt x="2503779" y="9779"/>
                  </a:lnTo>
                  <a:lnTo>
                    <a:pt x="2476296" y="0"/>
                  </a:lnTo>
                  <a:lnTo>
                    <a:pt x="2462123" y="3517"/>
                  </a:lnTo>
                  <a:lnTo>
                    <a:pt x="2145322" y="349605"/>
                  </a:lnTo>
                  <a:lnTo>
                    <a:pt x="2135492" y="375145"/>
                  </a:lnTo>
                  <a:lnTo>
                    <a:pt x="2138489" y="389978"/>
                  </a:lnTo>
                  <a:lnTo>
                    <a:pt x="2146655" y="402094"/>
                  </a:lnTo>
                  <a:lnTo>
                    <a:pt x="2158758" y="410260"/>
                  </a:lnTo>
                  <a:lnTo>
                    <a:pt x="2173592" y="413245"/>
                  </a:lnTo>
                  <a:lnTo>
                    <a:pt x="2417076" y="413245"/>
                  </a:lnTo>
                  <a:lnTo>
                    <a:pt x="2413838" y="429272"/>
                  </a:lnTo>
                  <a:lnTo>
                    <a:pt x="2413838" y="873772"/>
                  </a:lnTo>
                  <a:lnTo>
                    <a:pt x="2419832" y="903439"/>
                  </a:lnTo>
                  <a:lnTo>
                    <a:pt x="2436164" y="927658"/>
                  </a:lnTo>
                  <a:lnTo>
                    <a:pt x="2460383" y="943991"/>
                  </a:lnTo>
                  <a:lnTo>
                    <a:pt x="2490038" y="949972"/>
                  </a:lnTo>
                  <a:lnTo>
                    <a:pt x="2519705" y="943991"/>
                  </a:lnTo>
                  <a:lnTo>
                    <a:pt x="2543924" y="927658"/>
                  </a:lnTo>
                  <a:lnTo>
                    <a:pt x="2560256" y="903439"/>
                  </a:lnTo>
                  <a:lnTo>
                    <a:pt x="2566238" y="873772"/>
                  </a:lnTo>
                  <a:lnTo>
                    <a:pt x="2566238" y="429272"/>
                  </a:lnTo>
                  <a:lnTo>
                    <a:pt x="2562999" y="413245"/>
                  </a:lnTo>
                  <a:lnTo>
                    <a:pt x="2787256" y="413245"/>
                  </a:lnTo>
                  <a:lnTo>
                    <a:pt x="2821914" y="391007"/>
                  </a:lnTo>
                  <a:lnTo>
                    <a:pt x="2825331" y="376809"/>
                  </a:lnTo>
                  <a:close/>
                </a:path>
                <a:path w="5004434" h="4220844">
                  <a:moveTo>
                    <a:pt x="5003952" y="2121255"/>
                  </a:moveTo>
                  <a:lnTo>
                    <a:pt x="4654550" y="1782203"/>
                  </a:lnTo>
                  <a:lnTo>
                    <a:pt x="4627156" y="1772234"/>
                  </a:lnTo>
                  <a:lnTo>
                    <a:pt x="4612945" y="1775637"/>
                  </a:lnTo>
                  <a:lnTo>
                    <a:pt x="4590707" y="1810296"/>
                  </a:lnTo>
                  <a:lnTo>
                    <a:pt x="4590707" y="2034552"/>
                  </a:lnTo>
                  <a:lnTo>
                    <a:pt x="4574679" y="2031314"/>
                  </a:lnTo>
                  <a:lnTo>
                    <a:pt x="4130179" y="2031314"/>
                  </a:lnTo>
                  <a:lnTo>
                    <a:pt x="4100525" y="2037308"/>
                  </a:lnTo>
                  <a:lnTo>
                    <a:pt x="4076306" y="2053628"/>
                  </a:lnTo>
                  <a:lnTo>
                    <a:pt x="4059974" y="2077859"/>
                  </a:lnTo>
                  <a:lnTo>
                    <a:pt x="4053979" y="2107514"/>
                  </a:lnTo>
                  <a:lnTo>
                    <a:pt x="4059974" y="2137168"/>
                  </a:lnTo>
                  <a:lnTo>
                    <a:pt x="4076306" y="2161400"/>
                  </a:lnTo>
                  <a:lnTo>
                    <a:pt x="4100525" y="2177719"/>
                  </a:lnTo>
                  <a:lnTo>
                    <a:pt x="4130179" y="2183714"/>
                  </a:lnTo>
                  <a:lnTo>
                    <a:pt x="4574679" y="2183714"/>
                  </a:lnTo>
                  <a:lnTo>
                    <a:pt x="4590707" y="2180488"/>
                  </a:lnTo>
                  <a:lnTo>
                    <a:pt x="4590707" y="2423960"/>
                  </a:lnTo>
                  <a:lnTo>
                    <a:pt x="4593704" y="2438793"/>
                  </a:lnTo>
                  <a:lnTo>
                    <a:pt x="4601870" y="2450909"/>
                  </a:lnTo>
                  <a:lnTo>
                    <a:pt x="4613973" y="2459075"/>
                  </a:lnTo>
                  <a:lnTo>
                    <a:pt x="4628807" y="2462060"/>
                  </a:lnTo>
                  <a:lnTo>
                    <a:pt x="4635792" y="2461412"/>
                  </a:lnTo>
                  <a:lnTo>
                    <a:pt x="4991455" y="2147595"/>
                  </a:lnTo>
                  <a:lnTo>
                    <a:pt x="5000447" y="2135428"/>
                  </a:lnTo>
                  <a:lnTo>
                    <a:pt x="5003952" y="2121255"/>
                  </a:lnTo>
                  <a:close/>
                </a:path>
              </a:pathLst>
            </a:custGeom>
            <a:solidFill>
              <a:srgbClr val="AFE0D2"/>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8" name="object 68"/>
            <p:cNvSpPr/>
            <p:nvPr/>
          </p:nvSpPr>
          <p:spPr>
            <a:xfrm>
              <a:off x="5511799" y="10820400"/>
              <a:ext cx="2692400" cy="711200"/>
            </a:xfrm>
            <a:custGeom>
              <a:avLst/>
              <a:gdLst/>
              <a:ahLst/>
              <a:cxnLst/>
              <a:rect l="l" t="t" r="r" b="b"/>
              <a:pathLst>
                <a:path w="2692400" h="711200">
                  <a:moveTo>
                    <a:pt x="2336800" y="0"/>
                  </a:moveTo>
                  <a:lnTo>
                    <a:pt x="355600" y="0"/>
                  </a:lnTo>
                  <a:lnTo>
                    <a:pt x="307347" y="3246"/>
                  </a:lnTo>
                  <a:lnTo>
                    <a:pt x="261067" y="12702"/>
                  </a:lnTo>
                  <a:lnTo>
                    <a:pt x="217184" y="27944"/>
                  </a:lnTo>
                  <a:lnTo>
                    <a:pt x="176121" y="48549"/>
                  </a:lnTo>
                  <a:lnTo>
                    <a:pt x="138303" y="74093"/>
                  </a:lnTo>
                  <a:lnTo>
                    <a:pt x="104152" y="104152"/>
                  </a:lnTo>
                  <a:lnTo>
                    <a:pt x="74093" y="138303"/>
                  </a:lnTo>
                  <a:lnTo>
                    <a:pt x="48549" y="176121"/>
                  </a:lnTo>
                  <a:lnTo>
                    <a:pt x="27944" y="217184"/>
                  </a:lnTo>
                  <a:lnTo>
                    <a:pt x="12702" y="261067"/>
                  </a:lnTo>
                  <a:lnTo>
                    <a:pt x="3246" y="307347"/>
                  </a:lnTo>
                  <a:lnTo>
                    <a:pt x="0" y="355600"/>
                  </a:lnTo>
                  <a:lnTo>
                    <a:pt x="3246" y="403852"/>
                  </a:lnTo>
                  <a:lnTo>
                    <a:pt x="12702" y="450132"/>
                  </a:lnTo>
                  <a:lnTo>
                    <a:pt x="27944" y="494015"/>
                  </a:lnTo>
                  <a:lnTo>
                    <a:pt x="48549" y="535078"/>
                  </a:lnTo>
                  <a:lnTo>
                    <a:pt x="74093" y="572896"/>
                  </a:lnTo>
                  <a:lnTo>
                    <a:pt x="104152" y="607047"/>
                  </a:lnTo>
                  <a:lnTo>
                    <a:pt x="138303" y="637106"/>
                  </a:lnTo>
                  <a:lnTo>
                    <a:pt x="176121" y="662650"/>
                  </a:lnTo>
                  <a:lnTo>
                    <a:pt x="217184" y="683255"/>
                  </a:lnTo>
                  <a:lnTo>
                    <a:pt x="261067" y="698497"/>
                  </a:lnTo>
                  <a:lnTo>
                    <a:pt x="307347" y="707953"/>
                  </a:lnTo>
                  <a:lnTo>
                    <a:pt x="355600" y="711200"/>
                  </a:lnTo>
                  <a:lnTo>
                    <a:pt x="2336800" y="711200"/>
                  </a:lnTo>
                  <a:lnTo>
                    <a:pt x="2385052" y="707953"/>
                  </a:lnTo>
                  <a:lnTo>
                    <a:pt x="2431332" y="698497"/>
                  </a:lnTo>
                  <a:lnTo>
                    <a:pt x="2475215" y="683255"/>
                  </a:lnTo>
                  <a:lnTo>
                    <a:pt x="2516278" y="662650"/>
                  </a:lnTo>
                  <a:lnTo>
                    <a:pt x="2554096" y="637106"/>
                  </a:lnTo>
                  <a:lnTo>
                    <a:pt x="2588247" y="607047"/>
                  </a:lnTo>
                  <a:lnTo>
                    <a:pt x="2618306" y="572896"/>
                  </a:lnTo>
                  <a:lnTo>
                    <a:pt x="2643850" y="535078"/>
                  </a:lnTo>
                  <a:lnTo>
                    <a:pt x="2664455" y="494015"/>
                  </a:lnTo>
                  <a:lnTo>
                    <a:pt x="2679697" y="450132"/>
                  </a:lnTo>
                  <a:lnTo>
                    <a:pt x="2689153" y="403852"/>
                  </a:lnTo>
                  <a:lnTo>
                    <a:pt x="2692400" y="355600"/>
                  </a:lnTo>
                  <a:lnTo>
                    <a:pt x="2689153" y="307347"/>
                  </a:lnTo>
                  <a:lnTo>
                    <a:pt x="2679697" y="261067"/>
                  </a:lnTo>
                  <a:lnTo>
                    <a:pt x="2664455" y="217184"/>
                  </a:lnTo>
                  <a:lnTo>
                    <a:pt x="2643850" y="176121"/>
                  </a:lnTo>
                  <a:lnTo>
                    <a:pt x="2618306" y="138303"/>
                  </a:lnTo>
                  <a:lnTo>
                    <a:pt x="2588247" y="104152"/>
                  </a:lnTo>
                  <a:lnTo>
                    <a:pt x="2554096" y="74093"/>
                  </a:lnTo>
                  <a:lnTo>
                    <a:pt x="2516278" y="48549"/>
                  </a:lnTo>
                  <a:lnTo>
                    <a:pt x="2475215" y="27944"/>
                  </a:lnTo>
                  <a:lnTo>
                    <a:pt x="2431332" y="12702"/>
                  </a:lnTo>
                  <a:lnTo>
                    <a:pt x="2385052" y="3246"/>
                  </a:lnTo>
                  <a:lnTo>
                    <a:pt x="2336800" y="0"/>
                  </a:lnTo>
                  <a:close/>
                </a:path>
              </a:pathLst>
            </a:custGeom>
            <a:solidFill>
              <a:srgbClr val="3068E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9" name="object 69"/>
            <p:cNvSpPr/>
            <p:nvPr/>
          </p:nvSpPr>
          <p:spPr>
            <a:xfrm>
              <a:off x="5511799" y="10820400"/>
              <a:ext cx="2692400" cy="711200"/>
            </a:xfrm>
            <a:custGeom>
              <a:avLst/>
              <a:gdLst/>
              <a:ahLst/>
              <a:cxnLst/>
              <a:rect l="l" t="t" r="r" b="b"/>
              <a:pathLst>
                <a:path w="2692400" h="711200">
                  <a:moveTo>
                    <a:pt x="355600" y="0"/>
                  </a:moveTo>
                  <a:lnTo>
                    <a:pt x="2336800" y="0"/>
                  </a:lnTo>
                  <a:lnTo>
                    <a:pt x="2385052" y="3246"/>
                  </a:lnTo>
                  <a:lnTo>
                    <a:pt x="2431332" y="12702"/>
                  </a:lnTo>
                  <a:lnTo>
                    <a:pt x="2475215" y="27944"/>
                  </a:lnTo>
                  <a:lnTo>
                    <a:pt x="2516278" y="48549"/>
                  </a:lnTo>
                  <a:lnTo>
                    <a:pt x="2554096" y="74093"/>
                  </a:lnTo>
                  <a:lnTo>
                    <a:pt x="2588247" y="104152"/>
                  </a:lnTo>
                  <a:lnTo>
                    <a:pt x="2618306" y="138303"/>
                  </a:lnTo>
                  <a:lnTo>
                    <a:pt x="2643850" y="176121"/>
                  </a:lnTo>
                  <a:lnTo>
                    <a:pt x="2664455" y="217184"/>
                  </a:lnTo>
                  <a:lnTo>
                    <a:pt x="2679697" y="261067"/>
                  </a:lnTo>
                  <a:lnTo>
                    <a:pt x="2689153" y="307347"/>
                  </a:lnTo>
                  <a:lnTo>
                    <a:pt x="2692400" y="355600"/>
                  </a:lnTo>
                  <a:lnTo>
                    <a:pt x="2689153" y="403852"/>
                  </a:lnTo>
                  <a:lnTo>
                    <a:pt x="2679697" y="450132"/>
                  </a:lnTo>
                  <a:lnTo>
                    <a:pt x="2664455" y="494015"/>
                  </a:lnTo>
                  <a:lnTo>
                    <a:pt x="2643850" y="535078"/>
                  </a:lnTo>
                  <a:lnTo>
                    <a:pt x="2618306" y="572896"/>
                  </a:lnTo>
                  <a:lnTo>
                    <a:pt x="2588247" y="607047"/>
                  </a:lnTo>
                  <a:lnTo>
                    <a:pt x="2554096" y="637106"/>
                  </a:lnTo>
                  <a:lnTo>
                    <a:pt x="2516278" y="662650"/>
                  </a:lnTo>
                  <a:lnTo>
                    <a:pt x="2475215" y="683255"/>
                  </a:lnTo>
                  <a:lnTo>
                    <a:pt x="2431332" y="698497"/>
                  </a:lnTo>
                  <a:lnTo>
                    <a:pt x="2385052" y="707953"/>
                  </a:lnTo>
                  <a:lnTo>
                    <a:pt x="2336800" y="711200"/>
                  </a:lnTo>
                  <a:lnTo>
                    <a:pt x="355600" y="711200"/>
                  </a:lnTo>
                  <a:lnTo>
                    <a:pt x="307347" y="707953"/>
                  </a:lnTo>
                  <a:lnTo>
                    <a:pt x="261067" y="698497"/>
                  </a:lnTo>
                  <a:lnTo>
                    <a:pt x="217184" y="683255"/>
                  </a:lnTo>
                  <a:lnTo>
                    <a:pt x="176121" y="662650"/>
                  </a:lnTo>
                  <a:lnTo>
                    <a:pt x="138303" y="637106"/>
                  </a:lnTo>
                  <a:lnTo>
                    <a:pt x="104152" y="607047"/>
                  </a:lnTo>
                  <a:lnTo>
                    <a:pt x="74093" y="572896"/>
                  </a:lnTo>
                  <a:lnTo>
                    <a:pt x="48549" y="535078"/>
                  </a:lnTo>
                  <a:lnTo>
                    <a:pt x="27944" y="494015"/>
                  </a:lnTo>
                  <a:lnTo>
                    <a:pt x="12702" y="450132"/>
                  </a:lnTo>
                  <a:lnTo>
                    <a:pt x="3246" y="403852"/>
                  </a:lnTo>
                  <a:lnTo>
                    <a:pt x="0" y="355600"/>
                  </a:lnTo>
                  <a:lnTo>
                    <a:pt x="3246" y="307347"/>
                  </a:lnTo>
                  <a:lnTo>
                    <a:pt x="12702" y="261067"/>
                  </a:lnTo>
                  <a:lnTo>
                    <a:pt x="27944" y="217184"/>
                  </a:lnTo>
                  <a:lnTo>
                    <a:pt x="48549" y="176121"/>
                  </a:lnTo>
                  <a:lnTo>
                    <a:pt x="74093" y="138303"/>
                  </a:lnTo>
                  <a:lnTo>
                    <a:pt x="104152" y="104152"/>
                  </a:lnTo>
                  <a:lnTo>
                    <a:pt x="138303" y="74093"/>
                  </a:lnTo>
                  <a:lnTo>
                    <a:pt x="176121" y="48549"/>
                  </a:lnTo>
                  <a:lnTo>
                    <a:pt x="217184" y="27944"/>
                  </a:lnTo>
                  <a:lnTo>
                    <a:pt x="261067" y="12702"/>
                  </a:lnTo>
                  <a:lnTo>
                    <a:pt x="307347" y="3246"/>
                  </a:lnTo>
                  <a:lnTo>
                    <a:pt x="355600" y="0"/>
                  </a:lnTo>
                  <a:close/>
                </a:path>
              </a:pathLst>
            </a:custGeom>
            <a:ln w="38100">
              <a:solidFill>
                <a:srgbClr val="9AC6D5"/>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70" name="object 70"/>
          <p:cNvSpPr txBox="1"/>
          <p:nvPr/>
        </p:nvSpPr>
        <p:spPr>
          <a:xfrm>
            <a:off x="3892793" y="4864100"/>
            <a:ext cx="279083" cy="317500"/>
          </a:xfrm>
          <a:prstGeom prst="rect">
            <a:avLst/>
          </a:prstGeom>
        </p:spPr>
        <p:txBody>
          <a:bodyPr vert="horz" wrap="square" lIns="0" tIns="22860" rIns="0" bIns="0" rtlCol="0">
            <a:spAutoFit/>
          </a:bodyPr>
          <a:lstStyle/>
          <a:p>
            <a:pPr marL="6350" marR="2540">
              <a:lnSpc>
                <a:spcPts val="1150"/>
              </a:lnSpc>
              <a:spcBef>
                <a:spcPts val="18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直接经验</a:t>
            </a:r>
            <a:endParaRPr sz="1050" b="1">
              <a:latin typeface="江城圆体 600W" panose="020B0800000000000000" pitchFamily="34" charset="-128"/>
              <a:ea typeface="江城圆体 600W" panose="020B0800000000000000" pitchFamily="34" charset="-128"/>
              <a:cs typeface="PMingLiU" panose="02020500000000000000" charset="-120"/>
            </a:endParaRPr>
          </a:p>
        </p:txBody>
      </p:sp>
      <p:sp>
        <p:nvSpPr>
          <p:cNvPr id="71" name="object 71"/>
          <p:cNvSpPr txBox="1"/>
          <p:nvPr/>
        </p:nvSpPr>
        <p:spPr>
          <a:xfrm>
            <a:off x="3892793" y="6026150"/>
            <a:ext cx="279083" cy="317500"/>
          </a:xfrm>
          <a:prstGeom prst="rect">
            <a:avLst/>
          </a:prstGeom>
        </p:spPr>
        <p:txBody>
          <a:bodyPr vert="horz" wrap="square" lIns="0" tIns="22860" rIns="0" bIns="0" rtlCol="0">
            <a:spAutoFit/>
          </a:bodyPr>
          <a:lstStyle/>
          <a:p>
            <a:pPr marL="6350" marR="2540">
              <a:lnSpc>
                <a:spcPts val="1150"/>
              </a:lnSpc>
              <a:spcBef>
                <a:spcPts val="18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间接经验</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72" name="object 72"/>
          <p:cNvSpPr txBox="1"/>
          <p:nvPr/>
        </p:nvSpPr>
        <p:spPr>
          <a:xfrm>
            <a:off x="2737092" y="6026150"/>
            <a:ext cx="279083" cy="317500"/>
          </a:xfrm>
          <a:prstGeom prst="rect">
            <a:avLst/>
          </a:prstGeom>
        </p:spPr>
        <p:txBody>
          <a:bodyPr vert="horz" wrap="square" lIns="0" tIns="22860" rIns="0" bIns="0" rtlCol="0">
            <a:spAutoFit/>
          </a:bodyPr>
          <a:lstStyle/>
          <a:p>
            <a:pPr marL="6350" marR="2540">
              <a:lnSpc>
                <a:spcPts val="1150"/>
              </a:lnSpc>
              <a:spcBef>
                <a:spcPts val="18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言语劝说</a:t>
            </a:r>
            <a:endParaRPr sz="1050" b="1">
              <a:latin typeface="江城圆体 600W" panose="020B0800000000000000" pitchFamily="34" charset="-128"/>
              <a:ea typeface="江城圆体 600W" panose="020B0800000000000000" pitchFamily="34" charset="-128"/>
              <a:cs typeface="PMingLiU" panose="02020500000000000000" charset="-120"/>
            </a:endParaRPr>
          </a:p>
        </p:txBody>
      </p:sp>
      <p:sp>
        <p:nvSpPr>
          <p:cNvPr id="73" name="object 73"/>
          <p:cNvSpPr txBox="1"/>
          <p:nvPr/>
        </p:nvSpPr>
        <p:spPr>
          <a:xfrm>
            <a:off x="2737092" y="4864100"/>
            <a:ext cx="279083" cy="317500"/>
          </a:xfrm>
          <a:prstGeom prst="rect">
            <a:avLst/>
          </a:prstGeom>
        </p:spPr>
        <p:txBody>
          <a:bodyPr vert="horz" wrap="square" lIns="0" tIns="22860" rIns="0" bIns="0" rtlCol="0">
            <a:spAutoFit/>
          </a:bodyPr>
          <a:lstStyle/>
          <a:p>
            <a:pPr marL="6350" marR="2540">
              <a:lnSpc>
                <a:spcPts val="1150"/>
              </a:lnSpc>
              <a:spcBef>
                <a:spcPts val="18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身心状态</a:t>
            </a:r>
            <a:endParaRPr sz="1050" b="1">
              <a:latin typeface="江城圆体 600W" panose="020B0800000000000000" pitchFamily="34" charset="-128"/>
              <a:ea typeface="江城圆体 600W" panose="020B0800000000000000" pitchFamily="34" charset="-128"/>
              <a:cs typeface="PMingLiU" panose="02020500000000000000" charset="-120"/>
            </a:endParaRPr>
          </a:p>
        </p:txBody>
      </p:sp>
      <p:sp>
        <p:nvSpPr>
          <p:cNvPr id="74" name="object 74"/>
          <p:cNvSpPr txBox="1"/>
          <p:nvPr/>
        </p:nvSpPr>
        <p:spPr>
          <a:xfrm>
            <a:off x="3129631" y="4362450"/>
            <a:ext cx="677437"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影响个人选择</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75" name="object 75"/>
          <p:cNvSpPr txBox="1"/>
          <p:nvPr/>
        </p:nvSpPr>
        <p:spPr>
          <a:xfrm>
            <a:off x="2855364" y="5372100"/>
            <a:ext cx="1153795" cy="428625"/>
          </a:xfrm>
          <a:prstGeom prst="rect">
            <a:avLst/>
          </a:prstGeom>
        </p:spPr>
        <p:txBody>
          <a:bodyPr vert="horz" wrap="square" lIns="0" tIns="44450" rIns="0" bIns="0" rtlCol="0">
            <a:spAutoFit/>
          </a:bodyPr>
          <a:lstStyle/>
          <a:p>
            <a:pPr marL="233680" marR="2540" indent="-227965">
              <a:lnSpc>
                <a:spcPts val="1500"/>
              </a:lnSpc>
              <a:spcBef>
                <a:spcPts val="350"/>
              </a:spcBef>
            </a:pPr>
            <a:r>
              <a:rPr sz="15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自我效能感的 4个来源</a:t>
            </a:r>
            <a:endParaRPr sz="15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76" name="object 76"/>
          <p:cNvSpPr txBox="1"/>
          <p:nvPr/>
        </p:nvSpPr>
        <p:spPr>
          <a:xfrm>
            <a:off x="4782441" y="5518150"/>
            <a:ext cx="896650"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影响个人思维过程</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77" name="object 77"/>
          <p:cNvSpPr txBox="1"/>
          <p:nvPr/>
        </p:nvSpPr>
        <p:spPr>
          <a:xfrm>
            <a:off x="698500" y="5518150"/>
            <a:ext cx="1507879" cy="391795"/>
          </a:xfrm>
          <a:prstGeom prst="rect">
            <a:avLst/>
          </a:prstGeom>
        </p:spPr>
        <p:txBody>
          <a:bodyPr vert="horz" wrap="square" lIns="0" tIns="6350" rIns="0" bIns="0" rtlCol="0">
            <a:spAutoFit/>
          </a:bodyPr>
          <a:lstStyle/>
          <a:p>
            <a:pPr marL="603885">
              <a:spcBef>
                <a:spcPts val="5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影响心理反应过程</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6350">
              <a:spcBef>
                <a:spcPts val="790"/>
              </a:spcBef>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03 言语劝说</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78" name="object 78"/>
          <p:cNvSpPr txBox="1"/>
          <p:nvPr/>
        </p:nvSpPr>
        <p:spPr>
          <a:xfrm>
            <a:off x="2967246" y="6686550"/>
            <a:ext cx="982454"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影响个人的行为动机</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79" name="object 79"/>
          <p:cNvGrpSpPr/>
          <p:nvPr/>
        </p:nvGrpSpPr>
        <p:grpSpPr>
          <a:xfrm>
            <a:off x="692150" y="4340225"/>
            <a:ext cx="5486400" cy="4206875"/>
            <a:chOff x="1384300" y="8680450"/>
            <a:chExt cx="10972800" cy="8413750"/>
          </a:xfrm>
        </p:grpSpPr>
        <p:sp>
          <p:nvSpPr>
            <p:cNvPr id="80" name="object 80"/>
            <p:cNvSpPr/>
            <p:nvPr/>
          </p:nvSpPr>
          <p:spPr>
            <a:xfrm>
              <a:off x="9423400" y="10998200"/>
              <a:ext cx="1905000" cy="368300"/>
            </a:xfrm>
            <a:custGeom>
              <a:avLst/>
              <a:gdLst/>
              <a:ahLst/>
              <a:cxnLst/>
              <a:rect l="l" t="t" r="r" b="b"/>
              <a:pathLst>
                <a:path w="1905000" h="368300">
                  <a:moveTo>
                    <a:pt x="184150" y="0"/>
                  </a:moveTo>
                  <a:lnTo>
                    <a:pt x="1720850" y="0"/>
                  </a:lnTo>
                  <a:lnTo>
                    <a:pt x="1769804" y="6578"/>
                  </a:lnTo>
                  <a:lnTo>
                    <a:pt x="1813793" y="25141"/>
                  </a:lnTo>
                  <a:lnTo>
                    <a:pt x="1851063" y="53936"/>
                  </a:lnTo>
                  <a:lnTo>
                    <a:pt x="1879858" y="91205"/>
                  </a:lnTo>
                  <a:lnTo>
                    <a:pt x="1898421" y="135195"/>
                  </a:lnTo>
                  <a:lnTo>
                    <a:pt x="1905000" y="184150"/>
                  </a:lnTo>
                  <a:lnTo>
                    <a:pt x="1898421" y="233104"/>
                  </a:lnTo>
                  <a:lnTo>
                    <a:pt x="1879858" y="277094"/>
                  </a:lnTo>
                  <a:lnTo>
                    <a:pt x="1851063" y="314363"/>
                  </a:lnTo>
                  <a:lnTo>
                    <a:pt x="1813793" y="343158"/>
                  </a:lnTo>
                  <a:lnTo>
                    <a:pt x="1769804" y="361721"/>
                  </a:lnTo>
                  <a:lnTo>
                    <a:pt x="1720850" y="368300"/>
                  </a:lnTo>
                  <a:lnTo>
                    <a:pt x="184150" y="368300"/>
                  </a:lnTo>
                  <a:lnTo>
                    <a:pt x="135195" y="361721"/>
                  </a:lnTo>
                  <a:lnTo>
                    <a:pt x="91205" y="343158"/>
                  </a:lnTo>
                  <a:lnTo>
                    <a:pt x="53936" y="314363"/>
                  </a:lnTo>
                  <a:lnTo>
                    <a:pt x="25141" y="277094"/>
                  </a:lnTo>
                  <a:lnTo>
                    <a:pt x="6578" y="233104"/>
                  </a:lnTo>
                  <a:lnTo>
                    <a:pt x="0" y="184150"/>
                  </a:lnTo>
                  <a:lnTo>
                    <a:pt x="6578" y="135195"/>
                  </a:lnTo>
                  <a:lnTo>
                    <a:pt x="25141" y="91205"/>
                  </a:lnTo>
                  <a:lnTo>
                    <a:pt x="53936" y="53936"/>
                  </a:lnTo>
                  <a:lnTo>
                    <a:pt x="91205" y="25141"/>
                  </a:lnTo>
                  <a:lnTo>
                    <a:pt x="135195" y="6578"/>
                  </a:lnTo>
                  <a:lnTo>
                    <a:pt x="184150" y="0"/>
                  </a:lnTo>
                  <a:close/>
                </a:path>
              </a:pathLst>
            </a:custGeom>
            <a:ln w="12700">
              <a:solidFill>
                <a:srgbClr val="3068EB"/>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1" name="object 81"/>
            <p:cNvSpPr/>
            <p:nvPr/>
          </p:nvSpPr>
          <p:spPr>
            <a:xfrm>
              <a:off x="2463800" y="10998200"/>
              <a:ext cx="1905000" cy="368300"/>
            </a:xfrm>
            <a:custGeom>
              <a:avLst/>
              <a:gdLst/>
              <a:ahLst/>
              <a:cxnLst/>
              <a:rect l="l" t="t" r="r" b="b"/>
              <a:pathLst>
                <a:path w="1905000" h="368300">
                  <a:moveTo>
                    <a:pt x="184150" y="0"/>
                  </a:moveTo>
                  <a:lnTo>
                    <a:pt x="1720850" y="0"/>
                  </a:lnTo>
                  <a:lnTo>
                    <a:pt x="1769804" y="6578"/>
                  </a:lnTo>
                  <a:lnTo>
                    <a:pt x="1813793" y="25141"/>
                  </a:lnTo>
                  <a:lnTo>
                    <a:pt x="1851063" y="53936"/>
                  </a:lnTo>
                  <a:lnTo>
                    <a:pt x="1879858" y="91205"/>
                  </a:lnTo>
                  <a:lnTo>
                    <a:pt x="1898421" y="135195"/>
                  </a:lnTo>
                  <a:lnTo>
                    <a:pt x="1905000" y="184150"/>
                  </a:lnTo>
                  <a:lnTo>
                    <a:pt x="1898421" y="233104"/>
                  </a:lnTo>
                  <a:lnTo>
                    <a:pt x="1879858" y="277094"/>
                  </a:lnTo>
                  <a:lnTo>
                    <a:pt x="1851063" y="314363"/>
                  </a:lnTo>
                  <a:lnTo>
                    <a:pt x="1813793" y="343158"/>
                  </a:lnTo>
                  <a:lnTo>
                    <a:pt x="1769804" y="361721"/>
                  </a:lnTo>
                  <a:lnTo>
                    <a:pt x="1720850" y="368300"/>
                  </a:lnTo>
                  <a:lnTo>
                    <a:pt x="184150" y="368300"/>
                  </a:lnTo>
                  <a:lnTo>
                    <a:pt x="135195" y="361721"/>
                  </a:lnTo>
                  <a:lnTo>
                    <a:pt x="91205" y="343158"/>
                  </a:lnTo>
                  <a:lnTo>
                    <a:pt x="53936" y="314363"/>
                  </a:lnTo>
                  <a:lnTo>
                    <a:pt x="25141" y="277094"/>
                  </a:lnTo>
                  <a:lnTo>
                    <a:pt x="6578" y="233104"/>
                  </a:lnTo>
                  <a:lnTo>
                    <a:pt x="0" y="184150"/>
                  </a:lnTo>
                  <a:lnTo>
                    <a:pt x="6578" y="135195"/>
                  </a:lnTo>
                  <a:lnTo>
                    <a:pt x="25141" y="91205"/>
                  </a:lnTo>
                  <a:lnTo>
                    <a:pt x="53936" y="53936"/>
                  </a:lnTo>
                  <a:lnTo>
                    <a:pt x="91205" y="25141"/>
                  </a:lnTo>
                  <a:lnTo>
                    <a:pt x="135195" y="6578"/>
                  </a:lnTo>
                  <a:lnTo>
                    <a:pt x="184150" y="0"/>
                  </a:lnTo>
                  <a:close/>
                </a:path>
              </a:pathLst>
            </a:custGeom>
            <a:ln w="12700">
              <a:solidFill>
                <a:srgbClr val="3068EB"/>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2" name="object 82"/>
            <p:cNvSpPr/>
            <p:nvPr/>
          </p:nvSpPr>
          <p:spPr>
            <a:xfrm>
              <a:off x="5816600" y="13322300"/>
              <a:ext cx="2044700" cy="368300"/>
            </a:xfrm>
            <a:custGeom>
              <a:avLst/>
              <a:gdLst/>
              <a:ahLst/>
              <a:cxnLst/>
              <a:rect l="l" t="t" r="r" b="b"/>
              <a:pathLst>
                <a:path w="2044700" h="368300">
                  <a:moveTo>
                    <a:pt x="184150" y="0"/>
                  </a:moveTo>
                  <a:lnTo>
                    <a:pt x="1860550" y="0"/>
                  </a:lnTo>
                  <a:lnTo>
                    <a:pt x="1909504" y="6578"/>
                  </a:lnTo>
                  <a:lnTo>
                    <a:pt x="1953493" y="25141"/>
                  </a:lnTo>
                  <a:lnTo>
                    <a:pt x="1990763" y="53936"/>
                  </a:lnTo>
                  <a:lnTo>
                    <a:pt x="2019558" y="91205"/>
                  </a:lnTo>
                  <a:lnTo>
                    <a:pt x="2038121" y="135195"/>
                  </a:lnTo>
                  <a:lnTo>
                    <a:pt x="2044700" y="184150"/>
                  </a:lnTo>
                  <a:lnTo>
                    <a:pt x="2038121" y="233104"/>
                  </a:lnTo>
                  <a:lnTo>
                    <a:pt x="2019558" y="277094"/>
                  </a:lnTo>
                  <a:lnTo>
                    <a:pt x="1990763" y="314363"/>
                  </a:lnTo>
                  <a:lnTo>
                    <a:pt x="1953493" y="343158"/>
                  </a:lnTo>
                  <a:lnTo>
                    <a:pt x="1909504" y="361721"/>
                  </a:lnTo>
                  <a:lnTo>
                    <a:pt x="1860550" y="368300"/>
                  </a:lnTo>
                  <a:lnTo>
                    <a:pt x="184150" y="368300"/>
                  </a:lnTo>
                  <a:lnTo>
                    <a:pt x="135195" y="361721"/>
                  </a:lnTo>
                  <a:lnTo>
                    <a:pt x="91205" y="343158"/>
                  </a:lnTo>
                  <a:lnTo>
                    <a:pt x="53936" y="314363"/>
                  </a:lnTo>
                  <a:lnTo>
                    <a:pt x="25141" y="277094"/>
                  </a:lnTo>
                  <a:lnTo>
                    <a:pt x="6578" y="233104"/>
                  </a:lnTo>
                  <a:lnTo>
                    <a:pt x="0" y="184150"/>
                  </a:lnTo>
                  <a:lnTo>
                    <a:pt x="6578" y="135195"/>
                  </a:lnTo>
                  <a:lnTo>
                    <a:pt x="25141" y="91205"/>
                  </a:lnTo>
                  <a:lnTo>
                    <a:pt x="53936" y="53936"/>
                  </a:lnTo>
                  <a:lnTo>
                    <a:pt x="91205" y="25141"/>
                  </a:lnTo>
                  <a:lnTo>
                    <a:pt x="135195" y="6578"/>
                  </a:lnTo>
                  <a:lnTo>
                    <a:pt x="184150" y="0"/>
                  </a:lnTo>
                  <a:close/>
                </a:path>
              </a:pathLst>
            </a:custGeom>
            <a:ln w="12700">
              <a:solidFill>
                <a:srgbClr val="3068EB"/>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3" name="object 83"/>
            <p:cNvSpPr/>
            <p:nvPr/>
          </p:nvSpPr>
          <p:spPr>
            <a:xfrm>
              <a:off x="5854700" y="8686800"/>
              <a:ext cx="2044700" cy="368300"/>
            </a:xfrm>
            <a:custGeom>
              <a:avLst/>
              <a:gdLst/>
              <a:ahLst/>
              <a:cxnLst/>
              <a:rect l="l" t="t" r="r" b="b"/>
              <a:pathLst>
                <a:path w="2044700" h="368300">
                  <a:moveTo>
                    <a:pt x="184150" y="0"/>
                  </a:moveTo>
                  <a:lnTo>
                    <a:pt x="1860550" y="0"/>
                  </a:lnTo>
                  <a:lnTo>
                    <a:pt x="1909504" y="6578"/>
                  </a:lnTo>
                  <a:lnTo>
                    <a:pt x="1953493" y="25141"/>
                  </a:lnTo>
                  <a:lnTo>
                    <a:pt x="1990763" y="53936"/>
                  </a:lnTo>
                  <a:lnTo>
                    <a:pt x="2019558" y="91205"/>
                  </a:lnTo>
                  <a:lnTo>
                    <a:pt x="2038121" y="135195"/>
                  </a:lnTo>
                  <a:lnTo>
                    <a:pt x="2044700" y="184150"/>
                  </a:lnTo>
                  <a:lnTo>
                    <a:pt x="2038121" y="233104"/>
                  </a:lnTo>
                  <a:lnTo>
                    <a:pt x="2019558" y="277094"/>
                  </a:lnTo>
                  <a:lnTo>
                    <a:pt x="1990763" y="314363"/>
                  </a:lnTo>
                  <a:lnTo>
                    <a:pt x="1953493" y="343158"/>
                  </a:lnTo>
                  <a:lnTo>
                    <a:pt x="1909504" y="361721"/>
                  </a:lnTo>
                  <a:lnTo>
                    <a:pt x="1860550" y="368300"/>
                  </a:lnTo>
                  <a:lnTo>
                    <a:pt x="184150" y="368300"/>
                  </a:lnTo>
                  <a:lnTo>
                    <a:pt x="135195" y="361721"/>
                  </a:lnTo>
                  <a:lnTo>
                    <a:pt x="91205" y="343158"/>
                  </a:lnTo>
                  <a:lnTo>
                    <a:pt x="53936" y="314363"/>
                  </a:lnTo>
                  <a:lnTo>
                    <a:pt x="25141" y="277094"/>
                  </a:lnTo>
                  <a:lnTo>
                    <a:pt x="6578" y="233104"/>
                  </a:lnTo>
                  <a:lnTo>
                    <a:pt x="0" y="184150"/>
                  </a:lnTo>
                  <a:lnTo>
                    <a:pt x="6578" y="135195"/>
                  </a:lnTo>
                  <a:lnTo>
                    <a:pt x="25141" y="91205"/>
                  </a:lnTo>
                  <a:lnTo>
                    <a:pt x="53936" y="53936"/>
                  </a:lnTo>
                  <a:lnTo>
                    <a:pt x="91205" y="25141"/>
                  </a:lnTo>
                  <a:lnTo>
                    <a:pt x="135195" y="6578"/>
                  </a:lnTo>
                  <a:lnTo>
                    <a:pt x="184150" y="0"/>
                  </a:lnTo>
                  <a:close/>
                </a:path>
              </a:pathLst>
            </a:custGeom>
            <a:ln w="12700">
              <a:solidFill>
                <a:srgbClr val="3068EB"/>
              </a:solidFill>
              <a:prstDash val="dash"/>
            </a:ln>
          </p:spPr>
          <p:txBody>
            <a:bodyPr wrap="square" lIns="0" tIns="0" rIns="0" bIns="0" rtlCol="0"/>
            <a:lstStyle/>
            <a:p>
              <a:endParaRPr sz="900" dirty="0">
                <a:latin typeface="江城圆体 400W" panose="020B0800000000000000" pitchFamily="34" charset="-128"/>
                <a:ea typeface="江城圆体 400W" panose="020B0800000000000000" pitchFamily="34" charset="-128"/>
              </a:endParaRPr>
            </a:p>
          </p:txBody>
        </p:sp>
        <p:sp>
          <p:nvSpPr>
            <p:cNvPr id="84" name="object 84"/>
            <p:cNvSpPr/>
            <p:nvPr/>
          </p:nvSpPr>
          <p:spPr>
            <a:xfrm>
              <a:off x="1384300" y="13487400"/>
              <a:ext cx="3416300" cy="1358900"/>
            </a:xfrm>
            <a:custGeom>
              <a:avLst/>
              <a:gdLst/>
              <a:ahLst/>
              <a:cxnLst/>
              <a:rect l="l" t="t" r="r" b="b"/>
              <a:pathLst>
                <a:path w="3416300" h="1358900">
                  <a:moveTo>
                    <a:pt x="3416300" y="0"/>
                  </a:moveTo>
                  <a:lnTo>
                    <a:pt x="0" y="0"/>
                  </a:lnTo>
                  <a:lnTo>
                    <a:pt x="0" y="1358900"/>
                  </a:lnTo>
                  <a:lnTo>
                    <a:pt x="3416300" y="1358900"/>
                  </a:lnTo>
                  <a:lnTo>
                    <a:pt x="3416300" y="0"/>
                  </a:lnTo>
                  <a:close/>
                </a:path>
              </a:pathLst>
            </a:custGeom>
            <a:solidFill>
              <a:srgbClr val="FCF0F2"/>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5" name="object 85"/>
            <p:cNvSpPr/>
            <p:nvPr/>
          </p:nvSpPr>
          <p:spPr>
            <a:xfrm>
              <a:off x="8940800" y="13487400"/>
              <a:ext cx="3416300" cy="1358900"/>
            </a:xfrm>
            <a:custGeom>
              <a:avLst/>
              <a:gdLst/>
              <a:ahLst/>
              <a:cxnLst/>
              <a:rect l="l" t="t" r="r" b="b"/>
              <a:pathLst>
                <a:path w="3416300" h="1358900">
                  <a:moveTo>
                    <a:pt x="3416300" y="0"/>
                  </a:moveTo>
                  <a:lnTo>
                    <a:pt x="0" y="0"/>
                  </a:lnTo>
                  <a:lnTo>
                    <a:pt x="0" y="1358900"/>
                  </a:lnTo>
                  <a:lnTo>
                    <a:pt x="3416300" y="1358900"/>
                  </a:lnTo>
                  <a:lnTo>
                    <a:pt x="3416300" y="0"/>
                  </a:lnTo>
                  <a:close/>
                </a:path>
              </a:pathLst>
            </a:custGeom>
            <a:solidFill>
              <a:srgbClr val="EFF9E8"/>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6" name="object 86"/>
            <p:cNvSpPr/>
            <p:nvPr/>
          </p:nvSpPr>
          <p:spPr>
            <a:xfrm>
              <a:off x="6883401" y="13792200"/>
              <a:ext cx="1651000" cy="2133600"/>
            </a:xfrm>
            <a:custGeom>
              <a:avLst/>
              <a:gdLst/>
              <a:ahLst/>
              <a:cxnLst/>
              <a:rect l="l" t="t" r="r" b="b"/>
              <a:pathLst>
                <a:path w="1651000" h="2133600">
                  <a:moveTo>
                    <a:pt x="0" y="0"/>
                  </a:moveTo>
                  <a:lnTo>
                    <a:pt x="48388" y="3585"/>
                  </a:lnTo>
                  <a:lnTo>
                    <a:pt x="95344" y="11697"/>
                  </a:lnTo>
                  <a:lnTo>
                    <a:pt x="140632" y="24221"/>
                  </a:lnTo>
                  <a:lnTo>
                    <a:pt x="184020" y="40922"/>
                  </a:lnTo>
                  <a:lnTo>
                    <a:pt x="225275" y="61569"/>
                  </a:lnTo>
                  <a:lnTo>
                    <a:pt x="264165" y="85928"/>
                  </a:lnTo>
                  <a:lnTo>
                    <a:pt x="300455" y="113767"/>
                  </a:lnTo>
                  <a:lnTo>
                    <a:pt x="333915" y="144852"/>
                  </a:lnTo>
                  <a:lnTo>
                    <a:pt x="364309" y="178951"/>
                  </a:lnTo>
                  <a:lnTo>
                    <a:pt x="391407" y="215832"/>
                  </a:lnTo>
                  <a:lnTo>
                    <a:pt x="414975" y="255260"/>
                  </a:lnTo>
                  <a:lnTo>
                    <a:pt x="434780" y="297003"/>
                  </a:lnTo>
                  <a:lnTo>
                    <a:pt x="450589" y="340829"/>
                  </a:lnTo>
                  <a:lnTo>
                    <a:pt x="462169" y="386504"/>
                  </a:lnTo>
                  <a:lnTo>
                    <a:pt x="469288" y="433796"/>
                  </a:lnTo>
                  <a:lnTo>
                    <a:pt x="471713" y="482471"/>
                  </a:lnTo>
                  <a:lnTo>
                    <a:pt x="469288" y="531147"/>
                  </a:lnTo>
                  <a:lnTo>
                    <a:pt x="462169" y="578439"/>
                  </a:lnTo>
                  <a:lnTo>
                    <a:pt x="450589" y="624115"/>
                  </a:lnTo>
                  <a:lnTo>
                    <a:pt x="434780" y="667942"/>
                  </a:lnTo>
                  <a:lnTo>
                    <a:pt x="414975" y="709687"/>
                  </a:lnTo>
                  <a:lnTo>
                    <a:pt x="391407" y="749118"/>
                  </a:lnTo>
                  <a:lnTo>
                    <a:pt x="364310" y="786002"/>
                  </a:lnTo>
                  <a:lnTo>
                    <a:pt x="333915" y="820106"/>
                  </a:lnTo>
                  <a:lnTo>
                    <a:pt x="300456" y="851198"/>
                  </a:lnTo>
                  <a:lnTo>
                    <a:pt x="264165" y="879044"/>
                  </a:lnTo>
                  <a:lnTo>
                    <a:pt x="225276" y="903413"/>
                  </a:lnTo>
                  <a:lnTo>
                    <a:pt x="184020" y="924071"/>
                  </a:lnTo>
                  <a:lnTo>
                    <a:pt x="140633" y="940786"/>
                  </a:lnTo>
                  <a:lnTo>
                    <a:pt x="95344" y="953325"/>
                  </a:lnTo>
                  <a:lnTo>
                    <a:pt x="48389" y="961455"/>
                  </a:lnTo>
                  <a:lnTo>
                    <a:pt x="0" y="964944"/>
                  </a:lnTo>
                  <a:lnTo>
                    <a:pt x="49000" y="966667"/>
                  </a:lnTo>
                  <a:lnTo>
                    <a:pt x="97071" y="971758"/>
                  </a:lnTo>
                  <a:lnTo>
                    <a:pt x="144095" y="980102"/>
                  </a:lnTo>
                  <a:lnTo>
                    <a:pt x="189958" y="991581"/>
                  </a:lnTo>
                  <a:lnTo>
                    <a:pt x="234542" y="1006081"/>
                  </a:lnTo>
                  <a:lnTo>
                    <a:pt x="277732" y="1023485"/>
                  </a:lnTo>
                  <a:lnTo>
                    <a:pt x="319412" y="1043676"/>
                  </a:lnTo>
                  <a:lnTo>
                    <a:pt x="359465" y="1066539"/>
                  </a:lnTo>
                  <a:lnTo>
                    <a:pt x="397776" y="1091958"/>
                  </a:lnTo>
                  <a:lnTo>
                    <a:pt x="434227" y="1119816"/>
                  </a:lnTo>
                  <a:lnTo>
                    <a:pt x="468704" y="1149997"/>
                  </a:lnTo>
                  <a:lnTo>
                    <a:pt x="501090" y="1182385"/>
                  </a:lnTo>
                  <a:lnTo>
                    <a:pt x="531269" y="1216865"/>
                  </a:lnTo>
                  <a:lnTo>
                    <a:pt x="559125" y="1253320"/>
                  </a:lnTo>
                  <a:lnTo>
                    <a:pt x="584542" y="1291633"/>
                  </a:lnTo>
                  <a:lnTo>
                    <a:pt x="607403" y="1331690"/>
                  </a:lnTo>
                  <a:lnTo>
                    <a:pt x="627593" y="1373373"/>
                  </a:lnTo>
                  <a:lnTo>
                    <a:pt x="644995" y="1416566"/>
                  </a:lnTo>
                  <a:lnTo>
                    <a:pt x="659493" y="1461154"/>
                  </a:lnTo>
                  <a:lnTo>
                    <a:pt x="670972" y="1507020"/>
                  </a:lnTo>
                  <a:lnTo>
                    <a:pt x="679315" y="1554049"/>
                  </a:lnTo>
                  <a:lnTo>
                    <a:pt x="684406" y="1602123"/>
                  </a:lnTo>
                  <a:lnTo>
                    <a:pt x="686128" y="1651128"/>
                  </a:lnTo>
                  <a:lnTo>
                    <a:pt x="688337" y="1697593"/>
                  </a:lnTo>
                  <a:lnTo>
                    <a:pt x="694827" y="1742808"/>
                  </a:lnTo>
                  <a:lnTo>
                    <a:pt x="705398" y="1786572"/>
                  </a:lnTo>
                  <a:lnTo>
                    <a:pt x="719846" y="1828682"/>
                  </a:lnTo>
                  <a:lnTo>
                    <a:pt x="737970" y="1868936"/>
                  </a:lnTo>
                  <a:lnTo>
                    <a:pt x="759568" y="1907131"/>
                  </a:lnTo>
                  <a:lnTo>
                    <a:pt x="784436" y="1943065"/>
                  </a:lnTo>
                  <a:lnTo>
                    <a:pt x="812374" y="1976537"/>
                  </a:lnTo>
                  <a:lnTo>
                    <a:pt x="843179" y="2007344"/>
                  </a:lnTo>
                  <a:lnTo>
                    <a:pt x="876648" y="2035284"/>
                  </a:lnTo>
                  <a:lnTo>
                    <a:pt x="912580" y="2060155"/>
                  </a:lnTo>
                  <a:lnTo>
                    <a:pt x="950772" y="2081754"/>
                  </a:lnTo>
                  <a:lnTo>
                    <a:pt x="991023" y="2099879"/>
                  </a:lnTo>
                  <a:lnTo>
                    <a:pt x="1033129" y="2114328"/>
                  </a:lnTo>
                  <a:lnTo>
                    <a:pt x="1076890" y="2124900"/>
                  </a:lnTo>
                  <a:lnTo>
                    <a:pt x="1122102" y="2131391"/>
                  </a:lnTo>
                  <a:lnTo>
                    <a:pt x="1168563" y="2133600"/>
                  </a:lnTo>
                  <a:lnTo>
                    <a:pt x="1215025" y="2131391"/>
                  </a:lnTo>
                  <a:lnTo>
                    <a:pt x="1260237" y="2124900"/>
                  </a:lnTo>
                  <a:lnTo>
                    <a:pt x="1303997" y="2114328"/>
                  </a:lnTo>
                  <a:lnTo>
                    <a:pt x="1346104" y="2099879"/>
                  </a:lnTo>
                  <a:lnTo>
                    <a:pt x="1386355" y="2081754"/>
                  </a:lnTo>
                  <a:lnTo>
                    <a:pt x="1424547" y="2060155"/>
                  </a:lnTo>
                  <a:lnTo>
                    <a:pt x="1460479" y="2035284"/>
                  </a:lnTo>
                  <a:lnTo>
                    <a:pt x="1493948" y="2007344"/>
                  </a:lnTo>
                  <a:lnTo>
                    <a:pt x="1524753" y="1976537"/>
                  </a:lnTo>
                  <a:lnTo>
                    <a:pt x="1552690" y="1943065"/>
                  </a:lnTo>
                  <a:lnTo>
                    <a:pt x="1577559" y="1907131"/>
                  </a:lnTo>
                  <a:lnTo>
                    <a:pt x="1599156" y="1868936"/>
                  </a:lnTo>
                  <a:lnTo>
                    <a:pt x="1617280" y="1828682"/>
                  </a:lnTo>
                  <a:lnTo>
                    <a:pt x="1631729" y="1786572"/>
                  </a:lnTo>
                  <a:lnTo>
                    <a:pt x="1642299" y="1742808"/>
                  </a:lnTo>
                  <a:lnTo>
                    <a:pt x="1648790" y="1697593"/>
                  </a:lnTo>
                  <a:lnTo>
                    <a:pt x="1650998" y="1651128"/>
                  </a:lnTo>
                  <a:lnTo>
                    <a:pt x="1650777" y="1623823"/>
                  </a:lnTo>
                  <a:lnTo>
                    <a:pt x="1649312" y="1575816"/>
                  </a:lnTo>
                  <a:lnTo>
                    <a:pt x="1646489" y="1528163"/>
                  </a:lnTo>
                  <a:lnTo>
                    <a:pt x="1642329" y="1480882"/>
                  </a:lnTo>
                  <a:lnTo>
                    <a:pt x="1636850" y="1433991"/>
                  </a:lnTo>
                  <a:lnTo>
                    <a:pt x="1630070" y="1387510"/>
                  </a:lnTo>
                  <a:lnTo>
                    <a:pt x="1622009" y="1341458"/>
                  </a:lnTo>
                  <a:lnTo>
                    <a:pt x="1612684" y="1295852"/>
                  </a:lnTo>
                  <a:lnTo>
                    <a:pt x="1602116" y="1250712"/>
                  </a:lnTo>
                  <a:lnTo>
                    <a:pt x="1590323" y="1206057"/>
                  </a:lnTo>
                  <a:lnTo>
                    <a:pt x="1577323" y="1161906"/>
                  </a:lnTo>
                  <a:lnTo>
                    <a:pt x="1563136" y="1118276"/>
                  </a:lnTo>
                  <a:lnTo>
                    <a:pt x="1547779" y="1075188"/>
                  </a:lnTo>
                  <a:lnTo>
                    <a:pt x="1531273" y="1032659"/>
                  </a:lnTo>
                  <a:lnTo>
                    <a:pt x="1513635" y="990709"/>
                  </a:lnTo>
                  <a:lnTo>
                    <a:pt x="1494885" y="949356"/>
                  </a:lnTo>
                  <a:lnTo>
                    <a:pt x="1475041" y="908619"/>
                  </a:lnTo>
                  <a:lnTo>
                    <a:pt x="1454122" y="868518"/>
                  </a:lnTo>
                  <a:lnTo>
                    <a:pt x="1432146" y="829070"/>
                  </a:lnTo>
                  <a:lnTo>
                    <a:pt x="1409134" y="790294"/>
                  </a:lnTo>
                  <a:lnTo>
                    <a:pt x="1385102" y="752210"/>
                  </a:lnTo>
                  <a:lnTo>
                    <a:pt x="1360071" y="714835"/>
                  </a:lnTo>
                  <a:lnTo>
                    <a:pt x="1334059" y="678190"/>
                  </a:lnTo>
                  <a:lnTo>
                    <a:pt x="1307085" y="642292"/>
                  </a:lnTo>
                  <a:lnTo>
                    <a:pt x="1279166" y="607161"/>
                  </a:lnTo>
                  <a:lnTo>
                    <a:pt x="1250324" y="572814"/>
                  </a:lnTo>
                  <a:lnTo>
                    <a:pt x="1220575" y="539272"/>
                  </a:lnTo>
                  <a:lnTo>
                    <a:pt x="1189939" y="506552"/>
                  </a:lnTo>
                  <a:lnTo>
                    <a:pt x="1158435" y="474674"/>
                  </a:lnTo>
                  <a:lnTo>
                    <a:pt x="1126081" y="443656"/>
                  </a:lnTo>
                  <a:lnTo>
                    <a:pt x="1092896" y="413518"/>
                  </a:lnTo>
                  <a:lnTo>
                    <a:pt x="1058899" y="384277"/>
                  </a:lnTo>
                  <a:lnTo>
                    <a:pt x="1024109" y="355953"/>
                  </a:lnTo>
                  <a:lnTo>
                    <a:pt x="988545" y="328564"/>
                  </a:lnTo>
                  <a:lnTo>
                    <a:pt x="952225" y="302129"/>
                  </a:lnTo>
                  <a:lnTo>
                    <a:pt x="915167" y="276668"/>
                  </a:lnTo>
                  <a:lnTo>
                    <a:pt x="877392" y="252198"/>
                  </a:lnTo>
                  <a:lnTo>
                    <a:pt x="838918" y="228739"/>
                  </a:lnTo>
                  <a:lnTo>
                    <a:pt x="799762" y="206309"/>
                  </a:lnTo>
                  <a:lnTo>
                    <a:pt x="759945" y="184927"/>
                  </a:lnTo>
                  <a:lnTo>
                    <a:pt x="719485" y="164612"/>
                  </a:lnTo>
                  <a:lnTo>
                    <a:pt x="678401" y="145383"/>
                  </a:lnTo>
                  <a:lnTo>
                    <a:pt x="636711" y="127258"/>
                  </a:lnTo>
                  <a:lnTo>
                    <a:pt x="594435" y="110257"/>
                  </a:lnTo>
                  <a:lnTo>
                    <a:pt x="551591" y="94397"/>
                  </a:lnTo>
                  <a:lnTo>
                    <a:pt x="508197" y="79699"/>
                  </a:lnTo>
                  <a:lnTo>
                    <a:pt x="464273" y="66179"/>
                  </a:lnTo>
                  <a:lnTo>
                    <a:pt x="419838" y="53859"/>
                  </a:lnTo>
                  <a:lnTo>
                    <a:pt x="374910" y="42755"/>
                  </a:lnTo>
                  <a:lnTo>
                    <a:pt x="329508" y="32888"/>
                  </a:lnTo>
                  <a:lnTo>
                    <a:pt x="283651" y="24275"/>
                  </a:lnTo>
                  <a:lnTo>
                    <a:pt x="237357" y="16936"/>
                  </a:lnTo>
                  <a:lnTo>
                    <a:pt x="190646" y="10889"/>
                  </a:lnTo>
                  <a:lnTo>
                    <a:pt x="143535" y="6153"/>
                  </a:lnTo>
                  <a:lnTo>
                    <a:pt x="96045" y="2747"/>
                  </a:lnTo>
                  <a:lnTo>
                    <a:pt x="48194" y="689"/>
                  </a:lnTo>
                  <a:lnTo>
                    <a:pt x="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7" name="object 87"/>
            <p:cNvSpPr/>
            <p:nvPr/>
          </p:nvSpPr>
          <p:spPr>
            <a:xfrm>
              <a:off x="6400800" y="15443200"/>
              <a:ext cx="2133600" cy="1651000"/>
            </a:xfrm>
            <a:custGeom>
              <a:avLst/>
              <a:gdLst/>
              <a:ahLst/>
              <a:cxnLst/>
              <a:rect l="l" t="t" r="r" b="b"/>
              <a:pathLst>
                <a:path w="2133600" h="1651000">
                  <a:moveTo>
                    <a:pt x="1168655" y="1"/>
                  </a:moveTo>
                  <a:lnTo>
                    <a:pt x="1166932" y="49001"/>
                  </a:lnTo>
                  <a:lnTo>
                    <a:pt x="1161841" y="97072"/>
                  </a:lnTo>
                  <a:lnTo>
                    <a:pt x="1153497" y="144097"/>
                  </a:lnTo>
                  <a:lnTo>
                    <a:pt x="1142018" y="189959"/>
                  </a:lnTo>
                  <a:lnTo>
                    <a:pt x="1127518" y="234544"/>
                  </a:lnTo>
                  <a:lnTo>
                    <a:pt x="1110114" y="277734"/>
                  </a:lnTo>
                  <a:lnTo>
                    <a:pt x="1089923" y="319413"/>
                  </a:lnTo>
                  <a:lnTo>
                    <a:pt x="1067060" y="359466"/>
                  </a:lnTo>
                  <a:lnTo>
                    <a:pt x="1041641" y="397777"/>
                  </a:lnTo>
                  <a:lnTo>
                    <a:pt x="1013783" y="434229"/>
                  </a:lnTo>
                  <a:lnTo>
                    <a:pt x="983602" y="468706"/>
                  </a:lnTo>
                  <a:lnTo>
                    <a:pt x="951214" y="501092"/>
                  </a:lnTo>
                  <a:lnTo>
                    <a:pt x="916734" y="531271"/>
                  </a:lnTo>
                  <a:lnTo>
                    <a:pt x="880279" y="559126"/>
                  </a:lnTo>
                  <a:lnTo>
                    <a:pt x="841966" y="584543"/>
                  </a:lnTo>
                  <a:lnTo>
                    <a:pt x="801909" y="607404"/>
                  </a:lnTo>
                  <a:lnTo>
                    <a:pt x="760226" y="627594"/>
                  </a:lnTo>
                  <a:lnTo>
                    <a:pt x="717033" y="644996"/>
                  </a:lnTo>
                  <a:lnTo>
                    <a:pt x="672445" y="659495"/>
                  </a:lnTo>
                  <a:lnTo>
                    <a:pt x="626579" y="670973"/>
                  </a:lnTo>
                  <a:lnTo>
                    <a:pt x="579550" y="679316"/>
                  </a:lnTo>
                  <a:lnTo>
                    <a:pt x="531476" y="684407"/>
                  </a:lnTo>
                  <a:lnTo>
                    <a:pt x="482471" y="686130"/>
                  </a:lnTo>
                  <a:lnTo>
                    <a:pt x="436006" y="688338"/>
                  </a:lnTo>
                  <a:lnTo>
                    <a:pt x="390791" y="694829"/>
                  </a:lnTo>
                  <a:lnTo>
                    <a:pt x="347027" y="705399"/>
                  </a:lnTo>
                  <a:lnTo>
                    <a:pt x="304917" y="719848"/>
                  </a:lnTo>
                  <a:lnTo>
                    <a:pt x="264663" y="737972"/>
                  </a:lnTo>
                  <a:lnTo>
                    <a:pt x="226468" y="759569"/>
                  </a:lnTo>
                  <a:lnTo>
                    <a:pt x="190534" y="784438"/>
                  </a:lnTo>
                  <a:lnTo>
                    <a:pt x="157062" y="812375"/>
                  </a:lnTo>
                  <a:lnTo>
                    <a:pt x="126255" y="843180"/>
                  </a:lnTo>
                  <a:lnTo>
                    <a:pt x="98315" y="876649"/>
                  </a:lnTo>
                  <a:lnTo>
                    <a:pt x="73444" y="912581"/>
                  </a:lnTo>
                  <a:lnTo>
                    <a:pt x="51845" y="950773"/>
                  </a:lnTo>
                  <a:lnTo>
                    <a:pt x="33720" y="991024"/>
                  </a:lnTo>
                  <a:lnTo>
                    <a:pt x="19271" y="1033130"/>
                  </a:lnTo>
                  <a:lnTo>
                    <a:pt x="8699" y="1076891"/>
                  </a:lnTo>
                  <a:lnTo>
                    <a:pt x="2208" y="1122103"/>
                  </a:lnTo>
                  <a:lnTo>
                    <a:pt x="0" y="1168565"/>
                  </a:lnTo>
                  <a:lnTo>
                    <a:pt x="2208" y="1215026"/>
                  </a:lnTo>
                  <a:lnTo>
                    <a:pt x="8699" y="1260238"/>
                  </a:lnTo>
                  <a:lnTo>
                    <a:pt x="19271" y="1303999"/>
                  </a:lnTo>
                  <a:lnTo>
                    <a:pt x="33720" y="1346105"/>
                  </a:lnTo>
                  <a:lnTo>
                    <a:pt x="51845" y="1386356"/>
                  </a:lnTo>
                  <a:lnTo>
                    <a:pt x="73444" y="1424548"/>
                  </a:lnTo>
                  <a:lnTo>
                    <a:pt x="98315" y="1460480"/>
                  </a:lnTo>
                  <a:lnTo>
                    <a:pt x="126255" y="1493949"/>
                  </a:lnTo>
                  <a:lnTo>
                    <a:pt x="157062" y="1524754"/>
                  </a:lnTo>
                  <a:lnTo>
                    <a:pt x="190534" y="1552692"/>
                  </a:lnTo>
                  <a:lnTo>
                    <a:pt x="226468" y="1577560"/>
                  </a:lnTo>
                  <a:lnTo>
                    <a:pt x="264663" y="1599158"/>
                  </a:lnTo>
                  <a:lnTo>
                    <a:pt x="304917" y="1617282"/>
                  </a:lnTo>
                  <a:lnTo>
                    <a:pt x="347027" y="1631730"/>
                  </a:lnTo>
                  <a:lnTo>
                    <a:pt x="390791" y="1642300"/>
                  </a:lnTo>
                  <a:lnTo>
                    <a:pt x="436006" y="1648791"/>
                  </a:lnTo>
                  <a:lnTo>
                    <a:pt x="482471" y="1651000"/>
                  </a:lnTo>
                  <a:lnTo>
                    <a:pt x="509776" y="1650778"/>
                  </a:lnTo>
                  <a:lnTo>
                    <a:pt x="557783" y="1649313"/>
                  </a:lnTo>
                  <a:lnTo>
                    <a:pt x="605436" y="1646490"/>
                  </a:lnTo>
                  <a:lnTo>
                    <a:pt x="652717" y="1642330"/>
                  </a:lnTo>
                  <a:lnTo>
                    <a:pt x="699608" y="1636851"/>
                  </a:lnTo>
                  <a:lnTo>
                    <a:pt x="746089" y="1630071"/>
                  </a:lnTo>
                  <a:lnTo>
                    <a:pt x="792141" y="1622010"/>
                  </a:lnTo>
                  <a:lnTo>
                    <a:pt x="837747" y="1612685"/>
                  </a:lnTo>
                  <a:lnTo>
                    <a:pt x="882887" y="1602117"/>
                  </a:lnTo>
                  <a:lnTo>
                    <a:pt x="927542" y="1590324"/>
                  </a:lnTo>
                  <a:lnTo>
                    <a:pt x="971693" y="1577324"/>
                  </a:lnTo>
                  <a:lnTo>
                    <a:pt x="1015323" y="1563137"/>
                  </a:lnTo>
                  <a:lnTo>
                    <a:pt x="1058411" y="1547780"/>
                  </a:lnTo>
                  <a:lnTo>
                    <a:pt x="1100940" y="1531274"/>
                  </a:lnTo>
                  <a:lnTo>
                    <a:pt x="1142890" y="1513636"/>
                  </a:lnTo>
                  <a:lnTo>
                    <a:pt x="1184243" y="1494886"/>
                  </a:lnTo>
                  <a:lnTo>
                    <a:pt x="1224980" y="1475042"/>
                  </a:lnTo>
                  <a:lnTo>
                    <a:pt x="1265081" y="1454123"/>
                  </a:lnTo>
                  <a:lnTo>
                    <a:pt x="1304529" y="1432147"/>
                  </a:lnTo>
                  <a:lnTo>
                    <a:pt x="1343305" y="1409135"/>
                  </a:lnTo>
                  <a:lnTo>
                    <a:pt x="1381389" y="1385104"/>
                  </a:lnTo>
                  <a:lnTo>
                    <a:pt x="1418764" y="1360072"/>
                  </a:lnTo>
                  <a:lnTo>
                    <a:pt x="1455409" y="1334060"/>
                  </a:lnTo>
                  <a:lnTo>
                    <a:pt x="1491307" y="1307086"/>
                  </a:lnTo>
                  <a:lnTo>
                    <a:pt x="1526438" y="1279168"/>
                  </a:lnTo>
                  <a:lnTo>
                    <a:pt x="1560785" y="1250325"/>
                  </a:lnTo>
                  <a:lnTo>
                    <a:pt x="1594327" y="1220576"/>
                  </a:lnTo>
                  <a:lnTo>
                    <a:pt x="1627047" y="1189940"/>
                  </a:lnTo>
                  <a:lnTo>
                    <a:pt x="1658925" y="1158436"/>
                  </a:lnTo>
                  <a:lnTo>
                    <a:pt x="1689943" y="1126082"/>
                  </a:lnTo>
                  <a:lnTo>
                    <a:pt x="1720081" y="1092897"/>
                  </a:lnTo>
                  <a:lnTo>
                    <a:pt x="1749322" y="1058901"/>
                  </a:lnTo>
                  <a:lnTo>
                    <a:pt x="1777646" y="1024111"/>
                  </a:lnTo>
                  <a:lnTo>
                    <a:pt x="1805035" y="988546"/>
                  </a:lnTo>
                  <a:lnTo>
                    <a:pt x="1831470" y="952226"/>
                  </a:lnTo>
                  <a:lnTo>
                    <a:pt x="1856931" y="915169"/>
                  </a:lnTo>
                  <a:lnTo>
                    <a:pt x="1881401" y="877393"/>
                  </a:lnTo>
                  <a:lnTo>
                    <a:pt x="1904860" y="838919"/>
                  </a:lnTo>
                  <a:lnTo>
                    <a:pt x="1927290" y="799764"/>
                  </a:lnTo>
                  <a:lnTo>
                    <a:pt x="1948672" y="759946"/>
                  </a:lnTo>
                  <a:lnTo>
                    <a:pt x="1968987" y="719486"/>
                  </a:lnTo>
                  <a:lnTo>
                    <a:pt x="1988216" y="678402"/>
                  </a:lnTo>
                  <a:lnTo>
                    <a:pt x="2006341" y="636712"/>
                  </a:lnTo>
                  <a:lnTo>
                    <a:pt x="2023342" y="594436"/>
                  </a:lnTo>
                  <a:lnTo>
                    <a:pt x="2039202" y="551592"/>
                  </a:lnTo>
                  <a:lnTo>
                    <a:pt x="2053900" y="508198"/>
                  </a:lnTo>
                  <a:lnTo>
                    <a:pt x="2065130" y="471714"/>
                  </a:lnTo>
                  <a:lnTo>
                    <a:pt x="1651128" y="471714"/>
                  </a:lnTo>
                  <a:lnTo>
                    <a:pt x="1602452" y="469290"/>
                  </a:lnTo>
                  <a:lnTo>
                    <a:pt x="1555160" y="462171"/>
                  </a:lnTo>
                  <a:lnTo>
                    <a:pt x="1509484" y="450590"/>
                  </a:lnTo>
                  <a:lnTo>
                    <a:pt x="1465657" y="434781"/>
                  </a:lnTo>
                  <a:lnTo>
                    <a:pt x="1423912" y="414976"/>
                  </a:lnTo>
                  <a:lnTo>
                    <a:pt x="1384481" y="391408"/>
                  </a:lnTo>
                  <a:lnTo>
                    <a:pt x="1347597" y="364311"/>
                  </a:lnTo>
                  <a:lnTo>
                    <a:pt x="1313493" y="333916"/>
                  </a:lnTo>
                  <a:lnTo>
                    <a:pt x="1282401" y="300457"/>
                  </a:lnTo>
                  <a:lnTo>
                    <a:pt x="1254555" y="264166"/>
                  </a:lnTo>
                  <a:lnTo>
                    <a:pt x="1230186" y="225276"/>
                  </a:lnTo>
                  <a:lnTo>
                    <a:pt x="1209528" y="184021"/>
                  </a:lnTo>
                  <a:lnTo>
                    <a:pt x="1192813" y="140633"/>
                  </a:lnTo>
                  <a:lnTo>
                    <a:pt x="1180274" y="95345"/>
                  </a:lnTo>
                  <a:lnTo>
                    <a:pt x="1172250" y="49001"/>
                  </a:lnTo>
                  <a:lnTo>
                    <a:pt x="1172130" y="48195"/>
                  </a:lnTo>
                  <a:lnTo>
                    <a:pt x="1168655" y="1"/>
                  </a:lnTo>
                  <a:close/>
                </a:path>
                <a:path w="2133600" h="1651000">
                  <a:moveTo>
                    <a:pt x="2133483" y="0"/>
                  </a:moveTo>
                  <a:lnTo>
                    <a:pt x="2130028" y="48195"/>
                  </a:lnTo>
                  <a:lnTo>
                    <a:pt x="2121902" y="95346"/>
                  </a:lnTo>
                  <a:lnTo>
                    <a:pt x="2109378" y="140634"/>
                  </a:lnTo>
                  <a:lnTo>
                    <a:pt x="2092677" y="184022"/>
                  </a:lnTo>
                  <a:lnTo>
                    <a:pt x="2072030" y="225277"/>
                  </a:lnTo>
                  <a:lnTo>
                    <a:pt x="2047671" y="264166"/>
                  </a:lnTo>
                  <a:lnTo>
                    <a:pt x="2019832" y="300457"/>
                  </a:lnTo>
                  <a:lnTo>
                    <a:pt x="1988747" y="333916"/>
                  </a:lnTo>
                  <a:lnTo>
                    <a:pt x="1954647" y="364311"/>
                  </a:lnTo>
                  <a:lnTo>
                    <a:pt x="1917767" y="391409"/>
                  </a:lnTo>
                  <a:lnTo>
                    <a:pt x="1878339" y="414976"/>
                  </a:lnTo>
                  <a:lnTo>
                    <a:pt x="1836596" y="434781"/>
                  </a:lnTo>
                  <a:lnTo>
                    <a:pt x="1792770" y="450590"/>
                  </a:lnTo>
                  <a:lnTo>
                    <a:pt x="1747095" y="462171"/>
                  </a:lnTo>
                  <a:lnTo>
                    <a:pt x="1699803" y="469290"/>
                  </a:lnTo>
                  <a:lnTo>
                    <a:pt x="1651128" y="471714"/>
                  </a:lnTo>
                  <a:lnTo>
                    <a:pt x="2065130" y="471714"/>
                  </a:lnTo>
                  <a:lnTo>
                    <a:pt x="2079740" y="419839"/>
                  </a:lnTo>
                  <a:lnTo>
                    <a:pt x="2090844" y="374911"/>
                  </a:lnTo>
                  <a:lnTo>
                    <a:pt x="2100711" y="329509"/>
                  </a:lnTo>
                  <a:lnTo>
                    <a:pt x="2109324" y="283652"/>
                  </a:lnTo>
                  <a:lnTo>
                    <a:pt x="2116663" y="237358"/>
                  </a:lnTo>
                  <a:lnTo>
                    <a:pt x="2122710" y="190647"/>
                  </a:lnTo>
                  <a:lnTo>
                    <a:pt x="2127446" y="143537"/>
                  </a:lnTo>
                  <a:lnTo>
                    <a:pt x="2130779" y="97072"/>
                  </a:lnTo>
                  <a:lnTo>
                    <a:pt x="2132910" y="48195"/>
                  </a:lnTo>
                  <a:lnTo>
                    <a:pt x="2133600" y="1"/>
                  </a:lnTo>
                  <a:close/>
                </a:path>
              </a:pathLst>
            </a:custGeom>
            <a:solidFill>
              <a:srgbClr val="3068E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8" name="object 88"/>
            <p:cNvSpPr/>
            <p:nvPr/>
          </p:nvSpPr>
          <p:spPr>
            <a:xfrm>
              <a:off x="5232400" y="14960600"/>
              <a:ext cx="1651000" cy="2133600"/>
            </a:xfrm>
            <a:custGeom>
              <a:avLst/>
              <a:gdLst/>
              <a:ahLst/>
              <a:cxnLst/>
              <a:rect l="l" t="t" r="r" b="b"/>
              <a:pathLst>
                <a:path w="1651000" h="2133600">
                  <a:moveTo>
                    <a:pt x="482434" y="0"/>
                  </a:moveTo>
                  <a:lnTo>
                    <a:pt x="435973" y="2208"/>
                  </a:lnTo>
                  <a:lnTo>
                    <a:pt x="390761" y="8699"/>
                  </a:lnTo>
                  <a:lnTo>
                    <a:pt x="347000" y="19271"/>
                  </a:lnTo>
                  <a:lnTo>
                    <a:pt x="304894" y="33720"/>
                  </a:lnTo>
                  <a:lnTo>
                    <a:pt x="264643" y="51845"/>
                  </a:lnTo>
                  <a:lnTo>
                    <a:pt x="226451" y="73444"/>
                  </a:lnTo>
                  <a:lnTo>
                    <a:pt x="190519" y="98315"/>
                  </a:lnTo>
                  <a:lnTo>
                    <a:pt x="157050" y="126255"/>
                  </a:lnTo>
                  <a:lnTo>
                    <a:pt x="126245" y="157062"/>
                  </a:lnTo>
                  <a:lnTo>
                    <a:pt x="98307" y="190534"/>
                  </a:lnTo>
                  <a:lnTo>
                    <a:pt x="73439" y="226468"/>
                  </a:lnTo>
                  <a:lnTo>
                    <a:pt x="51841" y="264663"/>
                  </a:lnTo>
                  <a:lnTo>
                    <a:pt x="33717" y="304917"/>
                  </a:lnTo>
                  <a:lnTo>
                    <a:pt x="19269" y="347027"/>
                  </a:lnTo>
                  <a:lnTo>
                    <a:pt x="8699" y="390791"/>
                  </a:lnTo>
                  <a:lnTo>
                    <a:pt x="2208" y="436006"/>
                  </a:lnTo>
                  <a:lnTo>
                    <a:pt x="0" y="482471"/>
                  </a:lnTo>
                  <a:lnTo>
                    <a:pt x="220" y="509776"/>
                  </a:lnTo>
                  <a:lnTo>
                    <a:pt x="1686" y="557783"/>
                  </a:lnTo>
                  <a:lnTo>
                    <a:pt x="4508" y="605436"/>
                  </a:lnTo>
                  <a:lnTo>
                    <a:pt x="8669" y="652717"/>
                  </a:lnTo>
                  <a:lnTo>
                    <a:pt x="14148" y="699608"/>
                  </a:lnTo>
                  <a:lnTo>
                    <a:pt x="20928" y="746089"/>
                  </a:lnTo>
                  <a:lnTo>
                    <a:pt x="28989" y="792141"/>
                  </a:lnTo>
                  <a:lnTo>
                    <a:pt x="38313" y="837747"/>
                  </a:lnTo>
                  <a:lnTo>
                    <a:pt x="48881" y="882887"/>
                  </a:lnTo>
                  <a:lnTo>
                    <a:pt x="60675" y="927542"/>
                  </a:lnTo>
                  <a:lnTo>
                    <a:pt x="73675" y="971693"/>
                  </a:lnTo>
                  <a:lnTo>
                    <a:pt x="87862" y="1015323"/>
                  </a:lnTo>
                  <a:lnTo>
                    <a:pt x="103218" y="1058411"/>
                  </a:lnTo>
                  <a:lnTo>
                    <a:pt x="119725" y="1100940"/>
                  </a:lnTo>
                  <a:lnTo>
                    <a:pt x="137363" y="1142890"/>
                  </a:lnTo>
                  <a:lnTo>
                    <a:pt x="156113" y="1184243"/>
                  </a:lnTo>
                  <a:lnTo>
                    <a:pt x="175957" y="1224980"/>
                  </a:lnTo>
                  <a:lnTo>
                    <a:pt x="196876" y="1265081"/>
                  </a:lnTo>
                  <a:lnTo>
                    <a:pt x="218851" y="1304529"/>
                  </a:lnTo>
                  <a:lnTo>
                    <a:pt x="241864" y="1343305"/>
                  </a:lnTo>
                  <a:lnTo>
                    <a:pt x="265895" y="1381389"/>
                  </a:lnTo>
                  <a:lnTo>
                    <a:pt x="290926" y="1418764"/>
                  </a:lnTo>
                  <a:lnTo>
                    <a:pt x="316939" y="1455409"/>
                  </a:lnTo>
                  <a:lnTo>
                    <a:pt x="343913" y="1491307"/>
                  </a:lnTo>
                  <a:lnTo>
                    <a:pt x="371831" y="1526438"/>
                  </a:lnTo>
                  <a:lnTo>
                    <a:pt x="400674" y="1560785"/>
                  </a:lnTo>
                  <a:lnTo>
                    <a:pt x="430423" y="1594327"/>
                  </a:lnTo>
                  <a:lnTo>
                    <a:pt x="461059" y="1627047"/>
                  </a:lnTo>
                  <a:lnTo>
                    <a:pt x="492563" y="1658925"/>
                  </a:lnTo>
                  <a:lnTo>
                    <a:pt x="524917" y="1689943"/>
                  </a:lnTo>
                  <a:lnTo>
                    <a:pt x="558102" y="1720081"/>
                  </a:lnTo>
                  <a:lnTo>
                    <a:pt x="592098" y="1749322"/>
                  </a:lnTo>
                  <a:lnTo>
                    <a:pt x="626888" y="1777646"/>
                  </a:lnTo>
                  <a:lnTo>
                    <a:pt x="662453" y="1805035"/>
                  </a:lnTo>
                  <a:lnTo>
                    <a:pt x="698773" y="1831470"/>
                  </a:lnTo>
                  <a:lnTo>
                    <a:pt x="735830" y="1856931"/>
                  </a:lnTo>
                  <a:lnTo>
                    <a:pt x="773606" y="1881401"/>
                  </a:lnTo>
                  <a:lnTo>
                    <a:pt x="812080" y="1904860"/>
                  </a:lnTo>
                  <a:lnTo>
                    <a:pt x="851235" y="1927290"/>
                  </a:lnTo>
                  <a:lnTo>
                    <a:pt x="891052" y="1948672"/>
                  </a:lnTo>
                  <a:lnTo>
                    <a:pt x="931512" y="1968987"/>
                  </a:lnTo>
                  <a:lnTo>
                    <a:pt x="972597" y="1988216"/>
                  </a:lnTo>
                  <a:lnTo>
                    <a:pt x="1014287" y="2006341"/>
                  </a:lnTo>
                  <a:lnTo>
                    <a:pt x="1056563" y="2023342"/>
                  </a:lnTo>
                  <a:lnTo>
                    <a:pt x="1099407" y="2039202"/>
                  </a:lnTo>
                  <a:lnTo>
                    <a:pt x="1142801" y="2053900"/>
                  </a:lnTo>
                  <a:lnTo>
                    <a:pt x="1186724" y="2067420"/>
                  </a:lnTo>
                  <a:lnTo>
                    <a:pt x="1231160" y="2079740"/>
                  </a:lnTo>
                  <a:lnTo>
                    <a:pt x="1276088" y="2090844"/>
                  </a:lnTo>
                  <a:lnTo>
                    <a:pt x="1321490" y="2100711"/>
                  </a:lnTo>
                  <a:lnTo>
                    <a:pt x="1367347" y="2109324"/>
                  </a:lnTo>
                  <a:lnTo>
                    <a:pt x="1413641" y="2116663"/>
                  </a:lnTo>
                  <a:lnTo>
                    <a:pt x="1460352" y="2122710"/>
                  </a:lnTo>
                  <a:lnTo>
                    <a:pt x="1507462" y="2127446"/>
                  </a:lnTo>
                  <a:lnTo>
                    <a:pt x="1554953" y="2130852"/>
                  </a:lnTo>
                  <a:lnTo>
                    <a:pt x="1602804" y="2132910"/>
                  </a:lnTo>
                  <a:lnTo>
                    <a:pt x="1650998" y="2133600"/>
                  </a:lnTo>
                  <a:lnTo>
                    <a:pt x="1602610" y="2130014"/>
                  </a:lnTo>
                  <a:lnTo>
                    <a:pt x="1555654" y="2121902"/>
                  </a:lnTo>
                  <a:lnTo>
                    <a:pt x="1510366" y="2109378"/>
                  </a:lnTo>
                  <a:lnTo>
                    <a:pt x="1466978" y="2092677"/>
                  </a:lnTo>
                  <a:lnTo>
                    <a:pt x="1425723" y="2072030"/>
                  </a:lnTo>
                  <a:lnTo>
                    <a:pt x="1386833" y="2047671"/>
                  </a:lnTo>
                  <a:lnTo>
                    <a:pt x="1350542" y="2019832"/>
                  </a:lnTo>
                  <a:lnTo>
                    <a:pt x="1317083" y="1988747"/>
                  </a:lnTo>
                  <a:lnTo>
                    <a:pt x="1286688" y="1954648"/>
                  </a:lnTo>
                  <a:lnTo>
                    <a:pt x="1259591" y="1917767"/>
                  </a:lnTo>
                  <a:lnTo>
                    <a:pt x="1236023" y="1878339"/>
                  </a:lnTo>
                  <a:lnTo>
                    <a:pt x="1216218" y="1836596"/>
                  </a:lnTo>
                  <a:lnTo>
                    <a:pt x="1200409" y="1792770"/>
                  </a:lnTo>
                  <a:lnTo>
                    <a:pt x="1188828" y="1747095"/>
                  </a:lnTo>
                  <a:lnTo>
                    <a:pt x="1181709" y="1699803"/>
                  </a:lnTo>
                  <a:lnTo>
                    <a:pt x="1179285" y="1651128"/>
                  </a:lnTo>
                  <a:lnTo>
                    <a:pt x="1181709" y="1602452"/>
                  </a:lnTo>
                  <a:lnTo>
                    <a:pt x="1188828" y="1555160"/>
                  </a:lnTo>
                  <a:lnTo>
                    <a:pt x="1200409" y="1509484"/>
                  </a:lnTo>
                  <a:lnTo>
                    <a:pt x="1216218" y="1465657"/>
                  </a:lnTo>
                  <a:lnTo>
                    <a:pt x="1236023" y="1423912"/>
                  </a:lnTo>
                  <a:lnTo>
                    <a:pt x="1259590" y="1384481"/>
                  </a:lnTo>
                  <a:lnTo>
                    <a:pt x="1286688" y="1347597"/>
                  </a:lnTo>
                  <a:lnTo>
                    <a:pt x="1317083" y="1313493"/>
                  </a:lnTo>
                  <a:lnTo>
                    <a:pt x="1350542" y="1282401"/>
                  </a:lnTo>
                  <a:lnTo>
                    <a:pt x="1386833" y="1254555"/>
                  </a:lnTo>
                  <a:lnTo>
                    <a:pt x="1425722" y="1230186"/>
                  </a:lnTo>
                  <a:lnTo>
                    <a:pt x="1466977" y="1209528"/>
                  </a:lnTo>
                  <a:lnTo>
                    <a:pt x="1510365" y="1192813"/>
                  </a:lnTo>
                  <a:lnTo>
                    <a:pt x="1555653" y="1180274"/>
                  </a:lnTo>
                  <a:lnTo>
                    <a:pt x="1602609" y="1172144"/>
                  </a:lnTo>
                  <a:lnTo>
                    <a:pt x="1650998" y="1168655"/>
                  </a:lnTo>
                  <a:lnTo>
                    <a:pt x="1601998" y="1166932"/>
                  </a:lnTo>
                  <a:lnTo>
                    <a:pt x="1553927" y="1161841"/>
                  </a:lnTo>
                  <a:lnTo>
                    <a:pt x="1506902" y="1153497"/>
                  </a:lnTo>
                  <a:lnTo>
                    <a:pt x="1461040" y="1142018"/>
                  </a:lnTo>
                  <a:lnTo>
                    <a:pt x="1416455" y="1127518"/>
                  </a:lnTo>
                  <a:lnTo>
                    <a:pt x="1373265" y="1110114"/>
                  </a:lnTo>
                  <a:lnTo>
                    <a:pt x="1331586" y="1089923"/>
                  </a:lnTo>
                  <a:lnTo>
                    <a:pt x="1291533" y="1067060"/>
                  </a:lnTo>
                  <a:lnTo>
                    <a:pt x="1253222" y="1041641"/>
                  </a:lnTo>
                  <a:lnTo>
                    <a:pt x="1216770" y="1013783"/>
                  </a:lnTo>
                  <a:lnTo>
                    <a:pt x="1182293" y="983602"/>
                  </a:lnTo>
                  <a:lnTo>
                    <a:pt x="1149907" y="951214"/>
                  </a:lnTo>
                  <a:lnTo>
                    <a:pt x="1119728" y="916734"/>
                  </a:lnTo>
                  <a:lnTo>
                    <a:pt x="1091873" y="880279"/>
                  </a:lnTo>
                  <a:lnTo>
                    <a:pt x="1066456" y="841966"/>
                  </a:lnTo>
                  <a:lnTo>
                    <a:pt x="1043595" y="801909"/>
                  </a:lnTo>
                  <a:lnTo>
                    <a:pt x="1023405" y="760226"/>
                  </a:lnTo>
                  <a:lnTo>
                    <a:pt x="1006003" y="717033"/>
                  </a:lnTo>
                  <a:lnTo>
                    <a:pt x="991504" y="672445"/>
                  </a:lnTo>
                  <a:lnTo>
                    <a:pt x="980026" y="626579"/>
                  </a:lnTo>
                  <a:lnTo>
                    <a:pt x="971683" y="579550"/>
                  </a:lnTo>
                  <a:lnTo>
                    <a:pt x="966592" y="531476"/>
                  </a:lnTo>
                  <a:lnTo>
                    <a:pt x="964869" y="482471"/>
                  </a:lnTo>
                  <a:lnTo>
                    <a:pt x="962661" y="436006"/>
                  </a:lnTo>
                  <a:lnTo>
                    <a:pt x="956170" y="390791"/>
                  </a:lnTo>
                  <a:lnTo>
                    <a:pt x="945600" y="347027"/>
                  </a:lnTo>
                  <a:lnTo>
                    <a:pt x="931151" y="304917"/>
                  </a:lnTo>
                  <a:lnTo>
                    <a:pt x="913027" y="264663"/>
                  </a:lnTo>
                  <a:lnTo>
                    <a:pt x="891430" y="226468"/>
                  </a:lnTo>
                  <a:lnTo>
                    <a:pt x="866561" y="190534"/>
                  </a:lnTo>
                  <a:lnTo>
                    <a:pt x="838624" y="157062"/>
                  </a:lnTo>
                  <a:lnTo>
                    <a:pt x="807819" y="126255"/>
                  </a:lnTo>
                  <a:lnTo>
                    <a:pt x="774350" y="98315"/>
                  </a:lnTo>
                  <a:lnTo>
                    <a:pt x="738418" y="73444"/>
                  </a:lnTo>
                  <a:lnTo>
                    <a:pt x="700226" y="51845"/>
                  </a:lnTo>
                  <a:lnTo>
                    <a:pt x="659975" y="33720"/>
                  </a:lnTo>
                  <a:lnTo>
                    <a:pt x="617869" y="19271"/>
                  </a:lnTo>
                  <a:lnTo>
                    <a:pt x="574108" y="8699"/>
                  </a:lnTo>
                  <a:lnTo>
                    <a:pt x="528896" y="2208"/>
                  </a:lnTo>
                  <a:lnTo>
                    <a:pt x="482434" y="0"/>
                  </a:lnTo>
                  <a:close/>
                </a:path>
              </a:pathLst>
            </a:custGeom>
            <a:solidFill>
              <a:srgbClr val="CF5F3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9" name="object 89"/>
            <p:cNvSpPr/>
            <p:nvPr/>
          </p:nvSpPr>
          <p:spPr>
            <a:xfrm>
              <a:off x="5232400" y="13792200"/>
              <a:ext cx="2133600" cy="1651000"/>
            </a:xfrm>
            <a:custGeom>
              <a:avLst/>
              <a:gdLst/>
              <a:ahLst/>
              <a:cxnLst/>
              <a:rect l="l" t="t" r="r" b="b"/>
              <a:pathLst>
                <a:path w="2133600" h="1651000">
                  <a:moveTo>
                    <a:pt x="1651128" y="0"/>
                  </a:moveTo>
                  <a:lnTo>
                    <a:pt x="1575816" y="1686"/>
                  </a:lnTo>
                  <a:lnTo>
                    <a:pt x="1528163" y="4508"/>
                  </a:lnTo>
                  <a:lnTo>
                    <a:pt x="1480882" y="8669"/>
                  </a:lnTo>
                  <a:lnTo>
                    <a:pt x="1433991" y="14148"/>
                  </a:lnTo>
                  <a:lnTo>
                    <a:pt x="1387510" y="20928"/>
                  </a:lnTo>
                  <a:lnTo>
                    <a:pt x="1341458" y="28989"/>
                  </a:lnTo>
                  <a:lnTo>
                    <a:pt x="1295852" y="38313"/>
                  </a:lnTo>
                  <a:lnTo>
                    <a:pt x="1250712" y="48881"/>
                  </a:lnTo>
                  <a:lnTo>
                    <a:pt x="1206057" y="60675"/>
                  </a:lnTo>
                  <a:lnTo>
                    <a:pt x="1161906" y="73675"/>
                  </a:lnTo>
                  <a:lnTo>
                    <a:pt x="1118276" y="87862"/>
                  </a:lnTo>
                  <a:lnTo>
                    <a:pt x="1075188" y="103218"/>
                  </a:lnTo>
                  <a:lnTo>
                    <a:pt x="1032659" y="119725"/>
                  </a:lnTo>
                  <a:lnTo>
                    <a:pt x="990709" y="137363"/>
                  </a:lnTo>
                  <a:lnTo>
                    <a:pt x="949356" y="156113"/>
                  </a:lnTo>
                  <a:lnTo>
                    <a:pt x="908619" y="175957"/>
                  </a:lnTo>
                  <a:lnTo>
                    <a:pt x="868518" y="196876"/>
                  </a:lnTo>
                  <a:lnTo>
                    <a:pt x="829070" y="218851"/>
                  </a:lnTo>
                  <a:lnTo>
                    <a:pt x="790294" y="241864"/>
                  </a:lnTo>
                  <a:lnTo>
                    <a:pt x="752210" y="265895"/>
                  </a:lnTo>
                  <a:lnTo>
                    <a:pt x="714835" y="290926"/>
                  </a:lnTo>
                  <a:lnTo>
                    <a:pt x="678190" y="316939"/>
                  </a:lnTo>
                  <a:lnTo>
                    <a:pt x="642292" y="343913"/>
                  </a:lnTo>
                  <a:lnTo>
                    <a:pt x="607161" y="371831"/>
                  </a:lnTo>
                  <a:lnTo>
                    <a:pt x="572814" y="400674"/>
                  </a:lnTo>
                  <a:lnTo>
                    <a:pt x="539272" y="430423"/>
                  </a:lnTo>
                  <a:lnTo>
                    <a:pt x="506552" y="461059"/>
                  </a:lnTo>
                  <a:lnTo>
                    <a:pt x="474674" y="492563"/>
                  </a:lnTo>
                  <a:lnTo>
                    <a:pt x="443656" y="524917"/>
                  </a:lnTo>
                  <a:lnTo>
                    <a:pt x="413518" y="558102"/>
                  </a:lnTo>
                  <a:lnTo>
                    <a:pt x="384277" y="592098"/>
                  </a:lnTo>
                  <a:lnTo>
                    <a:pt x="355953" y="626888"/>
                  </a:lnTo>
                  <a:lnTo>
                    <a:pt x="328564" y="662453"/>
                  </a:lnTo>
                  <a:lnTo>
                    <a:pt x="302129" y="698773"/>
                  </a:lnTo>
                  <a:lnTo>
                    <a:pt x="276668" y="735830"/>
                  </a:lnTo>
                  <a:lnTo>
                    <a:pt x="252198" y="773606"/>
                  </a:lnTo>
                  <a:lnTo>
                    <a:pt x="228739" y="812080"/>
                  </a:lnTo>
                  <a:lnTo>
                    <a:pt x="206309" y="851235"/>
                  </a:lnTo>
                  <a:lnTo>
                    <a:pt x="184927" y="891052"/>
                  </a:lnTo>
                  <a:lnTo>
                    <a:pt x="164612" y="931512"/>
                  </a:lnTo>
                  <a:lnTo>
                    <a:pt x="145383" y="972597"/>
                  </a:lnTo>
                  <a:lnTo>
                    <a:pt x="127258" y="1014287"/>
                  </a:lnTo>
                  <a:lnTo>
                    <a:pt x="110257" y="1056563"/>
                  </a:lnTo>
                  <a:lnTo>
                    <a:pt x="94397" y="1099407"/>
                  </a:lnTo>
                  <a:lnTo>
                    <a:pt x="79699" y="1142801"/>
                  </a:lnTo>
                  <a:lnTo>
                    <a:pt x="66179" y="1186724"/>
                  </a:lnTo>
                  <a:lnTo>
                    <a:pt x="53859" y="1231160"/>
                  </a:lnTo>
                  <a:lnTo>
                    <a:pt x="42755" y="1276088"/>
                  </a:lnTo>
                  <a:lnTo>
                    <a:pt x="32888" y="1321490"/>
                  </a:lnTo>
                  <a:lnTo>
                    <a:pt x="24275" y="1367347"/>
                  </a:lnTo>
                  <a:lnTo>
                    <a:pt x="16936" y="1413641"/>
                  </a:lnTo>
                  <a:lnTo>
                    <a:pt x="10889" y="1460352"/>
                  </a:lnTo>
                  <a:lnTo>
                    <a:pt x="6153" y="1507462"/>
                  </a:lnTo>
                  <a:lnTo>
                    <a:pt x="2820" y="1553927"/>
                  </a:lnTo>
                  <a:lnTo>
                    <a:pt x="689" y="1602804"/>
                  </a:lnTo>
                  <a:lnTo>
                    <a:pt x="0" y="1650998"/>
                  </a:lnTo>
                  <a:lnTo>
                    <a:pt x="3571" y="1602804"/>
                  </a:lnTo>
                  <a:lnTo>
                    <a:pt x="3691" y="1601998"/>
                  </a:lnTo>
                  <a:lnTo>
                    <a:pt x="11697" y="1555653"/>
                  </a:lnTo>
                  <a:lnTo>
                    <a:pt x="24221" y="1510365"/>
                  </a:lnTo>
                  <a:lnTo>
                    <a:pt x="40922" y="1466977"/>
                  </a:lnTo>
                  <a:lnTo>
                    <a:pt x="61569" y="1425722"/>
                  </a:lnTo>
                  <a:lnTo>
                    <a:pt x="85928" y="1386833"/>
                  </a:lnTo>
                  <a:lnTo>
                    <a:pt x="113767" y="1350542"/>
                  </a:lnTo>
                  <a:lnTo>
                    <a:pt x="144852" y="1317083"/>
                  </a:lnTo>
                  <a:lnTo>
                    <a:pt x="178952" y="1286688"/>
                  </a:lnTo>
                  <a:lnTo>
                    <a:pt x="215832" y="1259590"/>
                  </a:lnTo>
                  <a:lnTo>
                    <a:pt x="255260" y="1236023"/>
                  </a:lnTo>
                  <a:lnTo>
                    <a:pt x="297003" y="1216218"/>
                  </a:lnTo>
                  <a:lnTo>
                    <a:pt x="340829" y="1200409"/>
                  </a:lnTo>
                  <a:lnTo>
                    <a:pt x="386504" y="1188828"/>
                  </a:lnTo>
                  <a:lnTo>
                    <a:pt x="433796" y="1181709"/>
                  </a:lnTo>
                  <a:lnTo>
                    <a:pt x="482471" y="1179285"/>
                  </a:lnTo>
                  <a:lnTo>
                    <a:pt x="1153006" y="1179285"/>
                  </a:lnTo>
                  <a:lnTo>
                    <a:pt x="1182385" y="1149907"/>
                  </a:lnTo>
                  <a:lnTo>
                    <a:pt x="1216865" y="1119728"/>
                  </a:lnTo>
                  <a:lnTo>
                    <a:pt x="1253320" y="1091873"/>
                  </a:lnTo>
                  <a:lnTo>
                    <a:pt x="1291633" y="1066456"/>
                  </a:lnTo>
                  <a:lnTo>
                    <a:pt x="1331690" y="1043595"/>
                  </a:lnTo>
                  <a:lnTo>
                    <a:pt x="1373373" y="1023405"/>
                  </a:lnTo>
                  <a:lnTo>
                    <a:pt x="1416566" y="1006003"/>
                  </a:lnTo>
                  <a:lnTo>
                    <a:pt x="1461154" y="991504"/>
                  </a:lnTo>
                  <a:lnTo>
                    <a:pt x="1507020" y="980026"/>
                  </a:lnTo>
                  <a:lnTo>
                    <a:pt x="1554049" y="971683"/>
                  </a:lnTo>
                  <a:lnTo>
                    <a:pt x="1602123" y="966592"/>
                  </a:lnTo>
                  <a:lnTo>
                    <a:pt x="1651128" y="964869"/>
                  </a:lnTo>
                  <a:lnTo>
                    <a:pt x="1697593" y="962661"/>
                  </a:lnTo>
                  <a:lnTo>
                    <a:pt x="1742808" y="956170"/>
                  </a:lnTo>
                  <a:lnTo>
                    <a:pt x="1786572" y="945600"/>
                  </a:lnTo>
                  <a:lnTo>
                    <a:pt x="1828682" y="931151"/>
                  </a:lnTo>
                  <a:lnTo>
                    <a:pt x="1868936" y="913027"/>
                  </a:lnTo>
                  <a:lnTo>
                    <a:pt x="1907131" y="891430"/>
                  </a:lnTo>
                  <a:lnTo>
                    <a:pt x="1943065" y="866561"/>
                  </a:lnTo>
                  <a:lnTo>
                    <a:pt x="1976537" y="838624"/>
                  </a:lnTo>
                  <a:lnTo>
                    <a:pt x="2007344" y="807819"/>
                  </a:lnTo>
                  <a:lnTo>
                    <a:pt x="2035284" y="774350"/>
                  </a:lnTo>
                  <a:lnTo>
                    <a:pt x="2060155" y="738418"/>
                  </a:lnTo>
                  <a:lnTo>
                    <a:pt x="2081754" y="700226"/>
                  </a:lnTo>
                  <a:lnTo>
                    <a:pt x="2099879" y="659975"/>
                  </a:lnTo>
                  <a:lnTo>
                    <a:pt x="2114328" y="617869"/>
                  </a:lnTo>
                  <a:lnTo>
                    <a:pt x="2124900" y="574108"/>
                  </a:lnTo>
                  <a:lnTo>
                    <a:pt x="2131391" y="528896"/>
                  </a:lnTo>
                  <a:lnTo>
                    <a:pt x="2133600" y="482434"/>
                  </a:lnTo>
                  <a:lnTo>
                    <a:pt x="2131391" y="435973"/>
                  </a:lnTo>
                  <a:lnTo>
                    <a:pt x="2124900" y="390761"/>
                  </a:lnTo>
                  <a:lnTo>
                    <a:pt x="2114328" y="347000"/>
                  </a:lnTo>
                  <a:lnTo>
                    <a:pt x="2099879" y="304894"/>
                  </a:lnTo>
                  <a:lnTo>
                    <a:pt x="2081754" y="264643"/>
                  </a:lnTo>
                  <a:lnTo>
                    <a:pt x="2060155" y="226451"/>
                  </a:lnTo>
                  <a:lnTo>
                    <a:pt x="2035284" y="190519"/>
                  </a:lnTo>
                  <a:lnTo>
                    <a:pt x="2007344" y="157050"/>
                  </a:lnTo>
                  <a:lnTo>
                    <a:pt x="1976537" y="126245"/>
                  </a:lnTo>
                  <a:lnTo>
                    <a:pt x="1943065" y="98307"/>
                  </a:lnTo>
                  <a:lnTo>
                    <a:pt x="1907131" y="73439"/>
                  </a:lnTo>
                  <a:lnTo>
                    <a:pt x="1868936" y="51841"/>
                  </a:lnTo>
                  <a:lnTo>
                    <a:pt x="1828682" y="33717"/>
                  </a:lnTo>
                  <a:lnTo>
                    <a:pt x="1786572" y="19269"/>
                  </a:lnTo>
                  <a:lnTo>
                    <a:pt x="1742808" y="8699"/>
                  </a:lnTo>
                  <a:lnTo>
                    <a:pt x="1697593" y="2208"/>
                  </a:lnTo>
                  <a:lnTo>
                    <a:pt x="1651128" y="0"/>
                  </a:lnTo>
                  <a:close/>
                </a:path>
                <a:path w="2133600" h="1651000">
                  <a:moveTo>
                    <a:pt x="1153006" y="1179285"/>
                  </a:moveTo>
                  <a:lnTo>
                    <a:pt x="482471" y="1179285"/>
                  </a:lnTo>
                  <a:lnTo>
                    <a:pt x="531147" y="1181709"/>
                  </a:lnTo>
                  <a:lnTo>
                    <a:pt x="578439" y="1188828"/>
                  </a:lnTo>
                  <a:lnTo>
                    <a:pt x="624115" y="1200409"/>
                  </a:lnTo>
                  <a:lnTo>
                    <a:pt x="667942" y="1216218"/>
                  </a:lnTo>
                  <a:lnTo>
                    <a:pt x="709687" y="1236023"/>
                  </a:lnTo>
                  <a:lnTo>
                    <a:pt x="749118" y="1259591"/>
                  </a:lnTo>
                  <a:lnTo>
                    <a:pt x="786002" y="1286688"/>
                  </a:lnTo>
                  <a:lnTo>
                    <a:pt x="820106" y="1317083"/>
                  </a:lnTo>
                  <a:lnTo>
                    <a:pt x="851198" y="1350542"/>
                  </a:lnTo>
                  <a:lnTo>
                    <a:pt x="879044" y="1386833"/>
                  </a:lnTo>
                  <a:lnTo>
                    <a:pt x="903413" y="1425723"/>
                  </a:lnTo>
                  <a:lnTo>
                    <a:pt x="924071" y="1466978"/>
                  </a:lnTo>
                  <a:lnTo>
                    <a:pt x="940786" y="1510366"/>
                  </a:lnTo>
                  <a:lnTo>
                    <a:pt x="953325" y="1555654"/>
                  </a:lnTo>
                  <a:lnTo>
                    <a:pt x="961349" y="1601998"/>
                  </a:lnTo>
                  <a:lnTo>
                    <a:pt x="964944" y="1650998"/>
                  </a:lnTo>
                  <a:lnTo>
                    <a:pt x="966667" y="1601998"/>
                  </a:lnTo>
                  <a:lnTo>
                    <a:pt x="971758" y="1553927"/>
                  </a:lnTo>
                  <a:lnTo>
                    <a:pt x="980102" y="1506902"/>
                  </a:lnTo>
                  <a:lnTo>
                    <a:pt x="991581" y="1461040"/>
                  </a:lnTo>
                  <a:lnTo>
                    <a:pt x="1006081" y="1416455"/>
                  </a:lnTo>
                  <a:lnTo>
                    <a:pt x="1023485" y="1373265"/>
                  </a:lnTo>
                  <a:lnTo>
                    <a:pt x="1043676" y="1331586"/>
                  </a:lnTo>
                  <a:lnTo>
                    <a:pt x="1066539" y="1291533"/>
                  </a:lnTo>
                  <a:lnTo>
                    <a:pt x="1091958" y="1253222"/>
                  </a:lnTo>
                  <a:lnTo>
                    <a:pt x="1119816" y="1216770"/>
                  </a:lnTo>
                  <a:lnTo>
                    <a:pt x="1149997" y="1182293"/>
                  </a:lnTo>
                  <a:lnTo>
                    <a:pt x="1153006" y="1179285"/>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0" name="object 90"/>
            <p:cNvSpPr/>
            <p:nvPr/>
          </p:nvSpPr>
          <p:spPr>
            <a:xfrm>
              <a:off x="1384300" y="15544800"/>
              <a:ext cx="3416300" cy="1358900"/>
            </a:xfrm>
            <a:custGeom>
              <a:avLst/>
              <a:gdLst/>
              <a:ahLst/>
              <a:cxnLst/>
              <a:rect l="l" t="t" r="r" b="b"/>
              <a:pathLst>
                <a:path w="3416300" h="1358900">
                  <a:moveTo>
                    <a:pt x="3416300" y="0"/>
                  </a:moveTo>
                  <a:lnTo>
                    <a:pt x="0" y="0"/>
                  </a:lnTo>
                  <a:lnTo>
                    <a:pt x="0" y="1358900"/>
                  </a:lnTo>
                  <a:lnTo>
                    <a:pt x="3416300" y="1358900"/>
                  </a:lnTo>
                  <a:lnTo>
                    <a:pt x="3416300" y="0"/>
                  </a:lnTo>
                  <a:close/>
                </a:path>
              </a:pathLst>
            </a:custGeom>
            <a:solidFill>
              <a:srgbClr val="FFEDE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1" name="object 91"/>
            <p:cNvSpPr/>
            <p:nvPr/>
          </p:nvSpPr>
          <p:spPr>
            <a:xfrm>
              <a:off x="8940800" y="15544800"/>
              <a:ext cx="3416300" cy="1358900"/>
            </a:xfrm>
            <a:custGeom>
              <a:avLst/>
              <a:gdLst/>
              <a:ahLst/>
              <a:cxnLst/>
              <a:rect l="l" t="t" r="r" b="b"/>
              <a:pathLst>
                <a:path w="3416300" h="1358900">
                  <a:moveTo>
                    <a:pt x="3416300" y="0"/>
                  </a:moveTo>
                  <a:lnTo>
                    <a:pt x="0" y="0"/>
                  </a:lnTo>
                  <a:lnTo>
                    <a:pt x="0" y="1358900"/>
                  </a:lnTo>
                  <a:lnTo>
                    <a:pt x="3416300" y="1358900"/>
                  </a:lnTo>
                  <a:lnTo>
                    <a:pt x="3416300" y="0"/>
                  </a:lnTo>
                  <a:close/>
                </a:path>
              </a:pathLst>
            </a:custGeom>
            <a:solidFill>
              <a:srgbClr val="EEF3FE"/>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92" name="object 92"/>
          <p:cNvSpPr txBox="1"/>
          <p:nvPr/>
        </p:nvSpPr>
        <p:spPr>
          <a:xfrm>
            <a:off x="3331473" y="8159750"/>
            <a:ext cx="290513"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03</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93" name="object 93"/>
          <p:cNvSpPr txBox="1"/>
          <p:nvPr/>
        </p:nvSpPr>
        <p:spPr>
          <a:xfrm>
            <a:off x="2705998" y="7575550"/>
            <a:ext cx="290513"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04</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94" name="object 94"/>
          <p:cNvSpPr txBox="1"/>
          <p:nvPr/>
        </p:nvSpPr>
        <p:spPr>
          <a:xfrm>
            <a:off x="3214402" y="7879136"/>
            <a:ext cx="462597" cy="160020"/>
          </a:xfrm>
          <a:prstGeom prst="rect">
            <a:avLst/>
          </a:prstGeom>
        </p:spPr>
        <p:txBody>
          <a:bodyPr vert="horz" wrap="square" lIns="0" tIns="6350" rIns="0" bIns="0" rtlCol="0">
            <a:spAutoFit/>
          </a:bodyPr>
          <a:lstStyle/>
          <a:p>
            <a:pPr marL="19685" marR="2540" indent="-13970">
              <a:lnSpc>
                <a:spcPts val="600"/>
              </a:lnSpc>
              <a:spcBef>
                <a:spcPts val="45"/>
              </a:spcBef>
            </a:pP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The Cycle of Confidence</a:t>
            </a:r>
            <a:endParaRPr sz="600" dirty="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95" name="object 95"/>
          <p:cNvSpPr txBox="1"/>
          <p:nvPr/>
        </p:nvSpPr>
        <p:spPr>
          <a:xfrm>
            <a:off x="2940685" y="6962087"/>
            <a:ext cx="808990" cy="436880"/>
          </a:xfrm>
          <a:prstGeom prst="rect">
            <a:avLst/>
          </a:prstGeom>
        </p:spPr>
        <p:txBody>
          <a:bodyPr vert="horz" wrap="square" lIns="0" tIns="6350" rIns="0" bIns="0" rtlCol="0">
            <a:spAutoFit/>
          </a:bodyPr>
          <a:lstStyle/>
          <a:p>
            <a:pPr marL="19050">
              <a:lnSpc>
                <a:spcPts val="2130"/>
              </a:lnSpc>
              <a:spcBef>
                <a:spcPts val="50"/>
              </a:spcBef>
              <a:tabLst>
                <a:tab pos="352425" algn="l"/>
              </a:tabLst>
            </a:pPr>
            <a:r>
              <a:rPr sz="1575" baseline="-110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技能	</a:t>
            </a: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01</a:t>
            </a:r>
            <a:endParaRPr b="1" dirty="0">
              <a:latin typeface="江城圆体 600W" panose="020B0800000000000000" pitchFamily="34" charset="-128"/>
              <a:ea typeface="江城圆体 600W" panose="020B0800000000000000" pitchFamily="34" charset="-128"/>
              <a:cs typeface="PMingLiU" panose="02020500000000000000" charset="-120"/>
            </a:endParaRPr>
          </a:p>
          <a:p>
            <a:pPr marL="19050">
              <a:lnSpc>
                <a:spcPts val="1230"/>
              </a:lnSpc>
            </a:pPr>
            <a:r>
              <a:rPr sz="1050" dirty="0" err="1">
                <a:solidFill>
                  <a:srgbClr val="FFFFFF"/>
                </a:solidFill>
                <a:latin typeface="江城圆体 400W" panose="020B0800000000000000" pitchFamily="34" charset="-128"/>
                <a:ea typeface="江城圆体 400W" panose="020B0800000000000000" pitchFamily="34" charset="-128"/>
                <a:cs typeface="PMingLiU" panose="02020500000000000000" charset="-120"/>
              </a:rPr>
              <a:t>练习</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96" name="object 96"/>
          <p:cNvSpPr txBox="1"/>
          <p:nvPr/>
        </p:nvSpPr>
        <p:spPr>
          <a:xfrm>
            <a:off x="3807068" y="7239000"/>
            <a:ext cx="373698" cy="648335"/>
          </a:xfrm>
          <a:prstGeom prst="rect">
            <a:avLst/>
          </a:prstGeom>
        </p:spPr>
        <p:txBody>
          <a:bodyPr vert="horz" wrap="square" lIns="0" tIns="22860" rIns="0" bIns="0" rtlCol="0">
            <a:spAutoFit/>
          </a:bodyPr>
          <a:lstStyle/>
          <a:p>
            <a:pPr marL="6350" marR="97155">
              <a:lnSpc>
                <a:spcPts val="1150"/>
              </a:lnSpc>
              <a:spcBef>
                <a:spcPts val="18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有效应用</a:t>
            </a:r>
            <a:endParaRPr sz="1050" dirty="0">
              <a:latin typeface="江城圆体 400W" panose="020B0800000000000000" pitchFamily="34" charset="-128"/>
              <a:ea typeface="江城圆体 400W" panose="020B0800000000000000" pitchFamily="34" charset="-128"/>
              <a:cs typeface="PMingLiU" panose="02020500000000000000" charset="-120"/>
            </a:endParaRPr>
          </a:p>
          <a:p>
            <a:pPr marL="89535">
              <a:spcBef>
                <a:spcPts val="42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02</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97" name="object 97"/>
          <p:cNvSpPr txBox="1"/>
          <p:nvPr/>
        </p:nvSpPr>
        <p:spPr>
          <a:xfrm>
            <a:off x="3699118" y="7988300"/>
            <a:ext cx="279083" cy="317500"/>
          </a:xfrm>
          <a:prstGeom prst="rect">
            <a:avLst/>
          </a:prstGeom>
        </p:spPr>
        <p:txBody>
          <a:bodyPr vert="horz" wrap="square" lIns="0" tIns="22860" rIns="0" bIns="0" rtlCol="0">
            <a:spAutoFit/>
          </a:bodyPr>
          <a:lstStyle/>
          <a:p>
            <a:pPr marL="6350" marR="2540">
              <a:lnSpc>
                <a:spcPts val="1150"/>
              </a:lnSpc>
              <a:spcBef>
                <a:spcPts val="18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结果评估</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98" name="object 98"/>
          <p:cNvSpPr txBox="1"/>
          <p:nvPr/>
        </p:nvSpPr>
        <p:spPr>
          <a:xfrm>
            <a:off x="2835517" y="7912100"/>
            <a:ext cx="279083" cy="317500"/>
          </a:xfrm>
          <a:prstGeom prst="rect">
            <a:avLst/>
          </a:prstGeom>
        </p:spPr>
        <p:txBody>
          <a:bodyPr vert="horz" wrap="square" lIns="0" tIns="22860" rIns="0" bIns="0" rtlCol="0">
            <a:spAutoFit/>
          </a:bodyPr>
          <a:lstStyle/>
          <a:p>
            <a:pPr marL="6350" marR="2540">
              <a:lnSpc>
                <a:spcPts val="1150"/>
              </a:lnSpc>
              <a:spcBef>
                <a:spcPts val="18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按需调整</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99" name="object 99"/>
          <p:cNvSpPr txBox="1"/>
          <p:nvPr/>
        </p:nvSpPr>
        <p:spPr>
          <a:xfrm>
            <a:off x="692150" y="6783070"/>
            <a:ext cx="1701800" cy="570230"/>
          </a:xfrm>
          <a:prstGeom prst="rect">
            <a:avLst/>
          </a:prstGeom>
        </p:spPr>
        <p:txBody>
          <a:bodyPr vert="horz" wrap="square" lIns="0" tIns="6350" rIns="0" bIns="0" rtlCol="0">
            <a:spAutoFit/>
          </a:bodyPr>
          <a:lstStyle/>
          <a:p>
            <a:pPr marL="25400" marR="5715" algn="just">
              <a:lnSpc>
                <a:spcPct val="115000"/>
              </a:lnSpc>
              <a:spcBef>
                <a:spcPts val="50"/>
              </a:spcBef>
            </a:pPr>
            <a:r>
              <a:rPr sz="8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01</a:t>
            </a: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不是先有了自信的感觉再去行动的而是先有了行动慢慢才会积累自信的感觉。练习努力做好一件小事，就能创造最直观的成功经验。</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00" name="object 100"/>
          <p:cNvSpPr txBox="1"/>
          <p:nvPr/>
        </p:nvSpPr>
        <p:spPr>
          <a:xfrm>
            <a:off x="4489450" y="6846570"/>
            <a:ext cx="1694180" cy="429260"/>
          </a:xfrm>
          <a:prstGeom prst="rect">
            <a:avLst/>
          </a:prstGeom>
        </p:spPr>
        <p:txBody>
          <a:bodyPr vert="horz" wrap="square" lIns="0" tIns="6350" rIns="0" bIns="0" rtlCol="0">
            <a:spAutoFit/>
          </a:bodyPr>
          <a:lstStyle/>
          <a:p>
            <a:pPr marL="19050" algn="just">
              <a:lnSpc>
                <a:spcPct val="115000"/>
              </a:lnSpc>
              <a:spcBef>
                <a:spcPts val="50"/>
              </a:spcBef>
            </a:pPr>
            <a:r>
              <a:rPr sz="8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02</a:t>
            </a: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有了练习，还需要应用，所以需要我们离开舒适区、面对真实生活情境去挑战，去处理更复杂的问题。</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01" name="object 101"/>
          <p:cNvSpPr txBox="1"/>
          <p:nvPr/>
        </p:nvSpPr>
        <p:spPr>
          <a:xfrm>
            <a:off x="4476750" y="7810500"/>
            <a:ext cx="1713548" cy="570230"/>
          </a:xfrm>
          <a:prstGeom prst="rect">
            <a:avLst/>
          </a:prstGeom>
        </p:spPr>
        <p:txBody>
          <a:bodyPr vert="horz" wrap="square" lIns="0" tIns="6350" rIns="0" bIns="0" rtlCol="0">
            <a:spAutoFit/>
          </a:bodyPr>
          <a:lstStyle/>
          <a:p>
            <a:pPr marL="31750" algn="just">
              <a:lnSpc>
                <a:spcPct val="115000"/>
              </a:lnSpc>
              <a:spcBef>
                <a:spcPts val="50"/>
              </a:spcBef>
            </a:pPr>
            <a:r>
              <a:rPr sz="8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03</a:t>
            </a: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实际应用技巧以后，还要仔细考虑一下结果。我们做的什么是有效的，什么是无效的</a:t>
            </a:r>
            <a:r>
              <a:rPr sz="8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下次要采取哪些不同的做法</a:t>
            </a:r>
            <a:r>
              <a:rPr sz="8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在反思的时候，注意避免自我打击</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02" name="object 102"/>
          <p:cNvSpPr txBox="1"/>
          <p:nvPr/>
        </p:nvSpPr>
        <p:spPr>
          <a:xfrm>
            <a:off x="692150" y="7881620"/>
            <a:ext cx="1701800" cy="429260"/>
          </a:xfrm>
          <a:prstGeom prst="rect">
            <a:avLst/>
          </a:prstGeom>
        </p:spPr>
        <p:txBody>
          <a:bodyPr vert="horz" wrap="square" lIns="0" tIns="6350" rIns="0" bIns="0" rtlCol="0">
            <a:spAutoFit/>
          </a:bodyPr>
          <a:lstStyle/>
          <a:p>
            <a:pPr marL="31750" marR="4445" algn="just">
              <a:lnSpc>
                <a:spcPct val="115000"/>
              </a:lnSpc>
              <a:spcBef>
                <a:spcPts val="50"/>
              </a:spcBef>
            </a:pPr>
            <a:r>
              <a:rPr sz="8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04</a:t>
            </a: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根据结果反馈调整自己。有效的技巧就多用，效果不佳的就改变或调整这是提升和成长的唯一办法。</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103" name="object 103"/>
          <p:cNvGrpSpPr/>
          <p:nvPr/>
        </p:nvGrpSpPr>
        <p:grpSpPr>
          <a:xfrm>
            <a:off x="2393950" y="6740525"/>
            <a:ext cx="2095500" cy="1739900"/>
            <a:chOff x="4787900" y="13481050"/>
            <a:chExt cx="4191000" cy="3479800"/>
          </a:xfrm>
        </p:grpSpPr>
        <p:sp>
          <p:nvSpPr>
            <p:cNvPr id="104" name="object 104"/>
            <p:cNvSpPr/>
            <p:nvPr/>
          </p:nvSpPr>
          <p:spPr>
            <a:xfrm>
              <a:off x="4806950" y="14001750"/>
              <a:ext cx="952500" cy="254000"/>
            </a:xfrm>
            <a:custGeom>
              <a:avLst/>
              <a:gdLst/>
              <a:ahLst/>
              <a:cxnLst/>
              <a:rect l="l" t="t" r="r" b="b"/>
              <a:pathLst>
                <a:path w="952500" h="254000">
                  <a:moveTo>
                    <a:pt x="0" y="0"/>
                  </a:moveTo>
                  <a:lnTo>
                    <a:pt x="793750" y="0"/>
                  </a:lnTo>
                  <a:lnTo>
                    <a:pt x="952500" y="254000"/>
                  </a:lnTo>
                </a:path>
              </a:pathLst>
            </a:custGeom>
            <a:ln w="381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5" name="object 105"/>
            <p:cNvSpPr/>
            <p:nvPr/>
          </p:nvSpPr>
          <p:spPr>
            <a:xfrm>
              <a:off x="4832350" y="16478250"/>
              <a:ext cx="952500" cy="254000"/>
            </a:xfrm>
            <a:custGeom>
              <a:avLst/>
              <a:gdLst/>
              <a:ahLst/>
              <a:cxnLst/>
              <a:rect l="l" t="t" r="r" b="b"/>
              <a:pathLst>
                <a:path w="952500" h="254000">
                  <a:moveTo>
                    <a:pt x="0" y="254000"/>
                  </a:moveTo>
                  <a:lnTo>
                    <a:pt x="793750" y="254000"/>
                  </a:lnTo>
                  <a:lnTo>
                    <a:pt x="952500" y="0"/>
                  </a:lnTo>
                </a:path>
              </a:pathLst>
            </a:custGeom>
            <a:ln w="38100">
              <a:solidFill>
                <a:srgbClr val="CF5F3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6" name="object 106"/>
            <p:cNvSpPr/>
            <p:nvPr/>
          </p:nvSpPr>
          <p:spPr>
            <a:xfrm>
              <a:off x="7981950" y="14001750"/>
              <a:ext cx="952500" cy="254000"/>
            </a:xfrm>
            <a:custGeom>
              <a:avLst/>
              <a:gdLst/>
              <a:ahLst/>
              <a:cxnLst/>
              <a:rect l="l" t="t" r="r" b="b"/>
              <a:pathLst>
                <a:path w="952500" h="254000">
                  <a:moveTo>
                    <a:pt x="952500" y="0"/>
                  </a:moveTo>
                  <a:lnTo>
                    <a:pt x="158750" y="0"/>
                  </a:lnTo>
                  <a:lnTo>
                    <a:pt x="0" y="254000"/>
                  </a:lnTo>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7" name="object 107"/>
            <p:cNvSpPr/>
            <p:nvPr/>
          </p:nvSpPr>
          <p:spPr>
            <a:xfrm>
              <a:off x="7981950" y="16465550"/>
              <a:ext cx="952500" cy="254000"/>
            </a:xfrm>
            <a:custGeom>
              <a:avLst/>
              <a:gdLst/>
              <a:ahLst/>
              <a:cxnLst/>
              <a:rect l="l" t="t" r="r" b="b"/>
              <a:pathLst>
                <a:path w="952500" h="254000">
                  <a:moveTo>
                    <a:pt x="952500" y="254000"/>
                  </a:moveTo>
                  <a:lnTo>
                    <a:pt x="158750" y="254000"/>
                  </a:lnTo>
                  <a:lnTo>
                    <a:pt x="0" y="0"/>
                  </a:lnTo>
                </a:path>
              </a:pathLst>
            </a:custGeom>
            <a:ln w="38100">
              <a:solidFill>
                <a:srgbClr val="3068E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8" name="object 108"/>
            <p:cNvSpPr/>
            <p:nvPr/>
          </p:nvSpPr>
          <p:spPr>
            <a:xfrm>
              <a:off x="4806950" y="13481050"/>
              <a:ext cx="0" cy="1397000"/>
            </a:xfrm>
            <a:custGeom>
              <a:avLst/>
              <a:gdLst/>
              <a:ahLst/>
              <a:cxnLst/>
              <a:rect l="l" t="t" r="r" b="b"/>
              <a:pathLst>
                <a:path h="1397000">
                  <a:moveTo>
                    <a:pt x="0" y="0"/>
                  </a:moveTo>
                  <a:lnTo>
                    <a:pt x="0" y="1397000"/>
                  </a:lnTo>
                </a:path>
              </a:pathLst>
            </a:custGeom>
            <a:ln w="381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9" name="object 109"/>
            <p:cNvSpPr/>
            <p:nvPr/>
          </p:nvSpPr>
          <p:spPr>
            <a:xfrm>
              <a:off x="4806950" y="15525750"/>
              <a:ext cx="0" cy="1397000"/>
            </a:xfrm>
            <a:custGeom>
              <a:avLst/>
              <a:gdLst/>
              <a:ahLst/>
              <a:cxnLst/>
              <a:rect l="l" t="t" r="r" b="b"/>
              <a:pathLst>
                <a:path h="1397000">
                  <a:moveTo>
                    <a:pt x="0" y="0"/>
                  </a:moveTo>
                  <a:lnTo>
                    <a:pt x="0" y="1397000"/>
                  </a:lnTo>
                </a:path>
              </a:pathLst>
            </a:custGeom>
            <a:ln w="38100">
              <a:solidFill>
                <a:srgbClr val="CF5F3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0" name="object 110"/>
            <p:cNvSpPr/>
            <p:nvPr/>
          </p:nvSpPr>
          <p:spPr>
            <a:xfrm>
              <a:off x="8959850" y="13481050"/>
              <a:ext cx="0" cy="1397000"/>
            </a:xfrm>
            <a:custGeom>
              <a:avLst/>
              <a:gdLst/>
              <a:ahLst/>
              <a:cxnLst/>
              <a:rect l="l" t="t" r="r" b="b"/>
              <a:pathLst>
                <a:path h="1397000">
                  <a:moveTo>
                    <a:pt x="0" y="0"/>
                  </a:moveTo>
                  <a:lnTo>
                    <a:pt x="0" y="1397000"/>
                  </a:lnTo>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1" name="object 111"/>
            <p:cNvSpPr/>
            <p:nvPr/>
          </p:nvSpPr>
          <p:spPr>
            <a:xfrm>
              <a:off x="8934450" y="15563850"/>
              <a:ext cx="0" cy="1397000"/>
            </a:xfrm>
            <a:custGeom>
              <a:avLst/>
              <a:gdLst/>
              <a:ahLst/>
              <a:cxnLst/>
              <a:rect l="l" t="t" r="r" b="b"/>
              <a:pathLst>
                <a:path h="1397000">
                  <a:moveTo>
                    <a:pt x="0" y="0"/>
                  </a:moveTo>
                  <a:lnTo>
                    <a:pt x="0" y="1397000"/>
                  </a:lnTo>
                </a:path>
              </a:pathLst>
            </a:custGeom>
            <a:ln w="38100">
              <a:solidFill>
                <a:srgbClr val="3068E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12" name="object 112"/>
          <p:cNvSpPr txBox="1"/>
          <p:nvPr/>
        </p:nvSpPr>
        <p:spPr>
          <a:xfrm>
            <a:off x="679450" y="1333500"/>
            <a:ext cx="5514023" cy="1265555"/>
          </a:xfrm>
          <a:prstGeom prst="rect">
            <a:avLst/>
          </a:prstGeom>
        </p:spPr>
        <p:txBody>
          <a:bodyPr vert="horz" wrap="square" lIns="0" tIns="6350" rIns="0" bIns="0" rtlCol="0">
            <a:spAutoFit/>
          </a:bodyPr>
          <a:lstStyle/>
          <a:p>
            <a:pPr marR="10795" algn="ctr">
              <a:spcBef>
                <a:spcPts val="50"/>
              </a:spcBef>
            </a:pPr>
            <a:r>
              <a:rPr b="1" dirty="0">
                <a:solidFill>
                  <a:srgbClr val="11A766"/>
                </a:solidFill>
                <a:latin typeface="江城圆体 700W" panose="020B0800000000000000" pitchFamily="34" charset="-128"/>
                <a:ea typeface="江城圆体 700W" panose="020B0800000000000000" pitchFamily="34" charset="-128"/>
                <a:cs typeface="PMingLiU" panose="02020500000000000000" charset="-120"/>
              </a:rPr>
              <a:t>4 Sources of Confidence</a:t>
            </a:r>
            <a:endParaRPr lang="en-US" b="1" dirty="0">
              <a:latin typeface="江城圆体 700W" panose="020B0800000000000000" pitchFamily="34" charset="-128"/>
              <a:ea typeface="江城圆体 700W" panose="020B0800000000000000" pitchFamily="34" charset="-128"/>
              <a:cs typeface="PMingLiU" panose="02020500000000000000" charset="-120"/>
            </a:endParaRPr>
          </a:p>
          <a:p>
            <a:pPr marR="10795">
              <a:spcBef>
                <a:spcPts val="50"/>
              </a:spcBef>
            </a:pPr>
            <a:r>
              <a:rPr sz="900" dirty="0" err="1">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自信心是日常生活中常常谈起的一个概念，而在心理学中，与自信心最接近的是自我效能感</a:t>
            </a: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(self-eﬃcacy)。</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nSpc>
                <a:spcPct val="125000"/>
              </a:lnSpc>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「自我效能感」由美国心理学家A.班杜拉(Albert Bandura)最早提出，是指“人们对自身能否利用所拥有的能力去完成某项目标或成果的自信程度。”简单来说：自我效能感代表了一个人有多么相信，凭借自己的力量可以达成目标。</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a:p>
            <a:pPr marR="15240">
              <a:spcBef>
                <a:spcPts val="320"/>
              </a:spcBef>
            </a:pPr>
            <a:r>
              <a:rPr sz="900" dirty="0" err="1">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我们常说没自信，其实并不是在所有的事情上，只是在生活中某些具体事情、某些特定的领域中缺乏自信，这</a:t>
            </a:r>
            <a:r>
              <a:rPr lang="zh-CN" altLang="en-US"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是由五个主要原因造成的。</a:t>
            </a:r>
            <a:endParaRPr lang="zh-CN" altLang="en-US" sz="90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15" name="文本框 114"/>
          <p:cNvSpPr txBox="1"/>
          <p:nvPr/>
        </p:nvSpPr>
        <p:spPr>
          <a:xfrm>
            <a:off x="2769550" y="7382348"/>
            <a:ext cx="1151261" cy="368300"/>
          </a:xfrm>
          <a:prstGeom prst="rect">
            <a:avLst/>
          </a:prstGeom>
          <a:noFill/>
        </p:spPr>
        <p:txBody>
          <a:bodyPr wrap="square">
            <a:spAutoFit/>
          </a:bodyPr>
          <a:lstStyle/>
          <a:p>
            <a:pPr marL="219075" algn="ctr">
              <a:spcBef>
                <a:spcPts val="240"/>
              </a:spcBef>
            </a:pPr>
            <a:r>
              <a:rPr lang="zh-CN" altLang="en-US"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自信的</a:t>
            </a:r>
          </a:p>
        </p:txBody>
      </p:sp>
      <p:sp>
        <p:nvSpPr>
          <p:cNvPr id="117" name="文本框 116"/>
          <p:cNvSpPr txBox="1"/>
          <p:nvPr/>
        </p:nvSpPr>
        <p:spPr>
          <a:xfrm>
            <a:off x="2886962" y="7620062"/>
            <a:ext cx="921187" cy="337185"/>
          </a:xfrm>
          <a:prstGeom prst="rect">
            <a:avLst/>
          </a:prstGeom>
          <a:noFill/>
        </p:spPr>
        <p:txBody>
          <a:bodyPr wrap="square">
            <a:spAutoFit/>
          </a:bodyPr>
          <a:lstStyle/>
          <a:p>
            <a:pPr marL="219075" algn="ctr">
              <a:spcBef>
                <a:spcPts val="240"/>
              </a:spcBef>
            </a:pPr>
            <a:r>
              <a:rPr lang="zh-CN" altLang="en-US" sz="16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循环</a:t>
            </a:r>
            <a:endParaRPr lang="zh-CN" altLang="en-US" sz="1600" b="1" dirty="0">
              <a:latin typeface="江城圆体 600W" panose="020B0800000000000000" pitchFamily="34" charset="-128"/>
              <a:ea typeface="江城圆体 600W" panose="020B0800000000000000" pitchFamily="34" charset="-128"/>
              <a:cs typeface="微软雅黑" panose="020B050302020402020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02880" y="1723774"/>
            <a:ext cx="576263" cy="6839585"/>
            <a:chOff x="2205760" y="3447548"/>
            <a:chExt cx="1152525" cy="13679169"/>
          </a:xfrm>
        </p:grpSpPr>
        <p:sp>
          <p:nvSpPr>
            <p:cNvPr id="3" name="object 3"/>
            <p:cNvSpPr/>
            <p:nvPr/>
          </p:nvSpPr>
          <p:spPr>
            <a:xfrm>
              <a:off x="2205748" y="3447554"/>
              <a:ext cx="1152525" cy="13679169"/>
            </a:xfrm>
            <a:custGeom>
              <a:avLst/>
              <a:gdLst/>
              <a:ahLst/>
              <a:cxnLst/>
              <a:rect l="l" t="t" r="r" b="b"/>
              <a:pathLst>
                <a:path w="1152525" h="13679169">
                  <a:moveTo>
                    <a:pt x="1152232" y="13048094"/>
                  </a:moveTo>
                  <a:lnTo>
                    <a:pt x="1127975" y="13014249"/>
                  </a:lnTo>
                  <a:lnTo>
                    <a:pt x="1114171" y="13011645"/>
                  </a:lnTo>
                  <a:lnTo>
                    <a:pt x="38100" y="13011645"/>
                  </a:lnTo>
                  <a:lnTo>
                    <a:pt x="23279" y="13014643"/>
                  </a:lnTo>
                  <a:lnTo>
                    <a:pt x="11163" y="13022809"/>
                  </a:lnTo>
                  <a:lnTo>
                    <a:pt x="2997" y="13034925"/>
                  </a:lnTo>
                  <a:lnTo>
                    <a:pt x="0" y="13049745"/>
                  </a:lnTo>
                  <a:lnTo>
                    <a:pt x="647" y="13056743"/>
                  </a:lnTo>
                  <a:lnTo>
                    <a:pt x="544004" y="13666394"/>
                  </a:lnTo>
                  <a:lnTo>
                    <a:pt x="570357" y="13678903"/>
                  </a:lnTo>
                  <a:lnTo>
                    <a:pt x="584809" y="13676846"/>
                  </a:lnTo>
                  <a:lnTo>
                    <a:pt x="1142250" y="13075501"/>
                  </a:lnTo>
                  <a:lnTo>
                    <a:pt x="1152232" y="13048094"/>
                  </a:lnTo>
                  <a:close/>
                </a:path>
                <a:path w="1152525" h="13679169">
                  <a:moveTo>
                    <a:pt x="1152232" y="630809"/>
                  </a:moveTo>
                  <a:lnTo>
                    <a:pt x="597827" y="9779"/>
                  </a:lnTo>
                  <a:lnTo>
                    <a:pt x="570357" y="0"/>
                  </a:lnTo>
                  <a:lnTo>
                    <a:pt x="556171" y="3505"/>
                  </a:lnTo>
                  <a:lnTo>
                    <a:pt x="9842" y="603605"/>
                  </a:lnTo>
                  <a:lnTo>
                    <a:pt x="0" y="629145"/>
                  </a:lnTo>
                  <a:lnTo>
                    <a:pt x="2997" y="643978"/>
                  </a:lnTo>
                  <a:lnTo>
                    <a:pt x="11163" y="656094"/>
                  </a:lnTo>
                  <a:lnTo>
                    <a:pt x="23279" y="664260"/>
                  </a:lnTo>
                  <a:lnTo>
                    <a:pt x="38100" y="667245"/>
                  </a:lnTo>
                  <a:lnTo>
                    <a:pt x="1114171" y="667245"/>
                  </a:lnTo>
                  <a:lnTo>
                    <a:pt x="1148816" y="645007"/>
                  </a:lnTo>
                  <a:lnTo>
                    <a:pt x="1152232" y="630809"/>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 name="object 4"/>
            <p:cNvSpPr/>
            <p:nvPr/>
          </p:nvSpPr>
          <p:spPr>
            <a:xfrm>
              <a:off x="2781300" y="4114799"/>
              <a:ext cx="0" cy="12534900"/>
            </a:xfrm>
            <a:custGeom>
              <a:avLst/>
              <a:gdLst/>
              <a:ahLst/>
              <a:cxnLst/>
              <a:rect l="l" t="t" r="r" b="b"/>
              <a:pathLst>
                <a:path h="12534900">
                  <a:moveTo>
                    <a:pt x="0" y="0"/>
                  </a:moveTo>
                  <a:lnTo>
                    <a:pt x="0" y="12534900"/>
                  </a:lnTo>
                </a:path>
              </a:pathLst>
            </a:custGeom>
            <a:ln w="762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5" name="object 5"/>
          <p:cNvSpPr/>
          <p:nvPr/>
        </p:nvSpPr>
        <p:spPr>
          <a:xfrm>
            <a:off x="845052" y="2425719"/>
            <a:ext cx="475297" cy="345123"/>
          </a:xfrm>
          <a:custGeom>
            <a:avLst/>
            <a:gdLst/>
            <a:ahLst/>
            <a:cxnLst/>
            <a:rect l="l" t="t" r="r" b="b"/>
            <a:pathLst>
              <a:path w="950594" h="690245">
                <a:moveTo>
                  <a:pt x="949972" y="340817"/>
                </a:moveTo>
                <a:lnTo>
                  <a:pt x="600367" y="9842"/>
                </a:lnTo>
                <a:lnTo>
                  <a:pt x="574814" y="0"/>
                </a:lnTo>
                <a:lnTo>
                  <a:pt x="559993" y="2997"/>
                </a:lnTo>
                <a:lnTo>
                  <a:pt x="547878" y="11163"/>
                </a:lnTo>
                <a:lnTo>
                  <a:pt x="539711" y="23279"/>
                </a:lnTo>
                <a:lnTo>
                  <a:pt x="536714" y="38100"/>
                </a:lnTo>
                <a:lnTo>
                  <a:pt x="536714" y="281597"/>
                </a:lnTo>
                <a:lnTo>
                  <a:pt x="520700" y="278358"/>
                </a:lnTo>
                <a:lnTo>
                  <a:pt x="76200" y="278358"/>
                </a:lnTo>
                <a:lnTo>
                  <a:pt x="46532" y="284353"/>
                </a:lnTo>
                <a:lnTo>
                  <a:pt x="22313" y="300685"/>
                </a:lnTo>
                <a:lnTo>
                  <a:pt x="5981" y="324904"/>
                </a:lnTo>
                <a:lnTo>
                  <a:pt x="0" y="354558"/>
                </a:lnTo>
                <a:lnTo>
                  <a:pt x="5981" y="384225"/>
                </a:lnTo>
                <a:lnTo>
                  <a:pt x="22313" y="408444"/>
                </a:lnTo>
                <a:lnTo>
                  <a:pt x="46532" y="424776"/>
                </a:lnTo>
                <a:lnTo>
                  <a:pt x="76200" y="430758"/>
                </a:lnTo>
                <a:lnTo>
                  <a:pt x="520700" y="430758"/>
                </a:lnTo>
                <a:lnTo>
                  <a:pt x="536714" y="427532"/>
                </a:lnTo>
                <a:lnTo>
                  <a:pt x="536714" y="651776"/>
                </a:lnTo>
                <a:lnTo>
                  <a:pt x="558965" y="686435"/>
                </a:lnTo>
                <a:lnTo>
                  <a:pt x="573163" y="689838"/>
                </a:lnTo>
                <a:lnTo>
                  <a:pt x="587616" y="687679"/>
                </a:lnTo>
                <a:lnTo>
                  <a:pt x="600570" y="679856"/>
                </a:lnTo>
                <a:lnTo>
                  <a:pt x="940181" y="368287"/>
                </a:lnTo>
                <a:lnTo>
                  <a:pt x="947902" y="355282"/>
                </a:lnTo>
                <a:lnTo>
                  <a:pt x="949972" y="340817"/>
                </a:lnTo>
                <a:close/>
              </a:path>
            </a:pathLst>
          </a:custGeom>
          <a:solidFill>
            <a:srgbClr val="CF5F3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 name="object 6"/>
          <p:cNvSpPr/>
          <p:nvPr/>
        </p:nvSpPr>
        <p:spPr>
          <a:xfrm>
            <a:off x="762502" y="3797325"/>
            <a:ext cx="570548" cy="345123"/>
          </a:xfrm>
          <a:custGeom>
            <a:avLst/>
            <a:gdLst/>
            <a:ahLst/>
            <a:cxnLst/>
            <a:rect l="l" t="t" r="r" b="b"/>
            <a:pathLst>
              <a:path w="1141095" h="690245">
                <a:moveTo>
                  <a:pt x="1140472" y="340804"/>
                </a:moveTo>
                <a:lnTo>
                  <a:pt x="790867" y="9829"/>
                </a:lnTo>
                <a:lnTo>
                  <a:pt x="765314" y="0"/>
                </a:lnTo>
                <a:lnTo>
                  <a:pt x="750493" y="2997"/>
                </a:lnTo>
                <a:lnTo>
                  <a:pt x="738378" y="11163"/>
                </a:lnTo>
                <a:lnTo>
                  <a:pt x="730211" y="23266"/>
                </a:lnTo>
                <a:lnTo>
                  <a:pt x="727214" y="38100"/>
                </a:lnTo>
                <a:lnTo>
                  <a:pt x="727214" y="281584"/>
                </a:lnTo>
                <a:lnTo>
                  <a:pt x="711200" y="278345"/>
                </a:lnTo>
                <a:lnTo>
                  <a:pt x="76200" y="278345"/>
                </a:lnTo>
                <a:lnTo>
                  <a:pt x="46532" y="284340"/>
                </a:lnTo>
                <a:lnTo>
                  <a:pt x="22313" y="300672"/>
                </a:lnTo>
                <a:lnTo>
                  <a:pt x="5981" y="324891"/>
                </a:lnTo>
                <a:lnTo>
                  <a:pt x="0" y="354545"/>
                </a:lnTo>
                <a:lnTo>
                  <a:pt x="5981" y="384213"/>
                </a:lnTo>
                <a:lnTo>
                  <a:pt x="22313" y="408432"/>
                </a:lnTo>
                <a:lnTo>
                  <a:pt x="46532" y="424764"/>
                </a:lnTo>
                <a:lnTo>
                  <a:pt x="76200" y="430745"/>
                </a:lnTo>
                <a:lnTo>
                  <a:pt x="711200" y="430745"/>
                </a:lnTo>
                <a:lnTo>
                  <a:pt x="727214" y="427520"/>
                </a:lnTo>
                <a:lnTo>
                  <a:pt x="727214" y="651764"/>
                </a:lnTo>
                <a:lnTo>
                  <a:pt x="749465" y="686422"/>
                </a:lnTo>
                <a:lnTo>
                  <a:pt x="763663" y="689825"/>
                </a:lnTo>
                <a:lnTo>
                  <a:pt x="778116" y="687666"/>
                </a:lnTo>
                <a:lnTo>
                  <a:pt x="791070" y="679856"/>
                </a:lnTo>
                <a:lnTo>
                  <a:pt x="1130681" y="368274"/>
                </a:lnTo>
                <a:lnTo>
                  <a:pt x="1138402" y="355269"/>
                </a:lnTo>
                <a:lnTo>
                  <a:pt x="1140472" y="340804"/>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 name="object 7"/>
          <p:cNvSpPr/>
          <p:nvPr/>
        </p:nvSpPr>
        <p:spPr>
          <a:xfrm>
            <a:off x="883152" y="4806975"/>
            <a:ext cx="437197" cy="345123"/>
          </a:xfrm>
          <a:custGeom>
            <a:avLst/>
            <a:gdLst/>
            <a:ahLst/>
            <a:cxnLst/>
            <a:rect l="l" t="t" r="r" b="b"/>
            <a:pathLst>
              <a:path w="874394" h="690245">
                <a:moveTo>
                  <a:pt x="873772" y="340804"/>
                </a:moveTo>
                <a:lnTo>
                  <a:pt x="524167" y="9829"/>
                </a:lnTo>
                <a:lnTo>
                  <a:pt x="498614" y="0"/>
                </a:lnTo>
                <a:lnTo>
                  <a:pt x="483793" y="2997"/>
                </a:lnTo>
                <a:lnTo>
                  <a:pt x="471678" y="11163"/>
                </a:lnTo>
                <a:lnTo>
                  <a:pt x="463511" y="23266"/>
                </a:lnTo>
                <a:lnTo>
                  <a:pt x="460514" y="38100"/>
                </a:lnTo>
                <a:lnTo>
                  <a:pt x="460514" y="279806"/>
                </a:lnTo>
                <a:lnTo>
                  <a:pt x="454228" y="278345"/>
                </a:lnTo>
                <a:lnTo>
                  <a:pt x="66471" y="278345"/>
                </a:lnTo>
                <a:lnTo>
                  <a:pt x="40589" y="284340"/>
                </a:lnTo>
                <a:lnTo>
                  <a:pt x="19469" y="300672"/>
                </a:lnTo>
                <a:lnTo>
                  <a:pt x="5219" y="324891"/>
                </a:lnTo>
                <a:lnTo>
                  <a:pt x="0" y="354545"/>
                </a:lnTo>
                <a:lnTo>
                  <a:pt x="5219" y="384213"/>
                </a:lnTo>
                <a:lnTo>
                  <a:pt x="19469" y="408432"/>
                </a:lnTo>
                <a:lnTo>
                  <a:pt x="40589" y="424764"/>
                </a:lnTo>
                <a:lnTo>
                  <a:pt x="66471" y="430745"/>
                </a:lnTo>
                <a:lnTo>
                  <a:pt x="454228" y="430745"/>
                </a:lnTo>
                <a:lnTo>
                  <a:pt x="460514" y="429298"/>
                </a:lnTo>
                <a:lnTo>
                  <a:pt x="460514" y="651764"/>
                </a:lnTo>
                <a:lnTo>
                  <a:pt x="482765" y="686422"/>
                </a:lnTo>
                <a:lnTo>
                  <a:pt x="496963" y="689825"/>
                </a:lnTo>
                <a:lnTo>
                  <a:pt x="511416" y="687666"/>
                </a:lnTo>
                <a:lnTo>
                  <a:pt x="524370" y="679856"/>
                </a:lnTo>
                <a:lnTo>
                  <a:pt x="863981" y="368274"/>
                </a:lnTo>
                <a:lnTo>
                  <a:pt x="871702" y="355269"/>
                </a:lnTo>
                <a:lnTo>
                  <a:pt x="873772" y="340804"/>
                </a:lnTo>
                <a:close/>
              </a:path>
            </a:pathLst>
          </a:custGeom>
          <a:solidFill>
            <a:srgbClr val="3068E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 name="object 8"/>
          <p:cNvSpPr/>
          <p:nvPr/>
        </p:nvSpPr>
        <p:spPr>
          <a:xfrm>
            <a:off x="622802" y="6197625"/>
            <a:ext cx="697548" cy="345123"/>
          </a:xfrm>
          <a:custGeom>
            <a:avLst/>
            <a:gdLst/>
            <a:ahLst/>
            <a:cxnLst/>
            <a:rect l="l" t="t" r="r" b="b"/>
            <a:pathLst>
              <a:path w="1395095" h="690244">
                <a:moveTo>
                  <a:pt x="1394472" y="340804"/>
                </a:moveTo>
                <a:lnTo>
                  <a:pt x="1044867" y="9829"/>
                </a:lnTo>
                <a:lnTo>
                  <a:pt x="1019314" y="0"/>
                </a:lnTo>
                <a:lnTo>
                  <a:pt x="1004493" y="2997"/>
                </a:lnTo>
                <a:lnTo>
                  <a:pt x="992378" y="11163"/>
                </a:lnTo>
                <a:lnTo>
                  <a:pt x="984211" y="23266"/>
                </a:lnTo>
                <a:lnTo>
                  <a:pt x="981214" y="38100"/>
                </a:lnTo>
                <a:lnTo>
                  <a:pt x="981214" y="281584"/>
                </a:lnTo>
                <a:lnTo>
                  <a:pt x="965200" y="278345"/>
                </a:lnTo>
                <a:lnTo>
                  <a:pt x="76200" y="278345"/>
                </a:lnTo>
                <a:lnTo>
                  <a:pt x="46532" y="284340"/>
                </a:lnTo>
                <a:lnTo>
                  <a:pt x="22313" y="300672"/>
                </a:lnTo>
                <a:lnTo>
                  <a:pt x="5981" y="324891"/>
                </a:lnTo>
                <a:lnTo>
                  <a:pt x="0" y="354545"/>
                </a:lnTo>
                <a:lnTo>
                  <a:pt x="5981" y="384213"/>
                </a:lnTo>
                <a:lnTo>
                  <a:pt x="22313" y="408432"/>
                </a:lnTo>
                <a:lnTo>
                  <a:pt x="46532" y="424764"/>
                </a:lnTo>
                <a:lnTo>
                  <a:pt x="76200" y="430745"/>
                </a:lnTo>
                <a:lnTo>
                  <a:pt x="965200" y="430745"/>
                </a:lnTo>
                <a:lnTo>
                  <a:pt x="981214" y="427520"/>
                </a:lnTo>
                <a:lnTo>
                  <a:pt x="981214" y="651764"/>
                </a:lnTo>
                <a:lnTo>
                  <a:pt x="1003465" y="686422"/>
                </a:lnTo>
                <a:lnTo>
                  <a:pt x="1017663" y="689825"/>
                </a:lnTo>
                <a:lnTo>
                  <a:pt x="1032116" y="687666"/>
                </a:lnTo>
                <a:lnTo>
                  <a:pt x="1045070" y="679856"/>
                </a:lnTo>
                <a:lnTo>
                  <a:pt x="1384681" y="368274"/>
                </a:lnTo>
                <a:lnTo>
                  <a:pt x="1392402" y="355269"/>
                </a:lnTo>
                <a:lnTo>
                  <a:pt x="1394472" y="340804"/>
                </a:lnTo>
                <a:close/>
              </a:path>
            </a:pathLst>
          </a:custGeom>
          <a:solidFill>
            <a:srgbClr val="95C86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 name="object 9"/>
          <p:cNvSpPr/>
          <p:nvPr/>
        </p:nvSpPr>
        <p:spPr>
          <a:xfrm>
            <a:off x="927602" y="7207276"/>
            <a:ext cx="392748" cy="345123"/>
          </a:xfrm>
          <a:custGeom>
            <a:avLst/>
            <a:gdLst/>
            <a:ahLst/>
            <a:cxnLst/>
            <a:rect l="l" t="t" r="r" b="b"/>
            <a:pathLst>
              <a:path w="785494" h="690244">
                <a:moveTo>
                  <a:pt x="784872" y="340804"/>
                </a:moveTo>
                <a:lnTo>
                  <a:pt x="435267" y="9829"/>
                </a:lnTo>
                <a:lnTo>
                  <a:pt x="409714" y="0"/>
                </a:lnTo>
                <a:lnTo>
                  <a:pt x="394893" y="2997"/>
                </a:lnTo>
                <a:lnTo>
                  <a:pt x="382778" y="11163"/>
                </a:lnTo>
                <a:lnTo>
                  <a:pt x="374611" y="23266"/>
                </a:lnTo>
                <a:lnTo>
                  <a:pt x="371614" y="38100"/>
                </a:lnTo>
                <a:lnTo>
                  <a:pt x="371614" y="283375"/>
                </a:lnTo>
                <a:lnTo>
                  <a:pt x="342455" y="278345"/>
                </a:lnTo>
                <a:lnTo>
                  <a:pt x="89331" y="278345"/>
                </a:lnTo>
                <a:lnTo>
                  <a:pt x="54559" y="284340"/>
                </a:lnTo>
                <a:lnTo>
                  <a:pt x="26162" y="300672"/>
                </a:lnTo>
                <a:lnTo>
                  <a:pt x="7023" y="324891"/>
                </a:lnTo>
                <a:lnTo>
                  <a:pt x="0" y="354545"/>
                </a:lnTo>
                <a:lnTo>
                  <a:pt x="7023" y="384213"/>
                </a:lnTo>
                <a:lnTo>
                  <a:pt x="26162" y="408432"/>
                </a:lnTo>
                <a:lnTo>
                  <a:pt x="54559" y="424764"/>
                </a:lnTo>
                <a:lnTo>
                  <a:pt x="89331" y="430745"/>
                </a:lnTo>
                <a:lnTo>
                  <a:pt x="342455" y="430745"/>
                </a:lnTo>
                <a:lnTo>
                  <a:pt x="371614" y="425742"/>
                </a:lnTo>
                <a:lnTo>
                  <a:pt x="371614" y="651764"/>
                </a:lnTo>
                <a:lnTo>
                  <a:pt x="393865" y="686422"/>
                </a:lnTo>
                <a:lnTo>
                  <a:pt x="408063" y="689825"/>
                </a:lnTo>
                <a:lnTo>
                  <a:pt x="422516" y="687666"/>
                </a:lnTo>
                <a:lnTo>
                  <a:pt x="435470" y="679856"/>
                </a:lnTo>
                <a:lnTo>
                  <a:pt x="775081" y="368274"/>
                </a:lnTo>
                <a:lnTo>
                  <a:pt x="782802" y="355269"/>
                </a:lnTo>
                <a:lnTo>
                  <a:pt x="784872" y="340804"/>
                </a:lnTo>
                <a:close/>
              </a:path>
            </a:pathLst>
          </a:custGeom>
          <a:solidFill>
            <a:srgbClr val="7F62A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 name="object 10"/>
          <p:cNvSpPr/>
          <p:nvPr/>
        </p:nvSpPr>
        <p:spPr>
          <a:xfrm>
            <a:off x="3232150" y="1054100"/>
            <a:ext cx="387033" cy="386715"/>
          </a:xfrm>
          <a:custGeom>
            <a:avLst/>
            <a:gdLst/>
            <a:ahLst/>
            <a:cxnLst/>
            <a:rect l="l" t="t" r="r" b="b"/>
            <a:pathLst>
              <a:path w="774065" h="773430">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5" h="773430">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5" h="773430">
                <a:moveTo>
                  <a:pt x="385104" y="0"/>
                </a:moveTo>
                <a:lnTo>
                  <a:pt x="336798" y="3000"/>
                </a:lnTo>
                <a:lnTo>
                  <a:pt x="433411" y="3000"/>
                </a:lnTo>
                <a:lnTo>
                  <a:pt x="38510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 name="object 11"/>
          <p:cNvSpPr txBox="1"/>
          <p:nvPr/>
        </p:nvSpPr>
        <p:spPr>
          <a:xfrm>
            <a:off x="2249443" y="1118772"/>
            <a:ext cx="2367485" cy="821690"/>
          </a:xfrm>
          <a:prstGeom prst="rect">
            <a:avLst/>
          </a:prstGeom>
        </p:spPr>
        <p:txBody>
          <a:bodyPr vert="horz" wrap="square" lIns="0" tIns="6350" rIns="0" bIns="0" rtlCol="0">
            <a:spAutoFit/>
          </a:bodyPr>
          <a:lstStyle/>
          <a:p>
            <a:pPr marR="2540" algn="ctr">
              <a:spcBef>
                <a:spcPts val="66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01</a:t>
            </a:r>
            <a:endParaRPr b="1" dirty="0">
              <a:latin typeface="江城圆体 600W" panose="020B0800000000000000" pitchFamily="34" charset="-128"/>
              <a:ea typeface="江城圆体 600W" panose="020B0800000000000000" pitchFamily="34" charset="-128"/>
              <a:cs typeface="PMingLiU" panose="02020500000000000000" charset="-120"/>
            </a:endParaRPr>
          </a:p>
          <a:p>
            <a:pPr algn="ctr">
              <a:lnSpc>
                <a:spcPts val="2055"/>
              </a:lnSpc>
              <a:spcBef>
                <a:spcPts val="990"/>
              </a:spcBef>
            </a:pPr>
            <a:r>
              <a:rPr b="1" dirty="0">
                <a:solidFill>
                  <a:srgbClr val="212121"/>
                </a:solidFill>
                <a:latin typeface="江城圆体 600W" panose="020B0800000000000000" pitchFamily="34" charset="-128"/>
                <a:ea typeface="江城圆体 600W" panose="020B0800000000000000" pitchFamily="34" charset="-128"/>
                <a:cs typeface="Microsoft JhengHei"/>
              </a:rPr>
              <a:t>缺乏自信的5个原因</a:t>
            </a:r>
            <a:endParaRPr b="1" dirty="0">
              <a:latin typeface="江城圆体 600W" panose="020B0800000000000000" pitchFamily="34" charset="-128"/>
              <a:ea typeface="江城圆体 600W" panose="020B0800000000000000" pitchFamily="34" charset="-128"/>
              <a:cs typeface="Microsoft JhengHei"/>
            </a:endParaRPr>
          </a:p>
          <a:p>
            <a:pPr algn="ctr">
              <a:lnSpc>
                <a:spcPts val="1155"/>
              </a:lnSpc>
            </a:pPr>
            <a:r>
              <a:rPr sz="1050" b="1" dirty="0">
                <a:solidFill>
                  <a:srgbClr val="212121"/>
                </a:solidFill>
                <a:latin typeface="江城圆体 600W" panose="020B0800000000000000" pitchFamily="34" charset="-128"/>
                <a:ea typeface="江城圆体 600W" panose="020B0800000000000000" pitchFamily="34" charset="-128"/>
                <a:cs typeface="Microsoft JhengHei"/>
              </a:rPr>
              <a:t>5 Reasons for Lack of Confidence</a:t>
            </a:r>
            <a:endParaRPr sz="1050" b="1" dirty="0">
              <a:latin typeface="江城圆体 600W" panose="020B0800000000000000" pitchFamily="34" charset="-128"/>
              <a:ea typeface="江城圆体 600W" panose="020B0800000000000000" pitchFamily="34" charset="-128"/>
              <a:cs typeface="Microsoft JhengHei"/>
            </a:endParaRPr>
          </a:p>
        </p:txBody>
      </p:sp>
      <p:sp>
        <p:nvSpPr>
          <p:cNvPr id="12" name="object 12"/>
          <p:cNvSpPr txBox="1"/>
          <p:nvPr/>
        </p:nvSpPr>
        <p:spPr>
          <a:xfrm>
            <a:off x="1708150" y="2341699"/>
            <a:ext cx="4459288" cy="5489575"/>
          </a:xfrm>
          <a:prstGeom prst="rect">
            <a:avLst/>
          </a:prstGeom>
        </p:spPr>
        <p:txBody>
          <a:bodyPr vert="horz" wrap="square" lIns="0" tIns="109220" rIns="0" bIns="0" rtlCol="0">
            <a:spAutoFit/>
          </a:bodyPr>
          <a:lstStyle/>
          <a:p>
            <a:pPr marL="11430">
              <a:spcBef>
                <a:spcPts val="860"/>
              </a:spcBef>
            </a:pPr>
            <a:r>
              <a:rPr sz="1200" b="1" spc="-10"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①过高的期望 </a:t>
            </a:r>
            <a:r>
              <a:rPr sz="1200" b="1" spc="33"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Excessive</a:t>
            </a:r>
            <a:r>
              <a:rPr sz="1200" b="1" spc="-25"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 </a:t>
            </a:r>
            <a:r>
              <a:rPr sz="1200" b="1" spc="25"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expectations</a:t>
            </a:r>
            <a:endParaRPr sz="1200" b="1" dirty="0">
              <a:latin typeface="江城圆体 600W" panose="020B0800000000000000" pitchFamily="34" charset="-128"/>
              <a:ea typeface="江城圆体 600W" panose="020B0800000000000000" pitchFamily="34" charset="-128"/>
              <a:cs typeface="Alibaba PuHuiTi" panose="00020600040101010101" pitchFamily="18" charset="-122"/>
            </a:endParaRPr>
          </a:p>
          <a:p>
            <a:pPr marL="6350" marR="2540" algn="just">
              <a:lnSpc>
                <a:spcPct val="119000"/>
              </a:lnSpc>
              <a:spcBef>
                <a:spcPts val="470"/>
              </a:spcBef>
            </a:pP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你的内心是不是总是不能满足</a:t>
            </a:r>
            <a:r>
              <a:rPr sz="1050" spc="-8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总是提出更高的要求</a:t>
            </a:r>
            <a:r>
              <a:rPr sz="1050" spc="-8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如果是这样，你很容易变</a:t>
            </a:r>
            <a:r>
              <a:rPr sz="1050" spc="-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得害怕犯错，并且在无法达到自己的期望值时，严酷地自我批判。这就是我</a:t>
            </a: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们常说的“完美主义”</a:t>
            </a:r>
            <a:r>
              <a:rPr sz="1050" spc="-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。比如，如果你想写作，动笔之前，总是期望自己写</a:t>
            </a:r>
            <a:r>
              <a:rPr sz="1050" spc="3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得每一页都要好，甚至从第一稿开始就要很好，当这样的期望不可能实现</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时，反而会导致根本不想去动笔。</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15"/>
              </a:spcBef>
            </a:pPr>
            <a:endParaRPr sz="1125" dirty="0">
              <a:latin typeface="Alibaba PuHuiTi" panose="00020600040101010101" pitchFamily="18" charset="-122"/>
              <a:ea typeface="Alibaba PuHuiTi" panose="00020600040101010101" pitchFamily="18" charset="-122"/>
              <a:cs typeface="Alibaba PuHuiTi" panose="00020600040101010101" pitchFamily="18" charset="-122"/>
            </a:endParaRPr>
          </a:p>
          <a:p>
            <a:pPr marL="10160"/>
            <a:r>
              <a:rPr sz="1200" b="1" spc="-3"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②苛刻的自我评价 </a:t>
            </a:r>
            <a:r>
              <a:rPr sz="1200" b="1" spc="35"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Harsh </a:t>
            </a:r>
            <a:r>
              <a:rPr sz="1200" b="1"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self-</a:t>
            </a:r>
            <a:r>
              <a:rPr sz="1200" b="1" spc="23"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evaluation</a:t>
            </a:r>
            <a:endParaRPr sz="1200" b="1" dirty="0">
              <a:latin typeface="江城圆体 600W" panose="020B0800000000000000" pitchFamily="34" charset="-128"/>
              <a:ea typeface="江城圆体 600W" panose="020B0800000000000000" pitchFamily="34" charset="-128"/>
              <a:cs typeface="Alibaba PuHuiTi" panose="00020600040101010101" pitchFamily="18" charset="-122"/>
            </a:endParaRPr>
          </a:p>
          <a:p>
            <a:pPr marL="6350" marR="6350" algn="just">
              <a:lnSpc>
                <a:spcPct val="119000"/>
              </a:lnSpc>
              <a:spcBef>
                <a:spcPts val="470"/>
              </a:spcBef>
            </a:pPr>
            <a:r>
              <a:rPr sz="1050" spc="-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人类的思维天生倾向于：批判和指责、发掘消极面和做最坏的预测、描绘可怕的未来、翻出曾经的痛苦记忆、迅速变得不满足并找寻更多。所以我们常</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常对自己的评价太苛刻，觉得自己蠢、没有魅力、很无趣等等。</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20"/>
              </a:spcBef>
            </a:pPr>
            <a:endParaRPr sz="1125" dirty="0">
              <a:latin typeface="Alibaba PuHuiTi" panose="00020600040101010101" pitchFamily="18" charset="-122"/>
              <a:ea typeface="Alibaba PuHuiTi" panose="00020600040101010101" pitchFamily="18" charset="-122"/>
              <a:cs typeface="Alibaba PuHuiTi" panose="00020600040101010101" pitchFamily="18" charset="-122"/>
            </a:endParaRPr>
          </a:p>
          <a:p>
            <a:pPr marL="8890"/>
            <a:r>
              <a:rPr sz="1200" b="1" spc="-5"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③过分关注恐惧 </a:t>
            </a:r>
            <a:r>
              <a:rPr sz="1200" b="1" spc="33"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Excessive</a:t>
            </a:r>
            <a:r>
              <a:rPr sz="1200" b="1" spc="8"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 </a:t>
            </a:r>
            <a:r>
              <a:rPr sz="1200" b="1"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focus</a:t>
            </a:r>
            <a:r>
              <a:rPr sz="1200" b="1" spc="10"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 </a:t>
            </a:r>
            <a:r>
              <a:rPr sz="1200" b="1"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on</a:t>
            </a:r>
            <a:r>
              <a:rPr sz="1200" b="1" spc="10"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 </a:t>
            </a:r>
            <a:r>
              <a:rPr sz="1200" b="1" spc="25"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fear</a:t>
            </a:r>
            <a:endParaRPr sz="1200" b="1" dirty="0">
              <a:latin typeface="江城圆体 600W" panose="020B0800000000000000" pitchFamily="34" charset="-128"/>
              <a:ea typeface="江城圆体 600W" panose="020B0800000000000000" pitchFamily="34" charset="-128"/>
              <a:cs typeface="Alibaba PuHuiTi" panose="00020600040101010101" pitchFamily="18" charset="-122"/>
            </a:endParaRPr>
          </a:p>
          <a:p>
            <a:pPr marL="6350" marR="6350" algn="just">
              <a:lnSpc>
                <a:spcPct val="119000"/>
              </a:lnSpc>
              <a:spcBef>
                <a:spcPts val="470"/>
              </a:spcBef>
            </a:pPr>
            <a:r>
              <a:rPr sz="1050" spc="-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我们每个人都有自己害怕的东西。你也许会害怕出差错、产生不好的结果，会害怕拒绝、失败、尴尬，会害怕犯错误、浪费时间、让自己显得很傻，或者害怕的只是害怕本身。这些恐惧都非常常见。不过，恐惧本身并不影响自信。但是，如果我们一直想着它、担心它，那就会造成问题。我们越是过分</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关注恐惧，恐惧就变得越强大，越会破坏自信。</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20"/>
              </a:spcBef>
            </a:pPr>
            <a:endParaRPr sz="112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r>
              <a:rPr sz="1200" b="1" spc="53"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➃缺乏经验 </a:t>
            </a:r>
            <a:r>
              <a:rPr sz="1200" b="1" spc="60"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Lack</a:t>
            </a:r>
            <a:r>
              <a:rPr sz="1200" b="1" spc="-20"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 </a:t>
            </a:r>
            <a:r>
              <a:rPr sz="1200" b="1"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of</a:t>
            </a:r>
            <a:r>
              <a:rPr sz="1200" b="1" spc="-20"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 </a:t>
            </a:r>
            <a:r>
              <a:rPr sz="1200" b="1" spc="23"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experience</a:t>
            </a:r>
            <a:endParaRPr sz="1200" b="1" dirty="0">
              <a:latin typeface="江城圆体 600W" panose="020B0800000000000000" pitchFamily="34" charset="-128"/>
              <a:ea typeface="江城圆体 600W" panose="020B0800000000000000" pitchFamily="34" charset="-128"/>
              <a:cs typeface="Alibaba PuHuiTi" panose="00020600040101010101" pitchFamily="18" charset="-122"/>
            </a:endParaRPr>
          </a:p>
          <a:p>
            <a:pPr marL="6350" marR="6350" algn="just">
              <a:lnSpc>
                <a:spcPct val="119000"/>
              </a:lnSpc>
              <a:spcBef>
                <a:spcPts val="470"/>
              </a:spcBef>
            </a:pPr>
            <a:r>
              <a:rPr sz="1050" spc="-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如果在某件事情上几乎没有经验，那么肯定就会感到不自信。比如你可能是一个非常优秀的吉他手，但是如果你没有在大量观众面前弹奏的经验，那么</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刚开始这样做的头几次，你是不大可能会感到自信的。</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20"/>
              </a:spcBef>
            </a:pPr>
            <a:endParaRPr sz="112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r>
              <a:rPr sz="1200" b="1" spc="-8"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③缺乏技能 </a:t>
            </a:r>
            <a:r>
              <a:rPr sz="1200" b="1" spc="60"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Lack</a:t>
            </a:r>
            <a:r>
              <a:rPr sz="1200" b="1" spc="-20"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 </a:t>
            </a:r>
            <a:r>
              <a:rPr sz="1200" b="1"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of</a:t>
            </a:r>
            <a:r>
              <a:rPr sz="1200" b="1" spc="-20"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 </a:t>
            </a:r>
            <a:r>
              <a:rPr sz="1200" b="1" spc="50" dirty="0">
                <a:solidFill>
                  <a:srgbClr val="212121"/>
                </a:solidFill>
                <a:latin typeface="江城圆体 600W" panose="020B0800000000000000" pitchFamily="34" charset="-128"/>
                <a:ea typeface="江城圆体 600W" panose="020B0800000000000000" pitchFamily="34" charset="-128"/>
                <a:cs typeface="Alibaba PuHuiTi" panose="00020600040101010101" pitchFamily="18" charset="-122"/>
              </a:rPr>
              <a:t>skills</a:t>
            </a:r>
            <a:endParaRPr sz="1200" b="1" dirty="0">
              <a:latin typeface="江城圆体 600W" panose="020B0800000000000000" pitchFamily="34" charset="-128"/>
              <a:ea typeface="江城圆体 600W" panose="020B0800000000000000" pitchFamily="34" charset="-128"/>
              <a:cs typeface="Alibaba PuHuiTi" panose="00020600040101010101" pitchFamily="18" charset="-122"/>
            </a:endParaRPr>
          </a:p>
          <a:p>
            <a:pPr marL="6350" marR="6350">
              <a:lnSpc>
                <a:spcPct val="119000"/>
              </a:lnSpc>
              <a:spcBef>
                <a:spcPts val="47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若是并不擅长做某件事，那么自然就不会有自信的感觉。比如，你并不</a:t>
            </a:r>
            <a:r>
              <a:rPr sz="1050" spc="-1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擅长</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数字、运算，却常常要处理数据问题，你可能渐渐就会不自信。</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pic>
        <p:nvPicPr>
          <p:cNvPr id="13" name="object 13"/>
          <p:cNvPicPr/>
          <p:nvPr/>
        </p:nvPicPr>
        <p:blipFill>
          <a:blip r:embed="rId2" cstate="print"/>
          <a:stretch>
            <a:fillRect/>
          </a:stretch>
        </p:blipFill>
        <p:spPr>
          <a:xfrm>
            <a:off x="3189837" y="8851900"/>
            <a:ext cx="486698" cy="292100"/>
          </a:xfrm>
          <a:prstGeom prst="rect">
            <a:avLst/>
          </a:prstGeom>
        </p:spPr>
      </p:pic>
      <p:sp>
        <p:nvSpPr>
          <p:cNvPr id="14"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232150" y="1054100"/>
            <a:ext cx="387033" cy="386715"/>
          </a:xfrm>
          <a:custGeom>
            <a:avLst/>
            <a:gdLst/>
            <a:ahLst/>
            <a:cxnLst/>
            <a:rect l="l" t="t" r="r" b="b"/>
            <a:pathLst>
              <a:path w="774065" h="773430">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5" h="773430">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5" h="773430">
                <a:moveTo>
                  <a:pt x="385104" y="0"/>
                </a:moveTo>
                <a:lnTo>
                  <a:pt x="336798" y="3000"/>
                </a:lnTo>
                <a:lnTo>
                  <a:pt x="433411" y="3000"/>
                </a:lnTo>
                <a:lnTo>
                  <a:pt x="385104" y="0"/>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grpSp>
        <p:nvGrpSpPr>
          <p:cNvPr id="3" name="object 3"/>
          <p:cNvGrpSpPr/>
          <p:nvPr/>
        </p:nvGrpSpPr>
        <p:grpSpPr>
          <a:xfrm>
            <a:off x="2486025" y="2282825"/>
            <a:ext cx="2106930" cy="1885950"/>
            <a:chOff x="4972050" y="4565650"/>
            <a:chExt cx="4213860" cy="3771900"/>
          </a:xfrm>
        </p:grpSpPr>
        <p:pic>
          <p:nvPicPr>
            <p:cNvPr id="4" name="object 4"/>
            <p:cNvPicPr/>
            <p:nvPr/>
          </p:nvPicPr>
          <p:blipFill>
            <a:blip r:embed="rId2" cstate="print"/>
            <a:stretch>
              <a:fillRect/>
            </a:stretch>
          </p:blipFill>
          <p:spPr>
            <a:xfrm>
              <a:off x="4972050" y="4565650"/>
              <a:ext cx="3771900" cy="3771900"/>
            </a:xfrm>
            <a:prstGeom prst="rect">
              <a:avLst/>
            </a:prstGeom>
          </p:spPr>
        </p:pic>
        <p:sp>
          <p:nvSpPr>
            <p:cNvPr id="5" name="object 5"/>
            <p:cNvSpPr/>
            <p:nvPr/>
          </p:nvSpPr>
          <p:spPr>
            <a:xfrm>
              <a:off x="7505700" y="4775200"/>
              <a:ext cx="1041400" cy="1041400"/>
            </a:xfrm>
            <a:custGeom>
              <a:avLst/>
              <a:gdLst/>
              <a:ahLst/>
              <a:cxnLst/>
              <a:rect l="l" t="t" r="r" b="b"/>
              <a:pathLst>
                <a:path w="1041400" h="1041400">
                  <a:moveTo>
                    <a:pt x="520700" y="0"/>
                  </a:moveTo>
                  <a:lnTo>
                    <a:pt x="473305" y="2127"/>
                  </a:lnTo>
                  <a:lnTo>
                    <a:pt x="427103" y="8389"/>
                  </a:lnTo>
                  <a:lnTo>
                    <a:pt x="382277" y="18599"/>
                  </a:lnTo>
                  <a:lnTo>
                    <a:pt x="339010" y="32575"/>
                  </a:lnTo>
                  <a:lnTo>
                    <a:pt x="297487" y="50133"/>
                  </a:lnTo>
                  <a:lnTo>
                    <a:pt x="257892" y="71089"/>
                  </a:lnTo>
                  <a:lnTo>
                    <a:pt x="220408" y="95260"/>
                  </a:lnTo>
                  <a:lnTo>
                    <a:pt x="185219" y="122460"/>
                  </a:lnTo>
                  <a:lnTo>
                    <a:pt x="152509" y="152507"/>
                  </a:lnTo>
                  <a:lnTo>
                    <a:pt x="122462" y="185217"/>
                  </a:lnTo>
                  <a:lnTo>
                    <a:pt x="95261" y="220406"/>
                  </a:lnTo>
                  <a:lnTo>
                    <a:pt x="71090" y="257890"/>
                  </a:lnTo>
                  <a:lnTo>
                    <a:pt x="50134" y="297486"/>
                  </a:lnTo>
                  <a:lnTo>
                    <a:pt x="32576" y="339009"/>
                  </a:lnTo>
                  <a:lnTo>
                    <a:pt x="18599" y="382275"/>
                  </a:lnTo>
                  <a:lnTo>
                    <a:pt x="8389" y="427102"/>
                  </a:lnTo>
                  <a:lnTo>
                    <a:pt x="2127" y="473305"/>
                  </a:lnTo>
                  <a:lnTo>
                    <a:pt x="0" y="520700"/>
                  </a:lnTo>
                  <a:lnTo>
                    <a:pt x="2127" y="568094"/>
                  </a:lnTo>
                  <a:lnTo>
                    <a:pt x="8389" y="614297"/>
                  </a:lnTo>
                  <a:lnTo>
                    <a:pt x="18599" y="659124"/>
                  </a:lnTo>
                  <a:lnTo>
                    <a:pt x="32576" y="702390"/>
                  </a:lnTo>
                  <a:lnTo>
                    <a:pt x="50134" y="743913"/>
                  </a:lnTo>
                  <a:lnTo>
                    <a:pt x="71090" y="783509"/>
                  </a:lnTo>
                  <a:lnTo>
                    <a:pt x="95261" y="820993"/>
                  </a:lnTo>
                  <a:lnTo>
                    <a:pt x="122462" y="856182"/>
                  </a:lnTo>
                  <a:lnTo>
                    <a:pt x="152509" y="888892"/>
                  </a:lnTo>
                  <a:lnTo>
                    <a:pt x="185219" y="918939"/>
                  </a:lnTo>
                  <a:lnTo>
                    <a:pt x="220408" y="946139"/>
                  </a:lnTo>
                  <a:lnTo>
                    <a:pt x="257892" y="970310"/>
                  </a:lnTo>
                  <a:lnTo>
                    <a:pt x="297487" y="991266"/>
                  </a:lnTo>
                  <a:lnTo>
                    <a:pt x="339010" y="1008824"/>
                  </a:lnTo>
                  <a:lnTo>
                    <a:pt x="382277" y="1022800"/>
                  </a:lnTo>
                  <a:lnTo>
                    <a:pt x="427103" y="1033010"/>
                  </a:lnTo>
                  <a:lnTo>
                    <a:pt x="473305" y="1039272"/>
                  </a:lnTo>
                  <a:lnTo>
                    <a:pt x="520700" y="1041400"/>
                  </a:lnTo>
                  <a:lnTo>
                    <a:pt x="568094" y="1039272"/>
                  </a:lnTo>
                  <a:lnTo>
                    <a:pt x="614296" y="1033010"/>
                  </a:lnTo>
                  <a:lnTo>
                    <a:pt x="659122" y="1022800"/>
                  </a:lnTo>
                  <a:lnTo>
                    <a:pt x="702389" y="1008824"/>
                  </a:lnTo>
                  <a:lnTo>
                    <a:pt x="743912" y="991266"/>
                  </a:lnTo>
                  <a:lnTo>
                    <a:pt x="783507" y="970310"/>
                  </a:lnTo>
                  <a:lnTo>
                    <a:pt x="820991" y="946139"/>
                  </a:lnTo>
                  <a:lnTo>
                    <a:pt x="856180" y="918939"/>
                  </a:lnTo>
                  <a:lnTo>
                    <a:pt x="888890" y="888892"/>
                  </a:lnTo>
                  <a:lnTo>
                    <a:pt x="918937" y="856182"/>
                  </a:lnTo>
                  <a:lnTo>
                    <a:pt x="946138" y="820993"/>
                  </a:lnTo>
                  <a:lnTo>
                    <a:pt x="970309" y="783509"/>
                  </a:lnTo>
                  <a:lnTo>
                    <a:pt x="991265" y="743913"/>
                  </a:lnTo>
                  <a:lnTo>
                    <a:pt x="1008823" y="702390"/>
                  </a:lnTo>
                  <a:lnTo>
                    <a:pt x="1022800" y="659124"/>
                  </a:lnTo>
                  <a:lnTo>
                    <a:pt x="1033010" y="614297"/>
                  </a:lnTo>
                  <a:lnTo>
                    <a:pt x="1039272" y="568094"/>
                  </a:lnTo>
                  <a:lnTo>
                    <a:pt x="1041400" y="520700"/>
                  </a:lnTo>
                  <a:lnTo>
                    <a:pt x="1039272" y="473305"/>
                  </a:lnTo>
                  <a:lnTo>
                    <a:pt x="1033010" y="427102"/>
                  </a:lnTo>
                  <a:lnTo>
                    <a:pt x="1022800" y="382275"/>
                  </a:lnTo>
                  <a:lnTo>
                    <a:pt x="1008823" y="339009"/>
                  </a:lnTo>
                  <a:lnTo>
                    <a:pt x="991265" y="297486"/>
                  </a:lnTo>
                  <a:lnTo>
                    <a:pt x="970309" y="257890"/>
                  </a:lnTo>
                  <a:lnTo>
                    <a:pt x="946138" y="220406"/>
                  </a:lnTo>
                  <a:lnTo>
                    <a:pt x="918937" y="185217"/>
                  </a:lnTo>
                  <a:lnTo>
                    <a:pt x="888890" y="152507"/>
                  </a:lnTo>
                  <a:lnTo>
                    <a:pt x="856180" y="122460"/>
                  </a:lnTo>
                  <a:lnTo>
                    <a:pt x="820991" y="95260"/>
                  </a:lnTo>
                  <a:lnTo>
                    <a:pt x="783507" y="71089"/>
                  </a:lnTo>
                  <a:lnTo>
                    <a:pt x="743912" y="50133"/>
                  </a:lnTo>
                  <a:lnTo>
                    <a:pt x="702389" y="32575"/>
                  </a:lnTo>
                  <a:lnTo>
                    <a:pt x="659122" y="18599"/>
                  </a:lnTo>
                  <a:lnTo>
                    <a:pt x="614296" y="8389"/>
                  </a:lnTo>
                  <a:lnTo>
                    <a:pt x="568094" y="2127"/>
                  </a:lnTo>
                  <a:lnTo>
                    <a:pt x="520700" y="0"/>
                  </a:lnTo>
                  <a:close/>
                </a:path>
              </a:pathLst>
            </a:custGeom>
            <a:solidFill>
              <a:srgbClr val="3068EB"/>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6" name="object 6"/>
            <p:cNvSpPr/>
            <p:nvPr/>
          </p:nvSpPr>
          <p:spPr>
            <a:xfrm>
              <a:off x="7505700" y="4775200"/>
              <a:ext cx="1041400" cy="1041400"/>
            </a:xfrm>
            <a:custGeom>
              <a:avLst/>
              <a:gdLst/>
              <a:ahLst/>
              <a:cxnLst/>
              <a:rect l="l" t="t" r="r" b="b"/>
              <a:pathLst>
                <a:path w="1041400" h="1041400">
                  <a:moveTo>
                    <a:pt x="520700" y="1041400"/>
                  </a:moveTo>
                  <a:lnTo>
                    <a:pt x="568094" y="1039272"/>
                  </a:lnTo>
                  <a:lnTo>
                    <a:pt x="614296" y="1033010"/>
                  </a:lnTo>
                  <a:lnTo>
                    <a:pt x="659122" y="1022800"/>
                  </a:lnTo>
                  <a:lnTo>
                    <a:pt x="702389" y="1008823"/>
                  </a:lnTo>
                  <a:lnTo>
                    <a:pt x="743911" y="991265"/>
                  </a:lnTo>
                  <a:lnTo>
                    <a:pt x="783507" y="970309"/>
                  </a:lnTo>
                  <a:lnTo>
                    <a:pt x="820991" y="946138"/>
                  </a:lnTo>
                  <a:lnTo>
                    <a:pt x="856180" y="918937"/>
                  </a:lnTo>
                  <a:lnTo>
                    <a:pt x="888890" y="888890"/>
                  </a:lnTo>
                  <a:lnTo>
                    <a:pt x="918937" y="856180"/>
                  </a:lnTo>
                  <a:lnTo>
                    <a:pt x="946138" y="820991"/>
                  </a:lnTo>
                  <a:lnTo>
                    <a:pt x="970309" y="783507"/>
                  </a:lnTo>
                  <a:lnTo>
                    <a:pt x="991265" y="743911"/>
                  </a:lnTo>
                  <a:lnTo>
                    <a:pt x="1008823" y="702389"/>
                  </a:lnTo>
                  <a:lnTo>
                    <a:pt x="1022800" y="659122"/>
                  </a:lnTo>
                  <a:lnTo>
                    <a:pt x="1033010" y="614296"/>
                  </a:lnTo>
                  <a:lnTo>
                    <a:pt x="1039272" y="568094"/>
                  </a:lnTo>
                  <a:lnTo>
                    <a:pt x="1041400" y="520700"/>
                  </a:lnTo>
                  <a:lnTo>
                    <a:pt x="1039272" y="473305"/>
                  </a:lnTo>
                  <a:lnTo>
                    <a:pt x="1033010" y="427103"/>
                  </a:lnTo>
                  <a:lnTo>
                    <a:pt x="1022800" y="382277"/>
                  </a:lnTo>
                  <a:lnTo>
                    <a:pt x="1008823" y="339010"/>
                  </a:lnTo>
                  <a:lnTo>
                    <a:pt x="991265" y="297488"/>
                  </a:lnTo>
                  <a:lnTo>
                    <a:pt x="970309" y="257892"/>
                  </a:lnTo>
                  <a:lnTo>
                    <a:pt x="946138" y="220408"/>
                  </a:lnTo>
                  <a:lnTo>
                    <a:pt x="918937" y="185219"/>
                  </a:lnTo>
                  <a:lnTo>
                    <a:pt x="888890" y="152509"/>
                  </a:lnTo>
                  <a:lnTo>
                    <a:pt x="856180" y="122462"/>
                  </a:lnTo>
                  <a:lnTo>
                    <a:pt x="820991" y="95261"/>
                  </a:lnTo>
                  <a:lnTo>
                    <a:pt x="783507" y="71090"/>
                  </a:lnTo>
                  <a:lnTo>
                    <a:pt x="743911" y="50134"/>
                  </a:lnTo>
                  <a:lnTo>
                    <a:pt x="702389" y="32576"/>
                  </a:lnTo>
                  <a:lnTo>
                    <a:pt x="659122" y="18599"/>
                  </a:lnTo>
                  <a:lnTo>
                    <a:pt x="614296" y="8389"/>
                  </a:lnTo>
                  <a:lnTo>
                    <a:pt x="568094" y="2127"/>
                  </a:lnTo>
                  <a:lnTo>
                    <a:pt x="520700" y="0"/>
                  </a:lnTo>
                  <a:lnTo>
                    <a:pt x="473305" y="2127"/>
                  </a:lnTo>
                  <a:lnTo>
                    <a:pt x="427103" y="8389"/>
                  </a:lnTo>
                  <a:lnTo>
                    <a:pt x="382277" y="18599"/>
                  </a:lnTo>
                  <a:lnTo>
                    <a:pt x="339010" y="32576"/>
                  </a:lnTo>
                  <a:lnTo>
                    <a:pt x="297488" y="50134"/>
                  </a:lnTo>
                  <a:lnTo>
                    <a:pt x="257892" y="71090"/>
                  </a:lnTo>
                  <a:lnTo>
                    <a:pt x="220408" y="95261"/>
                  </a:lnTo>
                  <a:lnTo>
                    <a:pt x="185219" y="122462"/>
                  </a:lnTo>
                  <a:lnTo>
                    <a:pt x="152509" y="152509"/>
                  </a:lnTo>
                  <a:lnTo>
                    <a:pt x="122462" y="185219"/>
                  </a:lnTo>
                  <a:lnTo>
                    <a:pt x="95261" y="220408"/>
                  </a:lnTo>
                  <a:lnTo>
                    <a:pt x="71090" y="257892"/>
                  </a:lnTo>
                  <a:lnTo>
                    <a:pt x="50134" y="297488"/>
                  </a:lnTo>
                  <a:lnTo>
                    <a:pt x="32576" y="339010"/>
                  </a:lnTo>
                  <a:lnTo>
                    <a:pt x="18599" y="382277"/>
                  </a:lnTo>
                  <a:lnTo>
                    <a:pt x="8389" y="427103"/>
                  </a:lnTo>
                  <a:lnTo>
                    <a:pt x="2127" y="473305"/>
                  </a:lnTo>
                  <a:lnTo>
                    <a:pt x="0" y="520700"/>
                  </a:lnTo>
                  <a:lnTo>
                    <a:pt x="2127" y="568094"/>
                  </a:lnTo>
                  <a:lnTo>
                    <a:pt x="8389" y="614296"/>
                  </a:lnTo>
                  <a:lnTo>
                    <a:pt x="18599" y="659122"/>
                  </a:lnTo>
                  <a:lnTo>
                    <a:pt x="32576" y="702389"/>
                  </a:lnTo>
                  <a:lnTo>
                    <a:pt x="50134" y="743911"/>
                  </a:lnTo>
                  <a:lnTo>
                    <a:pt x="71090" y="783507"/>
                  </a:lnTo>
                  <a:lnTo>
                    <a:pt x="95261" y="820991"/>
                  </a:lnTo>
                  <a:lnTo>
                    <a:pt x="122462" y="856180"/>
                  </a:lnTo>
                  <a:lnTo>
                    <a:pt x="152509" y="888890"/>
                  </a:lnTo>
                  <a:lnTo>
                    <a:pt x="185219" y="918937"/>
                  </a:lnTo>
                  <a:lnTo>
                    <a:pt x="220408" y="946138"/>
                  </a:lnTo>
                  <a:lnTo>
                    <a:pt x="257892" y="970309"/>
                  </a:lnTo>
                  <a:lnTo>
                    <a:pt x="297488" y="991265"/>
                  </a:lnTo>
                  <a:lnTo>
                    <a:pt x="339010" y="1008823"/>
                  </a:lnTo>
                  <a:lnTo>
                    <a:pt x="382277" y="1022800"/>
                  </a:lnTo>
                  <a:lnTo>
                    <a:pt x="427103" y="1033010"/>
                  </a:lnTo>
                  <a:lnTo>
                    <a:pt x="473305" y="1039272"/>
                  </a:lnTo>
                  <a:lnTo>
                    <a:pt x="520700" y="1041400"/>
                  </a:lnTo>
                  <a:close/>
                </a:path>
              </a:pathLst>
            </a:custGeom>
            <a:ln w="38100">
              <a:solidFill>
                <a:srgbClr val="FFFFFF"/>
              </a:solidFill>
            </a:ln>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7" name="object 7"/>
            <p:cNvSpPr/>
            <p:nvPr/>
          </p:nvSpPr>
          <p:spPr>
            <a:xfrm>
              <a:off x="5194300" y="4775200"/>
              <a:ext cx="1041400" cy="1041400"/>
            </a:xfrm>
            <a:custGeom>
              <a:avLst/>
              <a:gdLst/>
              <a:ahLst/>
              <a:cxnLst/>
              <a:rect l="l" t="t" r="r" b="b"/>
              <a:pathLst>
                <a:path w="1041400" h="1041400">
                  <a:moveTo>
                    <a:pt x="520700" y="0"/>
                  </a:moveTo>
                  <a:lnTo>
                    <a:pt x="473305" y="2127"/>
                  </a:lnTo>
                  <a:lnTo>
                    <a:pt x="427103" y="8389"/>
                  </a:lnTo>
                  <a:lnTo>
                    <a:pt x="382277" y="18599"/>
                  </a:lnTo>
                  <a:lnTo>
                    <a:pt x="339010" y="32575"/>
                  </a:lnTo>
                  <a:lnTo>
                    <a:pt x="297487" y="50133"/>
                  </a:lnTo>
                  <a:lnTo>
                    <a:pt x="257892" y="71089"/>
                  </a:lnTo>
                  <a:lnTo>
                    <a:pt x="220408" y="95260"/>
                  </a:lnTo>
                  <a:lnTo>
                    <a:pt x="185219" y="122460"/>
                  </a:lnTo>
                  <a:lnTo>
                    <a:pt x="152509" y="152507"/>
                  </a:lnTo>
                  <a:lnTo>
                    <a:pt x="122462" y="185217"/>
                  </a:lnTo>
                  <a:lnTo>
                    <a:pt x="95261" y="220406"/>
                  </a:lnTo>
                  <a:lnTo>
                    <a:pt x="71090" y="257890"/>
                  </a:lnTo>
                  <a:lnTo>
                    <a:pt x="50134" y="297486"/>
                  </a:lnTo>
                  <a:lnTo>
                    <a:pt x="32576" y="339009"/>
                  </a:lnTo>
                  <a:lnTo>
                    <a:pt x="18599" y="382275"/>
                  </a:lnTo>
                  <a:lnTo>
                    <a:pt x="8389" y="427102"/>
                  </a:lnTo>
                  <a:lnTo>
                    <a:pt x="2127" y="473305"/>
                  </a:lnTo>
                  <a:lnTo>
                    <a:pt x="0" y="520700"/>
                  </a:lnTo>
                  <a:lnTo>
                    <a:pt x="2127" y="568094"/>
                  </a:lnTo>
                  <a:lnTo>
                    <a:pt x="8389" y="614297"/>
                  </a:lnTo>
                  <a:lnTo>
                    <a:pt x="18599" y="659124"/>
                  </a:lnTo>
                  <a:lnTo>
                    <a:pt x="32576" y="702390"/>
                  </a:lnTo>
                  <a:lnTo>
                    <a:pt x="50134" y="743913"/>
                  </a:lnTo>
                  <a:lnTo>
                    <a:pt x="71090" y="783509"/>
                  </a:lnTo>
                  <a:lnTo>
                    <a:pt x="95261" y="820993"/>
                  </a:lnTo>
                  <a:lnTo>
                    <a:pt x="122462" y="856182"/>
                  </a:lnTo>
                  <a:lnTo>
                    <a:pt x="152509" y="888892"/>
                  </a:lnTo>
                  <a:lnTo>
                    <a:pt x="185219" y="918939"/>
                  </a:lnTo>
                  <a:lnTo>
                    <a:pt x="220408" y="946139"/>
                  </a:lnTo>
                  <a:lnTo>
                    <a:pt x="257892" y="970310"/>
                  </a:lnTo>
                  <a:lnTo>
                    <a:pt x="297487" y="991266"/>
                  </a:lnTo>
                  <a:lnTo>
                    <a:pt x="339010" y="1008824"/>
                  </a:lnTo>
                  <a:lnTo>
                    <a:pt x="382277" y="1022800"/>
                  </a:lnTo>
                  <a:lnTo>
                    <a:pt x="427103" y="1033010"/>
                  </a:lnTo>
                  <a:lnTo>
                    <a:pt x="473305" y="1039272"/>
                  </a:lnTo>
                  <a:lnTo>
                    <a:pt x="520700" y="1041400"/>
                  </a:lnTo>
                  <a:lnTo>
                    <a:pt x="568094" y="1039272"/>
                  </a:lnTo>
                  <a:lnTo>
                    <a:pt x="614296" y="1033010"/>
                  </a:lnTo>
                  <a:lnTo>
                    <a:pt x="659122" y="1022800"/>
                  </a:lnTo>
                  <a:lnTo>
                    <a:pt x="702389" y="1008824"/>
                  </a:lnTo>
                  <a:lnTo>
                    <a:pt x="743912" y="991266"/>
                  </a:lnTo>
                  <a:lnTo>
                    <a:pt x="783507" y="970310"/>
                  </a:lnTo>
                  <a:lnTo>
                    <a:pt x="820991" y="946139"/>
                  </a:lnTo>
                  <a:lnTo>
                    <a:pt x="856180" y="918939"/>
                  </a:lnTo>
                  <a:lnTo>
                    <a:pt x="888890" y="888892"/>
                  </a:lnTo>
                  <a:lnTo>
                    <a:pt x="918937" y="856182"/>
                  </a:lnTo>
                  <a:lnTo>
                    <a:pt x="946138" y="820993"/>
                  </a:lnTo>
                  <a:lnTo>
                    <a:pt x="970309" y="783509"/>
                  </a:lnTo>
                  <a:lnTo>
                    <a:pt x="991265" y="743913"/>
                  </a:lnTo>
                  <a:lnTo>
                    <a:pt x="1008823" y="702390"/>
                  </a:lnTo>
                  <a:lnTo>
                    <a:pt x="1022800" y="659124"/>
                  </a:lnTo>
                  <a:lnTo>
                    <a:pt x="1033010" y="614297"/>
                  </a:lnTo>
                  <a:lnTo>
                    <a:pt x="1039272" y="568094"/>
                  </a:lnTo>
                  <a:lnTo>
                    <a:pt x="1041400" y="520700"/>
                  </a:lnTo>
                  <a:lnTo>
                    <a:pt x="1039272" y="473305"/>
                  </a:lnTo>
                  <a:lnTo>
                    <a:pt x="1033010" y="427102"/>
                  </a:lnTo>
                  <a:lnTo>
                    <a:pt x="1022800" y="382275"/>
                  </a:lnTo>
                  <a:lnTo>
                    <a:pt x="1008823" y="339009"/>
                  </a:lnTo>
                  <a:lnTo>
                    <a:pt x="991265" y="297486"/>
                  </a:lnTo>
                  <a:lnTo>
                    <a:pt x="970309" y="257890"/>
                  </a:lnTo>
                  <a:lnTo>
                    <a:pt x="946138" y="220406"/>
                  </a:lnTo>
                  <a:lnTo>
                    <a:pt x="918937" y="185217"/>
                  </a:lnTo>
                  <a:lnTo>
                    <a:pt x="888890" y="152507"/>
                  </a:lnTo>
                  <a:lnTo>
                    <a:pt x="856180" y="122460"/>
                  </a:lnTo>
                  <a:lnTo>
                    <a:pt x="820991" y="95260"/>
                  </a:lnTo>
                  <a:lnTo>
                    <a:pt x="783507" y="71089"/>
                  </a:lnTo>
                  <a:lnTo>
                    <a:pt x="743912" y="50133"/>
                  </a:lnTo>
                  <a:lnTo>
                    <a:pt x="702389" y="32575"/>
                  </a:lnTo>
                  <a:lnTo>
                    <a:pt x="659122" y="18599"/>
                  </a:lnTo>
                  <a:lnTo>
                    <a:pt x="614296" y="8389"/>
                  </a:lnTo>
                  <a:lnTo>
                    <a:pt x="568094" y="2127"/>
                  </a:lnTo>
                  <a:lnTo>
                    <a:pt x="520700" y="0"/>
                  </a:lnTo>
                  <a:close/>
                </a:path>
              </a:pathLst>
            </a:custGeom>
            <a:solidFill>
              <a:srgbClr val="3068EB"/>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8" name="object 8"/>
            <p:cNvSpPr/>
            <p:nvPr/>
          </p:nvSpPr>
          <p:spPr>
            <a:xfrm>
              <a:off x="5194300" y="4775200"/>
              <a:ext cx="1041400" cy="1041400"/>
            </a:xfrm>
            <a:custGeom>
              <a:avLst/>
              <a:gdLst/>
              <a:ahLst/>
              <a:cxnLst/>
              <a:rect l="l" t="t" r="r" b="b"/>
              <a:pathLst>
                <a:path w="1041400" h="1041400">
                  <a:moveTo>
                    <a:pt x="520700" y="1041400"/>
                  </a:moveTo>
                  <a:lnTo>
                    <a:pt x="568094" y="1039272"/>
                  </a:lnTo>
                  <a:lnTo>
                    <a:pt x="614296" y="1033010"/>
                  </a:lnTo>
                  <a:lnTo>
                    <a:pt x="659122" y="1022800"/>
                  </a:lnTo>
                  <a:lnTo>
                    <a:pt x="702389" y="1008823"/>
                  </a:lnTo>
                  <a:lnTo>
                    <a:pt x="743911" y="991265"/>
                  </a:lnTo>
                  <a:lnTo>
                    <a:pt x="783507" y="970309"/>
                  </a:lnTo>
                  <a:lnTo>
                    <a:pt x="820991" y="946138"/>
                  </a:lnTo>
                  <a:lnTo>
                    <a:pt x="856180" y="918937"/>
                  </a:lnTo>
                  <a:lnTo>
                    <a:pt x="888890" y="888890"/>
                  </a:lnTo>
                  <a:lnTo>
                    <a:pt x="918937" y="856180"/>
                  </a:lnTo>
                  <a:lnTo>
                    <a:pt x="946138" y="820991"/>
                  </a:lnTo>
                  <a:lnTo>
                    <a:pt x="970309" y="783507"/>
                  </a:lnTo>
                  <a:lnTo>
                    <a:pt x="991265" y="743911"/>
                  </a:lnTo>
                  <a:lnTo>
                    <a:pt x="1008823" y="702389"/>
                  </a:lnTo>
                  <a:lnTo>
                    <a:pt x="1022800" y="659122"/>
                  </a:lnTo>
                  <a:lnTo>
                    <a:pt x="1033010" y="614296"/>
                  </a:lnTo>
                  <a:lnTo>
                    <a:pt x="1039272" y="568094"/>
                  </a:lnTo>
                  <a:lnTo>
                    <a:pt x="1041400" y="520700"/>
                  </a:lnTo>
                  <a:lnTo>
                    <a:pt x="1039272" y="473305"/>
                  </a:lnTo>
                  <a:lnTo>
                    <a:pt x="1033010" y="427103"/>
                  </a:lnTo>
                  <a:lnTo>
                    <a:pt x="1022800" y="382277"/>
                  </a:lnTo>
                  <a:lnTo>
                    <a:pt x="1008823" y="339010"/>
                  </a:lnTo>
                  <a:lnTo>
                    <a:pt x="991265" y="297488"/>
                  </a:lnTo>
                  <a:lnTo>
                    <a:pt x="970309" y="257892"/>
                  </a:lnTo>
                  <a:lnTo>
                    <a:pt x="946138" y="220408"/>
                  </a:lnTo>
                  <a:lnTo>
                    <a:pt x="918937" y="185219"/>
                  </a:lnTo>
                  <a:lnTo>
                    <a:pt x="888890" y="152509"/>
                  </a:lnTo>
                  <a:lnTo>
                    <a:pt x="856180" y="122462"/>
                  </a:lnTo>
                  <a:lnTo>
                    <a:pt x="820991" y="95261"/>
                  </a:lnTo>
                  <a:lnTo>
                    <a:pt x="783507" y="71090"/>
                  </a:lnTo>
                  <a:lnTo>
                    <a:pt x="743911" y="50134"/>
                  </a:lnTo>
                  <a:lnTo>
                    <a:pt x="702389" y="32576"/>
                  </a:lnTo>
                  <a:lnTo>
                    <a:pt x="659122" y="18599"/>
                  </a:lnTo>
                  <a:lnTo>
                    <a:pt x="614296" y="8389"/>
                  </a:lnTo>
                  <a:lnTo>
                    <a:pt x="568094" y="2127"/>
                  </a:lnTo>
                  <a:lnTo>
                    <a:pt x="520700" y="0"/>
                  </a:lnTo>
                  <a:lnTo>
                    <a:pt x="473305" y="2127"/>
                  </a:lnTo>
                  <a:lnTo>
                    <a:pt x="427103" y="8389"/>
                  </a:lnTo>
                  <a:lnTo>
                    <a:pt x="382277" y="18599"/>
                  </a:lnTo>
                  <a:lnTo>
                    <a:pt x="339010" y="32576"/>
                  </a:lnTo>
                  <a:lnTo>
                    <a:pt x="297488" y="50134"/>
                  </a:lnTo>
                  <a:lnTo>
                    <a:pt x="257892" y="71090"/>
                  </a:lnTo>
                  <a:lnTo>
                    <a:pt x="220408" y="95261"/>
                  </a:lnTo>
                  <a:lnTo>
                    <a:pt x="185219" y="122462"/>
                  </a:lnTo>
                  <a:lnTo>
                    <a:pt x="152509" y="152509"/>
                  </a:lnTo>
                  <a:lnTo>
                    <a:pt x="122462" y="185219"/>
                  </a:lnTo>
                  <a:lnTo>
                    <a:pt x="95261" y="220408"/>
                  </a:lnTo>
                  <a:lnTo>
                    <a:pt x="71090" y="257892"/>
                  </a:lnTo>
                  <a:lnTo>
                    <a:pt x="50134" y="297488"/>
                  </a:lnTo>
                  <a:lnTo>
                    <a:pt x="32576" y="339010"/>
                  </a:lnTo>
                  <a:lnTo>
                    <a:pt x="18599" y="382277"/>
                  </a:lnTo>
                  <a:lnTo>
                    <a:pt x="8389" y="427103"/>
                  </a:lnTo>
                  <a:lnTo>
                    <a:pt x="2127" y="473305"/>
                  </a:lnTo>
                  <a:lnTo>
                    <a:pt x="0" y="520700"/>
                  </a:lnTo>
                  <a:lnTo>
                    <a:pt x="2127" y="568094"/>
                  </a:lnTo>
                  <a:lnTo>
                    <a:pt x="8389" y="614296"/>
                  </a:lnTo>
                  <a:lnTo>
                    <a:pt x="18599" y="659122"/>
                  </a:lnTo>
                  <a:lnTo>
                    <a:pt x="32576" y="702389"/>
                  </a:lnTo>
                  <a:lnTo>
                    <a:pt x="50134" y="743911"/>
                  </a:lnTo>
                  <a:lnTo>
                    <a:pt x="71090" y="783507"/>
                  </a:lnTo>
                  <a:lnTo>
                    <a:pt x="95261" y="820991"/>
                  </a:lnTo>
                  <a:lnTo>
                    <a:pt x="122462" y="856180"/>
                  </a:lnTo>
                  <a:lnTo>
                    <a:pt x="152509" y="888890"/>
                  </a:lnTo>
                  <a:lnTo>
                    <a:pt x="185219" y="918937"/>
                  </a:lnTo>
                  <a:lnTo>
                    <a:pt x="220408" y="946138"/>
                  </a:lnTo>
                  <a:lnTo>
                    <a:pt x="257892" y="970309"/>
                  </a:lnTo>
                  <a:lnTo>
                    <a:pt x="297488" y="991265"/>
                  </a:lnTo>
                  <a:lnTo>
                    <a:pt x="339010" y="1008823"/>
                  </a:lnTo>
                  <a:lnTo>
                    <a:pt x="382277" y="1022800"/>
                  </a:lnTo>
                  <a:lnTo>
                    <a:pt x="427103" y="1033010"/>
                  </a:lnTo>
                  <a:lnTo>
                    <a:pt x="473305" y="1039272"/>
                  </a:lnTo>
                  <a:lnTo>
                    <a:pt x="520700" y="1041400"/>
                  </a:lnTo>
                  <a:close/>
                </a:path>
              </a:pathLst>
            </a:custGeom>
            <a:ln w="38100">
              <a:solidFill>
                <a:srgbClr val="FFFFFF"/>
              </a:solidFill>
            </a:ln>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9" name="object 9"/>
            <p:cNvSpPr/>
            <p:nvPr/>
          </p:nvSpPr>
          <p:spPr>
            <a:xfrm>
              <a:off x="7505700" y="7099300"/>
              <a:ext cx="1041400" cy="1041400"/>
            </a:xfrm>
            <a:custGeom>
              <a:avLst/>
              <a:gdLst/>
              <a:ahLst/>
              <a:cxnLst/>
              <a:rect l="l" t="t" r="r" b="b"/>
              <a:pathLst>
                <a:path w="1041400" h="1041400">
                  <a:moveTo>
                    <a:pt x="520700" y="0"/>
                  </a:moveTo>
                  <a:lnTo>
                    <a:pt x="473305" y="2127"/>
                  </a:lnTo>
                  <a:lnTo>
                    <a:pt x="427103" y="8389"/>
                  </a:lnTo>
                  <a:lnTo>
                    <a:pt x="382277" y="18599"/>
                  </a:lnTo>
                  <a:lnTo>
                    <a:pt x="339010" y="32576"/>
                  </a:lnTo>
                  <a:lnTo>
                    <a:pt x="297487" y="50134"/>
                  </a:lnTo>
                  <a:lnTo>
                    <a:pt x="257892" y="71090"/>
                  </a:lnTo>
                  <a:lnTo>
                    <a:pt x="220408" y="95261"/>
                  </a:lnTo>
                  <a:lnTo>
                    <a:pt x="185219" y="122462"/>
                  </a:lnTo>
                  <a:lnTo>
                    <a:pt x="152509" y="152509"/>
                  </a:lnTo>
                  <a:lnTo>
                    <a:pt x="122462" y="185219"/>
                  </a:lnTo>
                  <a:lnTo>
                    <a:pt x="95261" y="220408"/>
                  </a:lnTo>
                  <a:lnTo>
                    <a:pt x="71090" y="257892"/>
                  </a:lnTo>
                  <a:lnTo>
                    <a:pt x="50134" y="297487"/>
                  </a:lnTo>
                  <a:lnTo>
                    <a:pt x="32576" y="339010"/>
                  </a:lnTo>
                  <a:lnTo>
                    <a:pt x="18599" y="382277"/>
                  </a:lnTo>
                  <a:lnTo>
                    <a:pt x="8389" y="427103"/>
                  </a:lnTo>
                  <a:lnTo>
                    <a:pt x="2127" y="473305"/>
                  </a:lnTo>
                  <a:lnTo>
                    <a:pt x="0" y="520700"/>
                  </a:lnTo>
                  <a:lnTo>
                    <a:pt x="2127" y="568094"/>
                  </a:lnTo>
                  <a:lnTo>
                    <a:pt x="8389" y="614296"/>
                  </a:lnTo>
                  <a:lnTo>
                    <a:pt x="18599" y="659122"/>
                  </a:lnTo>
                  <a:lnTo>
                    <a:pt x="32576" y="702389"/>
                  </a:lnTo>
                  <a:lnTo>
                    <a:pt x="50134" y="743912"/>
                  </a:lnTo>
                  <a:lnTo>
                    <a:pt x="71090" y="783507"/>
                  </a:lnTo>
                  <a:lnTo>
                    <a:pt x="95261" y="820991"/>
                  </a:lnTo>
                  <a:lnTo>
                    <a:pt x="122462" y="856180"/>
                  </a:lnTo>
                  <a:lnTo>
                    <a:pt x="152509" y="888890"/>
                  </a:lnTo>
                  <a:lnTo>
                    <a:pt x="185219" y="918937"/>
                  </a:lnTo>
                  <a:lnTo>
                    <a:pt x="220408" y="946138"/>
                  </a:lnTo>
                  <a:lnTo>
                    <a:pt x="257892" y="970309"/>
                  </a:lnTo>
                  <a:lnTo>
                    <a:pt x="297487" y="991265"/>
                  </a:lnTo>
                  <a:lnTo>
                    <a:pt x="339010" y="1008823"/>
                  </a:lnTo>
                  <a:lnTo>
                    <a:pt x="382277" y="1022800"/>
                  </a:lnTo>
                  <a:lnTo>
                    <a:pt x="427103" y="1033010"/>
                  </a:lnTo>
                  <a:lnTo>
                    <a:pt x="473305" y="1039272"/>
                  </a:lnTo>
                  <a:lnTo>
                    <a:pt x="520700" y="1041400"/>
                  </a:lnTo>
                  <a:lnTo>
                    <a:pt x="568094" y="1039272"/>
                  </a:lnTo>
                  <a:lnTo>
                    <a:pt x="614296" y="1033010"/>
                  </a:lnTo>
                  <a:lnTo>
                    <a:pt x="659122" y="1022800"/>
                  </a:lnTo>
                  <a:lnTo>
                    <a:pt x="702389" y="1008823"/>
                  </a:lnTo>
                  <a:lnTo>
                    <a:pt x="743912" y="991265"/>
                  </a:lnTo>
                  <a:lnTo>
                    <a:pt x="783507" y="970309"/>
                  </a:lnTo>
                  <a:lnTo>
                    <a:pt x="820991" y="946138"/>
                  </a:lnTo>
                  <a:lnTo>
                    <a:pt x="856180" y="918937"/>
                  </a:lnTo>
                  <a:lnTo>
                    <a:pt x="888890" y="888890"/>
                  </a:lnTo>
                  <a:lnTo>
                    <a:pt x="918937" y="856180"/>
                  </a:lnTo>
                  <a:lnTo>
                    <a:pt x="946138" y="820991"/>
                  </a:lnTo>
                  <a:lnTo>
                    <a:pt x="970309" y="783507"/>
                  </a:lnTo>
                  <a:lnTo>
                    <a:pt x="991265" y="743912"/>
                  </a:lnTo>
                  <a:lnTo>
                    <a:pt x="1008823" y="702389"/>
                  </a:lnTo>
                  <a:lnTo>
                    <a:pt x="1022800" y="659122"/>
                  </a:lnTo>
                  <a:lnTo>
                    <a:pt x="1033010" y="614296"/>
                  </a:lnTo>
                  <a:lnTo>
                    <a:pt x="1039272" y="568094"/>
                  </a:lnTo>
                  <a:lnTo>
                    <a:pt x="1041400" y="520700"/>
                  </a:lnTo>
                  <a:lnTo>
                    <a:pt x="1039272" y="473305"/>
                  </a:lnTo>
                  <a:lnTo>
                    <a:pt x="1033010" y="427103"/>
                  </a:lnTo>
                  <a:lnTo>
                    <a:pt x="1022800" y="382277"/>
                  </a:lnTo>
                  <a:lnTo>
                    <a:pt x="1008823" y="339010"/>
                  </a:lnTo>
                  <a:lnTo>
                    <a:pt x="991265" y="297487"/>
                  </a:lnTo>
                  <a:lnTo>
                    <a:pt x="970309" y="257892"/>
                  </a:lnTo>
                  <a:lnTo>
                    <a:pt x="946138" y="220408"/>
                  </a:lnTo>
                  <a:lnTo>
                    <a:pt x="918937" y="185219"/>
                  </a:lnTo>
                  <a:lnTo>
                    <a:pt x="888890" y="152509"/>
                  </a:lnTo>
                  <a:lnTo>
                    <a:pt x="856180" y="122462"/>
                  </a:lnTo>
                  <a:lnTo>
                    <a:pt x="820991" y="95261"/>
                  </a:lnTo>
                  <a:lnTo>
                    <a:pt x="783507" y="71090"/>
                  </a:lnTo>
                  <a:lnTo>
                    <a:pt x="743912" y="50134"/>
                  </a:lnTo>
                  <a:lnTo>
                    <a:pt x="702389" y="32576"/>
                  </a:lnTo>
                  <a:lnTo>
                    <a:pt x="659122" y="18599"/>
                  </a:lnTo>
                  <a:lnTo>
                    <a:pt x="614296" y="8389"/>
                  </a:lnTo>
                  <a:lnTo>
                    <a:pt x="568094" y="2127"/>
                  </a:lnTo>
                  <a:lnTo>
                    <a:pt x="520700" y="0"/>
                  </a:lnTo>
                  <a:close/>
                </a:path>
              </a:pathLst>
            </a:custGeom>
            <a:solidFill>
              <a:srgbClr val="3068EB"/>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0" name="object 10"/>
            <p:cNvSpPr/>
            <p:nvPr/>
          </p:nvSpPr>
          <p:spPr>
            <a:xfrm>
              <a:off x="7505700" y="7099300"/>
              <a:ext cx="1041400" cy="1041400"/>
            </a:xfrm>
            <a:custGeom>
              <a:avLst/>
              <a:gdLst/>
              <a:ahLst/>
              <a:cxnLst/>
              <a:rect l="l" t="t" r="r" b="b"/>
              <a:pathLst>
                <a:path w="1041400" h="1041400">
                  <a:moveTo>
                    <a:pt x="520700" y="1041400"/>
                  </a:moveTo>
                  <a:lnTo>
                    <a:pt x="568094" y="1039272"/>
                  </a:lnTo>
                  <a:lnTo>
                    <a:pt x="614296" y="1033010"/>
                  </a:lnTo>
                  <a:lnTo>
                    <a:pt x="659122" y="1022800"/>
                  </a:lnTo>
                  <a:lnTo>
                    <a:pt x="702389" y="1008823"/>
                  </a:lnTo>
                  <a:lnTo>
                    <a:pt x="743911" y="991265"/>
                  </a:lnTo>
                  <a:lnTo>
                    <a:pt x="783507" y="970309"/>
                  </a:lnTo>
                  <a:lnTo>
                    <a:pt x="820991" y="946138"/>
                  </a:lnTo>
                  <a:lnTo>
                    <a:pt x="856180" y="918937"/>
                  </a:lnTo>
                  <a:lnTo>
                    <a:pt x="888890" y="888890"/>
                  </a:lnTo>
                  <a:lnTo>
                    <a:pt x="918937" y="856180"/>
                  </a:lnTo>
                  <a:lnTo>
                    <a:pt x="946138" y="820991"/>
                  </a:lnTo>
                  <a:lnTo>
                    <a:pt x="970309" y="783507"/>
                  </a:lnTo>
                  <a:lnTo>
                    <a:pt x="991265" y="743911"/>
                  </a:lnTo>
                  <a:lnTo>
                    <a:pt x="1008823" y="702389"/>
                  </a:lnTo>
                  <a:lnTo>
                    <a:pt x="1022800" y="659122"/>
                  </a:lnTo>
                  <a:lnTo>
                    <a:pt x="1033010" y="614296"/>
                  </a:lnTo>
                  <a:lnTo>
                    <a:pt x="1039272" y="568094"/>
                  </a:lnTo>
                  <a:lnTo>
                    <a:pt x="1041400" y="520700"/>
                  </a:lnTo>
                  <a:lnTo>
                    <a:pt x="1039272" y="473305"/>
                  </a:lnTo>
                  <a:lnTo>
                    <a:pt x="1033010" y="427103"/>
                  </a:lnTo>
                  <a:lnTo>
                    <a:pt x="1022800" y="382277"/>
                  </a:lnTo>
                  <a:lnTo>
                    <a:pt x="1008823" y="339010"/>
                  </a:lnTo>
                  <a:lnTo>
                    <a:pt x="991265" y="297488"/>
                  </a:lnTo>
                  <a:lnTo>
                    <a:pt x="970309" y="257892"/>
                  </a:lnTo>
                  <a:lnTo>
                    <a:pt x="946138" y="220408"/>
                  </a:lnTo>
                  <a:lnTo>
                    <a:pt x="918937" y="185219"/>
                  </a:lnTo>
                  <a:lnTo>
                    <a:pt x="888890" y="152509"/>
                  </a:lnTo>
                  <a:lnTo>
                    <a:pt x="856180" y="122462"/>
                  </a:lnTo>
                  <a:lnTo>
                    <a:pt x="820991" y="95261"/>
                  </a:lnTo>
                  <a:lnTo>
                    <a:pt x="783507" y="71090"/>
                  </a:lnTo>
                  <a:lnTo>
                    <a:pt x="743911" y="50134"/>
                  </a:lnTo>
                  <a:lnTo>
                    <a:pt x="702389" y="32576"/>
                  </a:lnTo>
                  <a:lnTo>
                    <a:pt x="659122" y="18599"/>
                  </a:lnTo>
                  <a:lnTo>
                    <a:pt x="614296" y="8389"/>
                  </a:lnTo>
                  <a:lnTo>
                    <a:pt x="568094" y="2127"/>
                  </a:lnTo>
                  <a:lnTo>
                    <a:pt x="520700" y="0"/>
                  </a:lnTo>
                  <a:lnTo>
                    <a:pt x="473305" y="2127"/>
                  </a:lnTo>
                  <a:lnTo>
                    <a:pt x="427103" y="8389"/>
                  </a:lnTo>
                  <a:lnTo>
                    <a:pt x="382277" y="18599"/>
                  </a:lnTo>
                  <a:lnTo>
                    <a:pt x="339010" y="32576"/>
                  </a:lnTo>
                  <a:lnTo>
                    <a:pt x="297488" y="50134"/>
                  </a:lnTo>
                  <a:lnTo>
                    <a:pt x="257892" y="71090"/>
                  </a:lnTo>
                  <a:lnTo>
                    <a:pt x="220408" y="95261"/>
                  </a:lnTo>
                  <a:lnTo>
                    <a:pt x="185219" y="122462"/>
                  </a:lnTo>
                  <a:lnTo>
                    <a:pt x="152509" y="152509"/>
                  </a:lnTo>
                  <a:lnTo>
                    <a:pt x="122462" y="185219"/>
                  </a:lnTo>
                  <a:lnTo>
                    <a:pt x="95261" y="220408"/>
                  </a:lnTo>
                  <a:lnTo>
                    <a:pt x="71090" y="257892"/>
                  </a:lnTo>
                  <a:lnTo>
                    <a:pt x="50134" y="297488"/>
                  </a:lnTo>
                  <a:lnTo>
                    <a:pt x="32576" y="339010"/>
                  </a:lnTo>
                  <a:lnTo>
                    <a:pt x="18599" y="382277"/>
                  </a:lnTo>
                  <a:lnTo>
                    <a:pt x="8389" y="427103"/>
                  </a:lnTo>
                  <a:lnTo>
                    <a:pt x="2127" y="473305"/>
                  </a:lnTo>
                  <a:lnTo>
                    <a:pt x="0" y="520700"/>
                  </a:lnTo>
                  <a:lnTo>
                    <a:pt x="2127" y="568094"/>
                  </a:lnTo>
                  <a:lnTo>
                    <a:pt x="8389" y="614296"/>
                  </a:lnTo>
                  <a:lnTo>
                    <a:pt x="18599" y="659122"/>
                  </a:lnTo>
                  <a:lnTo>
                    <a:pt x="32576" y="702389"/>
                  </a:lnTo>
                  <a:lnTo>
                    <a:pt x="50134" y="743911"/>
                  </a:lnTo>
                  <a:lnTo>
                    <a:pt x="71090" y="783507"/>
                  </a:lnTo>
                  <a:lnTo>
                    <a:pt x="95261" y="820991"/>
                  </a:lnTo>
                  <a:lnTo>
                    <a:pt x="122462" y="856180"/>
                  </a:lnTo>
                  <a:lnTo>
                    <a:pt x="152509" y="888890"/>
                  </a:lnTo>
                  <a:lnTo>
                    <a:pt x="185219" y="918937"/>
                  </a:lnTo>
                  <a:lnTo>
                    <a:pt x="220408" y="946138"/>
                  </a:lnTo>
                  <a:lnTo>
                    <a:pt x="257892" y="970309"/>
                  </a:lnTo>
                  <a:lnTo>
                    <a:pt x="297488" y="991265"/>
                  </a:lnTo>
                  <a:lnTo>
                    <a:pt x="339010" y="1008823"/>
                  </a:lnTo>
                  <a:lnTo>
                    <a:pt x="382277" y="1022800"/>
                  </a:lnTo>
                  <a:lnTo>
                    <a:pt x="427103" y="1033010"/>
                  </a:lnTo>
                  <a:lnTo>
                    <a:pt x="473305" y="1039272"/>
                  </a:lnTo>
                  <a:lnTo>
                    <a:pt x="520700" y="1041400"/>
                  </a:lnTo>
                  <a:close/>
                </a:path>
              </a:pathLst>
            </a:custGeom>
            <a:ln w="38100">
              <a:solidFill>
                <a:srgbClr val="FFFFFF"/>
              </a:solidFill>
            </a:ln>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1" name="object 11"/>
            <p:cNvSpPr/>
            <p:nvPr/>
          </p:nvSpPr>
          <p:spPr>
            <a:xfrm>
              <a:off x="5194300" y="7099300"/>
              <a:ext cx="1041400" cy="1041400"/>
            </a:xfrm>
            <a:custGeom>
              <a:avLst/>
              <a:gdLst/>
              <a:ahLst/>
              <a:cxnLst/>
              <a:rect l="l" t="t" r="r" b="b"/>
              <a:pathLst>
                <a:path w="1041400" h="1041400">
                  <a:moveTo>
                    <a:pt x="520700" y="0"/>
                  </a:moveTo>
                  <a:lnTo>
                    <a:pt x="473305" y="2127"/>
                  </a:lnTo>
                  <a:lnTo>
                    <a:pt x="427103" y="8389"/>
                  </a:lnTo>
                  <a:lnTo>
                    <a:pt x="382277" y="18599"/>
                  </a:lnTo>
                  <a:lnTo>
                    <a:pt x="339010" y="32576"/>
                  </a:lnTo>
                  <a:lnTo>
                    <a:pt x="297487" y="50134"/>
                  </a:lnTo>
                  <a:lnTo>
                    <a:pt x="257892" y="71090"/>
                  </a:lnTo>
                  <a:lnTo>
                    <a:pt x="220408" y="95261"/>
                  </a:lnTo>
                  <a:lnTo>
                    <a:pt x="185219" y="122462"/>
                  </a:lnTo>
                  <a:lnTo>
                    <a:pt x="152509" y="152509"/>
                  </a:lnTo>
                  <a:lnTo>
                    <a:pt x="122462" y="185219"/>
                  </a:lnTo>
                  <a:lnTo>
                    <a:pt x="95261" y="220408"/>
                  </a:lnTo>
                  <a:lnTo>
                    <a:pt x="71090" y="257892"/>
                  </a:lnTo>
                  <a:lnTo>
                    <a:pt x="50134" y="297487"/>
                  </a:lnTo>
                  <a:lnTo>
                    <a:pt x="32576" y="339010"/>
                  </a:lnTo>
                  <a:lnTo>
                    <a:pt x="18599" y="382277"/>
                  </a:lnTo>
                  <a:lnTo>
                    <a:pt x="8389" y="427103"/>
                  </a:lnTo>
                  <a:lnTo>
                    <a:pt x="2127" y="473305"/>
                  </a:lnTo>
                  <a:lnTo>
                    <a:pt x="0" y="520700"/>
                  </a:lnTo>
                  <a:lnTo>
                    <a:pt x="2127" y="568094"/>
                  </a:lnTo>
                  <a:lnTo>
                    <a:pt x="8389" y="614296"/>
                  </a:lnTo>
                  <a:lnTo>
                    <a:pt x="18599" y="659122"/>
                  </a:lnTo>
                  <a:lnTo>
                    <a:pt x="32576" y="702389"/>
                  </a:lnTo>
                  <a:lnTo>
                    <a:pt x="50134" y="743912"/>
                  </a:lnTo>
                  <a:lnTo>
                    <a:pt x="71090" y="783507"/>
                  </a:lnTo>
                  <a:lnTo>
                    <a:pt x="95261" y="820991"/>
                  </a:lnTo>
                  <a:lnTo>
                    <a:pt x="122462" y="856180"/>
                  </a:lnTo>
                  <a:lnTo>
                    <a:pt x="152509" y="888890"/>
                  </a:lnTo>
                  <a:lnTo>
                    <a:pt x="185219" y="918937"/>
                  </a:lnTo>
                  <a:lnTo>
                    <a:pt x="220408" y="946138"/>
                  </a:lnTo>
                  <a:lnTo>
                    <a:pt x="257892" y="970309"/>
                  </a:lnTo>
                  <a:lnTo>
                    <a:pt x="297487" y="991265"/>
                  </a:lnTo>
                  <a:lnTo>
                    <a:pt x="339010" y="1008823"/>
                  </a:lnTo>
                  <a:lnTo>
                    <a:pt x="382277" y="1022800"/>
                  </a:lnTo>
                  <a:lnTo>
                    <a:pt x="427103" y="1033010"/>
                  </a:lnTo>
                  <a:lnTo>
                    <a:pt x="473305" y="1039272"/>
                  </a:lnTo>
                  <a:lnTo>
                    <a:pt x="520700" y="1041400"/>
                  </a:lnTo>
                  <a:lnTo>
                    <a:pt x="568094" y="1039272"/>
                  </a:lnTo>
                  <a:lnTo>
                    <a:pt x="614296" y="1033010"/>
                  </a:lnTo>
                  <a:lnTo>
                    <a:pt x="659122" y="1022800"/>
                  </a:lnTo>
                  <a:lnTo>
                    <a:pt x="702389" y="1008823"/>
                  </a:lnTo>
                  <a:lnTo>
                    <a:pt x="743912" y="991265"/>
                  </a:lnTo>
                  <a:lnTo>
                    <a:pt x="783507" y="970309"/>
                  </a:lnTo>
                  <a:lnTo>
                    <a:pt x="820991" y="946138"/>
                  </a:lnTo>
                  <a:lnTo>
                    <a:pt x="856180" y="918937"/>
                  </a:lnTo>
                  <a:lnTo>
                    <a:pt x="888890" y="888890"/>
                  </a:lnTo>
                  <a:lnTo>
                    <a:pt x="918937" y="856180"/>
                  </a:lnTo>
                  <a:lnTo>
                    <a:pt x="946138" y="820991"/>
                  </a:lnTo>
                  <a:lnTo>
                    <a:pt x="970309" y="783507"/>
                  </a:lnTo>
                  <a:lnTo>
                    <a:pt x="991265" y="743912"/>
                  </a:lnTo>
                  <a:lnTo>
                    <a:pt x="1008823" y="702389"/>
                  </a:lnTo>
                  <a:lnTo>
                    <a:pt x="1022800" y="659122"/>
                  </a:lnTo>
                  <a:lnTo>
                    <a:pt x="1033010" y="614296"/>
                  </a:lnTo>
                  <a:lnTo>
                    <a:pt x="1039272" y="568094"/>
                  </a:lnTo>
                  <a:lnTo>
                    <a:pt x="1041400" y="520700"/>
                  </a:lnTo>
                  <a:lnTo>
                    <a:pt x="1039272" y="473305"/>
                  </a:lnTo>
                  <a:lnTo>
                    <a:pt x="1033010" y="427103"/>
                  </a:lnTo>
                  <a:lnTo>
                    <a:pt x="1022800" y="382277"/>
                  </a:lnTo>
                  <a:lnTo>
                    <a:pt x="1008823" y="339010"/>
                  </a:lnTo>
                  <a:lnTo>
                    <a:pt x="991265" y="297487"/>
                  </a:lnTo>
                  <a:lnTo>
                    <a:pt x="970309" y="257892"/>
                  </a:lnTo>
                  <a:lnTo>
                    <a:pt x="946138" y="220408"/>
                  </a:lnTo>
                  <a:lnTo>
                    <a:pt x="918937" y="185219"/>
                  </a:lnTo>
                  <a:lnTo>
                    <a:pt x="888890" y="152509"/>
                  </a:lnTo>
                  <a:lnTo>
                    <a:pt x="856180" y="122462"/>
                  </a:lnTo>
                  <a:lnTo>
                    <a:pt x="820991" y="95261"/>
                  </a:lnTo>
                  <a:lnTo>
                    <a:pt x="783507" y="71090"/>
                  </a:lnTo>
                  <a:lnTo>
                    <a:pt x="743912" y="50134"/>
                  </a:lnTo>
                  <a:lnTo>
                    <a:pt x="702389" y="32576"/>
                  </a:lnTo>
                  <a:lnTo>
                    <a:pt x="659122" y="18599"/>
                  </a:lnTo>
                  <a:lnTo>
                    <a:pt x="614296" y="8389"/>
                  </a:lnTo>
                  <a:lnTo>
                    <a:pt x="568094" y="2127"/>
                  </a:lnTo>
                  <a:lnTo>
                    <a:pt x="520700" y="0"/>
                  </a:lnTo>
                  <a:close/>
                </a:path>
              </a:pathLst>
            </a:custGeom>
            <a:solidFill>
              <a:srgbClr val="3068EB"/>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2" name="object 12"/>
            <p:cNvSpPr/>
            <p:nvPr/>
          </p:nvSpPr>
          <p:spPr>
            <a:xfrm>
              <a:off x="5194300" y="7099300"/>
              <a:ext cx="1041400" cy="1041400"/>
            </a:xfrm>
            <a:custGeom>
              <a:avLst/>
              <a:gdLst/>
              <a:ahLst/>
              <a:cxnLst/>
              <a:rect l="l" t="t" r="r" b="b"/>
              <a:pathLst>
                <a:path w="1041400" h="1041400">
                  <a:moveTo>
                    <a:pt x="520700" y="1041400"/>
                  </a:moveTo>
                  <a:lnTo>
                    <a:pt x="568094" y="1039272"/>
                  </a:lnTo>
                  <a:lnTo>
                    <a:pt x="614296" y="1033010"/>
                  </a:lnTo>
                  <a:lnTo>
                    <a:pt x="659122" y="1022800"/>
                  </a:lnTo>
                  <a:lnTo>
                    <a:pt x="702389" y="1008823"/>
                  </a:lnTo>
                  <a:lnTo>
                    <a:pt x="743911" y="991265"/>
                  </a:lnTo>
                  <a:lnTo>
                    <a:pt x="783507" y="970309"/>
                  </a:lnTo>
                  <a:lnTo>
                    <a:pt x="820991" y="946138"/>
                  </a:lnTo>
                  <a:lnTo>
                    <a:pt x="856180" y="918937"/>
                  </a:lnTo>
                  <a:lnTo>
                    <a:pt x="888890" y="888890"/>
                  </a:lnTo>
                  <a:lnTo>
                    <a:pt x="918937" y="856180"/>
                  </a:lnTo>
                  <a:lnTo>
                    <a:pt x="946138" y="820991"/>
                  </a:lnTo>
                  <a:lnTo>
                    <a:pt x="970309" y="783507"/>
                  </a:lnTo>
                  <a:lnTo>
                    <a:pt x="991265" y="743911"/>
                  </a:lnTo>
                  <a:lnTo>
                    <a:pt x="1008823" y="702389"/>
                  </a:lnTo>
                  <a:lnTo>
                    <a:pt x="1022800" y="659122"/>
                  </a:lnTo>
                  <a:lnTo>
                    <a:pt x="1033010" y="614296"/>
                  </a:lnTo>
                  <a:lnTo>
                    <a:pt x="1039272" y="568094"/>
                  </a:lnTo>
                  <a:lnTo>
                    <a:pt x="1041400" y="520700"/>
                  </a:lnTo>
                  <a:lnTo>
                    <a:pt x="1039272" y="473305"/>
                  </a:lnTo>
                  <a:lnTo>
                    <a:pt x="1033010" y="427103"/>
                  </a:lnTo>
                  <a:lnTo>
                    <a:pt x="1022800" y="382277"/>
                  </a:lnTo>
                  <a:lnTo>
                    <a:pt x="1008823" y="339010"/>
                  </a:lnTo>
                  <a:lnTo>
                    <a:pt x="991265" y="297488"/>
                  </a:lnTo>
                  <a:lnTo>
                    <a:pt x="970309" y="257892"/>
                  </a:lnTo>
                  <a:lnTo>
                    <a:pt x="946138" y="220408"/>
                  </a:lnTo>
                  <a:lnTo>
                    <a:pt x="918937" y="185219"/>
                  </a:lnTo>
                  <a:lnTo>
                    <a:pt x="888890" y="152509"/>
                  </a:lnTo>
                  <a:lnTo>
                    <a:pt x="856180" y="122462"/>
                  </a:lnTo>
                  <a:lnTo>
                    <a:pt x="820991" y="95261"/>
                  </a:lnTo>
                  <a:lnTo>
                    <a:pt x="783507" y="71090"/>
                  </a:lnTo>
                  <a:lnTo>
                    <a:pt x="743911" y="50134"/>
                  </a:lnTo>
                  <a:lnTo>
                    <a:pt x="702389" y="32576"/>
                  </a:lnTo>
                  <a:lnTo>
                    <a:pt x="659122" y="18599"/>
                  </a:lnTo>
                  <a:lnTo>
                    <a:pt x="614296" y="8389"/>
                  </a:lnTo>
                  <a:lnTo>
                    <a:pt x="568094" y="2127"/>
                  </a:lnTo>
                  <a:lnTo>
                    <a:pt x="520700" y="0"/>
                  </a:lnTo>
                  <a:lnTo>
                    <a:pt x="473305" y="2127"/>
                  </a:lnTo>
                  <a:lnTo>
                    <a:pt x="427103" y="8389"/>
                  </a:lnTo>
                  <a:lnTo>
                    <a:pt x="382277" y="18599"/>
                  </a:lnTo>
                  <a:lnTo>
                    <a:pt x="339010" y="32576"/>
                  </a:lnTo>
                  <a:lnTo>
                    <a:pt x="297488" y="50134"/>
                  </a:lnTo>
                  <a:lnTo>
                    <a:pt x="257892" y="71090"/>
                  </a:lnTo>
                  <a:lnTo>
                    <a:pt x="220408" y="95261"/>
                  </a:lnTo>
                  <a:lnTo>
                    <a:pt x="185219" y="122462"/>
                  </a:lnTo>
                  <a:lnTo>
                    <a:pt x="152509" y="152509"/>
                  </a:lnTo>
                  <a:lnTo>
                    <a:pt x="122462" y="185219"/>
                  </a:lnTo>
                  <a:lnTo>
                    <a:pt x="95261" y="220408"/>
                  </a:lnTo>
                  <a:lnTo>
                    <a:pt x="71090" y="257892"/>
                  </a:lnTo>
                  <a:lnTo>
                    <a:pt x="50134" y="297488"/>
                  </a:lnTo>
                  <a:lnTo>
                    <a:pt x="32576" y="339010"/>
                  </a:lnTo>
                  <a:lnTo>
                    <a:pt x="18599" y="382277"/>
                  </a:lnTo>
                  <a:lnTo>
                    <a:pt x="8389" y="427103"/>
                  </a:lnTo>
                  <a:lnTo>
                    <a:pt x="2127" y="473305"/>
                  </a:lnTo>
                  <a:lnTo>
                    <a:pt x="0" y="520700"/>
                  </a:lnTo>
                  <a:lnTo>
                    <a:pt x="2127" y="568094"/>
                  </a:lnTo>
                  <a:lnTo>
                    <a:pt x="8389" y="614296"/>
                  </a:lnTo>
                  <a:lnTo>
                    <a:pt x="18599" y="659122"/>
                  </a:lnTo>
                  <a:lnTo>
                    <a:pt x="32576" y="702389"/>
                  </a:lnTo>
                  <a:lnTo>
                    <a:pt x="50134" y="743911"/>
                  </a:lnTo>
                  <a:lnTo>
                    <a:pt x="71090" y="783507"/>
                  </a:lnTo>
                  <a:lnTo>
                    <a:pt x="95261" y="820991"/>
                  </a:lnTo>
                  <a:lnTo>
                    <a:pt x="122462" y="856180"/>
                  </a:lnTo>
                  <a:lnTo>
                    <a:pt x="152509" y="888890"/>
                  </a:lnTo>
                  <a:lnTo>
                    <a:pt x="185219" y="918937"/>
                  </a:lnTo>
                  <a:lnTo>
                    <a:pt x="220408" y="946138"/>
                  </a:lnTo>
                  <a:lnTo>
                    <a:pt x="257892" y="970309"/>
                  </a:lnTo>
                  <a:lnTo>
                    <a:pt x="297488" y="991265"/>
                  </a:lnTo>
                  <a:lnTo>
                    <a:pt x="339010" y="1008823"/>
                  </a:lnTo>
                  <a:lnTo>
                    <a:pt x="382277" y="1022800"/>
                  </a:lnTo>
                  <a:lnTo>
                    <a:pt x="427103" y="1033010"/>
                  </a:lnTo>
                  <a:lnTo>
                    <a:pt x="473305" y="1039272"/>
                  </a:lnTo>
                  <a:lnTo>
                    <a:pt x="520700" y="1041400"/>
                  </a:lnTo>
                  <a:close/>
                </a:path>
              </a:pathLst>
            </a:custGeom>
            <a:ln w="38100">
              <a:solidFill>
                <a:srgbClr val="FFFFFF"/>
              </a:solidFill>
            </a:ln>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3" name="object 13"/>
            <p:cNvSpPr/>
            <p:nvPr/>
          </p:nvSpPr>
          <p:spPr>
            <a:xfrm>
              <a:off x="8756443" y="5180736"/>
              <a:ext cx="270510" cy="319405"/>
            </a:xfrm>
            <a:custGeom>
              <a:avLst/>
              <a:gdLst/>
              <a:ahLst/>
              <a:cxnLst/>
              <a:rect l="l" t="t" r="r" b="b"/>
              <a:pathLst>
                <a:path w="270509" h="319404">
                  <a:moveTo>
                    <a:pt x="110262" y="0"/>
                  </a:moveTo>
                  <a:lnTo>
                    <a:pt x="10534" y="0"/>
                  </a:lnTo>
                  <a:lnTo>
                    <a:pt x="7113" y="1511"/>
                  </a:lnTo>
                  <a:lnTo>
                    <a:pt x="0" y="9372"/>
                  </a:lnTo>
                  <a:lnTo>
                    <a:pt x="401" y="17411"/>
                  </a:lnTo>
                  <a:lnTo>
                    <a:pt x="147782" y="150774"/>
                  </a:lnTo>
                  <a:lnTo>
                    <a:pt x="152772" y="156298"/>
                  </a:lnTo>
                  <a:lnTo>
                    <a:pt x="152370" y="164325"/>
                  </a:lnTo>
                  <a:lnTo>
                    <a:pt x="2941" y="299516"/>
                  </a:lnTo>
                  <a:lnTo>
                    <a:pt x="1423" y="302945"/>
                  </a:lnTo>
                  <a:lnTo>
                    <a:pt x="1423" y="313550"/>
                  </a:lnTo>
                  <a:lnTo>
                    <a:pt x="7109" y="319227"/>
                  </a:lnTo>
                  <a:lnTo>
                    <a:pt x="110262" y="319227"/>
                  </a:lnTo>
                  <a:lnTo>
                    <a:pt x="113369" y="318007"/>
                  </a:lnTo>
                  <a:lnTo>
                    <a:pt x="263593" y="176987"/>
                  </a:lnTo>
                  <a:lnTo>
                    <a:pt x="268902" y="168414"/>
                  </a:lnTo>
                  <a:lnTo>
                    <a:pt x="270456" y="158802"/>
                  </a:lnTo>
                  <a:lnTo>
                    <a:pt x="268292" y="149306"/>
                  </a:lnTo>
                  <a:lnTo>
                    <a:pt x="262448" y="141084"/>
                  </a:lnTo>
                  <a:lnTo>
                    <a:pt x="113369" y="1219"/>
                  </a:lnTo>
                  <a:lnTo>
                    <a:pt x="110262" y="0"/>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4" name="object 14"/>
            <p:cNvSpPr/>
            <p:nvPr/>
          </p:nvSpPr>
          <p:spPr>
            <a:xfrm>
              <a:off x="8756443" y="5180736"/>
              <a:ext cx="270510" cy="319405"/>
            </a:xfrm>
            <a:custGeom>
              <a:avLst/>
              <a:gdLst/>
              <a:ahLst/>
              <a:cxnLst/>
              <a:rect l="l" t="t" r="r" b="b"/>
              <a:pathLst>
                <a:path w="270509" h="319404">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5" name="object 15"/>
            <p:cNvSpPr/>
            <p:nvPr/>
          </p:nvSpPr>
          <p:spPr>
            <a:xfrm>
              <a:off x="8908843" y="5180736"/>
              <a:ext cx="270510" cy="319405"/>
            </a:xfrm>
            <a:custGeom>
              <a:avLst/>
              <a:gdLst/>
              <a:ahLst/>
              <a:cxnLst/>
              <a:rect l="l" t="t" r="r" b="b"/>
              <a:pathLst>
                <a:path w="270509" h="319404">
                  <a:moveTo>
                    <a:pt x="110262" y="0"/>
                  </a:moveTo>
                  <a:lnTo>
                    <a:pt x="10534" y="0"/>
                  </a:lnTo>
                  <a:lnTo>
                    <a:pt x="7113" y="1511"/>
                  </a:lnTo>
                  <a:lnTo>
                    <a:pt x="0" y="9372"/>
                  </a:lnTo>
                  <a:lnTo>
                    <a:pt x="401" y="17411"/>
                  </a:lnTo>
                  <a:lnTo>
                    <a:pt x="147782" y="150774"/>
                  </a:lnTo>
                  <a:lnTo>
                    <a:pt x="152772" y="156298"/>
                  </a:lnTo>
                  <a:lnTo>
                    <a:pt x="152370" y="164325"/>
                  </a:lnTo>
                  <a:lnTo>
                    <a:pt x="2941" y="299516"/>
                  </a:lnTo>
                  <a:lnTo>
                    <a:pt x="1423" y="302945"/>
                  </a:lnTo>
                  <a:lnTo>
                    <a:pt x="1423" y="313550"/>
                  </a:lnTo>
                  <a:lnTo>
                    <a:pt x="7109" y="319227"/>
                  </a:lnTo>
                  <a:lnTo>
                    <a:pt x="110262" y="319227"/>
                  </a:lnTo>
                  <a:lnTo>
                    <a:pt x="113369" y="318007"/>
                  </a:lnTo>
                  <a:lnTo>
                    <a:pt x="263593" y="176987"/>
                  </a:lnTo>
                  <a:lnTo>
                    <a:pt x="268902" y="168414"/>
                  </a:lnTo>
                  <a:lnTo>
                    <a:pt x="270456" y="158802"/>
                  </a:lnTo>
                  <a:lnTo>
                    <a:pt x="268292" y="149306"/>
                  </a:lnTo>
                  <a:lnTo>
                    <a:pt x="262448" y="141084"/>
                  </a:lnTo>
                  <a:lnTo>
                    <a:pt x="113369" y="1219"/>
                  </a:lnTo>
                  <a:lnTo>
                    <a:pt x="110262" y="0"/>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6" name="object 16"/>
            <p:cNvSpPr/>
            <p:nvPr/>
          </p:nvSpPr>
          <p:spPr>
            <a:xfrm>
              <a:off x="8908843" y="5180736"/>
              <a:ext cx="270510" cy="319405"/>
            </a:xfrm>
            <a:custGeom>
              <a:avLst/>
              <a:gdLst/>
              <a:ahLst/>
              <a:cxnLst/>
              <a:rect l="l" t="t" r="r" b="b"/>
              <a:pathLst>
                <a:path w="270509" h="319404">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7" name="object 17"/>
            <p:cNvSpPr/>
            <p:nvPr/>
          </p:nvSpPr>
          <p:spPr>
            <a:xfrm>
              <a:off x="8756443" y="7504831"/>
              <a:ext cx="270510" cy="319405"/>
            </a:xfrm>
            <a:custGeom>
              <a:avLst/>
              <a:gdLst/>
              <a:ahLst/>
              <a:cxnLst/>
              <a:rect l="l" t="t" r="r" b="b"/>
              <a:pathLst>
                <a:path w="270509" h="319404">
                  <a:moveTo>
                    <a:pt x="110262" y="0"/>
                  </a:moveTo>
                  <a:lnTo>
                    <a:pt x="10534" y="0"/>
                  </a:lnTo>
                  <a:lnTo>
                    <a:pt x="7113" y="1517"/>
                  </a:lnTo>
                  <a:lnTo>
                    <a:pt x="0" y="9380"/>
                  </a:lnTo>
                  <a:lnTo>
                    <a:pt x="401" y="17411"/>
                  </a:lnTo>
                  <a:lnTo>
                    <a:pt x="147782" y="150784"/>
                  </a:lnTo>
                  <a:lnTo>
                    <a:pt x="152772" y="156298"/>
                  </a:lnTo>
                  <a:lnTo>
                    <a:pt x="152370" y="164330"/>
                  </a:lnTo>
                  <a:lnTo>
                    <a:pt x="2941" y="299528"/>
                  </a:lnTo>
                  <a:lnTo>
                    <a:pt x="1423" y="302948"/>
                  </a:lnTo>
                  <a:lnTo>
                    <a:pt x="1423" y="313551"/>
                  </a:lnTo>
                  <a:lnTo>
                    <a:pt x="7109" y="319237"/>
                  </a:lnTo>
                  <a:lnTo>
                    <a:pt x="110262" y="319237"/>
                  </a:lnTo>
                  <a:lnTo>
                    <a:pt x="113369" y="318007"/>
                  </a:lnTo>
                  <a:lnTo>
                    <a:pt x="263593" y="176997"/>
                  </a:lnTo>
                  <a:lnTo>
                    <a:pt x="268902" y="168421"/>
                  </a:lnTo>
                  <a:lnTo>
                    <a:pt x="270456" y="158809"/>
                  </a:lnTo>
                  <a:lnTo>
                    <a:pt x="268292" y="149315"/>
                  </a:lnTo>
                  <a:lnTo>
                    <a:pt x="262448" y="141094"/>
                  </a:lnTo>
                  <a:lnTo>
                    <a:pt x="113369" y="1229"/>
                  </a:lnTo>
                  <a:lnTo>
                    <a:pt x="110262" y="0"/>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8" name="object 18"/>
            <p:cNvSpPr/>
            <p:nvPr/>
          </p:nvSpPr>
          <p:spPr>
            <a:xfrm>
              <a:off x="8756443" y="7504831"/>
              <a:ext cx="270510" cy="319405"/>
            </a:xfrm>
            <a:custGeom>
              <a:avLst/>
              <a:gdLst/>
              <a:ahLst/>
              <a:cxnLst/>
              <a:rect l="l" t="t" r="r" b="b"/>
              <a:pathLst>
                <a:path w="270509" h="319404">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19" name="object 19"/>
            <p:cNvSpPr/>
            <p:nvPr/>
          </p:nvSpPr>
          <p:spPr>
            <a:xfrm>
              <a:off x="8908843" y="7504831"/>
              <a:ext cx="270510" cy="319405"/>
            </a:xfrm>
            <a:custGeom>
              <a:avLst/>
              <a:gdLst/>
              <a:ahLst/>
              <a:cxnLst/>
              <a:rect l="l" t="t" r="r" b="b"/>
              <a:pathLst>
                <a:path w="270509" h="319404">
                  <a:moveTo>
                    <a:pt x="110262" y="0"/>
                  </a:moveTo>
                  <a:lnTo>
                    <a:pt x="10534" y="0"/>
                  </a:lnTo>
                  <a:lnTo>
                    <a:pt x="7113" y="1517"/>
                  </a:lnTo>
                  <a:lnTo>
                    <a:pt x="0" y="9380"/>
                  </a:lnTo>
                  <a:lnTo>
                    <a:pt x="401" y="17411"/>
                  </a:lnTo>
                  <a:lnTo>
                    <a:pt x="147782" y="150784"/>
                  </a:lnTo>
                  <a:lnTo>
                    <a:pt x="152772" y="156298"/>
                  </a:lnTo>
                  <a:lnTo>
                    <a:pt x="152370" y="164330"/>
                  </a:lnTo>
                  <a:lnTo>
                    <a:pt x="2941" y="299528"/>
                  </a:lnTo>
                  <a:lnTo>
                    <a:pt x="1423" y="302948"/>
                  </a:lnTo>
                  <a:lnTo>
                    <a:pt x="1423" y="313551"/>
                  </a:lnTo>
                  <a:lnTo>
                    <a:pt x="7109" y="319237"/>
                  </a:lnTo>
                  <a:lnTo>
                    <a:pt x="110262" y="319237"/>
                  </a:lnTo>
                  <a:lnTo>
                    <a:pt x="113369" y="318007"/>
                  </a:lnTo>
                  <a:lnTo>
                    <a:pt x="263593" y="176997"/>
                  </a:lnTo>
                  <a:lnTo>
                    <a:pt x="268902" y="168421"/>
                  </a:lnTo>
                  <a:lnTo>
                    <a:pt x="270456" y="158809"/>
                  </a:lnTo>
                  <a:lnTo>
                    <a:pt x="268292" y="149315"/>
                  </a:lnTo>
                  <a:lnTo>
                    <a:pt x="262448" y="141094"/>
                  </a:lnTo>
                  <a:lnTo>
                    <a:pt x="113369" y="1229"/>
                  </a:lnTo>
                  <a:lnTo>
                    <a:pt x="110262" y="0"/>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20" name="object 20"/>
            <p:cNvSpPr/>
            <p:nvPr/>
          </p:nvSpPr>
          <p:spPr>
            <a:xfrm>
              <a:off x="8908843" y="7504831"/>
              <a:ext cx="270510" cy="319405"/>
            </a:xfrm>
            <a:custGeom>
              <a:avLst/>
              <a:gdLst/>
              <a:ahLst/>
              <a:cxnLst/>
              <a:rect l="l" t="t" r="r" b="b"/>
              <a:pathLst>
                <a:path w="270509" h="319404">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grpSp>
      <p:sp>
        <p:nvSpPr>
          <p:cNvPr id="21" name="object 21"/>
          <p:cNvSpPr/>
          <p:nvPr/>
        </p:nvSpPr>
        <p:spPr>
          <a:xfrm>
            <a:off x="4686300" y="2387600"/>
            <a:ext cx="1473200" cy="520700"/>
          </a:xfrm>
          <a:custGeom>
            <a:avLst/>
            <a:gdLst/>
            <a:ahLst/>
            <a:cxnLst/>
            <a:rect l="l" t="t" r="r" b="b"/>
            <a:pathLst>
              <a:path w="2946400" h="1041400">
                <a:moveTo>
                  <a:pt x="2946400" y="0"/>
                </a:moveTo>
                <a:lnTo>
                  <a:pt x="0" y="0"/>
                </a:lnTo>
                <a:lnTo>
                  <a:pt x="0" y="1041400"/>
                </a:lnTo>
                <a:lnTo>
                  <a:pt x="2946400" y="1041400"/>
                </a:lnTo>
                <a:lnTo>
                  <a:pt x="2946400" y="0"/>
                </a:lnTo>
                <a:close/>
              </a:path>
            </a:pathLst>
          </a:custGeom>
          <a:solidFill>
            <a:srgbClr val="E9F9FB"/>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grpSp>
        <p:nvGrpSpPr>
          <p:cNvPr id="22" name="object 22"/>
          <p:cNvGrpSpPr/>
          <p:nvPr/>
        </p:nvGrpSpPr>
        <p:grpSpPr>
          <a:xfrm>
            <a:off x="2184154" y="2561793"/>
            <a:ext cx="217805" cy="166053"/>
            <a:chOff x="4368308" y="5123586"/>
            <a:chExt cx="435609" cy="332105"/>
          </a:xfrm>
        </p:grpSpPr>
        <p:sp>
          <p:nvSpPr>
            <p:cNvPr id="23" name="object 23"/>
            <p:cNvSpPr/>
            <p:nvPr/>
          </p:nvSpPr>
          <p:spPr>
            <a:xfrm>
              <a:off x="4527059" y="5129936"/>
              <a:ext cx="270510" cy="319405"/>
            </a:xfrm>
            <a:custGeom>
              <a:avLst/>
              <a:gdLst/>
              <a:ahLst/>
              <a:cxnLst/>
              <a:rect l="l" t="t" r="r" b="b"/>
              <a:pathLst>
                <a:path w="270510" h="319404">
                  <a:moveTo>
                    <a:pt x="259921" y="0"/>
                  </a:moveTo>
                  <a:lnTo>
                    <a:pt x="160194" y="0"/>
                  </a:lnTo>
                  <a:lnTo>
                    <a:pt x="157086" y="1219"/>
                  </a:lnTo>
                  <a:lnTo>
                    <a:pt x="8007" y="141084"/>
                  </a:lnTo>
                  <a:lnTo>
                    <a:pt x="2163" y="149306"/>
                  </a:lnTo>
                  <a:lnTo>
                    <a:pt x="0" y="158802"/>
                  </a:lnTo>
                  <a:lnTo>
                    <a:pt x="1554" y="168414"/>
                  </a:lnTo>
                  <a:lnTo>
                    <a:pt x="6863" y="176987"/>
                  </a:lnTo>
                  <a:lnTo>
                    <a:pt x="157086" y="318007"/>
                  </a:lnTo>
                  <a:lnTo>
                    <a:pt x="160194" y="319227"/>
                  </a:lnTo>
                  <a:lnTo>
                    <a:pt x="263347" y="319227"/>
                  </a:lnTo>
                  <a:lnTo>
                    <a:pt x="269033" y="313550"/>
                  </a:lnTo>
                  <a:lnTo>
                    <a:pt x="269033" y="302945"/>
                  </a:lnTo>
                  <a:lnTo>
                    <a:pt x="267514" y="299516"/>
                  </a:lnTo>
                  <a:lnTo>
                    <a:pt x="118086" y="164325"/>
                  </a:lnTo>
                  <a:lnTo>
                    <a:pt x="117685" y="156298"/>
                  </a:lnTo>
                  <a:lnTo>
                    <a:pt x="123286" y="150190"/>
                  </a:lnTo>
                  <a:lnTo>
                    <a:pt x="270054" y="17411"/>
                  </a:lnTo>
                  <a:lnTo>
                    <a:pt x="270455" y="9372"/>
                  </a:lnTo>
                  <a:lnTo>
                    <a:pt x="263342" y="1511"/>
                  </a:lnTo>
                  <a:lnTo>
                    <a:pt x="259921" y="0"/>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24" name="object 24"/>
            <p:cNvSpPr/>
            <p:nvPr/>
          </p:nvSpPr>
          <p:spPr>
            <a:xfrm>
              <a:off x="4527058" y="5129936"/>
              <a:ext cx="270510" cy="319405"/>
            </a:xfrm>
            <a:custGeom>
              <a:avLst/>
              <a:gdLst/>
              <a:ahLst/>
              <a:cxnLst/>
              <a:rect l="l" t="t" r="r" b="b"/>
              <a:pathLst>
                <a:path w="270510" h="319404">
                  <a:moveTo>
                    <a:pt x="8008" y="178142"/>
                  </a:moveTo>
                  <a:lnTo>
                    <a:pt x="154733" y="315799"/>
                  </a:lnTo>
                  <a:lnTo>
                    <a:pt x="157087" y="318008"/>
                  </a:lnTo>
                  <a:lnTo>
                    <a:pt x="160194" y="319237"/>
                  </a:lnTo>
                  <a:lnTo>
                    <a:pt x="163422" y="319237"/>
                  </a:lnTo>
                  <a:lnTo>
                    <a:pt x="256333" y="319237"/>
                  </a:lnTo>
                  <a:lnTo>
                    <a:pt x="263347" y="319237"/>
                  </a:lnTo>
                  <a:lnTo>
                    <a:pt x="269033" y="313551"/>
                  </a:lnTo>
                  <a:lnTo>
                    <a:pt x="269033" y="306537"/>
                  </a:lnTo>
                  <a:lnTo>
                    <a:pt x="269033" y="302948"/>
                  </a:lnTo>
                  <a:lnTo>
                    <a:pt x="267514" y="299527"/>
                  </a:lnTo>
                  <a:lnTo>
                    <a:pt x="264853" y="297120"/>
                  </a:lnTo>
                  <a:lnTo>
                    <a:pt x="123287" y="169036"/>
                  </a:lnTo>
                  <a:lnTo>
                    <a:pt x="118086" y="164330"/>
                  </a:lnTo>
                  <a:lnTo>
                    <a:pt x="117684" y="156299"/>
                  </a:lnTo>
                  <a:lnTo>
                    <a:pt x="122390" y="151098"/>
                  </a:lnTo>
                  <a:lnTo>
                    <a:pt x="122674" y="150784"/>
                  </a:lnTo>
                  <a:lnTo>
                    <a:pt x="122973" y="150485"/>
                  </a:lnTo>
                  <a:lnTo>
                    <a:pt x="123287" y="150201"/>
                  </a:lnTo>
                  <a:lnTo>
                    <a:pt x="264853" y="22117"/>
                  </a:lnTo>
                  <a:lnTo>
                    <a:pt x="270054" y="17411"/>
                  </a:lnTo>
                  <a:lnTo>
                    <a:pt x="270456" y="9380"/>
                  </a:lnTo>
                  <a:lnTo>
                    <a:pt x="265750" y="4179"/>
                  </a:lnTo>
                  <a:lnTo>
                    <a:pt x="263343" y="1518"/>
                  </a:lnTo>
                  <a:lnTo>
                    <a:pt x="259921" y="0"/>
                  </a:lnTo>
                  <a:lnTo>
                    <a:pt x="256333" y="0"/>
                  </a:lnTo>
                  <a:lnTo>
                    <a:pt x="163422" y="0"/>
                  </a:lnTo>
                  <a:lnTo>
                    <a:pt x="160194" y="0"/>
                  </a:lnTo>
                  <a:lnTo>
                    <a:pt x="157087" y="1229"/>
                  </a:lnTo>
                  <a:lnTo>
                    <a:pt x="154733" y="3438"/>
                  </a:lnTo>
                  <a:lnTo>
                    <a:pt x="8008" y="141094"/>
                  </a:lnTo>
                  <a:lnTo>
                    <a:pt x="2163" y="149315"/>
                  </a:lnTo>
                  <a:lnTo>
                    <a:pt x="0" y="158809"/>
                  </a:lnTo>
                  <a:lnTo>
                    <a:pt x="1554" y="168421"/>
                  </a:lnTo>
                  <a:lnTo>
                    <a:pt x="6863" y="176997"/>
                  </a:lnTo>
                  <a:lnTo>
                    <a:pt x="7232" y="177391"/>
                  </a:lnTo>
                  <a:lnTo>
                    <a:pt x="7614" y="177773"/>
                  </a:lnTo>
                  <a:lnTo>
                    <a:pt x="8008" y="178142"/>
                  </a:lnTo>
                  <a:close/>
                </a:path>
              </a:pathLst>
            </a:custGeom>
            <a:ln w="12700">
              <a:solidFill>
                <a:srgbClr val="FFFFFF"/>
              </a:solidFill>
            </a:ln>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25" name="object 25"/>
            <p:cNvSpPr/>
            <p:nvPr/>
          </p:nvSpPr>
          <p:spPr>
            <a:xfrm>
              <a:off x="4374659" y="5129936"/>
              <a:ext cx="270510" cy="319405"/>
            </a:xfrm>
            <a:custGeom>
              <a:avLst/>
              <a:gdLst/>
              <a:ahLst/>
              <a:cxnLst/>
              <a:rect l="l" t="t" r="r" b="b"/>
              <a:pathLst>
                <a:path w="270510" h="319404">
                  <a:moveTo>
                    <a:pt x="259921" y="0"/>
                  </a:moveTo>
                  <a:lnTo>
                    <a:pt x="160194" y="0"/>
                  </a:lnTo>
                  <a:lnTo>
                    <a:pt x="157086" y="1219"/>
                  </a:lnTo>
                  <a:lnTo>
                    <a:pt x="8007" y="141084"/>
                  </a:lnTo>
                  <a:lnTo>
                    <a:pt x="2163" y="149306"/>
                  </a:lnTo>
                  <a:lnTo>
                    <a:pt x="0" y="158802"/>
                  </a:lnTo>
                  <a:lnTo>
                    <a:pt x="1554" y="168414"/>
                  </a:lnTo>
                  <a:lnTo>
                    <a:pt x="6863" y="176987"/>
                  </a:lnTo>
                  <a:lnTo>
                    <a:pt x="157086" y="318007"/>
                  </a:lnTo>
                  <a:lnTo>
                    <a:pt x="160194" y="319227"/>
                  </a:lnTo>
                  <a:lnTo>
                    <a:pt x="263347" y="319227"/>
                  </a:lnTo>
                  <a:lnTo>
                    <a:pt x="269033" y="313550"/>
                  </a:lnTo>
                  <a:lnTo>
                    <a:pt x="269033" y="302945"/>
                  </a:lnTo>
                  <a:lnTo>
                    <a:pt x="267514" y="299516"/>
                  </a:lnTo>
                  <a:lnTo>
                    <a:pt x="118086" y="164325"/>
                  </a:lnTo>
                  <a:lnTo>
                    <a:pt x="117685" y="156298"/>
                  </a:lnTo>
                  <a:lnTo>
                    <a:pt x="123286" y="150190"/>
                  </a:lnTo>
                  <a:lnTo>
                    <a:pt x="270054" y="17411"/>
                  </a:lnTo>
                  <a:lnTo>
                    <a:pt x="270455" y="9372"/>
                  </a:lnTo>
                  <a:lnTo>
                    <a:pt x="263342" y="1511"/>
                  </a:lnTo>
                  <a:lnTo>
                    <a:pt x="259921" y="0"/>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26" name="object 26"/>
            <p:cNvSpPr/>
            <p:nvPr/>
          </p:nvSpPr>
          <p:spPr>
            <a:xfrm>
              <a:off x="4374658" y="5129936"/>
              <a:ext cx="270510" cy="319405"/>
            </a:xfrm>
            <a:custGeom>
              <a:avLst/>
              <a:gdLst/>
              <a:ahLst/>
              <a:cxnLst/>
              <a:rect l="l" t="t" r="r" b="b"/>
              <a:pathLst>
                <a:path w="270510" h="319404">
                  <a:moveTo>
                    <a:pt x="8008" y="178142"/>
                  </a:moveTo>
                  <a:lnTo>
                    <a:pt x="154733" y="315799"/>
                  </a:lnTo>
                  <a:lnTo>
                    <a:pt x="157087" y="318008"/>
                  </a:lnTo>
                  <a:lnTo>
                    <a:pt x="160194" y="319237"/>
                  </a:lnTo>
                  <a:lnTo>
                    <a:pt x="163422" y="319237"/>
                  </a:lnTo>
                  <a:lnTo>
                    <a:pt x="256333" y="319237"/>
                  </a:lnTo>
                  <a:lnTo>
                    <a:pt x="263347" y="319237"/>
                  </a:lnTo>
                  <a:lnTo>
                    <a:pt x="269033" y="313551"/>
                  </a:lnTo>
                  <a:lnTo>
                    <a:pt x="269033" y="306537"/>
                  </a:lnTo>
                  <a:lnTo>
                    <a:pt x="269033" y="302948"/>
                  </a:lnTo>
                  <a:lnTo>
                    <a:pt x="267514" y="299527"/>
                  </a:lnTo>
                  <a:lnTo>
                    <a:pt x="264853" y="297120"/>
                  </a:lnTo>
                  <a:lnTo>
                    <a:pt x="123287" y="169036"/>
                  </a:lnTo>
                  <a:lnTo>
                    <a:pt x="118086" y="164330"/>
                  </a:lnTo>
                  <a:lnTo>
                    <a:pt x="117684" y="156299"/>
                  </a:lnTo>
                  <a:lnTo>
                    <a:pt x="122390" y="151098"/>
                  </a:lnTo>
                  <a:lnTo>
                    <a:pt x="122674" y="150784"/>
                  </a:lnTo>
                  <a:lnTo>
                    <a:pt x="122973" y="150485"/>
                  </a:lnTo>
                  <a:lnTo>
                    <a:pt x="123287" y="150201"/>
                  </a:lnTo>
                  <a:lnTo>
                    <a:pt x="264853" y="22117"/>
                  </a:lnTo>
                  <a:lnTo>
                    <a:pt x="270054" y="17411"/>
                  </a:lnTo>
                  <a:lnTo>
                    <a:pt x="270456" y="9380"/>
                  </a:lnTo>
                  <a:lnTo>
                    <a:pt x="265750" y="4179"/>
                  </a:lnTo>
                  <a:lnTo>
                    <a:pt x="263343" y="1518"/>
                  </a:lnTo>
                  <a:lnTo>
                    <a:pt x="259921" y="0"/>
                  </a:lnTo>
                  <a:lnTo>
                    <a:pt x="256333" y="0"/>
                  </a:lnTo>
                  <a:lnTo>
                    <a:pt x="163422" y="0"/>
                  </a:lnTo>
                  <a:lnTo>
                    <a:pt x="160194" y="0"/>
                  </a:lnTo>
                  <a:lnTo>
                    <a:pt x="157087" y="1229"/>
                  </a:lnTo>
                  <a:lnTo>
                    <a:pt x="154733" y="3438"/>
                  </a:lnTo>
                  <a:lnTo>
                    <a:pt x="8008" y="141094"/>
                  </a:lnTo>
                  <a:lnTo>
                    <a:pt x="2163" y="149315"/>
                  </a:lnTo>
                  <a:lnTo>
                    <a:pt x="0" y="158809"/>
                  </a:lnTo>
                  <a:lnTo>
                    <a:pt x="1554" y="168421"/>
                  </a:lnTo>
                  <a:lnTo>
                    <a:pt x="6863" y="176997"/>
                  </a:lnTo>
                  <a:lnTo>
                    <a:pt x="7232" y="177391"/>
                  </a:lnTo>
                  <a:lnTo>
                    <a:pt x="7614" y="177773"/>
                  </a:lnTo>
                  <a:lnTo>
                    <a:pt x="8008" y="178142"/>
                  </a:lnTo>
                  <a:close/>
                </a:path>
              </a:pathLst>
            </a:custGeom>
            <a:ln w="12700">
              <a:solidFill>
                <a:srgbClr val="FFFFFF"/>
              </a:solidFill>
            </a:ln>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grpSp>
      <p:grpSp>
        <p:nvGrpSpPr>
          <p:cNvPr id="27" name="object 27"/>
          <p:cNvGrpSpPr/>
          <p:nvPr/>
        </p:nvGrpSpPr>
        <p:grpSpPr>
          <a:xfrm>
            <a:off x="2184154" y="3723841"/>
            <a:ext cx="217805" cy="166053"/>
            <a:chOff x="4368308" y="7447681"/>
            <a:chExt cx="435609" cy="332105"/>
          </a:xfrm>
        </p:grpSpPr>
        <p:sp>
          <p:nvSpPr>
            <p:cNvPr id="28" name="object 28"/>
            <p:cNvSpPr/>
            <p:nvPr/>
          </p:nvSpPr>
          <p:spPr>
            <a:xfrm>
              <a:off x="4527059" y="7454031"/>
              <a:ext cx="270510" cy="319405"/>
            </a:xfrm>
            <a:custGeom>
              <a:avLst/>
              <a:gdLst/>
              <a:ahLst/>
              <a:cxnLst/>
              <a:rect l="l" t="t" r="r" b="b"/>
              <a:pathLst>
                <a:path w="270510" h="319404">
                  <a:moveTo>
                    <a:pt x="259921" y="0"/>
                  </a:moveTo>
                  <a:lnTo>
                    <a:pt x="160194" y="0"/>
                  </a:lnTo>
                  <a:lnTo>
                    <a:pt x="157086" y="1229"/>
                  </a:lnTo>
                  <a:lnTo>
                    <a:pt x="8007" y="141094"/>
                  </a:lnTo>
                  <a:lnTo>
                    <a:pt x="2163" y="149315"/>
                  </a:lnTo>
                  <a:lnTo>
                    <a:pt x="0" y="158809"/>
                  </a:lnTo>
                  <a:lnTo>
                    <a:pt x="1554" y="168421"/>
                  </a:lnTo>
                  <a:lnTo>
                    <a:pt x="6863" y="176997"/>
                  </a:lnTo>
                  <a:lnTo>
                    <a:pt x="157086" y="318007"/>
                  </a:lnTo>
                  <a:lnTo>
                    <a:pt x="160194" y="319237"/>
                  </a:lnTo>
                  <a:lnTo>
                    <a:pt x="263347" y="319237"/>
                  </a:lnTo>
                  <a:lnTo>
                    <a:pt x="269033" y="313551"/>
                  </a:lnTo>
                  <a:lnTo>
                    <a:pt x="269033" y="302948"/>
                  </a:lnTo>
                  <a:lnTo>
                    <a:pt x="267514" y="299528"/>
                  </a:lnTo>
                  <a:lnTo>
                    <a:pt x="118086" y="164330"/>
                  </a:lnTo>
                  <a:lnTo>
                    <a:pt x="117685" y="156298"/>
                  </a:lnTo>
                  <a:lnTo>
                    <a:pt x="123286" y="150201"/>
                  </a:lnTo>
                  <a:lnTo>
                    <a:pt x="270054" y="17411"/>
                  </a:lnTo>
                  <a:lnTo>
                    <a:pt x="270455" y="9380"/>
                  </a:lnTo>
                  <a:lnTo>
                    <a:pt x="263342" y="1517"/>
                  </a:lnTo>
                  <a:lnTo>
                    <a:pt x="259921" y="0"/>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29" name="object 29"/>
            <p:cNvSpPr/>
            <p:nvPr/>
          </p:nvSpPr>
          <p:spPr>
            <a:xfrm>
              <a:off x="4527058" y="7454031"/>
              <a:ext cx="270510" cy="319405"/>
            </a:xfrm>
            <a:custGeom>
              <a:avLst/>
              <a:gdLst/>
              <a:ahLst/>
              <a:cxnLst/>
              <a:rect l="l" t="t" r="r" b="b"/>
              <a:pathLst>
                <a:path w="270510" h="319404">
                  <a:moveTo>
                    <a:pt x="8008" y="178142"/>
                  </a:moveTo>
                  <a:lnTo>
                    <a:pt x="154733" y="315799"/>
                  </a:lnTo>
                  <a:lnTo>
                    <a:pt x="157087" y="318008"/>
                  </a:lnTo>
                  <a:lnTo>
                    <a:pt x="160194" y="319237"/>
                  </a:lnTo>
                  <a:lnTo>
                    <a:pt x="163422" y="319237"/>
                  </a:lnTo>
                  <a:lnTo>
                    <a:pt x="256333" y="319237"/>
                  </a:lnTo>
                  <a:lnTo>
                    <a:pt x="263347" y="319237"/>
                  </a:lnTo>
                  <a:lnTo>
                    <a:pt x="269033" y="313551"/>
                  </a:lnTo>
                  <a:lnTo>
                    <a:pt x="269033" y="306537"/>
                  </a:lnTo>
                  <a:lnTo>
                    <a:pt x="269033" y="302948"/>
                  </a:lnTo>
                  <a:lnTo>
                    <a:pt x="267514" y="299527"/>
                  </a:lnTo>
                  <a:lnTo>
                    <a:pt x="264853" y="297120"/>
                  </a:lnTo>
                  <a:lnTo>
                    <a:pt x="123287" y="169036"/>
                  </a:lnTo>
                  <a:lnTo>
                    <a:pt x="118086" y="164330"/>
                  </a:lnTo>
                  <a:lnTo>
                    <a:pt x="117684" y="156299"/>
                  </a:lnTo>
                  <a:lnTo>
                    <a:pt x="122390" y="151098"/>
                  </a:lnTo>
                  <a:lnTo>
                    <a:pt x="122674" y="150784"/>
                  </a:lnTo>
                  <a:lnTo>
                    <a:pt x="122973" y="150485"/>
                  </a:lnTo>
                  <a:lnTo>
                    <a:pt x="123287" y="150201"/>
                  </a:lnTo>
                  <a:lnTo>
                    <a:pt x="264853" y="22117"/>
                  </a:lnTo>
                  <a:lnTo>
                    <a:pt x="270054" y="17411"/>
                  </a:lnTo>
                  <a:lnTo>
                    <a:pt x="270456" y="9380"/>
                  </a:lnTo>
                  <a:lnTo>
                    <a:pt x="265750" y="4179"/>
                  </a:lnTo>
                  <a:lnTo>
                    <a:pt x="263343" y="1518"/>
                  </a:lnTo>
                  <a:lnTo>
                    <a:pt x="259921" y="0"/>
                  </a:lnTo>
                  <a:lnTo>
                    <a:pt x="256333" y="0"/>
                  </a:lnTo>
                  <a:lnTo>
                    <a:pt x="163422" y="0"/>
                  </a:lnTo>
                  <a:lnTo>
                    <a:pt x="160194" y="0"/>
                  </a:lnTo>
                  <a:lnTo>
                    <a:pt x="157087" y="1229"/>
                  </a:lnTo>
                  <a:lnTo>
                    <a:pt x="154733" y="3438"/>
                  </a:lnTo>
                  <a:lnTo>
                    <a:pt x="8008" y="141094"/>
                  </a:lnTo>
                  <a:lnTo>
                    <a:pt x="2163" y="149315"/>
                  </a:lnTo>
                  <a:lnTo>
                    <a:pt x="0" y="158809"/>
                  </a:lnTo>
                  <a:lnTo>
                    <a:pt x="1554" y="168421"/>
                  </a:lnTo>
                  <a:lnTo>
                    <a:pt x="6863" y="176997"/>
                  </a:lnTo>
                  <a:lnTo>
                    <a:pt x="7232" y="177391"/>
                  </a:lnTo>
                  <a:lnTo>
                    <a:pt x="7614" y="177773"/>
                  </a:lnTo>
                  <a:lnTo>
                    <a:pt x="8008" y="178142"/>
                  </a:lnTo>
                  <a:close/>
                </a:path>
              </a:pathLst>
            </a:custGeom>
            <a:ln w="12700">
              <a:solidFill>
                <a:srgbClr val="FFFFFF"/>
              </a:solidFill>
            </a:ln>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30" name="object 30"/>
            <p:cNvSpPr/>
            <p:nvPr/>
          </p:nvSpPr>
          <p:spPr>
            <a:xfrm>
              <a:off x="4374659" y="7454031"/>
              <a:ext cx="270510" cy="319405"/>
            </a:xfrm>
            <a:custGeom>
              <a:avLst/>
              <a:gdLst/>
              <a:ahLst/>
              <a:cxnLst/>
              <a:rect l="l" t="t" r="r" b="b"/>
              <a:pathLst>
                <a:path w="270510" h="319404">
                  <a:moveTo>
                    <a:pt x="259921" y="0"/>
                  </a:moveTo>
                  <a:lnTo>
                    <a:pt x="160194" y="0"/>
                  </a:lnTo>
                  <a:lnTo>
                    <a:pt x="157086" y="1229"/>
                  </a:lnTo>
                  <a:lnTo>
                    <a:pt x="8007" y="141094"/>
                  </a:lnTo>
                  <a:lnTo>
                    <a:pt x="2163" y="149315"/>
                  </a:lnTo>
                  <a:lnTo>
                    <a:pt x="0" y="158809"/>
                  </a:lnTo>
                  <a:lnTo>
                    <a:pt x="1554" y="168421"/>
                  </a:lnTo>
                  <a:lnTo>
                    <a:pt x="6863" y="176997"/>
                  </a:lnTo>
                  <a:lnTo>
                    <a:pt x="157086" y="318007"/>
                  </a:lnTo>
                  <a:lnTo>
                    <a:pt x="160194" y="319237"/>
                  </a:lnTo>
                  <a:lnTo>
                    <a:pt x="263347" y="319237"/>
                  </a:lnTo>
                  <a:lnTo>
                    <a:pt x="269033" y="313551"/>
                  </a:lnTo>
                  <a:lnTo>
                    <a:pt x="269033" y="302948"/>
                  </a:lnTo>
                  <a:lnTo>
                    <a:pt x="267514" y="299528"/>
                  </a:lnTo>
                  <a:lnTo>
                    <a:pt x="118086" y="164330"/>
                  </a:lnTo>
                  <a:lnTo>
                    <a:pt x="117685" y="156298"/>
                  </a:lnTo>
                  <a:lnTo>
                    <a:pt x="123286" y="150201"/>
                  </a:lnTo>
                  <a:lnTo>
                    <a:pt x="270054" y="17411"/>
                  </a:lnTo>
                  <a:lnTo>
                    <a:pt x="270455" y="9380"/>
                  </a:lnTo>
                  <a:lnTo>
                    <a:pt x="263342" y="1517"/>
                  </a:lnTo>
                  <a:lnTo>
                    <a:pt x="259921" y="0"/>
                  </a:lnTo>
                  <a:close/>
                </a:path>
              </a:pathLst>
            </a:custGeom>
            <a:solidFill>
              <a:srgbClr val="11A766"/>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31" name="object 31"/>
            <p:cNvSpPr/>
            <p:nvPr/>
          </p:nvSpPr>
          <p:spPr>
            <a:xfrm>
              <a:off x="4374658" y="7454031"/>
              <a:ext cx="270510" cy="319405"/>
            </a:xfrm>
            <a:custGeom>
              <a:avLst/>
              <a:gdLst/>
              <a:ahLst/>
              <a:cxnLst/>
              <a:rect l="l" t="t" r="r" b="b"/>
              <a:pathLst>
                <a:path w="270510" h="319404">
                  <a:moveTo>
                    <a:pt x="8008" y="178142"/>
                  </a:moveTo>
                  <a:lnTo>
                    <a:pt x="154733" y="315799"/>
                  </a:lnTo>
                  <a:lnTo>
                    <a:pt x="157087" y="318008"/>
                  </a:lnTo>
                  <a:lnTo>
                    <a:pt x="160194" y="319237"/>
                  </a:lnTo>
                  <a:lnTo>
                    <a:pt x="163422" y="319237"/>
                  </a:lnTo>
                  <a:lnTo>
                    <a:pt x="256333" y="319237"/>
                  </a:lnTo>
                  <a:lnTo>
                    <a:pt x="263347" y="319237"/>
                  </a:lnTo>
                  <a:lnTo>
                    <a:pt x="269033" y="313551"/>
                  </a:lnTo>
                  <a:lnTo>
                    <a:pt x="269033" y="306537"/>
                  </a:lnTo>
                  <a:lnTo>
                    <a:pt x="269033" y="302948"/>
                  </a:lnTo>
                  <a:lnTo>
                    <a:pt x="267514" y="299527"/>
                  </a:lnTo>
                  <a:lnTo>
                    <a:pt x="264853" y="297120"/>
                  </a:lnTo>
                  <a:lnTo>
                    <a:pt x="123287" y="169036"/>
                  </a:lnTo>
                  <a:lnTo>
                    <a:pt x="118086" y="164330"/>
                  </a:lnTo>
                  <a:lnTo>
                    <a:pt x="117684" y="156299"/>
                  </a:lnTo>
                  <a:lnTo>
                    <a:pt x="122390" y="151098"/>
                  </a:lnTo>
                  <a:lnTo>
                    <a:pt x="122674" y="150784"/>
                  </a:lnTo>
                  <a:lnTo>
                    <a:pt x="122973" y="150485"/>
                  </a:lnTo>
                  <a:lnTo>
                    <a:pt x="123287" y="150201"/>
                  </a:lnTo>
                  <a:lnTo>
                    <a:pt x="264853" y="22117"/>
                  </a:lnTo>
                  <a:lnTo>
                    <a:pt x="270054" y="17411"/>
                  </a:lnTo>
                  <a:lnTo>
                    <a:pt x="270456" y="9380"/>
                  </a:lnTo>
                  <a:lnTo>
                    <a:pt x="265750" y="4179"/>
                  </a:lnTo>
                  <a:lnTo>
                    <a:pt x="263343" y="1518"/>
                  </a:lnTo>
                  <a:lnTo>
                    <a:pt x="259921" y="0"/>
                  </a:lnTo>
                  <a:lnTo>
                    <a:pt x="256333" y="0"/>
                  </a:lnTo>
                  <a:lnTo>
                    <a:pt x="163422" y="0"/>
                  </a:lnTo>
                  <a:lnTo>
                    <a:pt x="160194" y="0"/>
                  </a:lnTo>
                  <a:lnTo>
                    <a:pt x="157087" y="1229"/>
                  </a:lnTo>
                  <a:lnTo>
                    <a:pt x="154733" y="3438"/>
                  </a:lnTo>
                  <a:lnTo>
                    <a:pt x="8008" y="141094"/>
                  </a:lnTo>
                  <a:lnTo>
                    <a:pt x="2163" y="149315"/>
                  </a:lnTo>
                  <a:lnTo>
                    <a:pt x="0" y="158809"/>
                  </a:lnTo>
                  <a:lnTo>
                    <a:pt x="1554" y="168421"/>
                  </a:lnTo>
                  <a:lnTo>
                    <a:pt x="6863" y="176997"/>
                  </a:lnTo>
                  <a:lnTo>
                    <a:pt x="7232" y="177391"/>
                  </a:lnTo>
                  <a:lnTo>
                    <a:pt x="7614" y="177773"/>
                  </a:lnTo>
                  <a:lnTo>
                    <a:pt x="8008" y="178142"/>
                  </a:lnTo>
                  <a:close/>
                </a:path>
              </a:pathLst>
            </a:custGeom>
            <a:ln w="12700">
              <a:solidFill>
                <a:srgbClr val="FFFFFF"/>
              </a:solidFill>
            </a:ln>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grpSp>
      <p:sp>
        <p:nvSpPr>
          <p:cNvPr id="32" name="object 32"/>
          <p:cNvSpPr txBox="1"/>
          <p:nvPr/>
        </p:nvSpPr>
        <p:spPr>
          <a:xfrm>
            <a:off x="3873743" y="2489200"/>
            <a:ext cx="279083" cy="317500"/>
          </a:xfrm>
          <a:prstGeom prst="rect">
            <a:avLst/>
          </a:prstGeom>
        </p:spPr>
        <p:txBody>
          <a:bodyPr vert="horz" wrap="square" lIns="0" tIns="22860" rIns="0" bIns="0" rtlCol="0">
            <a:spAutoFit/>
          </a:bodyPr>
          <a:lstStyle/>
          <a:p>
            <a:pPr marL="6350" marR="2540">
              <a:lnSpc>
                <a:spcPts val="1150"/>
              </a:lnSpc>
              <a:spcBef>
                <a:spcPts val="18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直接经验</a:t>
            </a:r>
            <a:endParaRPr sz="1050" b="1">
              <a:latin typeface="江城圆体 600W" panose="020B0800000000000000" pitchFamily="34" charset="-128"/>
              <a:ea typeface="江城圆体 600W" panose="020B0800000000000000" pitchFamily="34" charset="-128"/>
              <a:cs typeface="PMingLiU" panose="02020500000000000000" charset="-120"/>
            </a:endParaRPr>
          </a:p>
        </p:txBody>
      </p:sp>
      <p:sp>
        <p:nvSpPr>
          <p:cNvPr id="33" name="object 33"/>
          <p:cNvSpPr txBox="1"/>
          <p:nvPr/>
        </p:nvSpPr>
        <p:spPr>
          <a:xfrm>
            <a:off x="3873743" y="3644900"/>
            <a:ext cx="279083" cy="317500"/>
          </a:xfrm>
          <a:prstGeom prst="rect">
            <a:avLst/>
          </a:prstGeom>
        </p:spPr>
        <p:txBody>
          <a:bodyPr vert="horz" wrap="square" lIns="0" tIns="22860" rIns="0" bIns="0" rtlCol="0">
            <a:spAutoFit/>
          </a:bodyPr>
          <a:lstStyle/>
          <a:p>
            <a:pPr marL="6350" marR="2540">
              <a:lnSpc>
                <a:spcPts val="1150"/>
              </a:lnSpc>
              <a:spcBef>
                <a:spcPts val="18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间接经验</a:t>
            </a:r>
            <a:endParaRPr sz="1050" b="1">
              <a:latin typeface="江城圆体 600W" panose="020B0800000000000000" pitchFamily="34" charset="-128"/>
              <a:ea typeface="江城圆体 600W" panose="020B0800000000000000" pitchFamily="34" charset="-128"/>
              <a:cs typeface="PMingLiU" panose="02020500000000000000" charset="-120"/>
            </a:endParaRPr>
          </a:p>
        </p:txBody>
      </p:sp>
      <p:sp>
        <p:nvSpPr>
          <p:cNvPr id="34" name="object 34"/>
          <p:cNvSpPr txBox="1"/>
          <p:nvPr/>
        </p:nvSpPr>
        <p:spPr>
          <a:xfrm>
            <a:off x="2718042" y="3644900"/>
            <a:ext cx="279083" cy="317500"/>
          </a:xfrm>
          <a:prstGeom prst="rect">
            <a:avLst/>
          </a:prstGeom>
        </p:spPr>
        <p:txBody>
          <a:bodyPr vert="horz" wrap="square" lIns="0" tIns="22860" rIns="0" bIns="0" rtlCol="0">
            <a:spAutoFit/>
          </a:bodyPr>
          <a:lstStyle/>
          <a:p>
            <a:pPr marL="6350" marR="2540">
              <a:lnSpc>
                <a:spcPts val="1150"/>
              </a:lnSpc>
              <a:spcBef>
                <a:spcPts val="18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言语劝说</a:t>
            </a:r>
            <a:endParaRPr sz="1050" b="1">
              <a:latin typeface="江城圆体 600W" panose="020B0800000000000000" pitchFamily="34" charset="-128"/>
              <a:ea typeface="江城圆体 600W" panose="020B0800000000000000" pitchFamily="34" charset="-128"/>
              <a:cs typeface="PMingLiU" panose="02020500000000000000" charset="-120"/>
            </a:endParaRPr>
          </a:p>
        </p:txBody>
      </p:sp>
      <p:sp>
        <p:nvSpPr>
          <p:cNvPr id="35" name="object 35"/>
          <p:cNvSpPr txBox="1"/>
          <p:nvPr/>
        </p:nvSpPr>
        <p:spPr>
          <a:xfrm>
            <a:off x="2718042" y="2489200"/>
            <a:ext cx="279083" cy="317500"/>
          </a:xfrm>
          <a:prstGeom prst="rect">
            <a:avLst/>
          </a:prstGeom>
        </p:spPr>
        <p:txBody>
          <a:bodyPr vert="horz" wrap="square" lIns="0" tIns="22860" rIns="0" bIns="0" rtlCol="0">
            <a:spAutoFit/>
          </a:bodyPr>
          <a:lstStyle/>
          <a:p>
            <a:pPr marL="6350" marR="2540">
              <a:lnSpc>
                <a:spcPts val="1150"/>
              </a:lnSpc>
              <a:spcBef>
                <a:spcPts val="18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身心状态</a:t>
            </a:r>
            <a:endParaRPr sz="1050" b="1">
              <a:latin typeface="江城圆体 600W" panose="020B0800000000000000" pitchFamily="34" charset="-128"/>
              <a:ea typeface="江城圆体 600W" panose="020B0800000000000000" pitchFamily="34" charset="-128"/>
              <a:cs typeface="PMingLiU" panose="02020500000000000000" charset="-120"/>
            </a:endParaRPr>
          </a:p>
        </p:txBody>
      </p:sp>
      <p:sp>
        <p:nvSpPr>
          <p:cNvPr id="36" name="object 36"/>
          <p:cNvSpPr txBox="1"/>
          <p:nvPr/>
        </p:nvSpPr>
        <p:spPr>
          <a:xfrm>
            <a:off x="4692259" y="2209800"/>
            <a:ext cx="1131253" cy="167640"/>
          </a:xfrm>
          <a:prstGeom prst="rect">
            <a:avLst/>
          </a:prstGeom>
        </p:spPr>
        <p:txBody>
          <a:bodyPr vert="horz" wrap="square" lIns="0" tIns="6350" rIns="0" bIns="0" rtlCol="0">
            <a:spAutoFit/>
          </a:bodyPr>
          <a:lstStyle/>
          <a:p>
            <a:pPr marL="6350">
              <a:spcBef>
                <a:spcPts val="50"/>
              </a:spcBef>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01 既往成就与表现</a:t>
            </a:r>
            <a:endParaRPr sz="1050"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37" name="object 37"/>
          <p:cNvSpPr txBox="1"/>
          <p:nvPr/>
        </p:nvSpPr>
        <p:spPr>
          <a:xfrm>
            <a:off x="679450" y="2203450"/>
            <a:ext cx="1131253" cy="167640"/>
          </a:xfrm>
          <a:prstGeom prst="rect">
            <a:avLst/>
          </a:prstGeom>
        </p:spPr>
        <p:txBody>
          <a:bodyPr vert="horz" wrap="square" lIns="0" tIns="6350" rIns="0" bIns="0" rtlCol="0">
            <a:spAutoFit/>
          </a:bodyPr>
          <a:lstStyle/>
          <a:p>
            <a:pPr marL="6350">
              <a:spcBef>
                <a:spcPts val="50"/>
              </a:spcBef>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04 身体与情绪状态</a:t>
            </a:r>
            <a:endParaRPr sz="1050"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38" name="object 38"/>
          <p:cNvSpPr txBox="1"/>
          <p:nvPr/>
        </p:nvSpPr>
        <p:spPr>
          <a:xfrm>
            <a:off x="4699258" y="2362200"/>
            <a:ext cx="1739642"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Performance Accomplishments</a:t>
            </a:r>
            <a:endParaRPr sz="800" dirty="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39" name="object 39"/>
          <p:cNvSpPr txBox="1"/>
          <p:nvPr/>
        </p:nvSpPr>
        <p:spPr>
          <a:xfrm>
            <a:off x="685800" y="2387600"/>
            <a:ext cx="1473200" cy="507365"/>
          </a:xfrm>
          <a:prstGeom prst="rect">
            <a:avLst/>
          </a:prstGeom>
          <a:solidFill>
            <a:srgbClr val="E9F9FB"/>
          </a:solidFill>
        </p:spPr>
        <p:txBody>
          <a:bodyPr vert="horz" wrap="square" lIns="0" tIns="0" rIns="0" bIns="0" rtlCol="0">
            <a:spAutoFit/>
          </a:bodyPr>
          <a:lstStyle/>
          <a:p>
            <a:pPr>
              <a:lnSpc>
                <a:spcPts val="760"/>
              </a:lnSpc>
            </a:pPr>
            <a:r>
              <a:rPr lang="zh-CN" altLang="en-US"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Physical and Emotional State</a:t>
            </a:r>
            <a:endParaRPr sz="800" dirty="0">
              <a:latin typeface="江城圆体 400W" panose="020B0800000000000000" pitchFamily="34" charset="-128"/>
              <a:ea typeface="江城圆体 400W" panose="020B0800000000000000" pitchFamily="34" charset="-128"/>
              <a:cs typeface="微软雅黑" panose="020B0503020204020204" charset="-122"/>
            </a:endParaRPr>
          </a:p>
          <a:p>
            <a:pPr marL="12700">
              <a:spcBef>
                <a:spcPts val="4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健康的身体状态</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12700">
              <a:spcBef>
                <a:spcPts val="14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积极的心情</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12700">
              <a:spcBef>
                <a:spcPts val="14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气氛融洽、环境愉悦</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40" name="object 40"/>
          <p:cNvGrpSpPr/>
          <p:nvPr/>
        </p:nvGrpSpPr>
        <p:grpSpPr>
          <a:xfrm>
            <a:off x="2175545" y="2168274"/>
            <a:ext cx="2502218" cy="2110423"/>
            <a:chOff x="4351089" y="4336548"/>
            <a:chExt cx="5004435" cy="4220845"/>
          </a:xfrm>
        </p:grpSpPr>
        <p:sp>
          <p:nvSpPr>
            <p:cNvPr id="41" name="object 41"/>
            <p:cNvSpPr/>
            <p:nvPr/>
          </p:nvSpPr>
          <p:spPr>
            <a:xfrm>
              <a:off x="4351083" y="4336554"/>
              <a:ext cx="5004435" cy="4220845"/>
            </a:xfrm>
            <a:custGeom>
              <a:avLst/>
              <a:gdLst/>
              <a:ahLst/>
              <a:cxnLst/>
              <a:rect l="l" t="t" r="r" b="b"/>
              <a:pathLst>
                <a:path w="5004434" h="4220845">
                  <a:moveTo>
                    <a:pt x="949972" y="2107514"/>
                  </a:moveTo>
                  <a:lnTo>
                    <a:pt x="943978" y="2077859"/>
                  </a:lnTo>
                  <a:lnTo>
                    <a:pt x="927658" y="2053628"/>
                  </a:lnTo>
                  <a:lnTo>
                    <a:pt x="903427" y="2037308"/>
                  </a:lnTo>
                  <a:lnTo>
                    <a:pt x="873772" y="2031314"/>
                  </a:lnTo>
                  <a:lnTo>
                    <a:pt x="429272" y="2031314"/>
                  </a:lnTo>
                  <a:lnTo>
                    <a:pt x="413245" y="2034565"/>
                  </a:lnTo>
                  <a:lnTo>
                    <a:pt x="413245" y="1810296"/>
                  </a:lnTo>
                  <a:lnTo>
                    <a:pt x="391007" y="1775637"/>
                  </a:lnTo>
                  <a:lnTo>
                    <a:pt x="376809" y="1772234"/>
                  </a:lnTo>
                  <a:lnTo>
                    <a:pt x="362356" y="1774393"/>
                  </a:lnTo>
                  <a:lnTo>
                    <a:pt x="349402" y="1782203"/>
                  </a:lnTo>
                  <a:lnTo>
                    <a:pt x="9779" y="2093785"/>
                  </a:lnTo>
                  <a:lnTo>
                    <a:pt x="2057" y="2106790"/>
                  </a:lnTo>
                  <a:lnTo>
                    <a:pt x="0" y="2121255"/>
                  </a:lnTo>
                  <a:lnTo>
                    <a:pt x="3505" y="2135428"/>
                  </a:lnTo>
                  <a:lnTo>
                    <a:pt x="349605" y="2452230"/>
                  </a:lnTo>
                  <a:lnTo>
                    <a:pt x="375145" y="2462060"/>
                  </a:lnTo>
                  <a:lnTo>
                    <a:pt x="389978" y="2459075"/>
                  </a:lnTo>
                  <a:lnTo>
                    <a:pt x="402094" y="2450909"/>
                  </a:lnTo>
                  <a:lnTo>
                    <a:pt x="410260" y="2438793"/>
                  </a:lnTo>
                  <a:lnTo>
                    <a:pt x="413245" y="2423960"/>
                  </a:lnTo>
                  <a:lnTo>
                    <a:pt x="413245" y="2180475"/>
                  </a:lnTo>
                  <a:lnTo>
                    <a:pt x="429272" y="2183714"/>
                  </a:lnTo>
                  <a:lnTo>
                    <a:pt x="873772" y="2183714"/>
                  </a:lnTo>
                  <a:lnTo>
                    <a:pt x="903427" y="2177719"/>
                  </a:lnTo>
                  <a:lnTo>
                    <a:pt x="927658" y="2161400"/>
                  </a:lnTo>
                  <a:lnTo>
                    <a:pt x="943978" y="2137168"/>
                  </a:lnTo>
                  <a:lnTo>
                    <a:pt x="949972" y="2107514"/>
                  </a:lnTo>
                  <a:close/>
                </a:path>
                <a:path w="5004434" h="4220845">
                  <a:moveTo>
                    <a:pt x="2825331" y="3843921"/>
                  </a:moveTo>
                  <a:lnTo>
                    <a:pt x="2801074" y="3810063"/>
                  </a:lnTo>
                  <a:lnTo>
                    <a:pt x="2787256" y="3807472"/>
                  </a:lnTo>
                  <a:lnTo>
                    <a:pt x="2562999" y="3807472"/>
                  </a:lnTo>
                  <a:lnTo>
                    <a:pt x="2566238" y="3791445"/>
                  </a:lnTo>
                  <a:lnTo>
                    <a:pt x="2566238" y="3346945"/>
                  </a:lnTo>
                  <a:lnTo>
                    <a:pt x="2560256" y="3317290"/>
                  </a:lnTo>
                  <a:lnTo>
                    <a:pt x="2543924" y="3293072"/>
                  </a:lnTo>
                  <a:lnTo>
                    <a:pt x="2519705" y="3276739"/>
                  </a:lnTo>
                  <a:lnTo>
                    <a:pt x="2490038" y="3270745"/>
                  </a:lnTo>
                  <a:lnTo>
                    <a:pt x="2460383" y="3276739"/>
                  </a:lnTo>
                  <a:lnTo>
                    <a:pt x="2436164" y="3293072"/>
                  </a:lnTo>
                  <a:lnTo>
                    <a:pt x="2419832" y="3317290"/>
                  </a:lnTo>
                  <a:lnTo>
                    <a:pt x="2413838" y="3346945"/>
                  </a:lnTo>
                  <a:lnTo>
                    <a:pt x="2413838" y="3791445"/>
                  </a:lnTo>
                  <a:lnTo>
                    <a:pt x="2417064" y="3807472"/>
                  </a:lnTo>
                  <a:lnTo>
                    <a:pt x="2173592" y="3807472"/>
                  </a:lnTo>
                  <a:lnTo>
                    <a:pt x="2158758" y="3810470"/>
                  </a:lnTo>
                  <a:lnTo>
                    <a:pt x="2146655" y="3818636"/>
                  </a:lnTo>
                  <a:lnTo>
                    <a:pt x="2138489" y="3830739"/>
                  </a:lnTo>
                  <a:lnTo>
                    <a:pt x="2135492" y="3845572"/>
                  </a:lnTo>
                  <a:lnTo>
                    <a:pt x="2136140" y="3852557"/>
                  </a:lnTo>
                  <a:lnTo>
                    <a:pt x="2449957" y="4208221"/>
                  </a:lnTo>
                  <a:lnTo>
                    <a:pt x="2476296" y="4220718"/>
                  </a:lnTo>
                  <a:lnTo>
                    <a:pt x="2490762" y="4218660"/>
                  </a:lnTo>
                  <a:lnTo>
                    <a:pt x="2503779" y="4210939"/>
                  </a:lnTo>
                  <a:lnTo>
                    <a:pt x="2505506" y="4209300"/>
                  </a:lnTo>
                  <a:lnTo>
                    <a:pt x="2815348" y="3871315"/>
                  </a:lnTo>
                  <a:lnTo>
                    <a:pt x="2823159" y="3858361"/>
                  </a:lnTo>
                  <a:lnTo>
                    <a:pt x="2825331" y="3843921"/>
                  </a:lnTo>
                  <a:close/>
                </a:path>
                <a:path w="5004434" h="4220845">
                  <a:moveTo>
                    <a:pt x="2825331" y="376809"/>
                  </a:moveTo>
                  <a:lnTo>
                    <a:pt x="2503779" y="9779"/>
                  </a:lnTo>
                  <a:lnTo>
                    <a:pt x="2476296" y="0"/>
                  </a:lnTo>
                  <a:lnTo>
                    <a:pt x="2462123" y="3505"/>
                  </a:lnTo>
                  <a:lnTo>
                    <a:pt x="2145322" y="349605"/>
                  </a:lnTo>
                  <a:lnTo>
                    <a:pt x="2135492" y="375145"/>
                  </a:lnTo>
                  <a:lnTo>
                    <a:pt x="2138489" y="389978"/>
                  </a:lnTo>
                  <a:lnTo>
                    <a:pt x="2146655" y="402094"/>
                  </a:lnTo>
                  <a:lnTo>
                    <a:pt x="2158758" y="410260"/>
                  </a:lnTo>
                  <a:lnTo>
                    <a:pt x="2173592" y="413245"/>
                  </a:lnTo>
                  <a:lnTo>
                    <a:pt x="2417076" y="413245"/>
                  </a:lnTo>
                  <a:lnTo>
                    <a:pt x="2413838" y="429272"/>
                  </a:lnTo>
                  <a:lnTo>
                    <a:pt x="2413838" y="873772"/>
                  </a:lnTo>
                  <a:lnTo>
                    <a:pt x="2419832" y="903439"/>
                  </a:lnTo>
                  <a:lnTo>
                    <a:pt x="2436164" y="927658"/>
                  </a:lnTo>
                  <a:lnTo>
                    <a:pt x="2460383" y="943991"/>
                  </a:lnTo>
                  <a:lnTo>
                    <a:pt x="2490038" y="949972"/>
                  </a:lnTo>
                  <a:lnTo>
                    <a:pt x="2519705" y="943991"/>
                  </a:lnTo>
                  <a:lnTo>
                    <a:pt x="2543924" y="927658"/>
                  </a:lnTo>
                  <a:lnTo>
                    <a:pt x="2560256" y="903439"/>
                  </a:lnTo>
                  <a:lnTo>
                    <a:pt x="2566238" y="873772"/>
                  </a:lnTo>
                  <a:lnTo>
                    <a:pt x="2566238" y="429272"/>
                  </a:lnTo>
                  <a:lnTo>
                    <a:pt x="2562999" y="413245"/>
                  </a:lnTo>
                  <a:lnTo>
                    <a:pt x="2787256" y="413245"/>
                  </a:lnTo>
                  <a:lnTo>
                    <a:pt x="2821914" y="391007"/>
                  </a:lnTo>
                  <a:lnTo>
                    <a:pt x="2825331" y="376809"/>
                  </a:lnTo>
                  <a:close/>
                </a:path>
                <a:path w="5004434" h="4220845">
                  <a:moveTo>
                    <a:pt x="5003952" y="2121255"/>
                  </a:moveTo>
                  <a:lnTo>
                    <a:pt x="4654550" y="1782203"/>
                  </a:lnTo>
                  <a:lnTo>
                    <a:pt x="4627156" y="1772234"/>
                  </a:lnTo>
                  <a:lnTo>
                    <a:pt x="4612945" y="1775637"/>
                  </a:lnTo>
                  <a:lnTo>
                    <a:pt x="4590707" y="1810296"/>
                  </a:lnTo>
                  <a:lnTo>
                    <a:pt x="4590707" y="2034552"/>
                  </a:lnTo>
                  <a:lnTo>
                    <a:pt x="4574679" y="2031314"/>
                  </a:lnTo>
                  <a:lnTo>
                    <a:pt x="4130179" y="2031314"/>
                  </a:lnTo>
                  <a:lnTo>
                    <a:pt x="4100525" y="2037308"/>
                  </a:lnTo>
                  <a:lnTo>
                    <a:pt x="4076306" y="2053628"/>
                  </a:lnTo>
                  <a:lnTo>
                    <a:pt x="4059974" y="2077859"/>
                  </a:lnTo>
                  <a:lnTo>
                    <a:pt x="4053979" y="2107514"/>
                  </a:lnTo>
                  <a:lnTo>
                    <a:pt x="4059974" y="2137168"/>
                  </a:lnTo>
                  <a:lnTo>
                    <a:pt x="4076306" y="2161400"/>
                  </a:lnTo>
                  <a:lnTo>
                    <a:pt x="4100525" y="2177719"/>
                  </a:lnTo>
                  <a:lnTo>
                    <a:pt x="4130179" y="2183714"/>
                  </a:lnTo>
                  <a:lnTo>
                    <a:pt x="4574679" y="2183714"/>
                  </a:lnTo>
                  <a:lnTo>
                    <a:pt x="4590707" y="2180488"/>
                  </a:lnTo>
                  <a:lnTo>
                    <a:pt x="4590707" y="2423960"/>
                  </a:lnTo>
                  <a:lnTo>
                    <a:pt x="4593704" y="2438793"/>
                  </a:lnTo>
                  <a:lnTo>
                    <a:pt x="4601870" y="2450909"/>
                  </a:lnTo>
                  <a:lnTo>
                    <a:pt x="4613973" y="2459075"/>
                  </a:lnTo>
                  <a:lnTo>
                    <a:pt x="4628807" y="2462060"/>
                  </a:lnTo>
                  <a:lnTo>
                    <a:pt x="4635792" y="2461412"/>
                  </a:lnTo>
                  <a:lnTo>
                    <a:pt x="4991455" y="2147595"/>
                  </a:lnTo>
                  <a:lnTo>
                    <a:pt x="5000447" y="2135428"/>
                  </a:lnTo>
                  <a:lnTo>
                    <a:pt x="5003952" y="2121255"/>
                  </a:lnTo>
                  <a:close/>
                </a:path>
              </a:pathLst>
            </a:custGeom>
            <a:solidFill>
              <a:srgbClr val="AFE0D2"/>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42" name="object 42"/>
            <p:cNvSpPr/>
            <p:nvPr/>
          </p:nvSpPr>
          <p:spPr>
            <a:xfrm>
              <a:off x="5473699" y="6070600"/>
              <a:ext cx="2692400" cy="711200"/>
            </a:xfrm>
            <a:custGeom>
              <a:avLst/>
              <a:gdLst/>
              <a:ahLst/>
              <a:cxnLst/>
              <a:rect l="l" t="t" r="r" b="b"/>
              <a:pathLst>
                <a:path w="2692400" h="711200">
                  <a:moveTo>
                    <a:pt x="2336800" y="0"/>
                  </a:moveTo>
                  <a:lnTo>
                    <a:pt x="355600" y="0"/>
                  </a:lnTo>
                  <a:lnTo>
                    <a:pt x="307347" y="3246"/>
                  </a:lnTo>
                  <a:lnTo>
                    <a:pt x="261067" y="12702"/>
                  </a:lnTo>
                  <a:lnTo>
                    <a:pt x="217184" y="27944"/>
                  </a:lnTo>
                  <a:lnTo>
                    <a:pt x="176121" y="48549"/>
                  </a:lnTo>
                  <a:lnTo>
                    <a:pt x="138303" y="74093"/>
                  </a:lnTo>
                  <a:lnTo>
                    <a:pt x="104152" y="104152"/>
                  </a:lnTo>
                  <a:lnTo>
                    <a:pt x="74093" y="138303"/>
                  </a:lnTo>
                  <a:lnTo>
                    <a:pt x="48549" y="176121"/>
                  </a:lnTo>
                  <a:lnTo>
                    <a:pt x="27944" y="217184"/>
                  </a:lnTo>
                  <a:lnTo>
                    <a:pt x="12702" y="261067"/>
                  </a:lnTo>
                  <a:lnTo>
                    <a:pt x="3246" y="307347"/>
                  </a:lnTo>
                  <a:lnTo>
                    <a:pt x="0" y="355600"/>
                  </a:lnTo>
                  <a:lnTo>
                    <a:pt x="3246" y="403852"/>
                  </a:lnTo>
                  <a:lnTo>
                    <a:pt x="12702" y="450132"/>
                  </a:lnTo>
                  <a:lnTo>
                    <a:pt x="27944" y="494015"/>
                  </a:lnTo>
                  <a:lnTo>
                    <a:pt x="48549" y="535078"/>
                  </a:lnTo>
                  <a:lnTo>
                    <a:pt x="74093" y="572896"/>
                  </a:lnTo>
                  <a:lnTo>
                    <a:pt x="104152" y="607047"/>
                  </a:lnTo>
                  <a:lnTo>
                    <a:pt x="138303" y="637106"/>
                  </a:lnTo>
                  <a:lnTo>
                    <a:pt x="176121" y="662650"/>
                  </a:lnTo>
                  <a:lnTo>
                    <a:pt x="217184" y="683255"/>
                  </a:lnTo>
                  <a:lnTo>
                    <a:pt x="261067" y="698497"/>
                  </a:lnTo>
                  <a:lnTo>
                    <a:pt x="307347" y="707953"/>
                  </a:lnTo>
                  <a:lnTo>
                    <a:pt x="355600" y="711200"/>
                  </a:lnTo>
                  <a:lnTo>
                    <a:pt x="2336800" y="711200"/>
                  </a:lnTo>
                  <a:lnTo>
                    <a:pt x="2385052" y="707953"/>
                  </a:lnTo>
                  <a:lnTo>
                    <a:pt x="2431332" y="698497"/>
                  </a:lnTo>
                  <a:lnTo>
                    <a:pt x="2475215" y="683255"/>
                  </a:lnTo>
                  <a:lnTo>
                    <a:pt x="2516278" y="662650"/>
                  </a:lnTo>
                  <a:lnTo>
                    <a:pt x="2554096" y="637106"/>
                  </a:lnTo>
                  <a:lnTo>
                    <a:pt x="2588247" y="607047"/>
                  </a:lnTo>
                  <a:lnTo>
                    <a:pt x="2618306" y="572896"/>
                  </a:lnTo>
                  <a:lnTo>
                    <a:pt x="2643850" y="535078"/>
                  </a:lnTo>
                  <a:lnTo>
                    <a:pt x="2664455" y="494015"/>
                  </a:lnTo>
                  <a:lnTo>
                    <a:pt x="2679697" y="450132"/>
                  </a:lnTo>
                  <a:lnTo>
                    <a:pt x="2689153" y="403852"/>
                  </a:lnTo>
                  <a:lnTo>
                    <a:pt x="2692400" y="355600"/>
                  </a:lnTo>
                  <a:lnTo>
                    <a:pt x="2689153" y="307347"/>
                  </a:lnTo>
                  <a:lnTo>
                    <a:pt x="2679697" y="261067"/>
                  </a:lnTo>
                  <a:lnTo>
                    <a:pt x="2664455" y="217184"/>
                  </a:lnTo>
                  <a:lnTo>
                    <a:pt x="2643850" y="176121"/>
                  </a:lnTo>
                  <a:lnTo>
                    <a:pt x="2618306" y="138303"/>
                  </a:lnTo>
                  <a:lnTo>
                    <a:pt x="2588247" y="104152"/>
                  </a:lnTo>
                  <a:lnTo>
                    <a:pt x="2554096" y="74093"/>
                  </a:lnTo>
                  <a:lnTo>
                    <a:pt x="2516278" y="48549"/>
                  </a:lnTo>
                  <a:lnTo>
                    <a:pt x="2475215" y="27944"/>
                  </a:lnTo>
                  <a:lnTo>
                    <a:pt x="2431332" y="12702"/>
                  </a:lnTo>
                  <a:lnTo>
                    <a:pt x="2385052" y="3246"/>
                  </a:lnTo>
                  <a:lnTo>
                    <a:pt x="2336800" y="0"/>
                  </a:lnTo>
                  <a:close/>
                </a:path>
              </a:pathLst>
            </a:custGeom>
            <a:solidFill>
              <a:srgbClr val="3068EB"/>
            </a:solidFill>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43" name="object 43"/>
            <p:cNvSpPr/>
            <p:nvPr/>
          </p:nvSpPr>
          <p:spPr>
            <a:xfrm>
              <a:off x="5473699" y="6070600"/>
              <a:ext cx="2692400" cy="711200"/>
            </a:xfrm>
            <a:custGeom>
              <a:avLst/>
              <a:gdLst/>
              <a:ahLst/>
              <a:cxnLst/>
              <a:rect l="l" t="t" r="r" b="b"/>
              <a:pathLst>
                <a:path w="2692400" h="711200">
                  <a:moveTo>
                    <a:pt x="355600" y="0"/>
                  </a:moveTo>
                  <a:lnTo>
                    <a:pt x="2336800" y="0"/>
                  </a:lnTo>
                  <a:lnTo>
                    <a:pt x="2385052" y="3246"/>
                  </a:lnTo>
                  <a:lnTo>
                    <a:pt x="2431332" y="12702"/>
                  </a:lnTo>
                  <a:lnTo>
                    <a:pt x="2475215" y="27944"/>
                  </a:lnTo>
                  <a:lnTo>
                    <a:pt x="2516278" y="48549"/>
                  </a:lnTo>
                  <a:lnTo>
                    <a:pt x="2554096" y="74093"/>
                  </a:lnTo>
                  <a:lnTo>
                    <a:pt x="2588247" y="104152"/>
                  </a:lnTo>
                  <a:lnTo>
                    <a:pt x="2618306" y="138303"/>
                  </a:lnTo>
                  <a:lnTo>
                    <a:pt x="2643850" y="176121"/>
                  </a:lnTo>
                  <a:lnTo>
                    <a:pt x="2664455" y="217184"/>
                  </a:lnTo>
                  <a:lnTo>
                    <a:pt x="2679697" y="261067"/>
                  </a:lnTo>
                  <a:lnTo>
                    <a:pt x="2689153" y="307347"/>
                  </a:lnTo>
                  <a:lnTo>
                    <a:pt x="2692400" y="355600"/>
                  </a:lnTo>
                  <a:lnTo>
                    <a:pt x="2689153" y="403852"/>
                  </a:lnTo>
                  <a:lnTo>
                    <a:pt x="2679697" y="450132"/>
                  </a:lnTo>
                  <a:lnTo>
                    <a:pt x="2664455" y="494015"/>
                  </a:lnTo>
                  <a:lnTo>
                    <a:pt x="2643850" y="535078"/>
                  </a:lnTo>
                  <a:lnTo>
                    <a:pt x="2618306" y="572896"/>
                  </a:lnTo>
                  <a:lnTo>
                    <a:pt x="2588247" y="607047"/>
                  </a:lnTo>
                  <a:lnTo>
                    <a:pt x="2554096" y="637106"/>
                  </a:lnTo>
                  <a:lnTo>
                    <a:pt x="2516278" y="662650"/>
                  </a:lnTo>
                  <a:lnTo>
                    <a:pt x="2475215" y="683255"/>
                  </a:lnTo>
                  <a:lnTo>
                    <a:pt x="2431332" y="698497"/>
                  </a:lnTo>
                  <a:lnTo>
                    <a:pt x="2385052" y="707953"/>
                  </a:lnTo>
                  <a:lnTo>
                    <a:pt x="2336800" y="711200"/>
                  </a:lnTo>
                  <a:lnTo>
                    <a:pt x="355600" y="711200"/>
                  </a:lnTo>
                  <a:lnTo>
                    <a:pt x="307347" y="707953"/>
                  </a:lnTo>
                  <a:lnTo>
                    <a:pt x="261067" y="698497"/>
                  </a:lnTo>
                  <a:lnTo>
                    <a:pt x="217184" y="683255"/>
                  </a:lnTo>
                  <a:lnTo>
                    <a:pt x="176121" y="662650"/>
                  </a:lnTo>
                  <a:lnTo>
                    <a:pt x="138303" y="637106"/>
                  </a:lnTo>
                  <a:lnTo>
                    <a:pt x="104152" y="607047"/>
                  </a:lnTo>
                  <a:lnTo>
                    <a:pt x="74093" y="572896"/>
                  </a:lnTo>
                  <a:lnTo>
                    <a:pt x="48549" y="535078"/>
                  </a:lnTo>
                  <a:lnTo>
                    <a:pt x="27944" y="494015"/>
                  </a:lnTo>
                  <a:lnTo>
                    <a:pt x="12702" y="450132"/>
                  </a:lnTo>
                  <a:lnTo>
                    <a:pt x="3246" y="403852"/>
                  </a:lnTo>
                  <a:lnTo>
                    <a:pt x="0" y="355600"/>
                  </a:lnTo>
                  <a:lnTo>
                    <a:pt x="3246" y="307347"/>
                  </a:lnTo>
                  <a:lnTo>
                    <a:pt x="12702" y="261067"/>
                  </a:lnTo>
                  <a:lnTo>
                    <a:pt x="27944" y="217184"/>
                  </a:lnTo>
                  <a:lnTo>
                    <a:pt x="48549" y="176121"/>
                  </a:lnTo>
                  <a:lnTo>
                    <a:pt x="74093" y="138303"/>
                  </a:lnTo>
                  <a:lnTo>
                    <a:pt x="104152" y="104152"/>
                  </a:lnTo>
                  <a:lnTo>
                    <a:pt x="138303" y="74093"/>
                  </a:lnTo>
                  <a:lnTo>
                    <a:pt x="176121" y="48549"/>
                  </a:lnTo>
                  <a:lnTo>
                    <a:pt x="217184" y="27944"/>
                  </a:lnTo>
                  <a:lnTo>
                    <a:pt x="261067" y="12702"/>
                  </a:lnTo>
                  <a:lnTo>
                    <a:pt x="307347" y="3246"/>
                  </a:lnTo>
                  <a:lnTo>
                    <a:pt x="355600" y="0"/>
                  </a:lnTo>
                  <a:close/>
                </a:path>
              </a:pathLst>
            </a:custGeom>
            <a:ln w="38100">
              <a:solidFill>
                <a:srgbClr val="9AC6D5"/>
              </a:solidFill>
            </a:ln>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grpSp>
      <p:sp>
        <p:nvSpPr>
          <p:cNvPr id="44" name="object 44"/>
          <p:cNvSpPr txBox="1"/>
          <p:nvPr/>
        </p:nvSpPr>
        <p:spPr>
          <a:xfrm>
            <a:off x="2331157" y="1100745"/>
            <a:ext cx="2200910" cy="1026795"/>
          </a:xfrm>
          <a:prstGeom prst="rect">
            <a:avLst/>
          </a:prstGeom>
        </p:spPr>
        <p:txBody>
          <a:bodyPr vert="horz" wrap="square" lIns="0" tIns="6350" rIns="0" bIns="0" rtlCol="0">
            <a:spAutoFit/>
          </a:bodyPr>
          <a:lstStyle/>
          <a:p>
            <a:pPr marR="2540" algn="ctr">
              <a:spcBef>
                <a:spcPts val="66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02</a:t>
            </a:r>
            <a:endParaRPr b="1" dirty="0">
              <a:latin typeface="江城圆体 600W" panose="020B0800000000000000" pitchFamily="34" charset="-128"/>
              <a:ea typeface="江城圆体 600W" panose="020B0800000000000000" pitchFamily="34" charset="-128"/>
              <a:cs typeface="PMingLiU" panose="02020500000000000000" charset="-120"/>
            </a:endParaRPr>
          </a:p>
          <a:p>
            <a:pPr algn="ctr">
              <a:lnSpc>
                <a:spcPts val="2080"/>
              </a:lnSpc>
              <a:spcBef>
                <a:spcPts val="990"/>
              </a:spcBef>
            </a:pPr>
            <a:r>
              <a:rPr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自我效能感的4个来源</a:t>
            </a:r>
            <a:endParaRPr b="1" dirty="0">
              <a:latin typeface="江城圆体 600W" panose="020B0800000000000000" pitchFamily="34" charset="-128"/>
              <a:ea typeface="江城圆体 600W" panose="020B0800000000000000" pitchFamily="34" charset="-128"/>
              <a:cs typeface="微软雅黑" panose="020B0503020204020204" charset="-122"/>
            </a:endParaRPr>
          </a:p>
          <a:p>
            <a:pPr algn="ctr">
              <a:lnSpc>
                <a:spcPts val="1180"/>
              </a:lnSpc>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4 Sources of Self-Eﬃcacy</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R="27940" algn="ctr">
              <a:spcBef>
                <a:spcPts val="59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影响个人选择</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5" name="object 45"/>
          <p:cNvSpPr txBox="1"/>
          <p:nvPr/>
        </p:nvSpPr>
        <p:spPr>
          <a:xfrm>
            <a:off x="2836314" y="2959100"/>
            <a:ext cx="1153795" cy="744220"/>
          </a:xfrm>
          <a:prstGeom prst="rect">
            <a:avLst/>
          </a:prstGeom>
        </p:spPr>
        <p:txBody>
          <a:bodyPr vert="horz" wrap="square" lIns="0" tIns="52070" rIns="0" bIns="0" rtlCol="0">
            <a:spAutoFit/>
          </a:bodyPr>
          <a:lstStyle/>
          <a:p>
            <a:pPr marL="50800" marR="2540" indent="-45085">
              <a:lnSpc>
                <a:spcPts val="1800"/>
              </a:lnSpc>
              <a:spcBef>
                <a:spcPts val="41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自我效能感的4个来源</a:t>
            </a:r>
            <a:endParaRPr b="1">
              <a:latin typeface="江城圆体 600W" panose="020B0800000000000000" pitchFamily="34" charset="-128"/>
              <a:ea typeface="江城圆体 600W" panose="020B0800000000000000" pitchFamily="34" charset="-128"/>
              <a:cs typeface="PMingLiU" panose="02020500000000000000" charset="-120"/>
            </a:endParaRPr>
          </a:p>
        </p:txBody>
      </p:sp>
      <p:sp>
        <p:nvSpPr>
          <p:cNvPr id="46" name="object 46"/>
          <p:cNvSpPr txBox="1"/>
          <p:nvPr/>
        </p:nvSpPr>
        <p:spPr>
          <a:xfrm>
            <a:off x="4692650" y="3149600"/>
            <a:ext cx="1130861" cy="668020"/>
          </a:xfrm>
          <a:prstGeom prst="rect">
            <a:avLst/>
          </a:prstGeom>
        </p:spPr>
        <p:txBody>
          <a:bodyPr vert="horz" wrap="square" lIns="0" tIns="6350" rIns="0" bIns="0" rtlCol="0">
            <a:spAutoFit/>
          </a:bodyPr>
          <a:lstStyle/>
          <a:p>
            <a:pPr marL="76835">
              <a:spcBef>
                <a:spcPts val="5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影响个人思维过程</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6350">
              <a:spcBef>
                <a:spcPts val="840"/>
              </a:spcBef>
            </a:pPr>
            <a:endParaRPr lang="en-US" altLang="zh-CN"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endParaRPr>
          </a:p>
          <a:p>
            <a:pPr marL="6350">
              <a:spcBef>
                <a:spcPts val="840"/>
              </a:spcBef>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02 替代性经验</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47" name="object 47"/>
          <p:cNvSpPr txBox="1"/>
          <p:nvPr/>
        </p:nvSpPr>
        <p:spPr>
          <a:xfrm>
            <a:off x="4699000" y="2499360"/>
            <a:ext cx="1397000" cy="326390"/>
          </a:xfrm>
          <a:prstGeom prst="rect">
            <a:avLst/>
          </a:prstGeom>
        </p:spPr>
        <p:txBody>
          <a:bodyPr vert="horz" wrap="square" lIns="0" tIns="6350" rIns="0" bIns="0" rtlCol="0">
            <a:spAutoFit/>
          </a:bodyPr>
          <a:lstStyle/>
          <a:p>
            <a:pPr marL="6350" marR="2540">
              <a:lnSpc>
                <a:spcPct val="116000"/>
              </a:lnSpc>
              <a:spcBef>
                <a:spcPts val="5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有实际成功的体验产生直接成就感</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8" name="object 48"/>
          <p:cNvSpPr txBox="1"/>
          <p:nvPr/>
        </p:nvSpPr>
        <p:spPr>
          <a:xfrm>
            <a:off x="4699000" y="3810000"/>
            <a:ext cx="1473200" cy="439420"/>
          </a:xfrm>
          <a:prstGeom prst="rect">
            <a:avLst/>
          </a:prstGeom>
          <a:solidFill>
            <a:srgbClr val="E9F9FB"/>
          </a:solidFill>
        </p:spPr>
        <p:txBody>
          <a:bodyPr vert="horz" wrap="square" lIns="0" tIns="0" rIns="0" bIns="0" rtlCol="0">
            <a:spAutoFit/>
          </a:bodyPr>
          <a:lstStyle/>
          <a:p>
            <a:pPr marL="6350">
              <a:lnSpc>
                <a:spcPts val="860"/>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Vicarious Experience</a:t>
            </a:r>
            <a:endParaRPr sz="800" dirty="0">
              <a:latin typeface="江城圆体 400W" panose="020B0800000000000000" pitchFamily="34" charset="-128"/>
              <a:ea typeface="江城圆体 400W" panose="020B0800000000000000" pitchFamily="34" charset="-128"/>
              <a:cs typeface="微软雅黑" panose="020B0503020204020204" charset="-122"/>
            </a:endParaRPr>
          </a:p>
          <a:p>
            <a:pPr marL="12700" marR="221615">
              <a:lnSpc>
                <a:spcPct val="116000"/>
              </a:lnSpc>
              <a:spcBef>
                <a:spcPts val="7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观察他人顺利处理问题的行为</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9" name="object 49"/>
          <p:cNvSpPr txBox="1"/>
          <p:nvPr/>
        </p:nvSpPr>
        <p:spPr>
          <a:xfrm>
            <a:off x="685800" y="3810000"/>
            <a:ext cx="1473200" cy="417830"/>
          </a:xfrm>
          <a:prstGeom prst="rect">
            <a:avLst/>
          </a:prstGeom>
          <a:solidFill>
            <a:srgbClr val="E9F9FB"/>
          </a:solidFill>
        </p:spPr>
        <p:txBody>
          <a:bodyPr vert="horz" wrap="square" lIns="0" tIns="0" rIns="0" bIns="0" rtlCol="0">
            <a:spAutoFit/>
          </a:bodyPr>
          <a:lstStyle/>
          <a:p>
            <a:pPr>
              <a:lnSpc>
                <a:spcPts val="760"/>
              </a:lnSpc>
            </a:pPr>
            <a:r>
              <a:rPr lang="zh-CN" altLang="en-US"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Verbal Persuasion</a:t>
            </a:r>
            <a:endParaRPr sz="800" dirty="0">
              <a:latin typeface="江城圆体 400W" panose="020B0800000000000000" pitchFamily="34" charset="-128"/>
              <a:ea typeface="江城圆体 400W" panose="020B0800000000000000" pitchFamily="34" charset="-128"/>
              <a:cs typeface="微软雅黑" panose="020B0503020204020204" charset="-122"/>
            </a:endParaRPr>
          </a:p>
          <a:p>
            <a:pPr marL="31750" marR="339725">
              <a:lnSpc>
                <a:spcPct val="115000"/>
              </a:lnSpc>
              <a:spcBef>
                <a:spcPts val="30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接受他人有说服力的提示言语上的鼓励</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50" name="object 50"/>
          <p:cNvSpPr txBox="1"/>
          <p:nvPr/>
        </p:nvSpPr>
        <p:spPr>
          <a:xfrm>
            <a:off x="679450" y="3143250"/>
            <a:ext cx="1489845" cy="654685"/>
          </a:xfrm>
          <a:prstGeom prst="rect">
            <a:avLst/>
          </a:prstGeom>
        </p:spPr>
        <p:txBody>
          <a:bodyPr vert="horz" wrap="square" lIns="0" tIns="6350" rIns="0" bIns="0" rtlCol="0">
            <a:spAutoFit/>
          </a:bodyPr>
          <a:lstStyle/>
          <a:p>
            <a:pPr marL="603885">
              <a:spcBef>
                <a:spcPts val="5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影响心理反应过程</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6350">
              <a:spcBef>
                <a:spcPts val="790"/>
              </a:spcBef>
            </a:pPr>
            <a:endParaRPr lang="en-US"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endParaRPr>
          </a:p>
          <a:p>
            <a:pPr marL="6350">
              <a:spcBef>
                <a:spcPts val="790"/>
              </a:spcBef>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03 言语劝说</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grpSp>
        <p:nvGrpSpPr>
          <p:cNvPr id="51" name="object 51"/>
          <p:cNvGrpSpPr/>
          <p:nvPr/>
        </p:nvGrpSpPr>
        <p:grpSpPr>
          <a:xfrm>
            <a:off x="1209675" y="1965325"/>
            <a:ext cx="4438650" cy="2508250"/>
            <a:chOff x="2419350" y="3930650"/>
            <a:chExt cx="8877300" cy="5016500"/>
          </a:xfrm>
        </p:grpSpPr>
        <p:sp>
          <p:nvSpPr>
            <p:cNvPr id="52" name="object 52"/>
            <p:cNvSpPr/>
            <p:nvPr/>
          </p:nvSpPr>
          <p:spPr>
            <a:xfrm>
              <a:off x="9385300" y="6248400"/>
              <a:ext cx="1905000" cy="368300"/>
            </a:xfrm>
            <a:custGeom>
              <a:avLst/>
              <a:gdLst/>
              <a:ahLst/>
              <a:cxnLst/>
              <a:rect l="l" t="t" r="r" b="b"/>
              <a:pathLst>
                <a:path w="1905000" h="368300">
                  <a:moveTo>
                    <a:pt x="184150" y="0"/>
                  </a:moveTo>
                  <a:lnTo>
                    <a:pt x="1720850" y="0"/>
                  </a:lnTo>
                  <a:lnTo>
                    <a:pt x="1769804" y="6578"/>
                  </a:lnTo>
                  <a:lnTo>
                    <a:pt x="1813793" y="25141"/>
                  </a:lnTo>
                  <a:lnTo>
                    <a:pt x="1851063" y="53936"/>
                  </a:lnTo>
                  <a:lnTo>
                    <a:pt x="1879858" y="91205"/>
                  </a:lnTo>
                  <a:lnTo>
                    <a:pt x="1898421" y="135195"/>
                  </a:lnTo>
                  <a:lnTo>
                    <a:pt x="1905000" y="184150"/>
                  </a:lnTo>
                  <a:lnTo>
                    <a:pt x="1898421" y="233104"/>
                  </a:lnTo>
                  <a:lnTo>
                    <a:pt x="1879858" y="277094"/>
                  </a:lnTo>
                  <a:lnTo>
                    <a:pt x="1851063" y="314363"/>
                  </a:lnTo>
                  <a:lnTo>
                    <a:pt x="1813793" y="343158"/>
                  </a:lnTo>
                  <a:lnTo>
                    <a:pt x="1769804" y="361721"/>
                  </a:lnTo>
                  <a:lnTo>
                    <a:pt x="1720850" y="368300"/>
                  </a:lnTo>
                  <a:lnTo>
                    <a:pt x="184150" y="368300"/>
                  </a:lnTo>
                  <a:lnTo>
                    <a:pt x="135195" y="361721"/>
                  </a:lnTo>
                  <a:lnTo>
                    <a:pt x="91205" y="343158"/>
                  </a:lnTo>
                  <a:lnTo>
                    <a:pt x="53936" y="314363"/>
                  </a:lnTo>
                  <a:lnTo>
                    <a:pt x="25141" y="277094"/>
                  </a:lnTo>
                  <a:lnTo>
                    <a:pt x="6578" y="233104"/>
                  </a:lnTo>
                  <a:lnTo>
                    <a:pt x="0" y="184150"/>
                  </a:lnTo>
                  <a:lnTo>
                    <a:pt x="6578" y="135195"/>
                  </a:lnTo>
                  <a:lnTo>
                    <a:pt x="25141" y="91205"/>
                  </a:lnTo>
                  <a:lnTo>
                    <a:pt x="53936" y="53936"/>
                  </a:lnTo>
                  <a:lnTo>
                    <a:pt x="91205" y="25141"/>
                  </a:lnTo>
                  <a:lnTo>
                    <a:pt x="135195" y="6578"/>
                  </a:lnTo>
                  <a:lnTo>
                    <a:pt x="184150" y="0"/>
                  </a:lnTo>
                  <a:close/>
                </a:path>
              </a:pathLst>
            </a:custGeom>
            <a:ln w="12700">
              <a:solidFill>
                <a:srgbClr val="3068EB"/>
              </a:solidFill>
              <a:prstDash val="dash"/>
            </a:ln>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53" name="object 53"/>
            <p:cNvSpPr/>
            <p:nvPr/>
          </p:nvSpPr>
          <p:spPr>
            <a:xfrm>
              <a:off x="2425700" y="6248400"/>
              <a:ext cx="1905000" cy="368300"/>
            </a:xfrm>
            <a:custGeom>
              <a:avLst/>
              <a:gdLst/>
              <a:ahLst/>
              <a:cxnLst/>
              <a:rect l="l" t="t" r="r" b="b"/>
              <a:pathLst>
                <a:path w="1905000" h="368300">
                  <a:moveTo>
                    <a:pt x="184150" y="0"/>
                  </a:moveTo>
                  <a:lnTo>
                    <a:pt x="1720850" y="0"/>
                  </a:lnTo>
                  <a:lnTo>
                    <a:pt x="1769804" y="6578"/>
                  </a:lnTo>
                  <a:lnTo>
                    <a:pt x="1813793" y="25141"/>
                  </a:lnTo>
                  <a:lnTo>
                    <a:pt x="1851063" y="53936"/>
                  </a:lnTo>
                  <a:lnTo>
                    <a:pt x="1879858" y="91205"/>
                  </a:lnTo>
                  <a:lnTo>
                    <a:pt x="1898421" y="135195"/>
                  </a:lnTo>
                  <a:lnTo>
                    <a:pt x="1905000" y="184150"/>
                  </a:lnTo>
                  <a:lnTo>
                    <a:pt x="1898421" y="233104"/>
                  </a:lnTo>
                  <a:lnTo>
                    <a:pt x="1879858" y="277094"/>
                  </a:lnTo>
                  <a:lnTo>
                    <a:pt x="1851063" y="314363"/>
                  </a:lnTo>
                  <a:lnTo>
                    <a:pt x="1813793" y="343158"/>
                  </a:lnTo>
                  <a:lnTo>
                    <a:pt x="1769804" y="361721"/>
                  </a:lnTo>
                  <a:lnTo>
                    <a:pt x="1720850" y="368300"/>
                  </a:lnTo>
                  <a:lnTo>
                    <a:pt x="184150" y="368300"/>
                  </a:lnTo>
                  <a:lnTo>
                    <a:pt x="135195" y="361721"/>
                  </a:lnTo>
                  <a:lnTo>
                    <a:pt x="91205" y="343158"/>
                  </a:lnTo>
                  <a:lnTo>
                    <a:pt x="53936" y="314363"/>
                  </a:lnTo>
                  <a:lnTo>
                    <a:pt x="25141" y="277094"/>
                  </a:lnTo>
                  <a:lnTo>
                    <a:pt x="6578" y="233104"/>
                  </a:lnTo>
                  <a:lnTo>
                    <a:pt x="0" y="184150"/>
                  </a:lnTo>
                  <a:lnTo>
                    <a:pt x="6578" y="135195"/>
                  </a:lnTo>
                  <a:lnTo>
                    <a:pt x="25141" y="91205"/>
                  </a:lnTo>
                  <a:lnTo>
                    <a:pt x="53936" y="53936"/>
                  </a:lnTo>
                  <a:lnTo>
                    <a:pt x="91205" y="25141"/>
                  </a:lnTo>
                  <a:lnTo>
                    <a:pt x="135195" y="6578"/>
                  </a:lnTo>
                  <a:lnTo>
                    <a:pt x="184150" y="0"/>
                  </a:lnTo>
                  <a:close/>
                </a:path>
              </a:pathLst>
            </a:custGeom>
            <a:ln w="12700">
              <a:solidFill>
                <a:srgbClr val="3068EB"/>
              </a:solidFill>
              <a:prstDash val="dash"/>
            </a:ln>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54" name="object 54"/>
            <p:cNvSpPr/>
            <p:nvPr/>
          </p:nvSpPr>
          <p:spPr>
            <a:xfrm>
              <a:off x="5778500" y="8572500"/>
              <a:ext cx="2044700" cy="368300"/>
            </a:xfrm>
            <a:custGeom>
              <a:avLst/>
              <a:gdLst/>
              <a:ahLst/>
              <a:cxnLst/>
              <a:rect l="l" t="t" r="r" b="b"/>
              <a:pathLst>
                <a:path w="2044700" h="368300">
                  <a:moveTo>
                    <a:pt x="184150" y="0"/>
                  </a:moveTo>
                  <a:lnTo>
                    <a:pt x="1860550" y="0"/>
                  </a:lnTo>
                  <a:lnTo>
                    <a:pt x="1909504" y="6578"/>
                  </a:lnTo>
                  <a:lnTo>
                    <a:pt x="1953493" y="25141"/>
                  </a:lnTo>
                  <a:lnTo>
                    <a:pt x="1990763" y="53936"/>
                  </a:lnTo>
                  <a:lnTo>
                    <a:pt x="2019558" y="91205"/>
                  </a:lnTo>
                  <a:lnTo>
                    <a:pt x="2038121" y="135195"/>
                  </a:lnTo>
                  <a:lnTo>
                    <a:pt x="2044700" y="184150"/>
                  </a:lnTo>
                  <a:lnTo>
                    <a:pt x="2038121" y="233104"/>
                  </a:lnTo>
                  <a:lnTo>
                    <a:pt x="2019558" y="277094"/>
                  </a:lnTo>
                  <a:lnTo>
                    <a:pt x="1990763" y="314363"/>
                  </a:lnTo>
                  <a:lnTo>
                    <a:pt x="1953493" y="343158"/>
                  </a:lnTo>
                  <a:lnTo>
                    <a:pt x="1909504" y="361721"/>
                  </a:lnTo>
                  <a:lnTo>
                    <a:pt x="1860550" y="368300"/>
                  </a:lnTo>
                  <a:lnTo>
                    <a:pt x="184150" y="368300"/>
                  </a:lnTo>
                  <a:lnTo>
                    <a:pt x="135195" y="361721"/>
                  </a:lnTo>
                  <a:lnTo>
                    <a:pt x="91205" y="343158"/>
                  </a:lnTo>
                  <a:lnTo>
                    <a:pt x="53936" y="314363"/>
                  </a:lnTo>
                  <a:lnTo>
                    <a:pt x="25141" y="277094"/>
                  </a:lnTo>
                  <a:lnTo>
                    <a:pt x="6578" y="233104"/>
                  </a:lnTo>
                  <a:lnTo>
                    <a:pt x="0" y="184150"/>
                  </a:lnTo>
                  <a:lnTo>
                    <a:pt x="6578" y="135195"/>
                  </a:lnTo>
                  <a:lnTo>
                    <a:pt x="25141" y="91205"/>
                  </a:lnTo>
                  <a:lnTo>
                    <a:pt x="53936" y="53936"/>
                  </a:lnTo>
                  <a:lnTo>
                    <a:pt x="91205" y="25141"/>
                  </a:lnTo>
                  <a:lnTo>
                    <a:pt x="135195" y="6578"/>
                  </a:lnTo>
                  <a:lnTo>
                    <a:pt x="184150" y="0"/>
                  </a:lnTo>
                  <a:close/>
                </a:path>
              </a:pathLst>
            </a:custGeom>
            <a:ln w="12700">
              <a:solidFill>
                <a:srgbClr val="3068EB"/>
              </a:solidFill>
              <a:prstDash val="dash"/>
            </a:ln>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sp>
          <p:nvSpPr>
            <p:cNvPr id="55" name="object 55"/>
            <p:cNvSpPr/>
            <p:nvPr/>
          </p:nvSpPr>
          <p:spPr>
            <a:xfrm>
              <a:off x="5816600" y="3937000"/>
              <a:ext cx="2044700" cy="368300"/>
            </a:xfrm>
            <a:custGeom>
              <a:avLst/>
              <a:gdLst/>
              <a:ahLst/>
              <a:cxnLst/>
              <a:rect l="l" t="t" r="r" b="b"/>
              <a:pathLst>
                <a:path w="2044700" h="368300">
                  <a:moveTo>
                    <a:pt x="184150" y="0"/>
                  </a:moveTo>
                  <a:lnTo>
                    <a:pt x="1860550" y="0"/>
                  </a:lnTo>
                  <a:lnTo>
                    <a:pt x="1909504" y="6578"/>
                  </a:lnTo>
                  <a:lnTo>
                    <a:pt x="1953493" y="25141"/>
                  </a:lnTo>
                  <a:lnTo>
                    <a:pt x="1990763" y="53936"/>
                  </a:lnTo>
                  <a:lnTo>
                    <a:pt x="2019558" y="91205"/>
                  </a:lnTo>
                  <a:lnTo>
                    <a:pt x="2038121" y="135195"/>
                  </a:lnTo>
                  <a:lnTo>
                    <a:pt x="2044700" y="184150"/>
                  </a:lnTo>
                  <a:lnTo>
                    <a:pt x="2038121" y="233104"/>
                  </a:lnTo>
                  <a:lnTo>
                    <a:pt x="2019558" y="277094"/>
                  </a:lnTo>
                  <a:lnTo>
                    <a:pt x="1990763" y="314363"/>
                  </a:lnTo>
                  <a:lnTo>
                    <a:pt x="1953493" y="343158"/>
                  </a:lnTo>
                  <a:lnTo>
                    <a:pt x="1909504" y="361721"/>
                  </a:lnTo>
                  <a:lnTo>
                    <a:pt x="1860550" y="368300"/>
                  </a:lnTo>
                  <a:lnTo>
                    <a:pt x="184150" y="368300"/>
                  </a:lnTo>
                  <a:lnTo>
                    <a:pt x="135195" y="361721"/>
                  </a:lnTo>
                  <a:lnTo>
                    <a:pt x="91205" y="343158"/>
                  </a:lnTo>
                  <a:lnTo>
                    <a:pt x="53936" y="314363"/>
                  </a:lnTo>
                  <a:lnTo>
                    <a:pt x="25141" y="277094"/>
                  </a:lnTo>
                  <a:lnTo>
                    <a:pt x="6578" y="233104"/>
                  </a:lnTo>
                  <a:lnTo>
                    <a:pt x="0" y="184150"/>
                  </a:lnTo>
                  <a:lnTo>
                    <a:pt x="6578" y="135195"/>
                  </a:lnTo>
                  <a:lnTo>
                    <a:pt x="25141" y="91205"/>
                  </a:lnTo>
                  <a:lnTo>
                    <a:pt x="53936" y="53936"/>
                  </a:lnTo>
                  <a:lnTo>
                    <a:pt x="91205" y="25141"/>
                  </a:lnTo>
                  <a:lnTo>
                    <a:pt x="135195" y="6578"/>
                  </a:lnTo>
                  <a:lnTo>
                    <a:pt x="184150" y="0"/>
                  </a:lnTo>
                  <a:close/>
                </a:path>
              </a:pathLst>
            </a:custGeom>
            <a:ln w="12700">
              <a:solidFill>
                <a:srgbClr val="3068EB"/>
              </a:solidFill>
              <a:prstDash val="dash"/>
            </a:ln>
          </p:spPr>
          <p:txBody>
            <a:bodyPr wrap="square" lIns="0" tIns="0" rIns="0" bIns="0" rtlCol="0"/>
            <a:lstStyle/>
            <a:p>
              <a:endParaRPr sz="900" b="1">
                <a:latin typeface="江城圆体 600W" panose="020B0800000000000000" pitchFamily="34" charset="-128"/>
                <a:ea typeface="江城圆体 600W" panose="020B0800000000000000" pitchFamily="34" charset="-128"/>
              </a:endParaRPr>
            </a:p>
          </p:txBody>
        </p:sp>
      </p:grpSp>
      <p:sp>
        <p:nvSpPr>
          <p:cNvPr id="56" name="object 56"/>
          <p:cNvSpPr txBox="1"/>
          <p:nvPr/>
        </p:nvSpPr>
        <p:spPr>
          <a:xfrm>
            <a:off x="679450" y="4283589"/>
            <a:ext cx="5504815" cy="4104005"/>
          </a:xfrm>
          <a:prstGeom prst="rect">
            <a:avLst/>
          </a:prstGeom>
        </p:spPr>
        <p:txBody>
          <a:bodyPr vert="horz" wrap="square" lIns="0" tIns="34290" rIns="0" bIns="0" rtlCol="0">
            <a:spAutoFit/>
          </a:bodyPr>
          <a:lstStyle/>
          <a:p>
            <a:pPr marR="52705" algn="ctr">
              <a:spcBef>
                <a:spcPts val="27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影响个人的行为动机</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3810">
              <a:spcBef>
                <a:spcPts val="290"/>
              </a:spcBef>
              <a:buSzPct val="95000"/>
              <a:tabLst>
                <a:tab pos="215265" algn="l"/>
              </a:tabLst>
            </a:pPr>
            <a:r>
              <a:rPr lang="en-US" altLang="zh-CN" sz="1050" b="1"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1</a:t>
            </a:r>
            <a:r>
              <a:rPr lang="zh-CN" altLang="en-US" sz="1050" b="1"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a:t>
            </a:r>
            <a:r>
              <a:rPr sz="1050" b="1" dirty="0" err="1">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直接经验</a:t>
            </a:r>
            <a:endParaRPr sz="1050" b="1"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5080" algn="just">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如行为成败经验,来自个人的亲身体验,对自我效能影响力度最大。成功的经验可提高个体的自我效能感,失败的经验则会降低个体的自我效能感,而不断的成功与失败会使人建立起或高或低的稳固的自我效能感,使之不会因一时的挫折而降低,也不因一时的成功而提高,而且还会泛化到类似的情景中去。</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30"/>
              </a:spcBef>
            </a:pPr>
            <a:endParaRPr sz="1225" dirty="0">
              <a:latin typeface="Alibaba PuHuiTi" panose="00020600040101010101" pitchFamily="18" charset="-122"/>
              <a:ea typeface="Alibaba PuHuiTi" panose="00020600040101010101" pitchFamily="18" charset="-122"/>
              <a:cs typeface="Alibaba PuHuiTi" panose="00020600040101010101" pitchFamily="18" charset="-122"/>
            </a:endParaRPr>
          </a:p>
          <a:p>
            <a:pPr marL="3810">
              <a:buSzPct val="95000"/>
              <a:tabLst>
                <a:tab pos="215265" algn="l"/>
              </a:tabLst>
            </a:pPr>
            <a:r>
              <a:rPr lang="en-US" altLang="zh-CN" sz="1050" b="1"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2</a:t>
            </a:r>
            <a:r>
              <a:rPr lang="zh-CN" altLang="en-US" sz="1050" b="1"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a:t>
            </a:r>
            <a:r>
              <a:rPr sz="1050" b="1" dirty="0" err="1">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替代经验</a:t>
            </a:r>
            <a:endParaRPr sz="1050" b="1"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这是人们通过观察他人的行为而获得的间接经验。人类的许多效能信息都是从替代性经验中获得的。一个学生看到某个和自己水平差不多的学生完成了某项操作,会认为自己也能完成同样的操作,从而增强自我效能感。反之,目睹同伴的失败,又会降低其自我效能感,觉得自己也可能失败。</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30"/>
              </a:spcBef>
            </a:pPr>
            <a:endParaRPr sz="1225" dirty="0">
              <a:latin typeface="Alibaba PuHuiTi" panose="00020600040101010101" pitchFamily="18" charset="-122"/>
              <a:ea typeface="Alibaba PuHuiTi" panose="00020600040101010101" pitchFamily="18" charset="-122"/>
              <a:cs typeface="Alibaba PuHuiTi" panose="00020600040101010101" pitchFamily="18" charset="-122"/>
            </a:endParaRPr>
          </a:p>
          <a:p>
            <a:pPr marL="3810">
              <a:buSzPct val="95000"/>
              <a:tabLst>
                <a:tab pos="215265" algn="l"/>
              </a:tabLst>
            </a:pPr>
            <a:r>
              <a:rPr lang="en-US" altLang="zh-CN" sz="1050" b="1"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3</a:t>
            </a:r>
            <a:r>
              <a:rPr lang="zh-CN" altLang="en-US" sz="1050" b="1"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a:t>
            </a:r>
            <a:r>
              <a:rPr sz="1050" b="1" dirty="0" err="1">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言语劝说</a:t>
            </a:r>
            <a:endParaRPr sz="1050" b="1"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5080" algn="just">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重要的他人(如教师、领导、专家等)的言语鼓励、说服、积极期望等，有助于提升个体的自我效能感，使其在遇到困难时有可能付出更大的努力。值得注意的是，鼓励与期望应该与个体的实际状况相符，不切实际的期望往往会导致个体在失败后产生更低的自我效能感。</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30"/>
              </a:spcBef>
            </a:pPr>
            <a:endParaRPr sz="1225" dirty="0">
              <a:latin typeface="Alibaba PuHuiTi" panose="00020600040101010101" pitchFamily="18" charset="-122"/>
              <a:ea typeface="Alibaba PuHuiTi" panose="00020600040101010101" pitchFamily="18" charset="-122"/>
              <a:cs typeface="Alibaba PuHuiTi" panose="00020600040101010101" pitchFamily="18" charset="-122"/>
            </a:endParaRPr>
          </a:p>
          <a:p>
            <a:pPr marL="3810">
              <a:buSzPct val="95000"/>
              <a:tabLst>
                <a:tab pos="215265" algn="l"/>
              </a:tabLst>
            </a:pPr>
            <a:r>
              <a:rPr lang="en-US" altLang="zh-CN" sz="1050" b="1"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4</a:t>
            </a:r>
            <a:r>
              <a:rPr lang="zh-CN" altLang="en-US" sz="1050" b="1"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a:t>
            </a:r>
            <a:r>
              <a:rPr sz="1050" b="1" dirty="0" err="1">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身心状态等其他因素</a:t>
            </a:r>
            <a:endParaRPr sz="1050" b="1"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5080" algn="just">
              <a:lnSpc>
                <a:spcPct val="11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心理状态是影响自我效能的重要因素之一。研究表明，在充满紧张、危险的场合或负荷较大的情况下，情绪易于唤起。而高度的情绪唤起和紧张的生理状态会降低实际表现水平，产生无能感，从而降低自我效能感。</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pic>
        <p:nvPicPr>
          <p:cNvPr id="57" name="object 57"/>
          <p:cNvPicPr/>
          <p:nvPr/>
        </p:nvPicPr>
        <p:blipFill>
          <a:blip r:embed="rId3" cstate="print"/>
          <a:stretch>
            <a:fillRect/>
          </a:stretch>
        </p:blipFill>
        <p:spPr>
          <a:xfrm>
            <a:off x="3189837" y="8851900"/>
            <a:ext cx="486698" cy="292100"/>
          </a:xfrm>
          <a:prstGeom prst="rect">
            <a:avLst/>
          </a:prstGeom>
        </p:spPr>
      </p:pic>
      <p:sp>
        <p:nvSpPr>
          <p:cNvPr id="58"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232150" y="1054100"/>
            <a:ext cx="387033" cy="386715"/>
          </a:xfrm>
          <a:custGeom>
            <a:avLst/>
            <a:gdLst/>
            <a:ahLst/>
            <a:cxnLst/>
            <a:rect l="l" t="t" r="r" b="b"/>
            <a:pathLst>
              <a:path w="774065" h="773430">
                <a:moveTo>
                  <a:pt x="766838" y="714578"/>
                </a:moveTo>
                <a:lnTo>
                  <a:pt x="584610" y="714578"/>
                </a:lnTo>
                <a:lnTo>
                  <a:pt x="613492" y="715674"/>
                </a:lnTo>
                <a:lnTo>
                  <a:pt x="656308" y="733671"/>
                </a:lnTo>
                <a:lnTo>
                  <a:pt x="703243" y="756683"/>
                </a:lnTo>
                <a:lnTo>
                  <a:pt x="744482" y="772827"/>
                </a:lnTo>
                <a:lnTo>
                  <a:pt x="770209" y="770216"/>
                </a:lnTo>
                <a:lnTo>
                  <a:pt x="773628" y="741229"/>
                </a:lnTo>
                <a:lnTo>
                  <a:pt x="766838" y="714578"/>
                </a:lnTo>
                <a:close/>
              </a:path>
              <a:path w="774065" h="773430">
                <a:moveTo>
                  <a:pt x="433411" y="3000"/>
                </a:moveTo>
                <a:lnTo>
                  <a:pt x="336798" y="3000"/>
                </a:lnTo>
                <a:lnTo>
                  <a:pt x="290282" y="11761"/>
                </a:lnTo>
                <a:lnTo>
                  <a:pt x="245917" y="25921"/>
                </a:lnTo>
                <a:lnTo>
                  <a:pt x="204065" y="45120"/>
                </a:lnTo>
                <a:lnTo>
                  <a:pt x="165086" y="68997"/>
                </a:lnTo>
                <a:lnTo>
                  <a:pt x="129341" y="97190"/>
                </a:lnTo>
                <a:lnTo>
                  <a:pt x="97191" y="129340"/>
                </a:lnTo>
                <a:lnTo>
                  <a:pt x="68998" y="165084"/>
                </a:lnTo>
                <a:lnTo>
                  <a:pt x="45121" y="204063"/>
                </a:lnTo>
                <a:lnTo>
                  <a:pt x="25921" y="245915"/>
                </a:lnTo>
                <a:lnTo>
                  <a:pt x="11761" y="290279"/>
                </a:lnTo>
                <a:lnTo>
                  <a:pt x="3000" y="336795"/>
                </a:lnTo>
                <a:lnTo>
                  <a:pt x="0" y="385102"/>
                </a:lnTo>
                <a:lnTo>
                  <a:pt x="3000" y="433411"/>
                </a:lnTo>
                <a:lnTo>
                  <a:pt x="11761" y="479929"/>
                </a:lnTo>
                <a:lnTo>
                  <a:pt x="25921" y="524295"/>
                </a:lnTo>
                <a:lnTo>
                  <a:pt x="45121" y="566149"/>
                </a:lnTo>
                <a:lnTo>
                  <a:pt x="68998" y="605129"/>
                </a:lnTo>
                <a:lnTo>
                  <a:pt x="97191" y="640874"/>
                </a:lnTo>
                <a:lnTo>
                  <a:pt x="129341" y="673024"/>
                </a:lnTo>
                <a:lnTo>
                  <a:pt x="165086" y="701218"/>
                </a:lnTo>
                <a:lnTo>
                  <a:pt x="204065" y="725095"/>
                </a:lnTo>
                <a:lnTo>
                  <a:pt x="245917" y="744295"/>
                </a:lnTo>
                <a:lnTo>
                  <a:pt x="290282" y="758455"/>
                </a:lnTo>
                <a:lnTo>
                  <a:pt x="336798" y="767216"/>
                </a:lnTo>
                <a:lnTo>
                  <a:pt x="385104" y="770216"/>
                </a:lnTo>
                <a:lnTo>
                  <a:pt x="438906" y="766488"/>
                </a:lnTo>
                <a:lnTo>
                  <a:pt x="490425" y="755637"/>
                </a:lnTo>
                <a:lnTo>
                  <a:pt x="539160" y="738166"/>
                </a:lnTo>
                <a:lnTo>
                  <a:pt x="584610" y="714578"/>
                </a:lnTo>
                <a:lnTo>
                  <a:pt x="766838" y="714578"/>
                </a:lnTo>
                <a:lnTo>
                  <a:pt x="761491" y="693589"/>
                </a:lnTo>
                <a:lnTo>
                  <a:pt x="743535" y="639260"/>
                </a:lnTo>
                <a:lnTo>
                  <a:pt x="729499" y="590203"/>
                </a:lnTo>
                <a:lnTo>
                  <a:pt x="729122" y="558380"/>
                </a:lnTo>
                <a:lnTo>
                  <a:pt x="746630" y="518099"/>
                </a:lnTo>
                <a:lnTo>
                  <a:pt x="759521" y="475584"/>
                </a:lnTo>
                <a:lnTo>
                  <a:pt x="767485" y="431148"/>
                </a:lnTo>
                <a:lnTo>
                  <a:pt x="770209" y="385102"/>
                </a:lnTo>
                <a:lnTo>
                  <a:pt x="767208" y="336795"/>
                </a:lnTo>
                <a:lnTo>
                  <a:pt x="758447" y="290279"/>
                </a:lnTo>
                <a:lnTo>
                  <a:pt x="744287" y="245915"/>
                </a:lnTo>
                <a:lnTo>
                  <a:pt x="725088" y="204063"/>
                </a:lnTo>
                <a:lnTo>
                  <a:pt x="701211" y="165084"/>
                </a:lnTo>
                <a:lnTo>
                  <a:pt x="673017" y="129340"/>
                </a:lnTo>
                <a:lnTo>
                  <a:pt x="640867" y="97190"/>
                </a:lnTo>
                <a:lnTo>
                  <a:pt x="605122" y="68997"/>
                </a:lnTo>
                <a:lnTo>
                  <a:pt x="566144" y="45120"/>
                </a:lnTo>
                <a:lnTo>
                  <a:pt x="524291" y="25921"/>
                </a:lnTo>
                <a:lnTo>
                  <a:pt x="479927" y="11761"/>
                </a:lnTo>
                <a:lnTo>
                  <a:pt x="433411" y="3000"/>
                </a:lnTo>
                <a:close/>
              </a:path>
              <a:path w="774065" h="773430">
                <a:moveTo>
                  <a:pt x="385104" y="0"/>
                </a:moveTo>
                <a:lnTo>
                  <a:pt x="336798" y="3000"/>
                </a:lnTo>
                <a:lnTo>
                  <a:pt x="433411" y="3000"/>
                </a:lnTo>
                <a:lnTo>
                  <a:pt x="385104"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 name="object 3"/>
          <p:cNvSpPr txBox="1"/>
          <p:nvPr/>
        </p:nvSpPr>
        <p:spPr>
          <a:xfrm>
            <a:off x="1939290" y="1117912"/>
            <a:ext cx="2979420" cy="1094740"/>
          </a:xfrm>
          <a:prstGeom prst="rect">
            <a:avLst/>
          </a:prstGeom>
        </p:spPr>
        <p:txBody>
          <a:bodyPr vert="horz" wrap="square" lIns="0" tIns="6350" rIns="0" bIns="0" rtlCol="0">
            <a:spAutoFit/>
          </a:bodyPr>
          <a:lstStyle/>
          <a:p>
            <a:pPr algn="ctr">
              <a:spcBef>
                <a:spcPts val="66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03</a:t>
            </a:r>
            <a:endParaRPr b="1" dirty="0">
              <a:latin typeface="江城圆体 600W" panose="020B0800000000000000" pitchFamily="34" charset="-128"/>
              <a:ea typeface="江城圆体 600W" panose="020B0800000000000000" pitchFamily="34" charset="-128"/>
              <a:cs typeface="PMingLiU" panose="02020500000000000000" charset="-120"/>
            </a:endParaRPr>
          </a:p>
          <a:p>
            <a:pPr algn="ctr">
              <a:lnSpc>
                <a:spcPts val="2080"/>
              </a:lnSpc>
              <a:spcBef>
                <a:spcPts val="990"/>
              </a:spcBef>
            </a:pPr>
            <a:r>
              <a:rPr b="1" dirty="0">
                <a:solidFill>
                  <a:srgbClr val="212121"/>
                </a:solidFill>
                <a:latin typeface="江城圆体 600W" panose="020B0800000000000000" pitchFamily="34" charset="-128"/>
                <a:ea typeface="江城圆体 600W" panose="020B0800000000000000" pitchFamily="34" charset="-128"/>
                <a:cs typeface="Microsoft JhengHei"/>
              </a:rPr>
              <a:t>自信的循环：把一件小事做好</a:t>
            </a:r>
            <a:endParaRPr b="1" dirty="0">
              <a:latin typeface="江城圆体 600W" panose="020B0800000000000000" pitchFamily="34" charset="-128"/>
              <a:ea typeface="江城圆体 600W" panose="020B0800000000000000" pitchFamily="34" charset="-128"/>
              <a:cs typeface="Microsoft JhengHei"/>
            </a:endParaRPr>
          </a:p>
          <a:p>
            <a:pPr marL="6350" algn="ctr">
              <a:lnSpc>
                <a:spcPts val="1180"/>
              </a:lnSpc>
            </a:pPr>
            <a:r>
              <a:rPr sz="1050" b="1" dirty="0">
                <a:solidFill>
                  <a:srgbClr val="212121"/>
                </a:solidFill>
                <a:latin typeface="江城圆体 600W" panose="020B0800000000000000" pitchFamily="34" charset="-128"/>
                <a:ea typeface="江城圆体 600W" panose="020B0800000000000000" pitchFamily="34" charset="-128"/>
                <a:cs typeface="Microsoft JhengHei"/>
              </a:rPr>
              <a:t>The Cycle of Confidence</a:t>
            </a:r>
            <a:endParaRPr sz="1050" b="1" dirty="0">
              <a:latin typeface="江城圆体 600W" panose="020B0800000000000000" pitchFamily="34" charset="-128"/>
              <a:ea typeface="江城圆体 600W" panose="020B0800000000000000" pitchFamily="34" charset="-128"/>
              <a:cs typeface="Microsoft JhengHei"/>
            </a:endParaRPr>
          </a:p>
        </p:txBody>
      </p:sp>
      <p:grpSp>
        <p:nvGrpSpPr>
          <p:cNvPr id="4" name="object 4"/>
          <p:cNvGrpSpPr/>
          <p:nvPr/>
        </p:nvGrpSpPr>
        <p:grpSpPr>
          <a:xfrm>
            <a:off x="679450" y="1974850"/>
            <a:ext cx="5486400" cy="1803400"/>
            <a:chOff x="1358900" y="3949700"/>
            <a:chExt cx="10972800" cy="3606800"/>
          </a:xfrm>
        </p:grpSpPr>
        <p:sp>
          <p:nvSpPr>
            <p:cNvPr id="5" name="object 5"/>
            <p:cNvSpPr/>
            <p:nvPr/>
          </p:nvSpPr>
          <p:spPr>
            <a:xfrm>
              <a:off x="1358900" y="3949700"/>
              <a:ext cx="3416300" cy="1358900"/>
            </a:xfrm>
            <a:custGeom>
              <a:avLst/>
              <a:gdLst/>
              <a:ahLst/>
              <a:cxnLst/>
              <a:rect l="l" t="t" r="r" b="b"/>
              <a:pathLst>
                <a:path w="3416300" h="1358900">
                  <a:moveTo>
                    <a:pt x="3416300" y="0"/>
                  </a:moveTo>
                  <a:lnTo>
                    <a:pt x="0" y="0"/>
                  </a:lnTo>
                  <a:lnTo>
                    <a:pt x="0" y="1358900"/>
                  </a:lnTo>
                  <a:lnTo>
                    <a:pt x="3416300" y="1358900"/>
                  </a:lnTo>
                  <a:lnTo>
                    <a:pt x="3416300" y="0"/>
                  </a:lnTo>
                  <a:close/>
                </a:path>
              </a:pathLst>
            </a:custGeom>
            <a:solidFill>
              <a:srgbClr val="FCF0F2"/>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 name="object 6"/>
            <p:cNvSpPr/>
            <p:nvPr/>
          </p:nvSpPr>
          <p:spPr>
            <a:xfrm>
              <a:off x="6858001" y="4254500"/>
              <a:ext cx="1651000" cy="2133600"/>
            </a:xfrm>
            <a:custGeom>
              <a:avLst/>
              <a:gdLst/>
              <a:ahLst/>
              <a:cxnLst/>
              <a:rect l="l" t="t" r="r" b="b"/>
              <a:pathLst>
                <a:path w="1651000" h="2133600">
                  <a:moveTo>
                    <a:pt x="0" y="0"/>
                  </a:moveTo>
                  <a:lnTo>
                    <a:pt x="48388" y="3583"/>
                  </a:lnTo>
                  <a:lnTo>
                    <a:pt x="95344" y="11695"/>
                  </a:lnTo>
                  <a:lnTo>
                    <a:pt x="140632" y="24219"/>
                  </a:lnTo>
                  <a:lnTo>
                    <a:pt x="184020" y="40921"/>
                  </a:lnTo>
                  <a:lnTo>
                    <a:pt x="225275" y="61568"/>
                  </a:lnTo>
                  <a:lnTo>
                    <a:pt x="264165" y="85928"/>
                  </a:lnTo>
                  <a:lnTo>
                    <a:pt x="300455" y="113767"/>
                  </a:lnTo>
                  <a:lnTo>
                    <a:pt x="333915" y="144853"/>
                  </a:lnTo>
                  <a:lnTo>
                    <a:pt x="364309" y="178952"/>
                  </a:lnTo>
                  <a:lnTo>
                    <a:pt x="391407" y="215832"/>
                  </a:lnTo>
                  <a:lnTo>
                    <a:pt x="414975" y="255261"/>
                  </a:lnTo>
                  <a:lnTo>
                    <a:pt x="434780" y="297004"/>
                  </a:lnTo>
                  <a:lnTo>
                    <a:pt x="450589" y="340830"/>
                  </a:lnTo>
                  <a:lnTo>
                    <a:pt x="462169" y="386505"/>
                  </a:lnTo>
                  <a:lnTo>
                    <a:pt x="469288" y="433797"/>
                  </a:lnTo>
                  <a:lnTo>
                    <a:pt x="471713" y="482473"/>
                  </a:lnTo>
                  <a:lnTo>
                    <a:pt x="469288" y="531148"/>
                  </a:lnTo>
                  <a:lnTo>
                    <a:pt x="462169" y="578440"/>
                  </a:lnTo>
                  <a:lnTo>
                    <a:pt x="450589" y="624115"/>
                  </a:lnTo>
                  <a:lnTo>
                    <a:pt x="434780" y="667942"/>
                  </a:lnTo>
                  <a:lnTo>
                    <a:pt x="414975" y="709688"/>
                  </a:lnTo>
                  <a:lnTo>
                    <a:pt x="391407" y="749119"/>
                  </a:lnTo>
                  <a:lnTo>
                    <a:pt x="364310" y="786003"/>
                  </a:lnTo>
                  <a:lnTo>
                    <a:pt x="333915" y="820107"/>
                  </a:lnTo>
                  <a:lnTo>
                    <a:pt x="300456" y="851199"/>
                  </a:lnTo>
                  <a:lnTo>
                    <a:pt x="264165" y="879045"/>
                  </a:lnTo>
                  <a:lnTo>
                    <a:pt x="225276" y="903414"/>
                  </a:lnTo>
                  <a:lnTo>
                    <a:pt x="184020" y="924072"/>
                  </a:lnTo>
                  <a:lnTo>
                    <a:pt x="140633" y="940787"/>
                  </a:lnTo>
                  <a:lnTo>
                    <a:pt x="95344" y="953326"/>
                  </a:lnTo>
                  <a:lnTo>
                    <a:pt x="48389" y="961457"/>
                  </a:lnTo>
                  <a:lnTo>
                    <a:pt x="0" y="964946"/>
                  </a:lnTo>
                  <a:lnTo>
                    <a:pt x="49000" y="966668"/>
                  </a:lnTo>
                  <a:lnTo>
                    <a:pt x="97071" y="971760"/>
                  </a:lnTo>
                  <a:lnTo>
                    <a:pt x="144095" y="980103"/>
                  </a:lnTo>
                  <a:lnTo>
                    <a:pt x="189958" y="991583"/>
                  </a:lnTo>
                  <a:lnTo>
                    <a:pt x="234542" y="1006082"/>
                  </a:lnTo>
                  <a:lnTo>
                    <a:pt x="277732" y="1023486"/>
                  </a:lnTo>
                  <a:lnTo>
                    <a:pt x="319412" y="1043677"/>
                  </a:lnTo>
                  <a:lnTo>
                    <a:pt x="359465" y="1066540"/>
                  </a:lnTo>
                  <a:lnTo>
                    <a:pt x="397776" y="1091958"/>
                  </a:lnTo>
                  <a:lnTo>
                    <a:pt x="434227" y="1119816"/>
                  </a:lnTo>
                  <a:lnTo>
                    <a:pt x="468704" y="1149998"/>
                  </a:lnTo>
                  <a:lnTo>
                    <a:pt x="501090" y="1182386"/>
                  </a:lnTo>
                  <a:lnTo>
                    <a:pt x="531269" y="1216866"/>
                  </a:lnTo>
                  <a:lnTo>
                    <a:pt x="559125" y="1253320"/>
                  </a:lnTo>
                  <a:lnTo>
                    <a:pt x="584542" y="1291634"/>
                  </a:lnTo>
                  <a:lnTo>
                    <a:pt x="607403" y="1331690"/>
                  </a:lnTo>
                  <a:lnTo>
                    <a:pt x="627593" y="1373373"/>
                  </a:lnTo>
                  <a:lnTo>
                    <a:pt x="644995" y="1416566"/>
                  </a:lnTo>
                  <a:lnTo>
                    <a:pt x="659493" y="1461154"/>
                  </a:lnTo>
                  <a:lnTo>
                    <a:pt x="670972" y="1507020"/>
                  </a:lnTo>
                  <a:lnTo>
                    <a:pt x="679315" y="1554049"/>
                  </a:lnTo>
                  <a:lnTo>
                    <a:pt x="684406" y="1602123"/>
                  </a:lnTo>
                  <a:lnTo>
                    <a:pt x="686128" y="1651128"/>
                  </a:lnTo>
                  <a:lnTo>
                    <a:pt x="688337" y="1697593"/>
                  </a:lnTo>
                  <a:lnTo>
                    <a:pt x="694827" y="1742808"/>
                  </a:lnTo>
                  <a:lnTo>
                    <a:pt x="705398" y="1786572"/>
                  </a:lnTo>
                  <a:lnTo>
                    <a:pt x="719846" y="1828682"/>
                  </a:lnTo>
                  <a:lnTo>
                    <a:pt x="737970" y="1868936"/>
                  </a:lnTo>
                  <a:lnTo>
                    <a:pt x="759568" y="1907131"/>
                  </a:lnTo>
                  <a:lnTo>
                    <a:pt x="784436" y="1943065"/>
                  </a:lnTo>
                  <a:lnTo>
                    <a:pt x="812374" y="1976537"/>
                  </a:lnTo>
                  <a:lnTo>
                    <a:pt x="843179" y="2007344"/>
                  </a:lnTo>
                  <a:lnTo>
                    <a:pt x="876648" y="2035284"/>
                  </a:lnTo>
                  <a:lnTo>
                    <a:pt x="912580" y="2060155"/>
                  </a:lnTo>
                  <a:lnTo>
                    <a:pt x="950772" y="2081754"/>
                  </a:lnTo>
                  <a:lnTo>
                    <a:pt x="991023" y="2099879"/>
                  </a:lnTo>
                  <a:lnTo>
                    <a:pt x="1033129" y="2114328"/>
                  </a:lnTo>
                  <a:lnTo>
                    <a:pt x="1076890" y="2124900"/>
                  </a:lnTo>
                  <a:lnTo>
                    <a:pt x="1122102" y="2131391"/>
                  </a:lnTo>
                  <a:lnTo>
                    <a:pt x="1168563" y="2133600"/>
                  </a:lnTo>
                  <a:lnTo>
                    <a:pt x="1215025" y="2131391"/>
                  </a:lnTo>
                  <a:lnTo>
                    <a:pt x="1260237" y="2124900"/>
                  </a:lnTo>
                  <a:lnTo>
                    <a:pt x="1303997" y="2114328"/>
                  </a:lnTo>
                  <a:lnTo>
                    <a:pt x="1346104" y="2099879"/>
                  </a:lnTo>
                  <a:lnTo>
                    <a:pt x="1386355" y="2081754"/>
                  </a:lnTo>
                  <a:lnTo>
                    <a:pt x="1424547" y="2060155"/>
                  </a:lnTo>
                  <a:lnTo>
                    <a:pt x="1460479" y="2035284"/>
                  </a:lnTo>
                  <a:lnTo>
                    <a:pt x="1493948" y="2007344"/>
                  </a:lnTo>
                  <a:lnTo>
                    <a:pt x="1524753" y="1976537"/>
                  </a:lnTo>
                  <a:lnTo>
                    <a:pt x="1552690" y="1943065"/>
                  </a:lnTo>
                  <a:lnTo>
                    <a:pt x="1577559" y="1907131"/>
                  </a:lnTo>
                  <a:lnTo>
                    <a:pt x="1599156" y="1868936"/>
                  </a:lnTo>
                  <a:lnTo>
                    <a:pt x="1617280" y="1828682"/>
                  </a:lnTo>
                  <a:lnTo>
                    <a:pt x="1631729" y="1786572"/>
                  </a:lnTo>
                  <a:lnTo>
                    <a:pt x="1642299" y="1742808"/>
                  </a:lnTo>
                  <a:lnTo>
                    <a:pt x="1648790" y="1697593"/>
                  </a:lnTo>
                  <a:lnTo>
                    <a:pt x="1650998" y="1651128"/>
                  </a:lnTo>
                  <a:lnTo>
                    <a:pt x="1650777" y="1623823"/>
                  </a:lnTo>
                  <a:lnTo>
                    <a:pt x="1649312" y="1575816"/>
                  </a:lnTo>
                  <a:lnTo>
                    <a:pt x="1646489" y="1528163"/>
                  </a:lnTo>
                  <a:lnTo>
                    <a:pt x="1642329" y="1480882"/>
                  </a:lnTo>
                  <a:lnTo>
                    <a:pt x="1636850" y="1433991"/>
                  </a:lnTo>
                  <a:lnTo>
                    <a:pt x="1630070" y="1387510"/>
                  </a:lnTo>
                  <a:lnTo>
                    <a:pt x="1622009" y="1341457"/>
                  </a:lnTo>
                  <a:lnTo>
                    <a:pt x="1612684" y="1295851"/>
                  </a:lnTo>
                  <a:lnTo>
                    <a:pt x="1602116" y="1250712"/>
                  </a:lnTo>
                  <a:lnTo>
                    <a:pt x="1590323" y="1206056"/>
                  </a:lnTo>
                  <a:lnTo>
                    <a:pt x="1577323" y="1161905"/>
                  </a:lnTo>
                  <a:lnTo>
                    <a:pt x="1563136" y="1118275"/>
                  </a:lnTo>
                  <a:lnTo>
                    <a:pt x="1547779" y="1075187"/>
                  </a:lnTo>
                  <a:lnTo>
                    <a:pt x="1531273" y="1032658"/>
                  </a:lnTo>
                  <a:lnTo>
                    <a:pt x="1513635" y="990708"/>
                  </a:lnTo>
                  <a:lnTo>
                    <a:pt x="1494885" y="949355"/>
                  </a:lnTo>
                  <a:lnTo>
                    <a:pt x="1475041" y="908618"/>
                  </a:lnTo>
                  <a:lnTo>
                    <a:pt x="1454122" y="868517"/>
                  </a:lnTo>
                  <a:lnTo>
                    <a:pt x="1432146" y="829068"/>
                  </a:lnTo>
                  <a:lnTo>
                    <a:pt x="1409134" y="790293"/>
                  </a:lnTo>
                  <a:lnTo>
                    <a:pt x="1385102" y="752209"/>
                  </a:lnTo>
                  <a:lnTo>
                    <a:pt x="1360071" y="714834"/>
                  </a:lnTo>
                  <a:lnTo>
                    <a:pt x="1334059" y="678189"/>
                  </a:lnTo>
                  <a:lnTo>
                    <a:pt x="1307085" y="642291"/>
                  </a:lnTo>
                  <a:lnTo>
                    <a:pt x="1279166" y="607160"/>
                  </a:lnTo>
                  <a:lnTo>
                    <a:pt x="1250324" y="572813"/>
                  </a:lnTo>
                  <a:lnTo>
                    <a:pt x="1220575" y="539271"/>
                  </a:lnTo>
                  <a:lnTo>
                    <a:pt x="1189939" y="506551"/>
                  </a:lnTo>
                  <a:lnTo>
                    <a:pt x="1158435" y="474673"/>
                  </a:lnTo>
                  <a:lnTo>
                    <a:pt x="1126081" y="443655"/>
                  </a:lnTo>
                  <a:lnTo>
                    <a:pt x="1092896" y="413517"/>
                  </a:lnTo>
                  <a:lnTo>
                    <a:pt x="1058899" y="384276"/>
                  </a:lnTo>
                  <a:lnTo>
                    <a:pt x="1024109" y="355952"/>
                  </a:lnTo>
                  <a:lnTo>
                    <a:pt x="988545" y="328563"/>
                  </a:lnTo>
                  <a:lnTo>
                    <a:pt x="952225" y="302129"/>
                  </a:lnTo>
                  <a:lnTo>
                    <a:pt x="915167" y="276667"/>
                  </a:lnTo>
                  <a:lnTo>
                    <a:pt x="877392" y="252197"/>
                  </a:lnTo>
                  <a:lnTo>
                    <a:pt x="838918" y="228738"/>
                  </a:lnTo>
                  <a:lnTo>
                    <a:pt x="799762" y="206308"/>
                  </a:lnTo>
                  <a:lnTo>
                    <a:pt x="759945" y="184926"/>
                  </a:lnTo>
                  <a:lnTo>
                    <a:pt x="719485" y="164612"/>
                  </a:lnTo>
                  <a:lnTo>
                    <a:pt x="678401" y="145382"/>
                  </a:lnTo>
                  <a:lnTo>
                    <a:pt x="636711" y="127258"/>
                  </a:lnTo>
                  <a:lnTo>
                    <a:pt x="594435" y="110256"/>
                  </a:lnTo>
                  <a:lnTo>
                    <a:pt x="551591" y="94397"/>
                  </a:lnTo>
                  <a:lnTo>
                    <a:pt x="508197" y="79698"/>
                  </a:lnTo>
                  <a:lnTo>
                    <a:pt x="464273" y="66179"/>
                  </a:lnTo>
                  <a:lnTo>
                    <a:pt x="419838" y="53859"/>
                  </a:lnTo>
                  <a:lnTo>
                    <a:pt x="374910" y="42755"/>
                  </a:lnTo>
                  <a:lnTo>
                    <a:pt x="329508" y="32888"/>
                  </a:lnTo>
                  <a:lnTo>
                    <a:pt x="283651" y="24275"/>
                  </a:lnTo>
                  <a:lnTo>
                    <a:pt x="237357" y="16936"/>
                  </a:lnTo>
                  <a:lnTo>
                    <a:pt x="190646" y="10889"/>
                  </a:lnTo>
                  <a:lnTo>
                    <a:pt x="143535" y="6153"/>
                  </a:lnTo>
                  <a:lnTo>
                    <a:pt x="96045" y="2747"/>
                  </a:lnTo>
                  <a:lnTo>
                    <a:pt x="48194" y="689"/>
                  </a:lnTo>
                  <a:lnTo>
                    <a:pt x="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 name="object 7"/>
            <p:cNvSpPr/>
            <p:nvPr/>
          </p:nvSpPr>
          <p:spPr>
            <a:xfrm>
              <a:off x="6375400" y="5905500"/>
              <a:ext cx="2133600" cy="1651000"/>
            </a:xfrm>
            <a:custGeom>
              <a:avLst/>
              <a:gdLst/>
              <a:ahLst/>
              <a:cxnLst/>
              <a:rect l="l" t="t" r="r" b="b"/>
              <a:pathLst>
                <a:path w="2133600" h="1651000">
                  <a:moveTo>
                    <a:pt x="1168655" y="1"/>
                  </a:moveTo>
                  <a:lnTo>
                    <a:pt x="1166932" y="49001"/>
                  </a:lnTo>
                  <a:lnTo>
                    <a:pt x="1161841" y="97072"/>
                  </a:lnTo>
                  <a:lnTo>
                    <a:pt x="1153497" y="144097"/>
                  </a:lnTo>
                  <a:lnTo>
                    <a:pt x="1142018" y="189959"/>
                  </a:lnTo>
                  <a:lnTo>
                    <a:pt x="1127518" y="234544"/>
                  </a:lnTo>
                  <a:lnTo>
                    <a:pt x="1110114" y="277734"/>
                  </a:lnTo>
                  <a:lnTo>
                    <a:pt x="1089923" y="319413"/>
                  </a:lnTo>
                  <a:lnTo>
                    <a:pt x="1067060" y="359466"/>
                  </a:lnTo>
                  <a:lnTo>
                    <a:pt x="1041641" y="397777"/>
                  </a:lnTo>
                  <a:lnTo>
                    <a:pt x="1013783" y="434229"/>
                  </a:lnTo>
                  <a:lnTo>
                    <a:pt x="983602" y="468706"/>
                  </a:lnTo>
                  <a:lnTo>
                    <a:pt x="951214" y="501092"/>
                  </a:lnTo>
                  <a:lnTo>
                    <a:pt x="916734" y="531271"/>
                  </a:lnTo>
                  <a:lnTo>
                    <a:pt x="880279" y="559126"/>
                  </a:lnTo>
                  <a:lnTo>
                    <a:pt x="841966" y="584543"/>
                  </a:lnTo>
                  <a:lnTo>
                    <a:pt x="801909" y="607404"/>
                  </a:lnTo>
                  <a:lnTo>
                    <a:pt x="760226" y="627594"/>
                  </a:lnTo>
                  <a:lnTo>
                    <a:pt x="717033" y="644996"/>
                  </a:lnTo>
                  <a:lnTo>
                    <a:pt x="672445" y="659495"/>
                  </a:lnTo>
                  <a:lnTo>
                    <a:pt x="626579" y="670973"/>
                  </a:lnTo>
                  <a:lnTo>
                    <a:pt x="579550" y="679316"/>
                  </a:lnTo>
                  <a:lnTo>
                    <a:pt x="531476" y="684407"/>
                  </a:lnTo>
                  <a:lnTo>
                    <a:pt x="482471" y="686130"/>
                  </a:lnTo>
                  <a:lnTo>
                    <a:pt x="436006" y="688338"/>
                  </a:lnTo>
                  <a:lnTo>
                    <a:pt x="390791" y="694829"/>
                  </a:lnTo>
                  <a:lnTo>
                    <a:pt x="347027" y="705399"/>
                  </a:lnTo>
                  <a:lnTo>
                    <a:pt x="304917" y="719848"/>
                  </a:lnTo>
                  <a:lnTo>
                    <a:pt x="264663" y="737972"/>
                  </a:lnTo>
                  <a:lnTo>
                    <a:pt x="226468" y="759569"/>
                  </a:lnTo>
                  <a:lnTo>
                    <a:pt x="190534" y="784438"/>
                  </a:lnTo>
                  <a:lnTo>
                    <a:pt x="157062" y="812375"/>
                  </a:lnTo>
                  <a:lnTo>
                    <a:pt x="126255" y="843180"/>
                  </a:lnTo>
                  <a:lnTo>
                    <a:pt x="98315" y="876649"/>
                  </a:lnTo>
                  <a:lnTo>
                    <a:pt x="73444" y="912581"/>
                  </a:lnTo>
                  <a:lnTo>
                    <a:pt x="51845" y="950773"/>
                  </a:lnTo>
                  <a:lnTo>
                    <a:pt x="33720" y="991024"/>
                  </a:lnTo>
                  <a:lnTo>
                    <a:pt x="19271" y="1033130"/>
                  </a:lnTo>
                  <a:lnTo>
                    <a:pt x="8699" y="1076891"/>
                  </a:lnTo>
                  <a:lnTo>
                    <a:pt x="2208" y="1122103"/>
                  </a:lnTo>
                  <a:lnTo>
                    <a:pt x="0" y="1168565"/>
                  </a:lnTo>
                  <a:lnTo>
                    <a:pt x="2208" y="1215026"/>
                  </a:lnTo>
                  <a:lnTo>
                    <a:pt x="8699" y="1260238"/>
                  </a:lnTo>
                  <a:lnTo>
                    <a:pt x="19271" y="1303999"/>
                  </a:lnTo>
                  <a:lnTo>
                    <a:pt x="33720" y="1346105"/>
                  </a:lnTo>
                  <a:lnTo>
                    <a:pt x="51845" y="1386356"/>
                  </a:lnTo>
                  <a:lnTo>
                    <a:pt x="73444" y="1424548"/>
                  </a:lnTo>
                  <a:lnTo>
                    <a:pt x="98315" y="1460480"/>
                  </a:lnTo>
                  <a:lnTo>
                    <a:pt x="126255" y="1493949"/>
                  </a:lnTo>
                  <a:lnTo>
                    <a:pt x="157062" y="1524754"/>
                  </a:lnTo>
                  <a:lnTo>
                    <a:pt x="190534" y="1552692"/>
                  </a:lnTo>
                  <a:lnTo>
                    <a:pt x="226468" y="1577560"/>
                  </a:lnTo>
                  <a:lnTo>
                    <a:pt x="264663" y="1599158"/>
                  </a:lnTo>
                  <a:lnTo>
                    <a:pt x="304917" y="1617282"/>
                  </a:lnTo>
                  <a:lnTo>
                    <a:pt x="347027" y="1631730"/>
                  </a:lnTo>
                  <a:lnTo>
                    <a:pt x="390791" y="1642300"/>
                  </a:lnTo>
                  <a:lnTo>
                    <a:pt x="436006" y="1648791"/>
                  </a:lnTo>
                  <a:lnTo>
                    <a:pt x="482471" y="1651000"/>
                  </a:lnTo>
                  <a:lnTo>
                    <a:pt x="509776" y="1650779"/>
                  </a:lnTo>
                  <a:lnTo>
                    <a:pt x="557783" y="1649313"/>
                  </a:lnTo>
                  <a:lnTo>
                    <a:pt x="605436" y="1646491"/>
                  </a:lnTo>
                  <a:lnTo>
                    <a:pt x="652717" y="1642330"/>
                  </a:lnTo>
                  <a:lnTo>
                    <a:pt x="699608" y="1636851"/>
                  </a:lnTo>
                  <a:lnTo>
                    <a:pt x="746089" y="1630071"/>
                  </a:lnTo>
                  <a:lnTo>
                    <a:pt x="792141" y="1622010"/>
                  </a:lnTo>
                  <a:lnTo>
                    <a:pt x="837747" y="1612686"/>
                  </a:lnTo>
                  <a:lnTo>
                    <a:pt x="882887" y="1602118"/>
                  </a:lnTo>
                  <a:lnTo>
                    <a:pt x="927542" y="1590324"/>
                  </a:lnTo>
                  <a:lnTo>
                    <a:pt x="971693" y="1577324"/>
                  </a:lnTo>
                  <a:lnTo>
                    <a:pt x="1015323" y="1563137"/>
                  </a:lnTo>
                  <a:lnTo>
                    <a:pt x="1058411" y="1547781"/>
                  </a:lnTo>
                  <a:lnTo>
                    <a:pt x="1100940" y="1531274"/>
                  </a:lnTo>
                  <a:lnTo>
                    <a:pt x="1142890" y="1513636"/>
                  </a:lnTo>
                  <a:lnTo>
                    <a:pt x="1184243" y="1494886"/>
                  </a:lnTo>
                  <a:lnTo>
                    <a:pt x="1224980" y="1475042"/>
                  </a:lnTo>
                  <a:lnTo>
                    <a:pt x="1265081" y="1454123"/>
                  </a:lnTo>
                  <a:lnTo>
                    <a:pt x="1304529" y="1432148"/>
                  </a:lnTo>
                  <a:lnTo>
                    <a:pt x="1343305" y="1409135"/>
                  </a:lnTo>
                  <a:lnTo>
                    <a:pt x="1381389" y="1385104"/>
                  </a:lnTo>
                  <a:lnTo>
                    <a:pt x="1418764" y="1360073"/>
                  </a:lnTo>
                  <a:lnTo>
                    <a:pt x="1455409" y="1334060"/>
                  </a:lnTo>
                  <a:lnTo>
                    <a:pt x="1491307" y="1307086"/>
                  </a:lnTo>
                  <a:lnTo>
                    <a:pt x="1526438" y="1279168"/>
                  </a:lnTo>
                  <a:lnTo>
                    <a:pt x="1560785" y="1250325"/>
                  </a:lnTo>
                  <a:lnTo>
                    <a:pt x="1594327" y="1220576"/>
                  </a:lnTo>
                  <a:lnTo>
                    <a:pt x="1627047" y="1189940"/>
                  </a:lnTo>
                  <a:lnTo>
                    <a:pt x="1658925" y="1158436"/>
                  </a:lnTo>
                  <a:lnTo>
                    <a:pt x="1689943" y="1126082"/>
                  </a:lnTo>
                  <a:lnTo>
                    <a:pt x="1720081" y="1092897"/>
                  </a:lnTo>
                  <a:lnTo>
                    <a:pt x="1749322" y="1058901"/>
                  </a:lnTo>
                  <a:lnTo>
                    <a:pt x="1777646" y="1024111"/>
                  </a:lnTo>
                  <a:lnTo>
                    <a:pt x="1805035" y="988546"/>
                  </a:lnTo>
                  <a:lnTo>
                    <a:pt x="1831470" y="952226"/>
                  </a:lnTo>
                  <a:lnTo>
                    <a:pt x="1856931" y="915169"/>
                  </a:lnTo>
                  <a:lnTo>
                    <a:pt x="1881401" y="877393"/>
                  </a:lnTo>
                  <a:lnTo>
                    <a:pt x="1904860" y="838919"/>
                  </a:lnTo>
                  <a:lnTo>
                    <a:pt x="1927290" y="799764"/>
                  </a:lnTo>
                  <a:lnTo>
                    <a:pt x="1948672" y="759947"/>
                  </a:lnTo>
                  <a:lnTo>
                    <a:pt x="1968987" y="719487"/>
                  </a:lnTo>
                  <a:lnTo>
                    <a:pt x="1988216" y="678402"/>
                  </a:lnTo>
                  <a:lnTo>
                    <a:pt x="2006341" y="636712"/>
                  </a:lnTo>
                  <a:lnTo>
                    <a:pt x="2023342" y="594436"/>
                  </a:lnTo>
                  <a:lnTo>
                    <a:pt x="2039202" y="551592"/>
                  </a:lnTo>
                  <a:lnTo>
                    <a:pt x="2053900" y="508198"/>
                  </a:lnTo>
                  <a:lnTo>
                    <a:pt x="2065130" y="471714"/>
                  </a:lnTo>
                  <a:lnTo>
                    <a:pt x="1651128" y="471714"/>
                  </a:lnTo>
                  <a:lnTo>
                    <a:pt x="1602452" y="469290"/>
                  </a:lnTo>
                  <a:lnTo>
                    <a:pt x="1555160" y="462171"/>
                  </a:lnTo>
                  <a:lnTo>
                    <a:pt x="1509484" y="450590"/>
                  </a:lnTo>
                  <a:lnTo>
                    <a:pt x="1465657" y="434781"/>
                  </a:lnTo>
                  <a:lnTo>
                    <a:pt x="1423912" y="414976"/>
                  </a:lnTo>
                  <a:lnTo>
                    <a:pt x="1384481" y="391408"/>
                  </a:lnTo>
                  <a:lnTo>
                    <a:pt x="1347597" y="364311"/>
                  </a:lnTo>
                  <a:lnTo>
                    <a:pt x="1313493" y="333916"/>
                  </a:lnTo>
                  <a:lnTo>
                    <a:pt x="1282401" y="300457"/>
                  </a:lnTo>
                  <a:lnTo>
                    <a:pt x="1254555" y="264166"/>
                  </a:lnTo>
                  <a:lnTo>
                    <a:pt x="1230186" y="225276"/>
                  </a:lnTo>
                  <a:lnTo>
                    <a:pt x="1209528" y="184021"/>
                  </a:lnTo>
                  <a:lnTo>
                    <a:pt x="1192813" y="140633"/>
                  </a:lnTo>
                  <a:lnTo>
                    <a:pt x="1180274" y="95345"/>
                  </a:lnTo>
                  <a:lnTo>
                    <a:pt x="1172250" y="49001"/>
                  </a:lnTo>
                  <a:lnTo>
                    <a:pt x="1172130" y="48195"/>
                  </a:lnTo>
                  <a:lnTo>
                    <a:pt x="1168655" y="1"/>
                  </a:lnTo>
                  <a:close/>
                </a:path>
                <a:path w="2133600" h="1651000">
                  <a:moveTo>
                    <a:pt x="2133483" y="0"/>
                  </a:moveTo>
                  <a:lnTo>
                    <a:pt x="2130028" y="48195"/>
                  </a:lnTo>
                  <a:lnTo>
                    <a:pt x="2121902" y="95346"/>
                  </a:lnTo>
                  <a:lnTo>
                    <a:pt x="2109378" y="140634"/>
                  </a:lnTo>
                  <a:lnTo>
                    <a:pt x="2092677" y="184022"/>
                  </a:lnTo>
                  <a:lnTo>
                    <a:pt x="2072030" y="225277"/>
                  </a:lnTo>
                  <a:lnTo>
                    <a:pt x="2047671" y="264166"/>
                  </a:lnTo>
                  <a:lnTo>
                    <a:pt x="2019832" y="300457"/>
                  </a:lnTo>
                  <a:lnTo>
                    <a:pt x="1988747" y="333916"/>
                  </a:lnTo>
                  <a:lnTo>
                    <a:pt x="1954647" y="364311"/>
                  </a:lnTo>
                  <a:lnTo>
                    <a:pt x="1917767" y="391409"/>
                  </a:lnTo>
                  <a:lnTo>
                    <a:pt x="1878339" y="414976"/>
                  </a:lnTo>
                  <a:lnTo>
                    <a:pt x="1836596" y="434781"/>
                  </a:lnTo>
                  <a:lnTo>
                    <a:pt x="1792770" y="450590"/>
                  </a:lnTo>
                  <a:lnTo>
                    <a:pt x="1747095" y="462171"/>
                  </a:lnTo>
                  <a:lnTo>
                    <a:pt x="1699803" y="469290"/>
                  </a:lnTo>
                  <a:lnTo>
                    <a:pt x="1651128" y="471714"/>
                  </a:lnTo>
                  <a:lnTo>
                    <a:pt x="2065130" y="471714"/>
                  </a:lnTo>
                  <a:lnTo>
                    <a:pt x="2079740" y="419839"/>
                  </a:lnTo>
                  <a:lnTo>
                    <a:pt x="2090844" y="374911"/>
                  </a:lnTo>
                  <a:lnTo>
                    <a:pt x="2100711" y="329509"/>
                  </a:lnTo>
                  <a:lnTo>
                    <a:pt x="2109324" y="283652"/>
                  </a:lnTo>
                  <a:lnTo>
                    <a:pt x="2116663" y="237358"/>
                  </a:lnTo>
                  <a:lnTo>
                    <a:pt x="2122710" y="190647"/>
                  </a:lnTo>
                  <a:lnTo>
                    <a:pt x="2127446" y="143537"/>
                  </a:lnTo>
                  <a:lnTo>
                    <a:pt x="2130779" y="97072"/>
                  </a:lnTo>
                  <a:lnTo>
                    <a:pt x="2132910" y="48195"/>
                  </a:lnTo>
                  <a:lnTo>
                    <a:pt x="2133600" y="1"/>
                  </a:lnTo>
                  <a:close/>
                </a:path>
              </a:pathLst>
            </a:custGeom>
            <a:solidFill>
              <a:srgbClr val="3068E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 name="object 8"/>
            <p:cNvSpPr/>
            <p:nvPr/>
          </p:nvSpPr>
          <p:spPr>
            <a:xfrm>
              <a:off x="5207000" y="5422900"/>
              <a:ext cx="1651000" cy="2133600"/>
            </a:xfrm>
            <a:custGeom>
              <a:avLst/>
              <a:gdLst/>
              <a:ahLst/>
              <a:cxnLst/>
              <a:rect l="l" t="t" r="r" b="b"/>
              <a:pathLst>
                <a:path w="1651000" h="2133600">
                  <a:moveTo>
                    <a:pt x="482434" y="0"/>
                  </a:moveTo>
                  <a:lnTo>
                    <a:pt x="435973" y="2208"/>
                  </a:lnTo>
                  <a:lnTo>
                    <a:pt x="390761" y="8699"/>
                  </a:lnTo>
                  <a:lnTo>
                    <a:pt x="347000" y="19271"/>
                  </a:lnTo>
                  <a:lnTo>
                    <a:pt x="304894" y="33720"/>
                  </a:lnTo>
                  <a:lnTo>
                    <a:pt x="264643" y="51845"/>
                  </a:lnTo>
                  <a:lnTo>
                    <a:pt x="226451" y="73444"/>
                  </a:lnTo>
                  <a:lnTo>
                    <a:pt x="190519" y="98315"/>
                  </a:lnTo>
                  <a:lnTo>
                    <a:pt x="157050" y="126255"/>
                  </a:lnTo>
                  <a:lnTo>
                    <a:pt x="126245" y="157062"/>
                  </a:lnTo>
                  <a:lnTo>
                    <a:pt x="98307" y="190534"/>
                  </a:lnTo>
                  <a:lnTo>
                    <a:pt x="73439" y="226468"/>
                  </a:lnTo>
                  <a:lnTo>
                    <a:pt x="51841" y="264663"/>
                  </a:lnTo>
                  <a:lnTo>
                    <a:pt x="33717" y="304917"/>
                  </a:lnTo>
                  <a:lnTo>
                    <a:pt x="19269" y="347027"/>
                  </a:lnTo>
                  <a:lnTo>
                    <a:pt x="8699" y="390791"/>
                  </a:lnTo>
                  <a:lnTo>
                    <a:pt x="2208" y="436006"/>
                  </a:lnTo>
                  <a:lnTo>
                    <a:pt x="0" y="482471"/>
                  </a:lnTo>
                  <a:lnTo>
                    <a:pt x="220" y="509776"/>
                  </a:lnTo>
                  <a:lnTo>
                    <a:pt x="1686" y="557783"/>
                  </a:lnTo>
                  <a:lnTo>
                    <a:pt x="4508" y="605436"/>
                  </a:lnTo>
                  <a:lnTo>
                    <a:pt x="8669" y="652717"/>
                  </a:lnTo>
                  <a:lnTo>
                    <a:pt x="14148" y="699608"/>
                  </a:lnTo>
                  <a:lnTo>
                    <a:pt x="20928" y="746089"/>
                  </a:lnTo>
                  <a:lnTo>
                    <a:pt x="28989" y="792141"/>
                  </a:lnTo>
                  <a:lnTo>
                    <a:pt x="38313" y="837747"/>
                  </a:lnTo>
                  <a:lnTo>
                    <a:pt x="48881" y="882887"/>
                  </a:lnTo>
                  <a:lnTo>
                    <a:pt x="60675" y="927542"/>
                  </a:lnTo>
                  <a:lnTo>
                    <a:pt x="73675" y="971693"/>
                  </a:lnTo>
                  <a:lnTo>
                    <a:pt x="87862" y="1015323"/>
                  </a:lnTo>
                  <a:lnTo>
                    <a:pt x="103218" y="1058411"/>
                  </a:lnTo>
                  <a:lnTo>
                    <a:pt x="119725" y="1100940"/>
                  </a:lnTo>
                  <a:lnTo>
                    <a:pt x="137363" y="1142890"/>
                  </a:lnTo>
                  <a:lnTo>
                    <a:pt x="156113" y="1184243"/>
                  </a:lnTo>
                  <a:lnTo>
                    <a:pt x="175957" y="1224980"/>
                  </a:lnTo>
                  <a:lnTo>
                    <a:pt x="196876" y="1265081"/>
                  </a:lnTo>
                  <a:lnTo>
                    <a:pt x="218851" y="1304529"/>
                  </a:lnTo>
                  <a:lnTo>
                    <a:pt x="241864" y="1343305"/>
                  </a:lnTo>
                  <a:lnTo>
                    <a:pt x="265895" y="1381389"/>
                  </a:lnTo>
                  <a:lnTo>
                    <a:pt x="290926" y="1418764"/>
                  </a:lnTo>
                  <a:lnTo>
                    <a:pt x="316939" y="1455409"/>
                  </a:lnTo>
                  <a:lnTo>
                    <a:pt x="343913" y="1491307"/>
                  </a:lnTo>
                  <a:lnTo>
                    <a:pt x="371831" y="1526438"/>
                  </a:lnTo>
                  <a:lnTo>
                    <a:pt x="400674" y="1560785"/>
                  </a:lnTo>
                  <a:lnTo>
                    <a:pt x="430423" y="1594327"/>
                  </a:lnTo>
                  <a:lnTo>
                    <a:pt x="461059" y="1627047"/>
                  </a:lnTo>
                  <a:lnTo>
                    <a:pt x="492563" y="1658925"/>
                  </a:lnTo>
                  <a:lnTo>
                    <a:pt x="524917" y="1689943"/>
                  </a:lnTo>
                  <a:lnTo>
                    <a:pt x="558102" y="1720081"/>
                  </a:lnTo>
                  <a:lnTo>
                    <a:pt x="592098" y="1749322"/>
                  </a:lnTo>
                  <a:lnTo>
                    <a:pt x="626888" y="1777646"/>
                  </a:lnTo>
                  <a:lnTo>
                    <a:pt x="662453" y="1805035"/>
                  </a:lnTo>
                  <a:lnTo>
                    <a:pt x="698773" y="1831470"/>
                  </a:lnTo>
                  <a:lnTo>
                    <a:pt x="735830" y="1856931"/>
                  </a:lnTo>
                  <a:lnTo>
                    <a:pt x="773606" y="1881401"/>
                  </a:lnTo>
                  <a:lnTo>
                    <a:pt x="812080" y="1904860"/>
                  </a:lnTo>
                  <a:lnTo>
                    <a:pt x="851235" y="1927290"/>
                  </a:lnTo>
                  <a:lnTo>
                    <a:pt x="891052" y="1948672"/>
                  </a:lnTo>
                  <a:lnTo>
                    <a:pt x="931512" y="1968987"/>
                  </a:lnTo>
                  <a:lnTo>
                    <a:pt x="972597" y="1988216"/>
                  </a:lnTo>
                  <a:lnTo>
                    <a:pt x="1014287" y="2006341"/>
                  </a:lnTo>
                  <a:lnTo>
                    <a:pt x="1056563" y="2023342"/>
                  </a:lnTo>
                  <a:lnTo>
                    <a:pt x="1099407" y="2039202"/>
                  </a:lnTo>
                  <a:lnTo>
                    <a:pt x="1142801" y="2053900"/>
                  </a:lnTo>
                  <a:lnTo>
                    <a:pt x="1186724" y="2067420"/>
                  </a:lnTo>
                  <a:lnTo>
                    <a:pt x="1231160" y="2079740"/>
                  </a:lnTo>
                  <a:lnTo>
                    <a:pt x="1276088" y="2090844"/>
                  </a:lnTo>
                  <a:lnTo>
                    <a:pt x="1321490" y="2100711"/>
                  </a:lnTo>
                  <a:lnTo>
                    <a:pt x="1367347" y="2109324"/>
                  </a:lnTo>
                  <a:lnTo>
                    <a:pt x="1413641" y="2116663"/>
                  </a:lnTo>
                  <a:lnTo>
                    <a:pt x="1460352" y="2122710"/>
                  </a:lnTo>
                  <a:lnTo>
                    <a:pt x="1507462" y="2127446"/>
                  </a:lnTo>
                  <a:lnTo>
                    <a:pt x="1554953" y="2130852"/>
                  </a:lnTo>
                  <a:lnTo>
                    <a:pt x="1602804" y="2132910"/>
                  </a:lnTo>
                  <a:lnTo>
                    <a:pt x="1650998" y="2133600"/>
                  </a:lnTo>
                  <a:lnTo>
                    <a:pt x="1602610" y="2130014"/>
                  </a:lnTo>
                  <a:lnTo>
                    <a:pt x="1555654" y="2121902"/>
                  </a:lnTo>
                  <a:lnTo>
                    <a:pt x="1510366" y="2109378"/>
                  </a:lnTo>
                  <a:lnTo>
                    <a:pt x="1466978" y="2092677"/>
                  </a:lnTo>
                  <a:lnTo>
                    <a:pt x="1425723" y="2072030"/>
                  </a:lnTo>
                  <a:lnTo>
                    <a:pt x="1386833" y="2047671"/>
                  </a:lnTo>
                  <a:lnTo>
                    <a:pt x="1350542" y="2019832"/>
                  </a:lnTo>
                  <a:lnTo>
                    <a:pt x="1317083" y="1988747"/>
                  </a:lnTo>
                  <a:lnTo>
                    <a:pt x="1286688" y="1954648"/>
                  </a:lnTo>
                  <a:lnTo>
                    <a:pt x="1259591" y="1917767"/>
                  </a:lnTo>
                  <a:lnTo>
                    <a:pt x="1236023" y="1878339"/>
                  </a:lnTo>
                  <a:lnTo>
                    <a:pt x="1216218" y="1836596"/>
                  </a:lnTo>
                  <a:lnTo>
                    <a:pt x="1200409" y="1792770"/>
                  </a:lnTo>
                  <a:lnTo>
                    <a:pt x="1188828" y="1747095"/>
                  </a:lnTo>
                  <a:lnTo>
                    <a:pt x="1181709" y="1699803"/>
                  </a:lnTo>
                  <a:lnTo>
                    <a:pt x="1179285" y="1651128"/>
                  </a:lnTo>
                  <a:lnTo>
                    <a:pt x="1181709" y="1602452"/>
                  </a:lnTo>
                  <a:lnTo>
                    <a:pt x="1188828" y="1555160"/>
                  </a:lnTo>
                  <a:lnTo>
                    <a:pt x="1200409" y="1509484"/>
                  </a:lnTo>
                  <a:lnTo>
                    <a:pt x="1216218" y="1465657"/>
                  </a:lnTo>
                  <a:lnTo>
                    <a:pt x="1236023" y="1423912"/>
                  </a:lnTo>
                  <a:lnTo>
                    <a:pt x="1259590" y="1384481"/>
                  </a:lnTo>
                  <a:lnTo>
                    <a:pt x="1286688" y="1347597"/>
                  </a:lnTo>
                  <a:lnTo>
                    <a:pt x="1317083" y="1313493"/>
                  </a:lnTo>
                  <a:lnTo>
                    <a:pt x="1350542" y="1282401"/>
                  </a:lnTo>
                  <a:lnTo>
                    <a:pt x="1386833" y="1254555"/>
                  </a:lnTo>
                  <a:lnTo>
                    <a:pt x="1425722" y="1230186"/>
                  </a:lnTo>
                  <a:lnTo>
                    <a:pt x="1466977" y="1209528"/>
                  </a:lnTo>
                  <a:lnTo>
                    <a:pt x="1510365" y="1192813"/>
                  </a:lnTo>
                  <a:lnTo>
                    <a:pt x="1555653" y="1180274"/>
                  </a:lnTo>
                  <a:lnTo>
                    <a:pt x="1602609" y="1172144"/>
                  </a:lnTo>
                  <a:lnTo>
                    <a:pt x="1650998" y="1168655"/>
                  </a:lnTo>
                  <a:lnTo>
                    <a:pt x="1601998" y="1166932"/>
                  </a:lnTo>
                  <a:lnTo>
                    <a:pt x="1553927" y="1161841"/>
                  </a:lnTo>
                  <a:lnTo>
                    <a:pt x="1506902" y="1153497"/>
                  </a:lnTo>
                  <a:lnTo>
                    <a:pt x="1461040" y="1142018"/>
                  </a:lnTo>
                  <a:lnTo>
                    <a:pt x="1416455" y="1127518"/>
                  </a:lnTo>
                  <a:lnTo>
                    <a:pt x="1373265" y="1110114"/>
                  </a:lnTo>
                  <a:lnTo>
                    <a:pt x="1331586" y="1089923"/>
                  </a:lnTo>
                  <a:lnTo>
                    <a:pt x="1291533" y="1067060"/>
                  </a:lnTo>
                  <a:lnTo>
                    <a:pt x="1253222" y="1041641"/>
                  </a:lnTo>
                  <a:lnTo>
                    <a:pt x="1216770" y="1013783"/>
                  </a:lnTo>
                  <a:lnTo>
                    <a:pt x="1182293" y="983602"/>
                  </a:lnTo>
                  <a:lnTo>
                    <a:pt x="1149907" y="951214"/>
                  </a:lnTo>
                  <a:lnTo>
                    <a:pt x="1119728" y="916734"/>
                  </a:lnTo>
                  <a:lnTo>
                    <a:pt x="1091873" y="880279"/>
                  </a:lnTo>
                  <a:lnTo>
                    <a:pt x="1066456" y="841966"/>
                  </a:lnTo>
                  <a:lnTo>
                    <a:pt x="1043595" y="801909"/>
                  </a:lnTo>
                  <a:lnTo>
                    <a:pt x="1023405" y="760226"/>
                  </a:lnTo>
                  <a:lnTo>
                    <a:pt x="1006003" y="717033"/>
                  </a:lnTo>
                  <a:lnTo>
                    <a:pt x="991504" y="672445"/>
                  </a:lnTo>
                  <a:lnTo>
                    <a:pt x="980026" y="626579"/>
                  </a:lnTo>
                  <a:lnTo>
                    <a:pt x="971683" y="579550"/>
                  </a:lnTo>
                  <a:lnTo>
                    <a:pt x="966592" y="531476"/>
                  </a:lnTo>
                  <a:lnTo>
                    <a:pt x="964869" y="482471"/>
                  </a:lnTo>
                  <a:lnTo>
                    <a:pt x="962661" y="436006"/>
                  </a:lnTo>
                  <a:lnTo>
                    <a:pt x="956170" y="390791"/>
                  </a:lnTo>
                  <a:lnTo>
                    <a:pt x="945600" y="347027"/>
                  </a:lnTo>
                  <a:lnTo>
                    <a:pt x="931151" y="304917"/>
                  </a:lnTo>
                  <a:lnTo>
                    <a:pt x="913027" y="264663"/>
                  </a:lnTo>
                  <a:lnTo>
                    <a:pt x="891430" y="226468"/>
                  </a:lnTo>
                  <a:lnTo>
                    <a:pt x="866561" y="190534"/>
                  </a:lnTo>
                  <a:lnTo>
                    <a:pt x="838624" y="157062"/>
                  </a:lnTo>
                  <a:lnTo>
                    <a:pt x="807819" y="126255"/>
                  </a:lnTo>
                  <a:lnTo>
                    <a:pt x="774350" y="98315"/>
                  </a:lnTo>
                  <a:lnTo>
                    <a:pt x="738418" y="73444"/>
                  </a:lnTo>
                  <a:lnTo>
                    <a:pt x="700226" y="51845"/>
                  </a:lnTo>
                  <a:lnTo>
                    <a:pt x="659975" y="33720"/>
                  </a:lnTo>
                  <a:lnTo>
                    <a:pt x="617869" y="19271"/>
                  </a:lnTo>
                  <a:lnTo>
                    <a:pt x="574108" y="8699"/>
                  </a:lnTo>
                  <a:lnTo>
                    <a:pt x="528896" y="2208"/>
                  </a:lnTo>
                  <a:lnTo>
                    <a:pt x="482434" y="0"/>
                  </a:lnTo>
                  <a:close/>
                </a:path>
              </a:pathLst>
            </a:custGeom>
            <a:solidFill>
              <a:srgbClr val="CF5F3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 name="object 9"/>
            <p:cNvSpPr/>
            <p:nvPr/>
          </p:nvSpPr>
          <p:spPr>
            <a:xfrm>
              <a:off x="5207000" y="4254500"/>
              <a:ext cx="2133600" cy="1651000"/>
            </a:xfrm>
            <a:custGeom>
              <a:avLst/>
              <a:gdLst/>
              <a:ahLst/>
              <a:cxnLst/>
              <a:rect l="l" t="t" r="r" b="b"/>
              <a:pathLst>
                <a:path w="2133600" h="1651000">
                  <a:moveTo>
                    <a:pt x="1651128" y="0"/>
                  </a:moveTo>
                  <a:lnTo>
                    <a:pt x="1575816" y="1681"/>
                  </a:lnTo>
                  <a:lnTo>
                    <a:pt x="1528163" y="4503"/>
                  </a:lnTo>
                  <a:lnTo>
                    <a:pt x="1480882" y="8664"/>
                  </a:lnTo>
                  <a:lnTo>
                    <a:pt x="1433991" y="14143"/>
                  </a:lnTo>
                  <a:lnTo>
                    <a:pt x="1387510" y="20923"/>
                  </a:lnTo>
                  <a:lnTo>
                    <a:pt x="1341458" y="28984"/>
                  </a:lnTo>
                  <a:lnTo>
                    <a:pt x="1295852" y="38309"/>
                  </a:lnTo>
                  <a:lnTo>
                    <a:pt x="1250712" y="48877"/>
                  </a:lnTo>
                  <a:lnTo>
                    <a:pt x="1206057" y="60670"/>
                  </a:lnTo>
                  <a:lnTo>
                    <a:pt x="1161906" y="73670"/>
                  </a:lnTo>
                  <a:lnTo>
                    <a:pt x="1118276" y="87858"/>
                  </a:lnTo>
                  <a:lnTo>
                    <a:pt x="1075188" y="103214"/>
                  </a:lnTo>
                  <a:lnTo>
                    <a:pt x="1032659" y="119721"/>
                  </a:lnTo>
                  <a:lnTo>
                    <a:pt x="990709" y="137359"/>
                  </a:lnTo>
                  <a:lnTo>
                    <a:pt x="949356" y="156109"/>
                  </a:lnTo>
                  <a:lnTo>
                    <a:pt x="908619" y="175953"/>
                  </a:lnTo>
                  <a:lnTo>
                    <a:pt x="868518" y="196872"/>
                  </a:lnTo>
                  <a:lnTo>
                    <a:pt x="829070" y="218848"/>
                  </a:lnTo>
                  <a:lnTo>
                    <a:pt x="790294" y="241861"/>
                  </a:lnTo>
                  <a:lnTo>
                    <a:pt x="752210" y="265892"/>
                  </a:lnTo>
                  <a:lnTo>
                    <a:pt x="714835" y="290923"/>
                  </a:lnTo>
                  <a:lnTo>
                    <a:pt x="678190" y="316936"/>
                  </a:lnTo>
                  <a:lnTo>
                    <a:pt x="642292" y="343910"/>
                  </a:lnTo>
                  <a:lnTo>
                    <a:pt x="607161" y="371829"/>
                  </a:lnTo>
                  <a:lnTo>
                    <a:pt x="572814" y="400672"/>
                  </a:lnTo>
                  <a:lnTo>
                    <a:pt x="539272" y="430420"/>
                  </a:lnTo>
                  <a:lnTo>
                    <a:pt x="506552" y="461056"/>
                  </a:lnTo>
                  <a:lnTo>
                    <a:pt x="474674" y="492561"/>
                  </a:lnTo>
                  <a:lnTo>
                    <a:pt x="443656" y="524915"/>
                  </a:lnTo>
                  <a:lnTo>
                    <a:pt x="413518" y="558100"/>
                  </a:lnTo>
                  <a:lnTo>
                    <a:pt x="384277" y="592097"/>
                  </a:lnTo>
                  <a:lnTo>
                    <a:pt x="355953" y="626887"/>
                  </a:lnTo>
                  <a:lnTo>
                    <a:pt x="328564" y="662452"/>
                  </a:lnTo>
                  <a:lnTo>
                    <a:pt x="302129" y="698772"/>
                  </a:lnTo>
                  <a:lnTo>
                    <a:pt x="276668" y="735829"/>
                  </a:lnTo>
                  <a:lnTo>
                    <a:pt x="252198" y="773605"/>
                  </a:lnTo>
                  <a:lnTo>
                    <a:pt x="228739" y="812079"/>
                  </a:lnTo>
                  <a:lnTo>
                    <a:pt x="206309" y="851235"/>
                  </a:lnTo>
                  <a:lnTo>
                    <a:pt x="184927" y="891052"/>
                  </a:lnTo>
                  <a:lnTo>
                    <a:pt x="164612" y="931512"/>
                  </a:lnTo>
                  <a:lnTo>
                    <a:pt x="145383" y="972596"/>
                  </a:lnTo>
                  <a:lnTo>
                    <a:pt x="127258" y="1014286"/>
                  </a:lnTo>
                  <a:lnTo>
                    <a:pt x="110257" y="1056563"/>
                  </a:lnTo>
                  <a:lnTo>
                    <a:pt x="94397" y="1099407"/>
                  </a:lnTo>
                  <a:lnTo>
                    <a:pt x="79699" y="1142801"/>
                  </a:lnTo>
                  <a:lnTo>
                    <a:pt x="66179" y="1186724"/>
                  </a:lnTo>
                  <a:lnTo>
                    <a:pt x="53859" y="1231160"/>
                  </a:lnTo>
                  <a:lnTo>
                    <a:pt x="42755" y="1276088"/>
                  </a:lnTo>
                  <a:lnTo>
                    <a:pt x="32888" y="1321490"/>
                  </a:lnTo>
                  <a:lnTo>
                    <a:pt x="24275" y="1367347"/>
                  </a:lnTo>
                  <a:lnTo>
                    <a:pt x="16936" y="1413641"/>
                  </a:lnTo>
                  <a:lnTo>
                    <a:pt x="10889" y="1460352"/>
                  </a:lnTo>
                  <a:lnTo>
                    <a:pt x="6153" y="1507462"/>
                  </a:lnTo>
                  <a:lnTo>
                    <a:pt x="2820" y="1553926"/>
                  </a:lnTo>
                  <a:lnTo>
                    <a:pt x="689" y="1602804"/>
                  </a:lnTo>
                  <a:lnTo>
                    <a:pt x="0" y="1650998"/>
                  </a:lnTo>
                  <a:lnTo>
                    <a:pt x="3571" y="1602804"/>
                  </a:lnTo>
                  <a:lnTo>
                    <a:pt x="3691" y="1601997"/>
                  </a:lnTo>
                  <a:lnTo>
                    <a:pt x="11697" y="1555653"/>
                  </a:lnTo>
                  <a:lnTo>
                    <a:pt x="24221" y="1510365"/>
                  </a:lnTo>
                  <a:lnTo>
                    <a:pt x="40922" y="1466977"/>
                  </a:lnTo>
                  <a:lnTo>
                    <a:pt x="61569" y="1425722"/>
                  </a:lnTo>
                  <a:lnTo>
                    <a:pt x="85928" y="1386832"/>
                  </a:lnTo>
                  <a:lnTo>
                    <a:pt x="113767" y="1350542"/>
                  </a:lnTo>
                  <a:lnTo>
                    <a:pt x="144852" y="1317082"/>
                  </a:lnTo>
                  <a:lnTo>
                    <a:pt x="178952" y="1286687"/>
                  </a:lnTo>
                  <a:lnTo>
                    <a:pt x="215832" y="1259590"/>
                  </a:lnTo>
                  <a:lnTo>
                    <a:pt x="255260" y="1236022"/>
                  </a:lnTo>
                  <a:lnTo>
                    <a:pt x="297003" y="1216217"/>
                  </a:lnTo>
                  <a:lnTo>
                    <a:pt x="340829" y="1200408"/>
                  </a:lnTo>
                  <a:lnTo>
                    <a:pt x="386504" y="1188827"/>
                  </a:lnTo>
                  <a:lnTo>
                    <a:pt x="433796" y="1181708"/>
                  </a:lnTo>
                  <a:lnTo>
                    <a:pt x="482471" y="1179283"/>
                  </a:lnTo>
                  <a:lnTo>
                    <a:pt x="1153006" y="1179283"/>
                  </a:lnTo>
                  <a:lnTo>
                    <a:pt x="1182385" y="1149906"/>
                  </a:lnTo>
                  <a:lnTo>
                    <a:pt x="1216865" y="1119728"/>
                  </a:lnTo>
                  <a:lnTo>
                    <a:pt x="1253320" y="1091872"/>
                  </a:lnTo>
                  <a:lnTo>
                    <a:pt x="1291633" y="1066455"/>
                  </a:lnTo>
                  <a:lnTo>
                    <a:pt x="1331690" y="1043594"/>
                  </a:lnTo>
                  <a:lnTo>
                    <a:pt x="1373373" y="1023405"/>
                  </a:lnTo>
                  <a:lnTo>
                    <a:pt x="1416566" y="1006003"/>
                  </a:lnTo>
                  <a:lnTo>
                    <a:pt x="1461154" y="991504"/>
                  </a:lnTo>
                  <a:lnTo>
                    <a:pt x="1507020" y="980026"/>
                  </a:lnTo>
                  <a:lnTo>
                    <a:pt x="1554049" y="971683"/>
                  </a:lnTo>
                  <a:lnTo>
                    <a:pt x="1602123" y="966592"/>
                  </a:lnTo>
                  <a:lnTo>
                    <a:pt x="1651128" y="964869"/>
                  </a:lnTo>
                  <a:lnTo>
                    <a:pt x="1697593" y="962661"/>
                  </a:lnTo>
                  <a:lnTo>
                    <a:pt x="1742808" y="956170"/>
                  </a:lnTo>
                  <a:lnTo>
                    <a:pt x="1786572" y="945600"/>
                  </a:lnTo>
                  <a:lnTo>
                    <a:pt x="1828682" y="931152"/>
                  </a:lnTo>
                  <a:lnTo>
                    <a:pt x="1868936" y="913028"/>
                  </a:lnTo>
                  <a:lnTo>
                    <a:pt x="1907131" y="891431"/>
                  </a:lnTo>
                  <a:lnTo>
                    <a:pt x="1943065" y="866563"/>
                  </a:lnTo>
                  <a:lnTo>
                    <a:pt x="1976537" y="838626"/>
                  </a:lnTo>
                  <a:lnTo>
                    <a:pt x="2007344" y="807821"/>
                  </a:lnTo>
                  <a:lnTo>
                    <a:pt x="2035284" y="774352"/>
                  </a:lnTo>
                  <a:lnTo>
                    <a:pt x="2060155" y="738420"/>
                  </a:lnTo>
                  <a:lnTo>
                    <a:pt x="2081754" y="700228"/>
                  </a:lnTo>
                  <a:lnTo>
                    <a:pt x="2099879" y="659977"/>
                  </a:lnTo>
                  <a:lnTo>
                    <a:pt x="2114328" y="617870"/>
                  </a:lnTo>
                  <a:lnTo>
                    <a:pt x="2124900" y="574110"/>
                  </a:lnTo>
                  <a:lnTo>
                    <a:pt x="2131391" y="528897"/>
                  </a:lnTo>
                  <a:lnTo>
                    <a:pt x="2133600" y="482434"/>
                  </a:lnTo>
                  <a:lnTo>
                    <a:pt x="2131391" y="435972"/>
                  </a:lnTo>
                  <a:lnTo>
                    <a:pt x="2124900" y="390759"/>
                  </a:lnTo>
                  <a:lnTo>
                    <a:pt x="2114328" y="346998"/>
                  </a:lnTo>
                  <a:lnTo>
                    <a:pt x="2099879" y="304892"/>
                  </a:lnTo>
                  <a:lnTo>
                    <a:pt x="2081754" y="264641"/>
                  </a:lnTo>
                  <a:lnTo>
                    <a:pt x="2060155" y="226449"/>
                  </a:lnTo>
                  <a:lnTo>
                    <a:pt x="2035284" y="190517"/>
                  </a:lnTo>
                  <a:lnTo>
                    <a:pt x="2007344" y="157048"/>
                  </a:lnTo>
                  <a:lnTo>
                    <a:pt x="1976537" y="126243"/>
                  </a:lnTo>
                  <a:lnTo>
                    <a:pt x="1943065" y="98306"/>
                  </a:lnTo>
                  <a:lnTo>
                    <a:pt x="1907131" y="73437"/>
                  </a:lnTo>
                  <a:lnTo>
                    <a:pt x="1868936" y="51840"/>
                  </a:lnTo>
                  <a:lnTo>
                    <a:pt x="1828682" y="33717"/>
                  </a:lnTo>
                  <a:lnTo>
                    <a:pt x="1786572" y="19269"/>
                  </a:lnTo>
                  <a:lnTo>
                    <a:pt x="1742808" y="8698"/>
                  </a:lnTo>
                  <a:lnTo>
                    <a:pt x="1697593" y="2208"/>
                  </a:lnTo>
                  <a:lnTo>
                    <a:pt x="1651128" y="0"/>
                  </a:lnTo>
                  <a:close/>
                </a:path>
                <a:path w="2133600" h="1651000">
                  <a:moveTo>
                    <a:pt x="1153006" y="1179283"/>
                  </a:moveTo>
                  <a:lnTo>
                    <a:pt x="482471" y="1179283"/>
                  </a:lnTo>
                  <a:lnTo>
                    <a:pt x="531147" y="1181708"/>
                  </a:lnTo>
                  <a:lnTo>
                    <a:pt x="578439" y="1188827"/>
                  </a:lnTo>
                  <a:lnTo>
                    <a:pt x="624115" y="1200408"/>
                  </a:lnTo>
                  <a:lnTo>
                    <a:pt x="667942" y="1216217"/>
                  </a:lnTo>
                  <a:lnTo>
                    <a:pt x="709687" y="1236022"/>
                  </a:lnTo>
                  <a:lnTo>
                    <a:pt x="749118" y="1259590"/>
                  </a:lnTo>
                  <a:lnTo>
                    <a:pt x="786002" y="1286687"/>
                  </a:lnTo>
                  <a:lnTo>
                    <a:pt x="820106" y="1317083"/>
                  </a:lnTo>
                  <a:lnTo>
                    <a:pt x="851198" y="1350542"/>
                  </a:lnTo>
                  <a:lnTo>
                    <a:pt x="879044" y="1386833"/>
                  </a:lnTo>
                  <a:lnTo>
                    <a:pt x="903413" y="1425722"/>
                  </a:lnTo>
                  <a:lnTo>
                    <a:pt x="924071" y="1466978"/>
                  </a:lnTo>
                  <a:lnTo>
                    <a:pt x="940786" y="1510366"/>
                  </a:lnTo>
                  <a:lnTo>
                    <a:pt x="953325" y="1555654"/>
                  </a:lnTo>
                  <a:lnTo>
                    <a:pt x="961349" y="1601997"/>
                  </a:lnTo>
                  <a:lnTo>
                    <a:pt x="964944" y="1650998"/>
                  </a:lnTo>
                  <a:lnTo>
                    <a:pt x="966667" y="1601997"/>
                  </a:lnTo>
                  <a:lnTo>
                    <a:pt x="971758" y="1553926"/>
                  </a:lnTo>
                  <a:lnTo>
                    <a:pt x="980102" y="1506902"/>
                  </a:lnTo>
                  <a:lnTo>
                    <a:pt x="991581" y="1461039"/>
                  </a:lnTo>
                  <a:lnTo>
                    <a:pt x="1006081" y="1416454"/>
                  </a:lnTo>
                  <a:lnTo>
                    <a:pt x="1023485" y="1373264"/>
                  </a:lnTo>
                  <a:lnTo>
                    <a:pt x="1043676" y="1331585"/>
                  </a:lnTo>
                  <a:lnTo>
                    <a:pt x="1066539" y="1291531"/>
                  </a:lnTo>
                  <a:lnTo>
                    <a:pt x="1091958" y="1253221"/>
                  </a:lnTo>
                  <a:lnTo>
                    <a:pt x="1119816" y="1216769"/>
                  </a:lnTo>
                  <a:lnTo>
                    <a:pt x="1149997" y="1182292"/>
                  </a:lnTo>
                  <a:lnTo>
                    <a:pt x="1153006" y="1179283"/>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 name="object 10"/>
            <p:cNvSpPr/>
            <p:nvPr/>
          </p:nvSpPr>
          <p:spPr>
            <a:xfrm>
              <a:off x="1358900" y="6007100"/>
              <a:ext cx="3416300" cy="1358900"/>
            </a:xfrm>
            <a:custGeom>
              <a:avLst/>
              <a:gdLst/>
              <a:ahLst/>
              <a:cxnLst/>
              <a:rect l="l" t="t" r="r" b="b"/>
              <a:pathLst>
                <a:path w="3416300" h="1358900">
                  <a:moveTo>
                    <a:pt x="3416300" y="0"/>
                  </a:moveTo>
                  <a:lnTo>
                    <a:pt x="0" y="0"/>
                  </a:lnTo>
                  <a:lnTo>
                    <a:pt x="0" y="1358900"/>
                  </a:lnTo>
                  <a:lnTo>
                    <a:pt x="3416300" y="1358900"/>
                  </a:lnTo>
                  <a:lnTo>
                    <a:pt x="3416300" y="0"/>
                  </a:lnTo>
                  <a:close/>
                </a:path>
              </a:pathLst>
            </a:custGeom>
            <a:solidFill>
              <a:srgbClr val="FFEDE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 name="object 11"/>
            <p:cNvSpPr/>
            <p:nvPr/>
          </p:nvSpPr>
          <p:spPr>
            <a:xfrm>
              <a:off x="8915400" y="3949700"/>
              <a:ext cx="3416300" cy="1358900"/>
            </a:xfrm>
            <a:custGeom>
              <a:avLst/>
              <a:gdLst/>
              <a:ahLst/>
              <a:cxnLst/>
              <a:rect l="l" t="t" r="r" b="b"/>
              <a:pathLst>
                <a:path w="3416300" h="1358900">
                  <a:moveTo>
                    <a:pt x="3416300" y="0"/>
                  </a:moveTo>
                  <a:lnTo>
                    <a:pt x="0" y="0"/>
                  </a:lnTo>
                  <a:lnTo>
                    <a:pt x="0" y="1358900"/>
                  </a:lnTo>
                  <a:lnTo>
                    <a:pt x="3416300" y="1358900"/>
                  </a:lnTo>
                  <a:lnTo>
                    <a:pt x="3416300" y="0"/>
                  </a:lnTo>
                  <a:close/>
                </a:path>
              </a:pathLst>
            </a:custGeom>
            <a:solidFill>
              <a:srgbClr val="EFF9E8"/>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 name="object 12"/>
            <p:cNvSpPr/>
            <p:nvPr/>
          </p:nvSpPr>
          <p:spPr>
            <a:xfrm>
              <a:off x="8915400" y="6007100"/>
              <a:ext cx="3416300" cy="1358900"/>
            </a:xfrm>
            <a:custGeom>
              <a:avLst/>
              <a:gdLst/>
              <a:ahLst/>
              <a:cxnLst/>
              <a:rect l="l" t="t" r="r" b="b"/>
              <a:pathLst>
                <a:path w="3416300" h="1358900">
                  <a:moveTo>
                    <a:pt x="3416300" y="0"/>
                  </a:moveTo>
                  <a:lnTo>
                    <a:pt x="0" y="0"/>
                  </a:lnTo>
                  <a:lnTo>
                    <a:pt x="0" y="1358900"/>
                  </a:lnTo>
                  <a:lnTo>
                    <a:pt x="3416300" y="1358900"/>
                  </a:lnTo>
                  <a:lnTo>
                    <a:pt x="3416300" y="0"/>
                  </a:lnTo>
                  <a:close/>
                </a:path>
              </a:pathLst>
            </a:custGeom>
            <a:solidFill>
              <a:srgbClr val="EEF3FE"/>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3" name="object 13"/>
          <p:cNvSpPr txBox="1"/>
          <p:nvPr/>
        </p:nvSpPr>
        <p:spPr>
          <a:xfrm>
            <a:off x="3274323" y="2216150"/>
            <a:ext cx="290513"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01</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4" name="object 14"/>
          <p:cNvSpPr txBox="1"/>
          <p:nvPr/>
        </p:nvSpPr>
        <p:spPr>
          <a:xfrm>
            <a:off x="3318773" y="3390900"/>
            <a:ext cx="290513" cy="283210"/>
          </a:xfrm>
          <a:prstGeom prst="rect">
            <a:avLst/>
          </a:prstGeom>
        </p:spPr>
        <p:txBody>
          <a:bodyPr vert="horz" wrap="square" lIns="0" tIns="6350" rIns="0" bIns="0" rtlCol="0">
            <a:spAutoFit/>
          </a:bodyPr>
          <a:lstStyle/>
          <a:p>
            <a:pPr marL="6350">
              <a:spcBef>
                <a:spcPts val="5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03</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5" name="object 15"/>
          <p:cNvSpPr txBox="1"/>
          <p:nvPr/>
        </p:nvSpPr>
        <p:spPr>
          <a:xfrm>
            <a:off x="3140595" y="2673350"/>
            <a:ext cx="583248" cy="579120"/>
          </a:xfrm>
          <a:prstGeom prst="rect">
            <a:avLst/>
          </a:prstGeom>
        </p:spPr>
        <p:txBody>
          <a:bodyPr vert="horz" wrap="square" lIns="0" tIns="44450" rIns="0" bIns="0" rtlCol="0">
            <a:spAutoFit/>
          </a:bodyPr>
          <a:lstStyle/>
          <a:p>
            <a:pPr marL="6350" marR="2540" algn="ctr">
              <a:lnSpc>
                <a:spcPts val="1500"/>
              </a:lnSpc>
              <a:spcBef>
                <a:spcPts val="350"/>
              </a:spcBef>
            </a:pPr>
            <a:r>
              <a:rPr sz="1500" b="1" dirty="0">
                <a:solidFill>
                  <a:srgbClr val="212121"/>
                </a:solidFill>
                <a:latin typeface="江城圆体 600W" panose="020B0800000000000000" pitchFamily="34" charset="-128"/>
                <a:ea typeface="江城圆体 600W" panose="020B0800000000000000" pitchFamily="34" charset="-128"/>
                <a:cs typeface="Microsoft JhengHei"/>
              </a:rPr>
              <a:t>自信的循环</a:t>
            </a:r>
            <a:endParaRPr sz="1500" b="1" dirty="0">
              <a:latin typeface="江城圆体 600W" panose="020B0800000000000000" pitchFamily="34" charset="-128"/>
              <a:ea typeface="江城圆体 600W" panose="020B0800000000000000" pitchFamily="34" charset="-128"/>
              <a:cs typeface="Microsoft JhengHei"/>
            </a:endParaRPr>
          </a:p>
          <a:p>
            <a:pPr algn="ctr">
              <a:lnSpc>
                <a:spcPts val="510"/>
              </a:lnSpc>
            </a:pPr>
            <a:r>
              <a:rPr sz="600" dirty="0">
                <a:solidFill>
                  <a:srgbClr val="212121"/>
                </a:solidFill>
                <a:latin typeface="江城圆体 400W" panose="020B0800000000000000" pitchFamily="34" charset="-128"/>
                <a:ea typeface="江城圆体 400W" panose="020B0800000000000000" pitchFamily="34" charset="-128"/>
                <a:cs typeface="Microsoft JhengHei"/>
              </a:rPr>
              <a:t>The Cycle of</a:t>
            </a:r>
            <a:endParaRPr sz="600" dirty="0">
              <a:latin typeface="江城圆体 400W" panose="020B0800000000000000" pitchFamily="34" charset="-128"/>
              <a:ea typeface="江城圆体 400W" panose="020B0800000000000000" pitchFamily="34" charset="-128"/>
              <a:cs typeface="Microsoft JhengHei"/>
            </a:endParaRPr>
          </a:p>
          <a:p>
            <a:pPr algn="ctr">
              <a:lnSpc>
                <a:spcPts val="660"/>
              </a:lnSpc>
            </a:pPr>
            <a:r>
              <a:rPr sz="600" dirty="0">
                <a:solidFill>
                  <a:srgbClr val="212121"/>
                </a:solidFill>
                <a:latin typeface="江城圆体 400W" panose="020B0800000000000000" pitchFamily="34" charset="-128"/>
                <a:ea typeface="江城圆体 400W" panose="020B0800000000000000" pitchFamily="34" charset="-128"/>
                <a:cs typeface="Microsoft JhengHei"/>
              </a:rPr>
              <a:t>Confidence</a:t>
            </a:r>
            <a:endParaRPr sz="600" dirty="0">
              <a:latin typeface="江城圆体 400W" panose="020B0800000000000000" pitchFamily="34" charset="-128"/>
              <a:ea typeface="江城圆体 400W" panose="020B0800000000000000" pitchFamily="34" charset="-128"/>
              <a:cs typeface="Microsoft JhengHei"/>
            </a:endParaRPr>
          </a:p>
        </p:txBody>
      </p:sp>
      <p:sp>
        <p:nvSpPr>
          <p:cNvPr id="16" name="object 16"/>
          <p:cNvSpPr txBox="1"/>
          <p:nvPr/>
        </p:nvSpPr>
        <p:spPr>
          <a:xfrm>
            <a:off x="2940292" y="2336800"/>
            <a:ext cx="279083" cy="317500"/>
          </a:xfrm>
          <a:prstGeom prst="rect">
            <a:avLst/>
          </a:prstGeom>
        </p:spPr>
        <p:txBody>
          <a:bodyPr vert="horz" wrap="square" lIns="0" tIns="22860" rIns="0" bIns="0" rtlCol="0">
            <a:spAutoFit/>
          </a:bodyPr>
          <a:lstStyle/>
          <a:p>
            <a:pPr marL="6350" marR="2540">
              <a:lnSpc>
                <a:spcPts val="1150"/>
              </a:lnSpc>
              <a:spcBef>
                <a:spcPts val="18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技能练习</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17" name="object 17"/>
          <p:cNvSpPr txBox="1"/>
          <p:nvPr/>
        </p:nvSpPr>
        <p:spPr>
          <a:xfrm>
            <a:off x="3794368" y="2470150"/>
            <a:ext cx="373698" cy="648335"/>
          </a:xfrm>
          <a:prstGeom prst="rect">
            <a:avLst/>
          </a:prstGeom>
        </p:spPr>
        <p:txBody>
          <a:bodyPr vert="horz" wrap="square" lIns="0" tIns="22860" rIns="0" bIns="0" rtlCol="0">
            <a:spAutoFit/>
          </a:bodyPr>
          <a:lstStyle/>
          <a:p>
            <a:pPr marL="6350" marR="97155">
              <a:lnSpc>
                <a:spcPts val="1150"/>
              </a:lnSpc>
              <a:spcBef>
                <a:spcPts val="18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有效应用</a:t>
            </a:r>
            <a:endParaRPr sz="1050" dirty="0">
              <a:latin typeface="江城圆体 400W" panose="020B0800000000000000" pitchFamily="34" charset="-128"/>
              <a:ea typeface="江城圆体 400W" panose="020B0800000000000000" pitchFamily="34" charset="-128"/>
              <a:cs typeface="PMingLiU" panose="02020500000000000000" charset="-120"/>
            </a:endParaRPr>
          </a:p>
          <a:p>
            <a:pPr marL="89535">
              <a:spcBef>
                <a:spcPts val="42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02</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8" name="object 18"/>
          <p:cNvSpPr txBox="1"/>
          <p:nvPr/>
        </p:nvSpPr>
        <p:spPr>
          <a:xfrm>
            <a:off x="3686418" y="3219450"/>
            <a:ext cx="279083" cy="317500"/>
          </a:xfrm>
          <a:prstGeom prst="rect">
            <a:avLst/>
          </a:prstGeom>
        </p:spPr>
        <p:txBody>
          <a:bodyPr vert="horz" wrap="square" lIns="0" tIns="22860" rIns="0" bIns="0" rtlCol="0">
            <a:spAutoFit/>
          </a:bodyPr>
          <a:lstStyle/>
          <a:p>
            <a:pPr marL="6350" marR="2540">
              <a:lnSpc>
                <a:spcPts val="1150"/>
              </a:lnSpc>
              <a:spcBef>
                <a:spcPts val="18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结果评估</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19" name="object 19"/>
          <p:cNvSpPr txBox="1"/>
          <p:nvPr/>
        </p:nvSpPr>
        <p:spPr>
          <a:xfrm>
            <a:off x="2693298" y="2700020"/>
            <a:ext cx="408622" cy="763905"/>
          </a:xfrm>
          <a:prstGeom prst="rect">
            <a:avLst/>
          </a:prstGeom>
        </p:spPr>
        <p:txBody>
          <a:bodyPr vert="horz" wrap="square" lIns="0" tIns="113030" rIns="0" bIns="0" rtlCol="0">
            <a:spAutoFit/>
          </a:bodyPr>
          <a:lstStyle/>
          <a:p>
            <a:pPr marL="6350">
              <a:spcBef>
                <a:spcPts val="890"/>
              </a:spcBef>
            </a:pP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04</a:t>
            </a:r>
            <a:endParaRPr b="1" dirty="0">
              <a:latin typeface="江城圆体 600W" panose="020B0800000000000000" pitchFamily="34" charset="-128"/>
              <a:ea typeface="江城圆体 600W" panose="020B0800000000000000" pitchFamily="34" charset="-128"/>
              <a:cs typeface="PMingLiU" panose="02020500000000000000" charset="-120"/>
            </a:endParaRPr>
          </a:p>
          <a:p>
            <a:pPr marL="135890" marR="2540">
              <a:lnSpc>
                <a:spcPts val="1150"/>
              </a:lnSpc>
              <a:spcBef>
                <a:spcPts val="62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按需调整</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0" name="object 20"/>
          <p:cNvSpPr txBox="1"/>
          <p:nvPr/>
        </p:nvSpPr>
        <p:spPr>
          <a:xfrm>
            <a:off x="679450" y="2014220"/>
            <a:ext cx="1701800" cy="570230"/>
          </a:xfrm>
          <a:prstGeom prst="rect">
            <a:avLst/>
          </a:prstGeom>
        </p:spPr>
        <p:txBody>
          <a:bodyPr vert="horz" wrap="square" lIns="0" tIns="6350" rIns="0" bIns="0" rtlCol="0">
            <a:spAutoFit/>
          </a:bodyPr>
          <a:lstStyle/>
          <a:p>
            <a:pPr marL="25400" marR="11430" algn="just">
              <a:lnSpc>
                <a:spcPct val="115000"/>
              </a:lnSpc>
              <a:spcBef>
                <a:spcPts val="5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不是先有了自信的感觉再去行动，而是先有了行动慢慢才会积累自信的感觉。练习努力做好一件小事，产生最直观的成功体验。</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1" name="object 21"/>
          <p:cNvSpPr txBox="1"/>
          <p:nvPr/>
        </p:nvSpPr>
        <p:spPr>
          <a:xfrm>
            <a:off x="4476750" y="2096770"/>
            <a:ext cx="1694180" cy="429260"/>
          </a:xfrm>
          <a:prstGeom prst="rect">
            <a:avLst/>
          </a:prstGeom>
        </p:spPr>
        <p:txBody>
          <a:bodyPr vert="horz" wrap="square" lIns="0" tIns="6350" rIns="0" bIns="0" rtlCol="0">
            <a:spAutoFit/>
          </a:bodyPr>
          <a:lstStyle/>
          <a:p>
            <a:pPr marL="19050" algn="just">
              <a:lnSpc>
                <a:spcPct val="115000"/>
              </a:lnSpc>
              <a:spcBef>
                <a:spcPts val="5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有了练习，还需要应用，所以需要我们离开舒适区、面对真实生活情境的挑战，去处理更复杂的问题。</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2" name="object 22"/>
          <p:cNvSpPr txBox="1"/>
          <p:nvPr/>
        </p:nvSpPr>
        <p:spPr>
          <a:xfrm>
            <a:off x="4489450" y="3003550"/>
            <a:ext cx="1694498"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实际应用技巧以后，还要仔细考虑一</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3" name="object 23"/>
          <p:cNvSpPr txBox="1"/>
          <p:nvPr/>
        </p:nvSpPr>
        <p:spPr>
          <a:xfrm>
            <a:off x="4489450" y="3143250"/>
            <a:ext cx="1694498"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下结果。我们做的什么是有效的，什</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4" name="object 24"/>
          <p:cNvSpPr txBox="1"/>
          <p:nvPr/>
        </p:nvSpPr>
        <p:spPr>
          <a:xfrm>
            <a:off x="4489450" y="3282950"/>
            <a:ext cx="1691323"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么是无效的</a:t>
            </a:r>
            <a:r>
              <a:rPr sz="8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下次要采取哪些不同的做</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5" name="object 25"/>
          <p:cNvSpPr txBox="1"/>
          <p:nvPr/>
        </p:nvSpPr>
        <p:spPr>
          <a:xfrm>
            <a:off x="4489450" y="3422650"/>
            <a:ext cx="1698308"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法</a:t>
            </a:r>
            <a:r>
              <a:rPr sz="8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 </a:t>
            </a: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在反思的时候，注意避免自我打</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6" name="object 26"/>
          <p:cNvSpPr txBox="1"/>
          <p:nvPr/>
        </p:nvSpPr>
        <p:spPr>
          <a:xfrm>
            <a:off x="4489450" y="3562350"/>
            <a:ext cx="212408"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击。</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7" name="object 27"/>
          <p:cNvSpPr txBox="1"/>
          <p:nvPr/>
        </p:nvSpPr>
        <p:spPr>
          <a:xfrm>
            <a:off x="679450" y="3112770"/>
            <a:ext cx="1701800" cy="429260"/>
          </a:xfrm>
          <a:prstGeom prst="rect">
            <a:avLst/>
          </a:prstGeom>
        </p:spPr>
        <p:txBody>
          <a:bodyPr vert="horz" wrap="square" lIns="0" tIns="6350" rIns="0" bIns="0" rtlCol="0">
            <a:spAutoFit/>
          </a:bodyPr>
          <a:lstStyle/>
          <a:p>
            <a:pPr marL="31750" marR="11430" algn="just">
              <a:lnSpc>
                <a:spcPct val="115000"/>
              </a:lnSpc>
              <a:spcBef>
                <a:spcPts val="5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根据结果反馈调整自己。有效的技巧就多用，效果不佳的就改变或调整。这是提升和成长的唯一办法。</a:t>
            </a:r>
            <a:endParaRPr sz="80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28" name="object 28"/>
          <p:cNvGrpSpPr/>
          <p:nvPr/>
        </p:nvGrpSpPr>
        <p:grpSpPr>
          <a:xfrm>
            <a:off x="2381250" y="1971675"/>
            <a:ext cx="2095500" cy="1739900"/>
            <a:chOff x="4762500" y="3943350"/>
            <a:chExt cx="4191000" cy="3479800"/>
          </a:xfrm>
        </p:grpSpPr>
        <p:sp>
          <p:nvSpPr>
            <p:cNvPr id="29" name="object 29"/>
            <p:cNvSpPr/>
            <p:nvPr/>
          </p:nvSpPr>
          <p:spPr>
            <a:xfrm>
              <a:off x="4781550" y="4464050"/>
              <a:ext cx="952500" cy="254000"/>
            </a:xfrm>
            <a:custGeom>
              <a:avLst/>
              <a:gdLst/>
              <a:ahLst/>
              <a:cxnLst/>
              <a:rect l="l" t="t" r="r" b="b"/>
              <a:pathLst>
                <a:path w="952500" h="254000">
                  <a:moveTo>
                    <a:pt x="0" y="0"/>
                  </a:moveTo>
                  <a:lnTo>
                    <a:pt x="793750" y="0"/>
                  </a:lnTo>
                  <a:lnTo>
                    <a:pt x="952500" y="254000"/>
                  </a:lnTo>
                </a:path>
              </a:pathLst>
            </a:custGeom>
            <a:ln w="381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0" name="object 30"/>
            <p:cNvSpPr/>
            <p:nvPr/>
          </p:nvSpPr>
          <p:spPr>
            <a:xfrm>
              <a:off x="4806950" y="6940550"/>
              <a:ext cx="952500" cy="254000"/>
            </a:xfrm>
            <a:custGeom>
              <a:avLst/>
              <a:gdLst/>
              <a:ahLst/>
              <a:cxnLst/>
              <a:rect l="l" t="t" r="r" b="b"/>
              <a:pathLst>
                <a:path w="952500" h="254000">
                  <a:moveTo>
                    <a:pt x="0" y="254000"/>
                  </a:moveTo>
                  <a:lnTo>
                    <a:pt x="793750" y="254000"/>
                  </a:lnTo>
                  <a:lnTo>
                    <a:pt x="952500" y="0"/>
                  </a:lnTo>
                </a:path>
              </a:pathLst>
            </a:custGeom>
            <a:ln w="38100">
              <a:solidFill>
                <a:srgbClr val="CF5F3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1" name="object 31"/>
            <p:cNvSpPr/>
            <p:nvPr/>
          </p:nvSpPr>
          <p:spPr>
            <a:xfrm>
              <a:off x="7956550" y="4464050"/>
              <a:ext cx="952500" cy="254000"/>
            </a:xfrm>
            <a:custGeom>
              <a:avLst/>
              <a:gdLst/>
              <a:ahLst/>
              <a:cxnLst/>
              <a:rect l="l" t="t" r="r" b="b"/>
              <a:pathLst>
                <a:path w="952500" h="254000">
                  <a:moveTo>
                    <a:pt x="952500" y="0"/>
                  </a:moveTo>
                  <a:lnTo>
                    <a:pt x="158750" y="0"/>
                  </a:lnTo>
                  <a:lnTo>
                    <a:pt x="0" y="254000"/>
                  </a:lnTo>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2" name="object 32"/>
            <p:cNvSpPr/>
            <p:nvPr/>
          </p:nvSpPr>
          <p:spPr>
            <a:xfrm>
              <a:off x="7956550" y="6927850"/>
              <a:ext cx="952500" cy="254000"/>
            </a:xfrm>
            <a:custGeom>
              <a:avLst/>
              <a:gdLst/>
              <a:ahLst/>
              <a:cxnLst/>
              <a:rect l="l" t="t" r="r" b="b"/>
              <a:pathLst>
                <a:path w="952500" h="254000">
                  <a:moveTo>
                    <a:pt x="952500" y="254000"/>
                  </a:moveTo>
                  <a:lnTo>
                    <a:pt x="158750" y="254000"/>
                  </a:lnTo>
                  <a:lnTo>
                    <a:pt x="0" y="0"/>
                  </a:lnTo>
                </a:path>
              </a:pathLst>
            </a:custGeom>
            <a:ln w="38100">
              <a:solidFill>
                <a:srgbClr val="3068E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 name="object 33"/>
            <p:cNvSpPr/>
            <p:nvPr/>
          </p:nvSpPr>
          <p:spPr>
            <a:xfrm>
              <a:off x="4781550" y="3943350"/>
              <a:ext cx="0" cy="1397000"/>
            </a:xfrm>
            <a:custGeom>
              <a:avLst/>
              <a:gdLst/>
              <a:ahLst/>
              <a:cxnLst/>
              <a:rect l="l" t="t" r="r" b="b"/>
              <a:pathLst>
                <a:path h="1397000">
                  <a:moveTo>
                    <a:pt x="0" y="0"/>
                  </a:moveTo>
                  <a:lnTo>
                    <a:pt x="0" y="1397000"/>
                  </a:lnTo>
                </a:path>
              </a:pathLst>
            </a:custGeom>
            <a:ln w="38100">
              <a:solidFill>
                <a:srgbClr val="F0BEC7"/>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4" name="object 34"/>
            <p:cNvSpPr/>
            <p:nvPr/>
          </p:nvSpPr>
          <p:spPr>
            <a:xfrm>
              <a:off x="4781550" y="5988050"/>
              <a:ext cx="0" cy="1397000"/>
            </a:xfrm>
            <a:custGeom>
              <a:avLst/>
              <a:gdLst/>
              <a:ahLst/>
              <a:cxnLst/>
              <a:rect l="l" t="t" r="r" b="b"/>
              <a:pathLst>
                <a:path h="1397000">
                  <a:moveTo>
                    <a:pt x="0" y="0"/>
                  </a:moveTo>
                  <a:lnTo>
                    <a:pt x="0" y="1397000"/>
                  </a:lnTo>
                </a:path>
              </a:pathLst>
            </a:custGeom>
            <a:ln w="38100">
              <a:solidFill>
                <a:srgbClr val="CF5F3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 name="object 35"/>
            <p:cNvSpPr/>
            <p:nvPr/>
          </p:nvSpPr>
          <p:spPr>
            <a:xfrm>
              <a:off x="8934450" y="3943350"/>
              <a:ext cx="0" cy="1397000"/>
            </a:xfrm>
            <a:custGeom>
              <a:avLst/>
              <a:gdLst/>
              <a:ahLst/>
              <a:cxnLst/>
              <a:rect l="l" t="t" r="r" b="b"/>
              <a:pathLst>
                <a:path h="1397000">
                  <a:moveTo>
                    <a:pt x="0" y="0"/>
                  </a:moveTo>
                  <a:lnTo>
                    <a:pt x="0" y="1397000"/>
                  </a:lnTo>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6" name="object 36"/>
            <p:cNvSpPr/>
            <p:nvPr/>
          </p:nvSpPr>
          <p:spPr>
            <a:xfrm>
              <a:off x="8909050" y="6026150"/>
              <a:ext cx="0" cy="1397000"/>
            </a:xfrm>
            <a:custGeom>
              <a:avLst/>
              <a:gdLst/>
              <a:ahLst/>
              <a:cxnLst/>
              <a:rect l="l" t="t" r="r" b="b"/>
              <a:pathLst>
                <a:path h="1397000">
                  <a:moveTo>
                    <a:pt x="0" y="0"/>
                  </a:moveTo>
                  <a:lnTo>
                    <a:pt x="0" y="1397000"/>
                  </a:lnTo>
                </a:path>
              </a:pathLst>
            </a:custGeom>
            <a:ln w="38100">
              <a:solidFill>
                <a:srgbClr val="3068EB"/>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37" name="object 37"/>
          <p:cNvSpPr txBox="1"/>
          <p:nvPr/>
        </p:nvSpPr>
        <p:spPr>
          <a:xfrm>
            <a:off x="685800" y="4025900"/>
            <a:ext cx="5501958" cy="413512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如果要把一件事做到擅长，就要遵循四步自信循环。</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15"/>
              </a:spcBef>
            </a:pPr>
            <a:endParaRPr sz="137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5"/>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第一步:技能练习</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spcBef>
                <a:spcPts val="34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不是先有了自信的感觉再去行动，而是先有了行动慢慢才会积累自信的感觉。</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27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这一步很重要的就是要克服很多心理障碍，包括缺乏动力或毅力，感觉累、焦虑或恐惧，进展缓慢时想放弃，失败时想放弃，完美主义或严酷的自我批评，缺少时间、金钱或精力，以及各种会限制自我的信念。这些都会阻碍练习，都需要我们警惕和克服。</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15"/>
              </a:spcBef>
            </a:pPr>
            <a:endParaRPr sz="137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第二步:有效应用</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nSpc>
                <a:spcPct val="127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有了练习，还需要应用技能，所以需要我们离开舒适区、面对真实生活情境的挑战。毕竟如果我们总是逃避对自己有所挑战的情境，就永远不能检验和提升自己的技能。</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20"/>
              </a:spcBef>
            </a:pPr>
            <a:endParaRPr sz="137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第三步:结果评估</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3810">
              <a:lnSpc>
                <a:spcPct val="127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实际应用技巧以后，还要仔细考虑一下结果。我们做的什么是有效的，什么是无效的?下次要采取哪些不同的做法?在反思的时候，要避免自我打击。</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a:spcBef>
                <a:spcPts val="20"/>
              </a:spcBef>
            </a:pPr>
            <a:endParaRPr sz="137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第四步:按需调整</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nSpc>
                <a:spcPct val="127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最后一步是，根据结果反馈调整自己。有效的技巧就多用，效果不佳的就改变或调整。这是提升和成长的唯一办法。 常言道:“一直按照同样的方法做事，就一直会得到同样的结果。”</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nSpc>
                <a:spcPct val="127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接下来就是重复这个自信循环。练习你调整过后的新技巧，然后再次应用，评估结果并进一步调整;然后再做更多练习，以此类推。最终，你就会擅长做这件事了。</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pic>
        <p:nvPicPr>
          <p:cNvPr id="38" name="object 38"/>
          <p:cNvPicPr/>
          <p:nvPr/>
        </p:nvPicPr>
        <p:blipFill>
          <a:blip r:embed="rId2" cstate="print"/>
          <a:stretch>
            <a:fillRect/>
          </a:stretch>
        </p:blipFill>
        <p:spPr>
          <a:xfrm>
            <a:off x="3189837" y="8851900"/>
            <a:ext cx="486698" cy="292100"/>
          </a:xfrm>
          <a:prstGeom prst="rect">
            <a:avLst/>
          </a:prstGeom>
        </p:spPr>
      </p:pic>
      <p:sp>
        <p:nvSpPr>
          <p:cNvPr id="39"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57550" y="8934450"/>
            <a:ext cx="338572" cy="209550"/>
          </a:xfrm>
          <a:prstGeom prst="rect">
            <a:avLst/>
          </a:prstGeom>
        </p:spPr>
      </p:pic>
      <p:sp>
        <p:nvSpPr>
          <p:cNvPr id="3" name="object 3"/>
          <p:cNvSpPr txBox="1"/>
          <p:nvPr/>
        </p:nvSpPr>
        <p:spPr>
          <a:xfrm>
            <a:off x="986473" y="768350"/>
            <a:ext cx="503332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美国哲学家哈伯特·德雷福斯（Hubert Dreyfus）和斯图尔特·德雷福斯（Stuart Dreyfus）兄弟</a:t>
            </a:r>
            <a:endParaRPr sz="900" dirty="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9" name="object 9"/>
          <p:cNvSpPr txBox="1">
            <a:spLocks noGrp="1"/>
          </p:cNvSpPr>
          <p:nvPr>
            <p:ph type="title"/>
          </p:nvPr>
        </p:nvSpPr>
        <p:spPr>
          <a:xfrm>
            <a:off x="1002005" y="933621"/>
            <a:ext cx="4973346" cy="560070"/>
          </a:xfrm>
          <a:prstGeom prst="rect">
            <a:avLst/>
          </a:prstGeom>
        </p:spPr>
        <p:txBody>
          <a:bodyPr vert="horz" wrap="square" lIns="0" tIns="6350" rIns="0" bIns="0" rtlCol="0" anchor="ctr">
            <a:spAutoFit/>
          </a:bodyPr>
          <a:lstStyle/>
          <a:p>
            <a:pPr marL="6350">
              <a:lnSpc>
                <a:spcPct val="100000"/>
              </a:lnSpc>
              <a:spcBef>
                <a:spcPts val="50"/>
              </a:spcBef>
            </a:pPr>
            <a:r>
              <a:rPr sz="3600" b="1" dirty="0">
                <a:latin typeface="江城圆体 700W" panose="020B0800000000000000" pitchFamily="34" charset="-128"/>
                <a:ea typeface="江城圆体 700W" panose="020B0800000000000000" pitchFamily="34" charset="-128"/>
              </a:rPr>
              <a:t>从新手到专家的5个阶段</a:t>
            </a:r>
          </a:p>
        </p:txBody>
      </p:sp>
      <p:sp>
        <p:nvSpPr>
          <p:cNvPr id="10" name="object 10"/>
          <p:cNvSpPr txBox="1"/>
          <p:nvPr/>
        </p:nvSpPr>
        <p:spPr>
          <a:xfrm>
            <a:off x="529278" y="8801100"/>
            <a:ext cx="5982647"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300W" panose="020B0800000000000000" pitchFamily="34" charset="-128"/>
                <a:ea typeface="江城圆体 300W" panose="020B0800000000000000" pitchFamily="34" charset="-128"/>
                <a:cs typeface="Microsoft JhengHei"/>
              </a:rPr>
              <a:t>所有能够进阶到高级阶段的学习者，在成⻓为专家和大师的过程中，通常都经历了三大转变：情感、实践和认知转变。</a:t>
            </a:r>
            <a:endParaRPr sz="900" dirty="0">
              <a:latin typeface="江城圆体 300W" panose="020B0800000000000000" pitchFamily="34" charset="-128"/>
              <a:ea typeface="江城圆体 300W" panose="020B0800000000000000" pitchFamily="34" charset="-128"/>
              <a:cs typeface="Microsoft JhengHei"/>
            </a:endParaRPr>
          </a:p>
        </p:txBody>
      </p:sp>
      <p:grpSp>
        <p:nvGrpSpPr>
          <p:cNvPr id="11" name="object 11"/>
          <p:cNvGrpSpPr/>
          <p:nvPr/>
        </p:nvGrpSpPr>
        <p:grpSpPr>
          <a:xfrm>
            <a:off x="514350" y="2241550"/>
            <a:ext cx="5842000" cy="4699000"/>
            <a:chOff x="1028700" y="4483100"/>
            <a:chExt cx="11684000" cy="9398000"/>
          </a:xfrm>
        </p:grpSpPr>
        <p:sp>
          <p:nvSpPr>
            <p:cNvPr id="12" name="object 12"/>
            <p:cNvSpPr/>
            <p:nvPr/>
          </p:nvSpPr>
          <p:spPr>
            <a:xfrm>
              <a:off x="1028700" y="4483100"/>
              <a:ext cx="11684000" cy="9398000"/>
            </a:xfrm>
            <a:custGeom>
              <a:avLst/>
              <a:gdLst/>
              <a:ahLst/>
              <a:cxnLst/>
              <a:rect l="l" t="t" r="r" b="b"/>
              <a:pathLst>
                <a:path w="11684000" h="9398000">
                  <a:moveTo>
                    <a:pt x="11684000" y="0"/>
                  </a:moveTo>
                  <a:lnTo>
                    <a:pt x="0" y="0"/>
                  </a:lnTo>
                  <a:lnTo>
                    <a:pt x="0" y="9398000"/>
                  </a:lnTo>
                  <a:lnTo>
                    <a:pt x="11684000" y="9398000"/>
                  </a:lnTo>
                  <a:lnTo>
                    <a:pt x="11684000" y="0"/>
                  </a:lnTo>
                  <a:close/>
                </a:path>
              </a:pathLst>
            </a:custGeom>
            <a:solidFill>
              <a:srgbClr val="F6FFF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 name="object 13"/>
            <p:cNvSpPr/>
            <p:nvPr/>
          </p:nvSpPr>
          <p:spPr>
            <a:xfrm>
              <a:off x="2997200" y="5524500"/>
              <a:ext cx="8467725" cy="243840"/>
            </a:xfrm>
            <a:custGeom>
              <a:avLst/>
              <a:gdLst/>
              <a:ahLst/>
              <a:cxnLst/>
              <a:rect l="l" t="t" r="r" b="b"/>
              <a:pathLst>
                <a:path w="8467725" h="243839">
                  <a:moveTo>
                    <a:pt x="8240584" y="0"/>
                  </a:moveTo>
                  <a:lnTo>
                    <a:pt x="8230400" y="0"/>
                  </a:lnTo>
                  <a:lnTo>
                    <a:pt x="8223956" y="6438"/>
                  </a:lnTo>
                  <a:lnTo>
                    <a:pt x="8223956" y="229137"/>
                  </a:lnTo>
                  <a:lnTo>
                    <a:pt x="8224475" y="231341"/>
                  </a:lnTo>
                  <a:lnTo>
                    <a:pt x="8229029" y="240450"/>
                  </a:lnTo>
                  <a:lnTo>
                    <a:pt x="8237675" y="243331"/>
                  </a:lnTo>
                  <a:lnTo>
                    <a:pt x="8460080" y="132129"/>
                  </a:lnTo>
                  <a:lnTo>
                    <a:pt x="8462340" y="129871"/>
                  </a:lnTo>
                  <a:lnTo>
                    <a:pt x="8467288" y="119975"/>
                  </a:lnTo>
                  <a:lnTo>
                    <a:pt x="8464406" y="111329"/>
                  </a:lnTo>
                  <a:lnTo>
                    <a:pt x="8242787" y="520"/>
                  </a:lnTo>
                  <a:lnTo>
                    <a:pt x="8240584" y="0"/>
                  </a:lnTo>
                  <a:close/>
                </a:path>
                <a:path w="8467725" h="243839">
                  <a:moveTo>
                    <a:pt x="95250" y="101600"/>
                  </a:moveTo>
                  <a:lnTo>
                    <a:pt x="19050" y="101600"/>
                  </a:lnTo>
                  <a:lnTo>
                    <a:pt x="11635" y="103097"/>
                  </a:lnTo>
                  <a:lnTo>
                    <a:pt x="5579" y="107179"/>
                  </a:lnTo>
                  <a:lnTo>
                    <a:pt x="1497" y="113235"/>
                  </a:lnTo>
                  <a:lnTo>
                    <a:pt x="0" y="120650"/>
                  </a:lnTo>
                  <a:lnTo>
                    <a:pt x="1497" y="128064"/>
                  </a:lnTo>
                  <a:lnTo>
                    <a:pt x="5579" y="134120"/>
                  </a:lnTo>
                  <a:lnTo>
                    <a:pt x="11635" y="138202"/>
                  </a:lnTo>
                  <a:lnTo>
                    <a:pt x="19050" y="139700"/>
                  </a:lnTo>
                  <a:lnTo>
                    <a:pt x="95250" y="139700"/>
                  </a:lnTo>
                  <a:lnTo>
                    <a:pt x="102664" y="138202"/>
                  </a:lnTo>
                  <a:lnTo>
                    <a:pt x="108720" y="134120"/>
                  </a:lnTo>
                  <a:lnTo>
                    <a:pt x="112802" y="128064"/>
                  </a:lnTo>
                  <a:lnTo>
                    <a:pt x="114300" y="120650"/>
                  </a:lnTo>
                  <a:lnTo>
                    <a:pt x="112802" y="113235"/>
                  </a:lnTo>
                  <a:lnTo>
                    <a:pt x="108720" y="107179"/>
                  </a:lnTo>
                  <a:lnTo>
                    <a:pt x="102664" y="103097"/>
                  </a:lnTo>
                  <a:lnTo>
                    <a:pt x="95250" y="101600"/>
                  </a:lnTo>
                  <a:close/>
                </a:path>
                <a:path w="8467725" h="243839">
                  <a:moveTo>
                    <a:pt x="247650" y="101600"/>
                  </a:moveTo>
                  <a:lnTo>
                    <a:pt x="171450" y="101600"/>
                  </a:lnTo>
                  <a:lnTo>
                    <a:pt x="164035" y="103097"/>
                  </a:lnTo>
                  <a:lnTo>
                    <a:pt x="157979" y="107179"/>
                  </a:lnTo>
                  <a:lnTo>
                    <a:pt x="153897" y="113235"/>
                  </a:lnTo>
                  <a:lnTo>
                    <a:pt x="152400" y="120650"/>
                  </a:lnTo>
                  <a:lnTo>
                    <a:pt x="153897" y="128064"/>
                  </a:lnTo>
                  <a:lnTo>
                    <a:pt x="157979" y="134120"/>
                  </a:lnTo>
                  <a:lnTo>
                    <a:pt x="164035" y="138202"/>
                  </a:lnTo>
                  <a:lnTo>
                    <a:pt x="171450" y="139700"/>
                  </a:lnTo>
                  <a:lnTo>
                    <a:pt x="247650" y="139700"/>
                  </a:lnTo>
                  <a:lnTo>
                    <a:pt x="255064" y="138202"/>
                  </a:lnTo>
                  <a:lnTo>
                    <a:pt x="261120" y="134120"/>
                  </a:lnTo>
                  <a:lnTo>
                    <a:pt x="265202" y="128064"/>
                  </a:lnTo>
                  <a:lnTo>
                    <a:pt x="266700" y="120650"/>
                  </a:lnTo>
                  <a:lnTo>
                    <a:pt x="265202" y="113235"/>
                  </a:lnTo>
                  <a:lnTo>
                    <a:pt x="261120" y="107179"/>
                  </a:lnTo>
                  <a:lnTo>
                    <a:pt x="255064" y="103097"/>
                  </a:lnTo>
                  <a:lnTo>
                    <a:pt x="247650" y="101600"/>
                  </a:lnTo>
                  <a:close/>
                </a:path>
                <a:path w="8467725" h="243839">
                  <a:moveTo>
                    <a:pt x="400050" y="101600"/>
                  </a:moveTo>
                  <a:lnTo>
                    <a:pt x="323850" y="101600"/>
                  </a:lnTo>
                  <a:lnTo>
                    <a:pt x="316435" y="103097"/>
                  </a:lnTo>
                  <a:lnTo>
                    <a:pt x="310379" y="107179"/>
                  </a:lnTo>
                  <a:lnTo>
                    <a:pt x="306297" y="113235"/>
                  </a:lnTo>
                  <a:lnTo>
                    <a:pt x="304800" y="120650"/>
                  </a:lnTo>
                  <a:lnTo>
                    <a:pt x="306297" y="128064"/>
                  </a:lnTo>
                  <a:lnTo>
                    <a:pt x="310379" y="134120"/>
                  </a:lnTo>
                  <a:lnTo>
                    <a:pt x="316435" y="138202"/>
                  </a:lnTo>
                  <a:lnTo>
                    <a:pt x="323850" y="139700"/>
                  </a:lnTo>
                  <a:lnTo>
                    <a:pt x="400050" y="139700"/>
                  </a:lnTo>
                  <a:lnTo>
                    <a:pt x="407464" y="138202"/>
                  </a:lnTo>
                  <a:lnTo>
                    <a:pt x="413520" y="134120"/>
                  </a:lnTo>
                  <a:lnTo>
                    <a:pt x="417602" y="128064"/>
                  </a:lnTo>
                  <a:lnTo>
                    <a:pt x="419100" y="120650"/>
                  </a:lnTo>
                  <a:lnTo>
                    <a:pt x="417602" y="113235"/>
                  </a:lnTo>
                  <a:lnTo>
                    <a:pt x="413520" y="107179"/>
                  </a:lnTo>
                  <a:lnTo>
                    <a:pt x="407464" y="103097"/>
                  </a:lnTo>
                  <a:lnTo>
                    <a:pt x="400050" y="101600"/>
                  </a:lnTo>
                  <a:close/>
                </a:path>
                <a:path w="8467725" h="243839">
                  <a:moveTo>
                    <a:pt x="552450" y="101600"/>
                  </a:moveTo>
                  <a:lnTo>
                    <a:pt x="476250" y="101600"/>
                  </a:lnTo>
                  <a:lnTo>
                    <a:pt x="468835" y="103097"/>
                  </a:lnTo>
                  <a:lnTo>
                    <a:pt x="462779" y="107179"/>
                  </a:lnTo>
                  <a:lnTo>
                    <a:pt x="458697" y="113235"/>
                  </a:lnTo>
                  <a:lnTo>
                    <a:pt x="457200" y="120650"/>
                  </a:lnTo>
                  <a:lnTo>
                    <a:pt x="458697" y="128064"/>
                  </a:lnTo>
                  <a:lnTo>
                    <a:pt x="462779" y="134120"/>
                  </a:lnTo>
                  <a:lnTo>
                    <a:pt x="468835" y="138202"/>
                  </a:lnTo>
                  <a:lnTo>
                    <a:pt x="476250" y="139700"/>
                  </a:lnTo>
                  <a:lnTo>
                    <a:pt x="552450" y="139700"/>
                  </a:lnTo>
                  <a:lnTo>
                    <a:pt x="559864" y="138202"/>
                  </a:lnTo>
                  <a:lnTo>
                    <a:pt x="565920" y="134120"/>
                  </a:lnTo>
                  <a:lnTo>
                    <a:pt x="570002" y="128064"/>
                  </a:lnTo>
                  <a:lnTo>
                    <a:pt x="571500" y="120650"/>
                  </a:lnTo>
                  <a:lnTo>
                    <a:pt x="570002" y="113235"/>
                  </a:lnTo>
                  <a:lnTo>
                    <a:pt x="565920" y="107179"/>
                  </a:lnTo>
                  <a:lnTo>
                    <a:pt x="559864" y="103097"/>
                  </a:lnTo>
                  <a:lnTo>
                    <a:pt x="552450" y="101600"/>
                  </a:lnTo>
                  <a:close/>
                </a:path>
                <a:path w="8467725" h="243839">
                  <a:moveTo>
                    <a:pt x="704850" y="101600"/>
                  </a:moveTo>
                  <a:lnTo>
                    <a:pt x="628650" y="101600"/>
                  </a:lnTo>
                  <a:lnTo>
                    <a:pt x="621235" y="103097"/>
                  </a:lnTo>
                  <a:lnTo>
                    <a:pt x="615179" y="107179"/>
                  </a:lnTo>
                  <a:lnTo>
                    <a:pt x="611097" y="113235"/>
                  </a:lnTo>
                  <a:lnTo>
                    <a:pt x="609600" y="120650"/>
                  </a:lnTo>
                  <a:lnTo>
                    <a:pt x="611097" y="128064"/>
                  </a:lnTo>
                  <a:lnTo>
                    <a:pt x="615179" y="134120"/>
                  </a:lnTo>
                  <a:lnTo>
                    <a:pt x="621235" y="138202"/>
                  </a:lnTo>
                  <a:lnTo>
                    <a:pt x="628650" y="139700"/>
                  </a:lnTo>
                  <a:lnTo>
                    <a:pt x="704850" y="139700"/>
                  </a:lnTo>
                  <a:lnTo>
                    <a:pt x="712264" y="138202"/>
                  </a:lnTo>
                  <a:lnTo>
                    <a:pt x="718320" y="134120"/>
                  </a:lnTo>
                  <a:lnTo>
                    <a:pt x="722402" y="128064"/>
                  </a:lnTo>
                  <a:lnTo>
                    <a:pt x="723900" y="120650"/>
                  </a:lnTo>
                  <a:lnTo>
                    <a:pt x="722402" y="113235"/>
                  </a:lnTo>
                  <a:lnTo>
                    <a:pt x="718320" y="107179"/>
                  </a:lnTo>
                  <a:lnTo>
                    <a:pt x="712264" y="103097"/>
                  </a:lnTo>
                  <a:lnTo>
                    <a:pt x="704850" y="101600"/>
                  </a:lnTo>
                  <a:close/>
                </a:path>
                <a:path w="8467725" h="243839">
                  <a:moveTo>
                    <a:pt x="857250" y="101600"/>
                  </a:moveTo>
                  <a:lnTo>
                    <a:pt x="781050" y="101600"/>
                  </a:lnTo>
                  <a:lnTo>
                    <a:pt x="773635" y="103097"/>
                  </a:lnTo>
                  <a:lnTo>
                    <a:pt x="767579" y="107179"/>
                  </a:lnTo>
                  <a:lnTo>
                    <a:pt x="763497" y="113235"/>
                  </a:lnTo>
                  <a:lnTo>
                    <a:pt x="762000" y="120650"/>
                  </a:lnTo>
                  <a:lnTo>
                    <a:pt x="763497" y="128064"/>
                  </a:lnTo>
                  <a:lnTo>
                    <a:pt x="767579" y="134120"/>
                  </a:lnTo>
                  <a:lnTo>
                    <a:pt x="773635" y="138202"/>
                  </a:lnTo>
                  <a:lnTo>
                    <a:pt x="781050" y="139700"/>
                  </a:lnTo>
                  <a:lnTo>
                    <a:pt x="857250" y="139700"/>
                  </a:lnTo>
                  <a:lnTo>
                    <a:pt x="864664" y="138202"/>
                  </a:lnTo>
                  <a:lnTo>
                    <a:pt x="870720" y="134120"/>
                  </a:lnTo>
                  <a:lnTo>
                    <a:pt x="874802" y="128064"/>
                  </a:lnTo>
                  <a:lnTo>
                    <a:pt x="876300" y="120650"/>
                  </a:lnTo>
                  <a:lnTo>
                    <a:pt x="874802" y="113235"/>
                  </a:lnTo>
                  <a:lnTo>
                    <a:pt x="870720" y="107179"/>
                  </a:lnTo>
                  <a:lnTo>
                    <a:pt x="864664" y="103097"/>
                  </a:lnTo>
                  <a:lnTo>
                    <a:pt x="857250" y="101600"/>
                  </a:lnTo>
                  <a:close/>
                </a:path>
                <a:path w="8467725" h="243839">
                  <a:moveTo>
                    <a:pt x="1009650" y="101600"/>
                  </a:moveTo>
                  <a:lnTo>
                    <a:pt x="933450" y="101600"/>
                  </a:lnTo>
                  <a:lnTo>
                    <a:pt x="926035" y="103097"/>
                  </a:lnTo>
                  <a:lnTo>
                    <a:pt x="919979" y="107179"/>
                  </a:lnTo>
                  <a:lnTo>
                    <a:pt x="915897" y="113235"/>
                  </a:lnTo>
                  <a:lnTo>
                    <a:pt x="914400" y="120650"/>
                  </a:lnTo>
                  <a:lnTo>
                    <a:pt x="915897" y="128064"/>
                  </a:lnTo>
                  <a:lnTo>
                    <a:pt x="919979" y="134120"/>
                  </a:lnTo>
                  <a:lnTo>
                    <a:pt x="926035" y="138202"/>
                  </a:lnTo>
                  <a:lnTo>
                    <a:pt x="933450" y="139700"/>
                  </a:lnTo>
                  <a:lnTo>
                    <a:pt x="1009650" y="139700"/>
                  </a:lnTo>
                  <a:lnTo>
                    <a:pt x="1017064" y="138202"/>
                  </a:lnTo>
                  <a:lnTo>
                    <a:pt x="1023120" y="134120"/>
                  </a:lnTo>
                  <a:lnTo>
                    <a:pt x="1027202" y="128064"/>
                  </a:lnTo>
                  <a:lnTo>
                    <a:pt x="1028700" y="120650"/>
                  </a:lnTo>
                  <a:lnTo>
                    <a:pt x="1027202" y="113235"/>
                  </a:lnTo>
                  <a:lnTo>
                    <a:pt x="1023120" y="107179"/>
                  </a:lnTo>
                  <a:lnTo>
                    <a:pt x="1017064" y="103097"/>
                  </a:lnTo>
                  <a:lnTo>
                    <a:pt x="1009650" y="101600"/>
                  </a:lnTo>
                  <a:close/>
                </a:path>
                <a:path w="8467725" h="243839">
                  <a:moveTo>
                    <a:pt x="1162050" y="101600"/>
                  </a:moveTo>
                  <a:lnTo>
                    <a:pt x="1085850" y="101600"/>
                  </a:lnTo>
                  <a:lnTo>
                    <a:pt x="1078435" y="103097"/>
                  </a:lnTo>
                  <a:lnTo>
                    <a:pt x="1072379" y="107179"/>
                  </a:lnTo>
                  <a:lnTo>
                    <a:pt x="1068297" y="113235"/>
                  </a:lnTo>
                  <a:lnTo>
                    <a:pt x="1066800" y="120650"/>
                  </a:lnTo>
                  <a:lnTo>
                    <a:pt x="1068297" y="128064"/>
                  </a:lnTo>
                  <a:lnTo>
                    <a:pt x="1072379" y="134120"/>
                  </a:lnTo>
                  <a:lnTo>
                    <a:pt x="1078435" y="138202"/>
                  </a:lnTo>
                  <a:lnTo>
                    <a:pt x="1085850" y="139700"/>
                  </a:lnTo>
                  <a:lnTo>
                    <a:pt x="1162050" y="139700"/>
                  </a:lnTo>
                  <a:lnTo>
                    <a:pt x="1169464" y="138202"/>
                  </a:lnTo>
                  <a:lnTo>
                    <a:pt x="1175520" y="134120"/>
                  </a:lnTo>
                  <a:lnTo>
                    <a:pt x="1179602" y="128064"/>
                  </a:lnTo>
                  <a:lnTo>
                    <a:pt x="1181100" y="120650"/>
                  </a:lnTo>
                  <a:lnTo>
                    <a:pt x="1179602" y="113235"/>
                  </a:lnTo>
                  <a:lnTo>
                    <a:pt x="1175520" y="107179"/>
                  </a:lnTo>
                  <a:lnTo>
                    <a:pt x="1169464" y="103097"/>
                  </a:lnTo>
                  <a:lnTo>
                    <a:pt x="1162050" y="101600"/>
                  </a:lnTo>
                  <a:close/>
                </a:path>
                <a:path w="8467725" h="243839">
                  <a:moveTo>
                    <a:pt x="1314450" y="101600"/>
                  </a:moveTo>
                  <a:lnTo>
                    <a:pt x="1238250" y="101600"/>
                  </a:lnTo>
                  <a:lnTo>
                    <a:pt x="1230835" y="103097"/>
                  </a:lnTo>
                  <a:lnTo>
                    <a:pt x="1224779" y="107179"/>
                  </a:lnTo>
                  <a:lnTo>
                    <a:pt x="1220697" y="113235"/>
                  </a:lnTo>
                  <a:lnTo>
                    <a:pt x="1219200" y="120650"/>
                  </a:lnTo>
                  <a:lnTo>
                    <a:pt x="1220697" y="128064"/>
                  </a:lnTo>
                  <a:lnTo>
                    <a:pt x="1224779" y="134120"/>
                  </a:lnTo>
                  <a:lnTo>
                    <a:pt x="1230835" y="138202"/>
                  </a:lnTo>
                  <a:lnTo>
                    <a:pt x="1238250" y="139700"/>
                  </a:lnTo>
                  <a:lnTo>
                    <a:pt x="1314450" y="139700"/>
                  </a:lnTo>
                  <a:lnTo>
                    <a:pt x="1321864" y="138202"/>
                  </a:lnTo>
                  <a:lnTo>
                    <a:pt x="1327920" y="134120"/>
                  </a:lnTo>
                  <a:lnTo>
                    <a:pt x="1332002" y="128064"/>
                  </a:lnTo>
                  <a:lnTo>
                    <a:pt x="1333500" y="120650"/>
                  </a:lnTo>
                  <a:lnTo>
                    <a:pt x="1332002" y="113235"/>
                  </a:lnTo>
                  <a:lnTo>
                    <a:pt x="1327920" y="107179"/>
                  </a:lnTo>
                  <a:lnTo>
                    <a:pt x="1321864" y="103097"/>
                  </a:lnTo>
                  <a:lnTo>
                    <a:pt x="1314450" y="101600"/>
                  </a:lnTo>
                  <a:close/>
                </a:path>
                <a:path w="8467725" h="243839">
                  <a:moveTo>
                    <a:pt x="1466850" y="101600"/>
                  </a:moveTo>
                  <a:lnTo>
                    <a:pt x="1390650" y="101600"/>
                  </a:lnTo>
                  <a:lnTo>
                    <a:pt x="1383235" y="103097"/>
                  </a:lnTo>
                  <a:lnTo>
                    <a:pt x="1377179" y="107179"/>
                  </a:lnTo>
                  <a:lnTo>
                    <a:pt x="1373097" y="113235"/>
                  </a:lnTo>
                  <a:lnTo>
                    <a:pt x="1371600" y="120650"/>
                  </a:lnTo>
                  <a:lnTo>
                    <a:pt x="1373097" y="128064"/>
                  </a:lnTo>
                  <a:lnTo>
                    <a:pt x="1377179" y="134120"/>
                  </a:lnTo>
                  <a:lnTo>
                    <a:pt x="1383235" y="138202"/>
                  </a:lnTo>
                  <a:lnTo>
                    <a:pt x="1390650" y="139700"/>
                  </a:lnTo>
                  <a:lnTo>
                    <a:pt x="1466850" y="139700"/>
                  </a:lnTo>
                  <a:lnTo>
                    <a:pt x="1474264" y="138202"/>
                  </a:lnTo>
                  <a:lnTo>
                    <a:pt x="1480320" y="134120"/>
                  </a:lnTo>
                  <a:lnTo>
                    <a:pt x="1484402" y="128064"/>
                  </a:lnTo>
                  <a:lnTo>
                    <a:pt x="1485900" y="120650"/>
                  </a:lnTo>
                  <a:lnTo>
                    <a:pt x="1484402" y="113235"/>
                  </a:lnTo>
                  <a:lnTo>
                    <a:pt x="1480320" y="107179"/>
                  </a:lnTo>
                  <a:lnTo>
                    <a:pt x="1474264" y="103097"/>
                  </a:lnTo>
                  <a:lnTo>
                    <a:pt x="1466850" y="101600"/>
                  </a:lnTo>
                  <a:close/>
                </a:path>
                <a:path w="8467725" h="243839">
                  <a:moveTo>
                    <a:pt x="1619250" y="101600"/>
                  </a:moveTo>
                  <a:lnTo>
                    <a:pt x="1543050" y="101600"/>
                  </a:lnTo>
                  <a:lnTo>
                    <a:pt x="1535635" y="103097"/>
                  </a:lnTo>
                  <a:lnTo>
                    <a:pt x="1529579" y="107179"/>
                  </a:lnTo>
                  <a:lnTo>
                    <a:pt x="1525497" y="113235"/>
                  </a:lnTo>
                  <a:lnTo>
                    <a:pt x="1524000" y="120650"/>
                  </a:lnTo>
                  <a:lnTo>
                    <a:pt x="1525497" y="128064"/>
                  </a:lnTo>
                  <a:lnTo>
                    <a:pt x="1529579" y="134120"/>
                  </a:lnTo>
                  <a:lnTo>
                    <a:pt x="1535635" y="138202"/>
                  </a:lnTo>
                  <a:lnTo>
                    <a:pt x="1543050" y="139700"/>
                  </a:lnTo>
                  <a:lnTo>
                    <a:pt x="1619250" y="139700"/>
                  </a:lnTo>
                  <a:lnTo>
                    <a:pt x="1626664" y="138202"/>
                  </a:lnTo>
                  <a:lnTo>
                    <a:pt x="1632720" y="134120"/>
                  </a:lnTo>
                  <a:lnTo>
                    <a:pt x="1636802" y="128064"/>
                  </a:lnTo>
                  <a:lnTo>
                    <a:pt x="1638300" y="120650"/>
                  </a:lnTo>
                  <a:lnTo>
                    <a:pt x="1636802" y="113235"/>
                  </a:lnTo>
                  <a:lnTo>
                    <a:pt x="1632720" y="107179"/>
                  </a:lnTo>
                  <a:lnTo>
                    <a:pt x="1626664" y="103097"/>
                  </a:lnTo>
                  <a:lnTo>
                    <a:pt x="1619250" y="101600"/>
                  </a:lnTo>
                  <a:close/>
                </a:path>
                <a:path w="8467725" h="243839">
                  <a:moveTo>
                    <a:pt x="1771650" y="101600"/>
                  </a:moveTo>
                  <a:lnTo>
                    <a:pt x="1695450" y="101600"/>
                  </a:lnTo>
                  <a:lnTo>
                    <a:pt x="1688035" y="103097"/>
                  </a:lnTo>
                  <a:lnTo>
                    <a:pt x="1681979" y="107179"/>
                  </a:lnTo>
                  <a:lnTo>
                    <a:pt x="1677897" y="113235"/>
                  </a:lnTo>
                  <a:lnTo>
                    <a:pt x="1676400" y="120650"/>
                  </a:lnTo>
                  <a:lnTo>
                    <a:pt x="1677897" y="128064"/>
                  </a:lnTo>
                  <a:lnTo>
                    <a:pt x="1681979" y="134120"/>
                  </a:lnTo>
                  <a:lnTo>
                    <a:pt x="1688035" y="138202"/>
                  </a:lnTo>
                  <a:lnTo>
                    <a:pt x="1695450" y="139700"/>
                  </a:lnTo>
                  <a:lnTo>
                    <a:pt x="1771650" y="139700"/>
                  </a:lnTo>
                  <a:lnTo>
                    <a:pt x="1779064" y="138202"/>
                  </a:lnTo>
                  <a:lnTo>
                    <a:pt x="1785120" y="134120"/>
                  </a:lnTo>
                  <a:lnTo>
                    <a:pt x="1789202" y="128064"/>
                  </a:lnTo>
                  <a:lnTo>
                    <a:pt x="1790700" y="120650"/>
                  </a:lnTo>
                  <a:lnTo>
                    <a:pt x="1789202" y="113235"/>
                  </a:lnTo>
                  <a:lnTo>
                    <a:pt x="1785120" y="107179"/>
                  </a:lnTo>
                  <a:lnTo>
                    <a:pt x="1779064" y="103097"/>
                  </a:lnTo>
                  <a:lnTo>
                    <a:pt x="1771650" y="101600"/>
                  </a:lnTo>
                  <a:close/>
                </a:path>
                <a:path w="8467725" h="243839">
                  <a:moveTo>
                    <a:pt x="1924050" y="101600"/>
                  </a:moveTo>
                  <a:lnTo>
                    <a:pt x="1847850" y="101600"/>
                  </a:lnTo>
                  <a:lnTo>
                    <a:pt x="1840435" y="103097"/>
                  </a:lnTo>
                  <a:lnTo>
                    <a:pt x="1834379" y="107179"/>
                  </a:lnTo>
                  <a:lnTo>
                    <a:pt x="1830297" y="113235"/>
                  </a:lnTo>
                  <a:lnTo>
                    <a:pt x="1828800" y="120650"/>
                  </a:lnTo>
                  <a:lnTo>
                    <a:pt x="1830297" y="128064"/>
                  </a:lnTo>
                  <a:lnTo>
                    <a:pt x="1834379" y="134120"/>
                  </a:lnTo>
                  <a:lnTo>
                    <a:pt x="1840435" y="138202"/>
                  </a:lnTo>
                  <a:lnTo>
                    <a:pt x="1847850" y="139700"/>
                  </a:lnTo>
                  <a:lnTo>
                    <a:pt x="1924050" y="139700"/>
                  </a:lnTo>
                  <a:lnTo>
                    <a:pt x="1931464" y="138202"/>
                  </a:lnTo>
                  <a:lnTo>
                    <a:pt x="1937520" y="134120"/>
                  </a:lnTo>
                  <a:lnTo>
                    <a:pt x="1941602" y="128064"/>
                  </a:lnTo>
                  <a:lnTo>
                    <a:pt x="1943100" y="120650"/>
                  </a:lnTo>
                  <a:lnTo>
                    <a:pt x="1941602" y="113235"/>
                  </a:lnTo>
                  <a:lnTo>
                    <a:pt x="1937520" y="107179"/>
                  </a:lnTo>
                  <a:lnTo>
                    <a:pt x="1931464" y="103097"/>
                  </a:lnTo>
                  <a:lnTo>
                    <a:pt x="1924050" y="101600"/>
                  </a:lnTo>
                  <a:close/>
                </a:path>
                <a:path w="8467725" h="243839">
                  <a:moveTo>
                    <a:pt x="2076450" y="101600"/>
                  </a:moveTo>
                  <a:lnTo>
                    <a:pt x="2000250" y="101600"/>
                  </a:lnTo>
                  <a:lnTo>
                    <a:pt x="1992835" y="103097"/>
                  </a:lnTo>
                  <a:lnTo>
                    <a:pt x="1986779" y="107179"/>
                  </a:lnTo>
                  <a:lnTo>
                    <a:pt x="1982697" y="113235"/>
                  </a:lnTo>
                  <a:lnTo>
                    <a:pt x="1981200" y="120650"/>
                  </a:lnTo>
                  <a:lnTo>
                    <a:pt x="1982697" y="128064"/>
                  </a:lnTo>
                  <a:lnTo>
                    <a:pt x="1986779" y="134120"/>
                  </a:lnTo>
                  <a:lnTo>
                    <a:pt x="1992835" y="138202"/>
                  </a:lnTo>
                  <a:lnTo>
                    <a:pt x="2000250" y="139700"/>
                  </a:lnTo>
                  <a:lnTo>
                    <a:pt x="2076450" y="139700"/>
                  </a:lnTo>
                  <a:lnTo>
                    <a:pt x="2083864" y="138202"/>
                  </a:lnTo>
                  <a:lnTo>
                    <a:pt x="2089920" y="134120"/>
                  </a:lnTo>
                  <a:lnTo>
                    <a:pt x="2094002" y="128064"/>
                  </a:lnTo>
                  <a:lnTo>
                    <a:pt x="2095500" y="120650"/>
                  </a:lnTo>
                  <a:lnTo>
                    <a:pt x="2094002" y="113235"/>
                  </a:lnTo>
                  <a:lnTo>
                    <a:pt x="2089920" y="107179"/>
                  </a:lnTo>
                  <a:lnTo>
                    <a:pt x="2083864" y="103097"/>
                  </a:lnTo>
                  <a:lnTo>
                    <a:pt x="2076450" y="101600"/>
                  </a:lnTo>
                  <a:close/>
                </a:path>
                <a:path w="8467725" h="243839">
                  <a:moveTo>
                    <a:pt x="2228850" y="101600"/>
                  </a:moveTo>
                  <a:lnTo>
                    <a:pt x="2152650" y="101600"/>
                  </a:lnTo>
                  <a:lnTo>
                    <a:pt x="2145235" y="103097"/>
                  </a:lnTo>
                  <a:lnTo>
                    <a:pt x="2139179" y="107179"/>
                  </a:lnTo>
                  <a:lnTo>
                    <a:pt x="2135097" y="113235"/>
                  </a:lnTo>
                  <a:lnTo>
                    <a:pt x="2133600" y="120650"/>
                  </a:lnTo>
                  <a:lnTo>
                    <a:pt x="2135097" y="128064"/>
                  </a:lnTo>
                  <a:lnTo>
                    <a:pt x="2139179" y="134120"/>
                  </a:lnTo>
                  <a:lnTo>
                    <a:pt x="2145235" y="138202"/>
                  </a:lnTo>
                  <a:lnTo>
                    <a:pt x="2152650" y="139700"/>
                  </a:lnTo>
                  <a:lnTo>
                    <a:pt x="2228850" y="139700"/>
                  </a:lnTo>
                  <a:lnTo>
                    <a:pt x="2236264" y="138202"/>
                  </a:lnTo>
                  <a:lnTo>
                    <a:pt x="2242320" y="134120"/>
                  </a:lnTo>
                  <a:lnTo>
                    <a:pt x="2246402" y="128064"/>
                  </a:lnTo>
                  <a:lnTo>
                    <a:pt x="2247900" y="120650"/>
                  </a:lnTo>
                  <a:lnTo>
                    <a:pt x="2246402" y="113235"/>
                  </a:lnTo>
                  <a:lnTo>
                    <a:pt x="2242320" y="107179"/>
                  </a:lnTo>
                  <a:lnTo>
                    <a:pt x="2236264" y="103097"/>
                  </a:lnTo>
                  <a:lnTo>
                    <a:pt x="2228850" y="101600"/>
                  </a:lnTo>
                  <a:close/>
                </a:path>
                <a:path w="8467725" h="243839">
                  <a:moveTo>
                    <a:pt x="2381250" y="101600"/>
                  </a:moveTo>
                  <a:lnTo>
                    <a:pt x="2305050" y="101600"/>
                  </a:lnTo>
                  <a:lnTo>
                    <a:pt x="2297635" y="103097"/>
                  </a:lnTo>
                  <a:lnTo>
                    <a:pt x="2291579" y="107179"/>
                  </a:lnTo>
                  <a:lnTo>
                    <a:pt x="2287497" y="113235"/>
                  </a:lnTo>
                  <a:lnTo>
                    <a:pt x="2286000" y="120650"/>
                  </a:lnTo>
                  <a:lnTo>
                    <a:pt x="2287497" y="128064"/>
                  </a:lnTo>
                  <a:lnTo>
                    <a:pt x="2291579" y="134120"/>
                  </a:lnTo>
                  <a:lnTo>
                    <a:pt x="2297635" y="138202"/>
                  </a:lnTo>
                  <a:lnTo>
                    <a:pt x="2305050" y="139700"/>
                  </a:lnTo>
                  <a:lnTo>
                    <a:pt x="2381250" y="139700"/>
                  </a:lnTo>
                  <a:lnTo>
                    <a:pt x="2388664" y="138202"/>
                  </a:lnTo>
                  <a:lnTo>
                    <a:pt x="2394720" y="134120"/>
                  </a:lnTo>
                  <a:lnTo>
                    <a:pt x="2398802" y="128064"/>
                  </a:lnTo>
                  <a:lnTo>
                    <a:pt x="2400300" y="120650"/>
                  </a:lnTo>
                  <a:lnTo>
                    <a:pt x="2398802" y="113235"/>
                  </a:lnTo>
                  <a:lnTo>
                    <a:pt x="2394720" y="107179"/>
                  </a:lnTo>
                  <a:lnTo>
                    <a:pt x="2388664" y="103097"/>
                  </a:lnTo>
                  <a:lnTo>
                    <a:pt x="2381250" y="101600"/>
                  </a:lnTo>
                  <a:close/>
                </a:path>
                <a:path w="8467725" h="243839">
                  <a:moveTo>
                    <a:pt x="2533650" y="101600"/>
                  </a:moveTo>
                  <a:lnTo>
                    <a:pt x="2457450" y="101600"/>
                  </a:lnTo>
                  <a:lnTo>
                    <a:pt x="2450035" y="103097"/>
                  </a:lnTo>
                  <a:lnTo>
                    <a:pt x="2443979" y="107179"/>
                  </a:lnTo>
                  <a:lnTo>
                    <a:pt x="2439897" y="113235"/>
                  </a:lnTo>
                  <a:lnTo>
                    <a:pt x="2438400" y="120650"/>
                  </a:lnTo>
                  <a:lnTo>
                    <a:pt x="2439897" y="128064"/>
                  </a:lnTo>
                  <a:lnTo>
                    <a:pt x="2443979" y="134120"/>
                  </a:lnTo>
                  <a:lnTo>
                    <a:pt x="2450035" y="138202"/>
                  </a:lnTo>
                  <a:lnTo>
                    <a:pt x="2457450" y="139700"/>
                  </a:lnTo>
                  <a:lnTo>
                    <a:pt x="2533650" y="139700"/>
                  </a:lnTo>
                  <a:lnTo>
                    <a:pt x="2541064" y="138202"/>
                  </a:lnTo>
                  <a:lnTo>
                    <a:pt x="2547120" y="134120"/>
                  </a:lnTo>
                  <a:lnTo>
                    <a:pt x="2551202" y="128064"/>
                  </a:lnTo>
                  <a:lnTo>
                    <a:pt x="2552700" y="120650"/>
                  </a:lnTo>
                  <a:lnTo>
                    <a:pt x="2551202" y="113235"/>
                  </a:lnTo>
                  <a:lnTo>
                    <a:pt x="2547120" y="107179"/>
                  </a:lnTo>
                  <a:lnTo>
                    <a:pt x="2541064" y="103097"/>
                  </a:lnTo>
                  <a:lnTo>
                    <a:pt x="2533650" y="101600"/>
                  </a:lnTo>
                  <a:close/>
                </a:path>
                <a:path w="8467725" h="243839">
                  <a:moveTo>
                    <a:pt x="2686050" y="101600"/>
                  </a:moveTo>
                  <a:lnTo>
                    <a:pt x="2609850" y="101600"/>
                  </a:lnTo>
                  <a:lnTo>
                    <a:pt x="2602435" y="103097"/>
                  </a:lnTo>
                  <a:lnTo>
                    <a:pt x="2596379" y="107179"/>
                  </a:lnTo>
                  <a:lnTo>
                    <a:pt x="2592297" y="113235"/>
                  </a:lnTo>
                  <a:lnTo>
                    <a:pt x="2590800" y="120650"/>
                  </a:lnTo>
                  <a:lnTo>
                    <a:pt x="2592297" y="128064"/>
                  </a:lnTo>
                  <a:lnTo>
                    <a:pt x="2596379" y="134120"/>
                  </a:lnTo>
                  <a:lnTo>
                    <a:pt x="2602435" y="138202"/>
                  </a:lnTo>
                  <a:lnTo>
                    <a:pt x="2609850" y="139700"/>
                  </a:lnTo>
                  <a:lnTo>
                    <a:pt x="2686050" y="139700"/>
                  </a:lnTo>
                  <a:lnTo>
                    <a:pt x="2693464" y="138202"/>
                  </a:lnTo>
                  <a:lnTo>
                    <a:pt x="2699520" y="134120"/>
                  </a:lnTo>
                  <a:lnTo>
                    <a:pt x="2703602" y="128064"/>
                  </a:lnTo>
                  <a:lnTo>
                    <a:pt x="2705100" y="120650"/>
                  </a:lnTo>
                  <a:lnTo>
                    <a:pt x="2703602" y="113235"/>
                  </a:lnTo>
                  <a:lnTo>
                    <a:pt x="2699520" y="107179"/>
                  </a:lnTo>
                  <a:lnTo>
                    <a:pt x="2693464" y="103097"/>
                  </a:lnTo>
                  <a:lnTo>
                    <a:pt x="2686050" y="101600"/>
                  </a:lnTo>
                  <a:close/>
                </a:path>
                <a:path w="8467725" h="243839">
                  <a:moveTo>
                    <a:pt x="2838450" y="101600"/>
                  </a:moveTo>
                  <a:lnTo>
                    <a:pt x="2762250" y="101600"/>
                  </a:lnTo>
                  <a:lnTo>
                    <a:pt x="2754835" y="103097"/>
                  </a:lnTo>
                  <a:lnTo>
                    <a:pt x="2748779" y="107179"/>
                  </a:lnTo>
                  <a:lnTo>
                    <a:pt x="2744697" y="113235"/>
                  </a:lnTo>
                  <a:lnTo>
                    <a:pt x="2743200" y="120650"/>
                  </a:lnTo>
                  <a:lnTo>
                    <a:pt x="2744697" y="128064"/>
                  </a:lnTo>
                  <a:lnTo>
                    <a:pt x="2748779" y="134120"/>
                  </a:lnTo>
                  <a:lnTo>
                    <a:pt x="2754835" y="138202"/>
                  </a:lnTo>
                  <a:lnTo>
                    <a:pt x="2762250" y="139700"/>
                  </a:lnTo>
                  <a:lnTo>
                    <a:pt x="2838450" y="139700"/>
                  </a:lnTo>
                  <a:lnTo>
                    <a:pt x="2845864" y="138202"/>
                  </a:lnTo>
                  <a:lnTo>
                    <a:pt x="2851920" y="134120"/>
                  </a:lnTo>
                  <a:lnTo>
                    <a:pt x="2856002" y="128064"/>
                  </a:lnTo>
                  <a:lnTo>
                    <a:pt x="2857500" y="120650"/>
                  </a:lnTo>
                  <a:lnTo>
                    <a:pt x="2856002" y="113235"/>
                  </a:lnTo>
                  <a:lnTo>
                    <a:pt x="2851920" y="107179"/>
                  </a:lnTo>
                  <a:lnTo>
                    <a:pt x="2845864" y="103097"/>
                  </a:lnTo>
                  <a:lnTo>
                    <a:pt x="2838450" y="101600"/>
                  </a:lnTo>
                  <a:close/>
                </a:path>
                <a:path w="8467725" h="243839">
                  <a:moveTo>
                    <a:pt x="2990850" y="101600"/>
                  </a:moveTo>
                  <a:lnTo>
                    <a:pt x="2914650" y="101600"/>
                  </a:lnTo>
                  <a:lnTo>
                    <a:pt x="2907235" y="103097"/>
                  </a:lnTo>
                  <a:lnTo>
                    <a:pt x="2901179" y="107179"/>
                  </a:lnTo>
                  <a:lnTo>
                    <a:pt x="2897097" y="113235"/>
                  </a:lnTo>
                  <a:lnTo>
                    <a:pt x="2895600" y="120650"/>
                  </a:lnTo>
                  <a:lnTo>
                    <a:pt x="2897097" y="128064"/>
                  </a:lnTo>
                  <a:lnTo>
                    <a:pt x="2901179" y="134120"/>
                  </a:lnTo>
                  <a:lnTo>
                    <a:pt x="2907235" y="138202"/>
                  </a:lnTo>
                  <a:lnTo>
                    <a:pt x="2914650" y="139700"/>
                  </a:lnTo>
                  <a:lnTo>
                    <a:pt x="2990850" y="139700"/>
                  </a:lnTo>
                  <a:lnTo>
                    <a:pt x="2998264" y="138202"/>
                  </a:lnTo>
                  <a:lnTo>
                    <a:pt x="3004320" y="134120"/>
                  </a:lnTo>
                  <a:lnTo>
                    <a:pt x="3008402" y="128064"/>
                  </a:lnTo>
                  <a:lnTo>
                    <a:pt x="3009900" y="120650"/>
                  </a:lnTo>
                  <a:lnTo>
                    <a:pt x="3008402" y="113235"/>
                  </a:lnTo>
                  <a:lnTo>
                    <a:pt x="3004320" y="107179"/>
                  </a:lnTo>
                  <a:lnTo>
                    <a:pt x="2998264" y="103097"/>
                  </a:lnTo>
                  <a:lnTo>
                    <a:pt x="2990850" y="101600"/>
                  </a:lnTo>
                  <a:close/>
                </a:path>
                <a:path w="8467725" h="243839">
                  <a:moveTo>
                    <a:pt x="3143250" y="101600"/>
                  </a:moveTo>
                  <a:lnTo>
                    <a:pt x="3067050" y="101600"/>
                  </a:lnTo>
                  <a:lnTo>
                    <a:pt x="3059635" y="103097"/>
                  </a:lnTo>
                  <a:lnTo>
                    <a:pt x="3053579" y="107179"/>
                  </a:lnTo>
                  <a:lnTo>
                    <a:pt x="3049497" y="113235"/>
                  </a:lnTo>
                  <a:lnTo>
                    <a:pt x="3048000" y="120650"/>
                  </a:lnTo>
                  <a:lnTo>
                    <a:pt x="3049497" y="128064"/>
                  </a:lnTo>
                  <a:lnTo>
                    <a:pt x="3053579" y="134120"/>
                  </a:lnTo>
                  <a:lnTo>
                    <a:pt x="3059635" y="138202"/>
                  </a:lnTo>
                  <a:lnTo>
                    <a:pt x="3067050" y="139700"/>
                  </a:lnTo>
                  <a:lnTo>
                    <a:pt x="3143250" y="139700"/>
                  </a:lnTo>
                  <a:lnTo>
                    <a:pt x="3150664" y="138202"/>
                  </a:lnTo>
                  <a:lnTo>
                    <a:pt x="3156720" y="134120"/>
                  </a:lnTo>
                  <a:lnTo>
                    <a:pt x="3160802" y="128064"/>
                  </a:lnTo>
                  <a:lnTo>
                    <a:pt x="3162300" y="120650"/>
                  </a:lnTo>
                  <a:lnTo>
                    <a:pt x="3160802" y="113235"/>
                  </a:lnTo>
                  <a:lnTo>
                    <a:pt x="3156720" y="107179"/>
                  </a:lnTo>
                  <a:lnTo>
                    <a:pt x="3150664" y="103097"/>
                  </a:lnTo>
                  <a:lnTo>
                    <a:pt x="3143250" y="101600"/>
                  </a:lnTo>
                  <a:close/>
                </a:path>
                <a:path w="8467725" h="243839">
                  <a:moveTo>
                    <a:pt x="3295650" y="101600"/>
                  </a:moveTo>
                  <a:lnTo>
                    <a:pt x="3219450" y="101600"/>
                  </a:lnTo>
                  <a:lnTo>
                    <a:pt x="3212035" y="103097"/>
                  </a:lnTo>
                  <a:lnTo>
                    <a:pt x="3205979" y="107179"/>
                  </a:lnTo>
                  <a:lnTo>
                    <a:pt x="3201897" y="113235"/>
                  </a:lnTo>
                  <a:lnTo>
                    <a:pt x="3200400" y="120650"/>
                  </a:lnTo>
                  <a:lnTo>
                    <a:pt x="3201897" y="128064"/>
                  </a:lnTo>
                  <a:lnTo>
                    <a:pt x="3205979" y="134120"/>
                  </a:lnTo>
                  <a:lnTo>
                    <a:pt x="3212035" y="138202"/>
                  </a:lnTo>
                  <a:lnTo>
                    <a:pt x="3219450" y="139700"/>
                  </a:lnTo>
                  <a:lnTo>
                    <a:pt x="3295650" y="139700"/>
                  </a:lnTo>
                  <a:lnTo>
                    <a:pt x="3303064" y="138202"/>
                  </a:lnTo>
                  <a:lnTo>
                    <a:pt x="3309120" y="134120"/>
                  </a:lnTo>
                  <a:lnTo>
                    <a:pt x="3313202" y="128064"/>
                  </a:lnTo>
                  <a:lnTo>
                    <a:pt x="3314700" y="120650"/>
                  </a:lnTo>
                  <a:lnTo>
                    <a:pt x="3313202" y="113235"/>
                  </a:lnTo>
                  <a:lnTo>
                    <a:pt x="3309120" y="107179"/>
                  </a:lnTo>
                  <a:lnTo>
                    <a:pt x="3303064" y="103097"/>
                  </a:lnTo>
                  <a:lnTo>
                    <a:pt x="3295650" y="101600"/>
                  </a:lnTo>
                  <a:close/>
                </a:path>
                <a:path w="8467725" h="243839">
                  <a:moveTo>
                    <a:pt x="3448050" y="101600"/>
                  </a:moveTo>
                  <a:lnTo>
                    <a:pt x="3371850" y="101600"/>
                  </a:lnTo>
                  <a:lnTo>
                    <a:pt x="3364435" y="103097"/>
                  </a:lnTo>
                  <a:lnTo>
                    <a:pt x="3358379" y="107179"/>
                  </a:lnTo>
                  <a:lnTo>
                    <a:pt x="3354297" y="113235"/>
                  </a:lnTo>
                  <a:lnTo>
                    <a:pt x="3352800" y="120650"/>
                  </a:lnTo>
                  <a:lnTo>
                    <a:pt x="3354297" y="128064"/>
                  </a:lnTo>
                  <a:lnTo>
                    <a:pt x="3358379" y="134120"/>
                  </a:lnTo>
                  <a:lnTo>
                    <a:pt x="3364435" y="138202"/>
                  </a:lnTo>
                  <a:lnTo>
                    <a:pt x="3371850" y="139700"/>
                  </a:lnTo>
                  <a:lnTo>
                    <a:pt x="3448050" y="139700"/>
                  </a:lnTo>
                  <a:lnTo>
                    <a:pt x="3455464" y="138202"/>
                  </a:lnTo>
                  <a:lnTo>
                    <a:pt x="3461520" y="134120"/>
                  </a:lnTo>
                  <a:lnTo>
                    <a:pt x="3465602" y="128064"/>
                  </a:lnTo>
                  <a:lnTo>
                    <a:pt x="3467100" y="120650"/>
                  </a:lnTo>
                  <a:lnTo>
                    <a:pt x="3465602" y="113235"/>
                  </a:lnTo>
                  <a:lnTo>
                    <a:pt x="3461520" y="107179"/>
                  </a:lnTo>
                  <a:lnTo>
                    <a:pt x="3455464" y="103097"/>
                  </a:lnTo>
                  <a:lnTo>
                    <a:pt x="3448050" y="101600"/>
                  </a:lnTo>
                  <a:close/>
                </a:path>
                <a:path w="8467725" h="243839">
                  <a:moveTo>
                    <a:pt x="3600450" y="101600"/>
                  </a:moveTo>
                  <a:lnTo>
                    <a:pt x="3524250" y="101600"/>
                  </a:lnTo>
                  <a:lnTo>
                    <a:pt x="3516835" y="103097"/>
                  </a:lnTo>
                  <a:lnTo>
                    <a:pt x="3510779" y="107179"/>
                  </a:lnTo>
                  <a:lnTo>
                    <a:pt x="3506697" y="113235"/>
                  </a:lnTo>
                  <a:lnTo>
                    <a:pt x="3505200" y="120650"/>
                  </a:lnTo>
                  <a:lnTo>
                    <a:pt x="3506697" y="128064"/>
                  </a:lnTo>
                  <a:lnTo>
                    <a:pt x="3510779" y="134120"/>
                  </a:lnTo>
                  <a:lnTo>
                    <a:pt x="3516835" y="138202"/>
                  </a:lnTo>
                  <a:lnTo>
                    <a:pt x="3524250" y="139700"/>
                  </a:lnTo>
                  <a:lnTo>
                    <a:pt x="3600450" y="139700"/>
                  </a:lnTo>
                  <a:lnTo>
                    <a:pt x="3607864" y="138202"/>
                  </a:lnTo>
                  <a:lnTo>
                    <a:pt x="3613920" y="134120"/>
                  </a:lnTo>
                  <a:lnTo>
                    <a:pt x="3618002" y="128064"/>
                  </a:lnTo>
                  <a:lnTo>
                    <a:pt x="3619500" y="120650"/>
                  </a:lnTo>
                  <a:lnTo>
                    <a:pt x="3618002" y="113235"/>
                  </a:lnTo>
                  <a:lnTo>
                    <a:pt x="3613920" y="107179"/>
                  </a:lnTo>
                  <a:lnTo>
                    <a:pt x="3607864" y="103097"/>
                  </a:lnTo>
                  <a:lnTo>
                    <a:pt x="3600450" y="101600"/>
                  </a:lnTo>
                  <a:close/>
                </a:path>
                <a:path w="8467725" h="243839">
                  <a:moveTo>
                    <a:pt x="3752850" y="101600"/>
                  </a:moveTo>
                  <a:lnTo>
                    <a:pt x="3676650" y="101600"/>
                  </a:lnTo>
                  <a:lnTo>
                    <a:pt x="3669235" y="103097"/>
                  </a:lnTo>
                  <a:lnTo>
                    <a:pt x="3663179" y="107179"/>
                  </a:lnTo>
                  <a:lnTo>
                    <a:pt x="3659097" y="113235"/>
                  </a:lnTo>
                  <a:lnTo>
                    <a:pt x="3657600" y="120650"/>
                  </a:lnTo>
                  <a:lnTo>
                    <a:pt x="3659097" y="128064"/>
                  </a:lnTo>
                  <a:lnTo>
                    <a:pt x="3663179" y="134120"/>
                  </a:lnTo>
                  <a:lnTo>
                    <a:pt x="3669235" y="138202"/>
                  </a:lnTo>
                  <a:lnTo>
                    <a:pt x="3676650" y="139700"/>
                  </a:lnTo>
                  <a:lnTo>
                    <a:pt x="3752850" y="139700"/>
                  </a:lnTo>
                  <a:lnTo>
                    <a:pt x="3760264" y="138202"/>
                  </a:lnTo>
                  <a:lnTo>
                    <a:pt x="3766320" y="134120"/>
                  </a:lnTo>
                  <a:lnTo>
                    <a:pt x="3770402" y="128064"/>
                  </a:lnTo>
                  <a:lnTo>
                    <a:pt x="3771900" y="120650"/>
                  </a:lnTo>
                  <a:lnTo>
                    <a:pt x="3770402" y="113235"/>
                  </a:lnTo>
                  <a:lnTo>
                    <a:pt x="3766320" y="107179"/>
                  </a:lnTo>
                  <a:lnTo>
                    <a:pt x="3760264" y="103097"/>
                  </a:lnTo>
                  <a:lnTo>
                    <a:pt x="3752850" y="101600"/>
                  </a:lnTo>
                  <a:close/>
                </a:path>
                <a:path w="8467725" h="243839">
                  <a:moveTo>
                    <a:pt x="3905250" y="101600"/>
                  </a:moveTo>
                  <a:lnTo>
                    <a:pt x="3829050" y="101600"/>
                  </a:lnTo>
                  <a:lnTo>
                    <a:pt x="3821635" y="103097"/>
                  </a:lnTo>
                  <a:lnTo>
                    <a:pt x="3815579" y="107179"/>
                  </a:lnTo>
                  <a:lnTo>
                    <a:pt x="3811497" y="113235"/>
                  </a:lnTo>
                  <a:lnTo>
                    <a:pt x="3810000" y="120650"/>
                  </a:lnTo>
                  <a:lnTo>
                    <a:pt x="3811497" y="128064"/>
                  </a:lnTo>
                  <a:lnTo>
                    <a:pt x="3815579" y="134120"/>
                  </a:lnTo>
                  <a:lnTo>
                    <a:pt x="3821635" y="138202"/>
                  </a:lnTo>
                  <a:lnTo>
                    <a:pt x="3829050" y="139700"/>
                  </a:lnTo>
                  <a:lnTo>
                    <a:pt x="3905250" y="139700"/>
                  </a:lnTo>
                  <a:lnTo>
                    <a:pt x="3912664" y="138202"/>
                  </a:lnTo>
                  <a:lnTo>
                    <a:pt x="3918720" y="134120"/>
                  </a:lnTo>
                  <a:lnTo>
                    <a:pt x="3922802" y="128064"/>
                  </a:lnTo>
                  <a:lnTo>
                    <a:pt x="3924300" y="120650"/>
                  </a:lnTo>
                  <a:lnTo>
                    <a:pt x="3922802" y="113235"/>
                  </a:lnTo>
                  <a:lnTo>
                    <a:pt x="3918720" y="107179"/>
                  </a:lnTo>
                  <a:lnTo>
                    <a:pt x="3912664" y="103097"/>
                  </a:lnTo>
                  <a:lnTo>
                    <a:pt x="3905250" y="101600"/>
                  </a:lnTo>
                  <a:close/>
                </a:path>
                <a:path w="8467725" h="243839">
                  <a:moveTo>
                    <a:pt x="4057650" y="101600"/>
                  </a:moveTo>
                  <a:lnTo>
                    <a:pt x="3981450" y="101600"/>
                  </a:lnTo>
                  <a:lnTo>
                    <a:pt x="3974035" y="103097"/>
                  </a:lnTo>
                  <a:lnTo>
                    <a:pt x="3967979" y="107179"/>
                  </a:lnTo>
                  <a:lnTo>
                    <a:pt x="3963897" y="113235"/>
                  </a:lnTo>
                  <a:lnTo>
                    <a:pt x="3962400" y="120650"/>
                  </a:lnTo>
                  <a:lnTo>
                    <a:pt x="3963897" y="128064"/>
                  </a:lnTo>
                  <a:lnTo>
                    <a:pt x="3967979" y="134120"/>
                  </a:lnTo>
                  <a:lnTo>
                    <a:pt x="3974035" y="138202"/>
                  </a:lnTo>
                  <a:lnTo>
                    <a:pt x="3981450" y="139700"/>
                  </a:lnTo>
                  <a:lnTo>
                    <a:pt x="4057650" y="139700"/>
                  </a:lnTo>
                  <a:lnTo>
                    <a:pt x="4065064" y="138202"/>
                  </a:lnTo>
                  <a:lnTo>
                    <a:pt x="4071120" y="134120"/>
                  </a:lnTo>
                  <a:lnTo>
                    <a:pt x="4075202" y="128064"/>
                  </a:lnTo>
                  <a:lnTo>
                    <a:pt x="4076700" y="120650"/>
                  </a:lnTo>
                  <a:lnTo>
                    <a:pt x="4075202" y="113235"/>
                  </a:lnTo>
                  <a:lnTo>
                    <a:pt x="4071120" y="107179"/>
                  </a:lnTo>
                  <a:lnTo>
                    <a:pt x="4065064" y="103097"/>
                  </a:lnTo>
                  <a:lnTo>
                    <a:pt x="4057650" y="101600"/>
                  </a:lnTo>
                  <a:close/>
                </a:path>
                <a:path w="8467725" h="243839">
                  <a:moveTo>
                    <a:pt x="4210050" y="101600"/>
                  </a:moveTo>
                  <a:lnTo>
                    <a:pt x="4133850" y="101600"/>
                  </a:lnTo>
                  <a:lnTo>
                    <a:pt x="4126435" y="103097"/>
                  </a:lnTo>
                  <a:lnTo>
                    <a:pt x="4120379" y="107179"/>
                  </a:lnTo>
                  <a:lnTo>
                    <a:pt x="4116297" y="113235"/>
                  </a:lnTo>
                  <a:lnTo>
                    <a:pt x="4114800" y="120650"/>
                  </a:lnTo>
                  <a:lnTo>
                    <a:pt x="4116297" y="128064"/>
                  </a:lnTo>
                  <a:lnTo>
                    <a:pt x="4120379" y="134120"/>
                  </a:lnTo>
                  <a:lnTo>
                    <a:pt x="4126435" y="138202"/>
                  </a:lnTo>
                  <a:lnTo>
                    <a:pt x="4133850" y="139700"/>
                  </a:lnTo>
                  <a:lnTo>
                    <a:pt x="4210050" y="139700"/>
                  </a:lnTo>
                  <a:lnTo>
                    <a:pt x="4217464" y="138202"/>
                  </a:lnTo>
                  <a:lnTo>
                    <a:pt x="4223520" y="134120"/>
                  </a:lnTo>
                  <a:lnTo>
                    <a:pt x="4227602" y="128064"/>
                  </a:lnTo>
                  <a:lnTo>
                    <a:pt x="4229100" y="120650"/>
                  </a:lnTo>
                  <a:lnTo>
                    <a:pt x="4227602" y="113235"/>
                  </a:lnTo>
                  <a:lnTo>
                    <a:pt x="4223520" y="107179"/>
                  </a:lnTo>
                  <a:lnTo>
                    <a:pt x="4217464" y="103097"/>
                  </a:lnTo>
                  <a:lnTo>
                    <a:pt x="4210050" y="101600"/>
                  </a:lnTo>
                  <a:close/>
                </a:path>
                <a:path w="8467725" h="243839">
                  <a:moveTo>
                    <a:pt x="4362450" y="101600"/>
                  </a:moveTo>
                  <a:lnTo>
                    <a:pt x="4286250" y="101600"/>
                  </a:lnTo>
                  <a:lnTo>
                    <a:pt x="4278835" y="103097"/>
                  </a:lnTo>
                  <a:lnTo>
                    <a:pt x="4272779" y="107179"/>
                  </a:lnTo>
                  <a:lnTo>
                    <a:pt x="4268697" y="113235"/>
                  </a:lnTo>
                  <a:lnTo>
                    <a:pt x="4267200" y="120650"/>
                  </a:lnTo>
                  <a:lnTo>
                    <a:pt x="4268697" y="128064"/>
                  </a:lnTo>
                  <a:lnTo>
                    <a:pt x="4272779" y="134120"/>
                  </a:lnTo>
                  <a:lnTo>
                    <a:pt x="4278835" y="138202"/>
                  </a:lnTo>
                  <a:lnTo>
                    <a:pt x="4286250" y="139700"/>
                  </a:lnTo>
                  <a:lnTo>
                    <a:pt x="4362450" y="139700"/>
                  </a:lnTo>
                  <a:lnTo>
                    <a:pt x="4369864" y="138202"/>
                  </a:lnTo>
                  <a:lnTo>
                    <a:pt x="4375920" y="134120"/>
                  </a:lnTo>
                  <a:lnTo>
                    <a:pt x="4380002" y="128064"/>
                  </a:lnTo>
                  <a:lnTo>
                    <a:pt x="4381500" y="120650"/>
                  </a:lnTo>
                  <a:lnTo>
                    <a:pt x="4380002" y="113235"/>
                  </a:lnTo>
                  <a:lnTo>
                    <a:pt x="4375920" y="107179"/>
                  </a:lnTo>
                  <a:lnTo>
                    <a:pt x="4369864" y="103097"/>
                  </a:lnTo>
                  <a:lnTo>
                    <a:pt x="4362450" y="101600"/>
                  </a:lnTo>
                  <a:close/>
                </a:path>
                <a:path w="8467725" h="243839">
                  <a:moveTo>
                    <a:pt x="4514850" y="101600"/>
                  </a:moveTo>
                  <a:lnTo>
                    <a:pt x="4438650" y="101600"/>
                  </a:lnTo>
                  <a:lnTo>
                    <a:pt x="4431235" y="103097"/>
                  </a:lnTo>
                  <a:lnTo>
                    <a:pt x="4425179" y="107179"/>
                  </a:lnTo>
                  <a:lnTo>
                    <a:pt x="4421097" y="113235"/>
                  </a:lnTo>
                  <a:lnTo>
                    <a:pt x="4419600" y="120650"/>
                  </a:lnTo>
                  <a:lnTo>
                    <a:pt x="4421097" y="128064"/>
                  </a:lnTo>
                  <a:lnTo>
                    <a:pt x="4425179" y="134120"/>
                  </a:lnTo>
                  <a:lnTo>
                    <a:pt x="4431235" y="138202"/>
                  </a:lnTo>
                  <a:lnTo>
                    <a:pt x="4438650" y="139700"/>
                  </a:lnTo>
                  <a:lnTo>
                    <a:pt x="4514850" y="139700"/>
                  </a:lnTo>
                  <a:lnTo>
                    <a:pt x="4522264" y="138202"/>
                  </a:lnTo>
                  <a:lnTo>
                    <a:pt x="4528320" y="134120"/>
                  </a:lnTo>
                  <a:lnTo>
                    <a:pt x="4532402" y="128064"/>
                  </a:lnTo>
                  <a:lnTo>
                    <a:pt x="4533900" y="120650"/>
                  </a:lnTo>
                  <a:lnTo>
                    <a:pt x="4532402" y="113235"/>
                  </a:lnTo>
                  <a:lnTo>
                    <a:pt x="4528320" y="107179"/>
                  </a:lnTo>
                  <a:lnTo>
                    <a:pt x="4522264" y="103097"/>
                  </a:lnTo>
                  <a:lnTo>
                    <a:pt x="4514850" y="101600"/>
                  </a:lnTo>
                  <a:close/>
                </a:path>
                <a:path w="8467725" h="243839">
                  <a:moveTo>
                    <a:pt x="4667250" y="101600"/>
                  </a:moveTo>
                  <a:lnTo>
                    <a:pt x="4591050" y="101600"/>
                  </a:lnTo>
                  <a:lnTo>
                    <a:pt x="4583635" y="103097"/>
                  </a:lnTo>
                  <a:lnTo>
                    <a:pt x="4577579" y="107179"/>
                  </a:lnTo>
                  <a:lnTo>
                    <a:pt x="4573497" y="113235"/>
                  </a:lnTo>
                  <a:lnTo>
                    <a:pt x="4572000" y="120650"/>
                  </a:lnTo>
                  <a:lnTo>
                    <a:pt x="4573497" y="128064"/>
                  </a:lnTo>
                  <a:lnTo>
                    <a:pt x="4577579" y="134120"/>
                  </a:lnTo>
                  <a:lnTo>
                    <a:pt x="4583635" y="138202"/>
                  </a:lnTo>
                  <a:lnTo>
                    <a:pt x="4591050" y="139700"/>
                  </a:lnTo>
                  <a:lnTo>
                    <a:pt x="4667250" y="139700"/>
                  </a:lnTo>
                  <a:lnTo>
                    <a:pt x="4674664" y="138202"/>
                  </a:lnTo>
                  <a:lnTo>
                    <a:pt x="4680720" y="134120"/>
                  </a:lnTo>
                  <a:lnTo>
                    <a:pt x="4684802" y="128064"/>
                  </a:lnTo>
                  <a:lnTo>
                    <a:pt x="4686300" y="120650"/>
                  </a:lnTo>
                  <a:lnTo>
                    <a:pt x="4684802" y="113235"/>
                  </a:lnTo>
                  <a:lnTo>
                    <a:pt x="4680720" y="107179"/>
                  </a:lnTo>
                  <a:lnTo>
                    <a:pt x="4674664" y="103097"/>
                  </a:lnTo>
                  <a:lnTo>
                    <a:pt x="4667250" y="101600"/>
                  </a:lnTo>
                  <a:close/>
                </a:path>
                <a:path w="8467725" h="243839">
                  <a:moveTo>
                    <a:pt x="4819650" y="101600"/>
                  </a:moveTo>
                  <a:lnTo>
                    <a:pt x="4743450" y="101600"/>
                  </a:lnTo>
                  <a:lnTo>
                    <a:pt x="4736035" y="103097"/>
                  </a:lnTo>
                  <a:lnTo>
                    <a:pt x="4729979" y="107179"/>
                  </a:lnTo>
                  <a:lnTo>
                    <a:pt x="4725897" y="113235"/>
                  </a:lnTo>
                  <a:lnTo>
                    <a:pt x="4724400" y="120650"/>
                  </a:lnTo>
                  <a:lnTo>
                    <a:pt x="4725897" y="128064"/>
                  </a:lnTo>
                  <a:lnTo>
                    <a:pt x="4729979" y="134120"/>
                  </a:lnTo>
                  <a:lnTo>
                    <a:pt x="4736035" y="138202"/>
                  </a:lnTo>
                  <a:lnTo>
                    <a:pt x="4743450" y="139700"/>
                  </a:lnTo>
                  <a:lnTo>
                    <a:pt x="4819650" y="139700"/>
                  </a:lnTo>
                  <a:lnTo>
                    <a:pt x="4827064" y="138202"/>
                  </a:lnTo>
                  <a:lnTo>
                    <a:pt x="4833120" y="134120"/>
                  </a:lnTo>
                  <a:lnTo>
                    <a:pt x="4837202" y="128064"/>
                  </a:lnTo>
                  <a:lnTo>
                    <a:pt x="4838700" y="120650"/>
                  </a:lnTo>
                  <a:lnTo>
                    <a:pt x="4837202" y="113235"/>
                  </a:lnTo>
                  <a:lnTo>
                    <a:pt x="4833120" y="107179"/>
                  </a:lnTo>
                  <a:lnTo>
                    <a:pt x="4827064" y="103097"/>
                  </a:lnTo>
                  <a:lnTo>
                    <a:pt x="4819650" y="101600"/>
                  </a:lnTo>
                  <a:close/>
                </a:path>
                <a:path w="8467725" h="243839">
                  <a:moveTo>
                    <a:pt x="4972050" y="101600"/>
                  </a:moveTo>
                  <a:lnTo>
                    <a:pt x="4895850" y="101600"/>
                  </a:lnTo>
                  <a:lnTo>
                    <a:pt x="4888435" y="103097"/>
                  </a:lnTo>
                  <a:lnTo>
                    <a:pt x="4882379" y="107179"/>
                  </a:lnTo>
                  <a:lnTo>
                    <a:pt x="4878297" y="113235"/>
                  </a:lnTo>
                  <a:lnTo>
                    <a:pt x="4876800" y="120650"/>
                  </a:lnTo>
                  <a:lnTo>
                    <a:pt x="4878297" y="128064"/>
                  </a:lnTo>
                  <a:lnTo>
                    <a:pt x="4882379" y="134120"/>
                  </a:lnTo>
                  <a:lnTo>
                    <a:pt x="4888435" y="138202"/>
                  </a:lnTo>
                  <a:lnTo>
                    <a:pt x="4895850" y="139700"/>
                  </a:lnTo>
                  <a:lnTo>
                    <a:pt x="4972050" y="139700"/>
                  </a:lnTo>
                  <a:lnTo>
                    <a:pt x="4979464" y="138202"/>
                  </a:lnTo>
                  <a:lnTo>
                    <a:pt x="4985520" y="134120"/>
                  </a:lnTo>
                  <a:lnTo>
                    <a:pt x="4989602" y="128064"/>
                  </a:lnTo>
                  <a:lnTo>
                    <a:pt x="4991100" y="120650"/>
                  </a:lnTo>
                  <a:lnTo>
                    <a:pt x="4989602" y="113235"/>
                  </a:lnTo>
                  <a:lnTo>
                    <a:pt x="4985520" y="107179"/>
                  </a:lnTo>
                  <a:lnTo>
                    <a:pt x="4979464" y="103097"/>
                  </a:lnTo>
                  <a:lnTo>
                    <a:pt x="4972050" y="101600"/>
                  </a:lnTo>
                  <a:close/>
                </a:path>
                <a:path w="8467725" h="243839">
                  <a:moveTo>
                    <a:pt x="5124450" y="101600"/>
                  </a:moveTo>
                  <a:lnTo>
                    <a:pt x="5048250" y="101600"/>
                  </a:lnTo>
                  <a:lnTo>
                    <a:pt x="5040835" y="103097"/>
                  </a:lnTo>
                  <a:lnTo>
                    <a:pt x="5034779" y="107179"/>
                  </a:lnTo>
                  <a:lnTo>
                    <a:pt x="5030697" y="113235"/>
                  </a:lnTo>
                  <a:lnTo>
                    <a:pt x="5029200" y="120650"/>
                  </a:lnTo>
                  <a:lnTo>
                    <a:pt x="5030697" y="128064"/>
                  </a:lnTo>
                  <a:lnTo>
                    <a:pt x="5034779" y="134120"/>
                  </a:lnTo>
                  <a:lnTo>
                    <a:pt x="5040835" y="138202"/>
                  </a:lnTo>
                  <a:lnTo>
                    <a:pt x="5048250" y="139700"/>
                  </a:lnTo>
                  <a:lnTo>
                    <a:pt x="5124450" y="139700"/>
                  </a:lnTo>
                  <a:lnTo>
                    <a:pt x="5131864" y="138202"/>
                  </a:lnTo>
                  <a:lnTo>
                    <a:pt x="5137920" y="134120"/>
                  </a:lnTo>
                  <a:lnTo>
                    <a:pt x="5142002" y="128064"/>
                  </a:lnTo>
                  <a:lnTo>
                    <a:pt x="5143500" y="120650"/>
                  </a:lnTo>
                  <a:lnTo>
                    <a:pt x="5142002" y="113235"/>
                  </a:lnTo>
                  <a:lnTo>
                    <a:pt x="5137920" y="107179"/>
                  </a:lnTo>
                  <a:lnTo>
                    <a:pt x="5131864" y="103097"/>
                  </a:lnTo>
                  <a:lnTo>
                    <a:pt x="5124450" y="101600"/>
                  </a:lnTo>
                  <a:close/>
                </a:path>
                <a:path w="8467725" h="243839">
                  <a:moveTo>
                    <a:pt x="5276850" y="101600"/>
                  </a:moveTo>
                  <a:lnTo>
                    <a:pt x="5200650" y="101600"/>
                  </a:lnTo>
                  <a:lnTo>
                    <a:pt x="5193235" y="103097"/>
                  </a:lnTo>
                  <a:lnTo>
                    <a:pt x="5187179" y="107179"/>
                  </a:lnTo>
                  <a:lnTo>
                    <a:pt x="5183097" y="113235"/>
                  </a:lnTo>
                  <a:lnTo>
                    <a:pt x="5181600" y="120650"/>
                  </a:lnTo>
                  <a:lnTo>
                    <a:pt x="5183097" y="128064"/>
                  </a:lnTo>
                  <a:lnTo>
                    <a:pt x="5187179" y="134120"/>
                  </a:lnTo>
                  <a:lnTo>
                    <a:pt x="5193235" y="138202"/>
                  </a:lnTo>
                  <a:lnTo>
                    <a:pt x="5200650" y="139700"/>
                  </a:lnTo>
                  <a:lnTo>
                    <a:pt x="5276850" y="139700"/>
                  </a:lnTo>
                  <a:lnTo>
                    <a:pt x="5284264" y="138202"/>
                  </a:lnTo>
                  <a:lnTo>
                    <a:pt x="5290320" y="134120"/>
                  </a:lnTo>
                  <a:lnTo>
                    <a:pt x="5294402" y="128064"/>
                  </a:lnTo>
                  <a:lnTo>
                    <a:pt x="5295900" y="120650"/>
                  </a:lnTo>
                  <a:lnTo>
                    <a:pt x="5294402" y="113235"/>
                  </a:lnTo>
                  <a:lnTo>
                    <a:pt x="5290320" y="107179"/>
                  </a:lnTo>
                  <a:lnTo>
                    <a:pt x="5284264" y="103097"/>
                  </a:lnTo>
                  <a:lnTo>
                    <a:pt x="5276850" y="101600"/>
                  </a:lnTo>
                  <a:close/>
                </a:path>
                <a:path w="8467725" h="243839">
                  <a:moveTo>
                    <a:pt x="5429250" y="101600"/>
                  </a:moveTo>
                  <a:lnTo>
                    <a:pt x="5353050" y="101600"/>
                  </a:lnTo>
                  <a:lnTo>
                    <a:pt x="5345635" y="103097"/>
                  </a:lnTo>
                  <a:lnTo>
                    <a:pt x="5339579" y="107179"/>
                  </a:lnTo>
                  <a:lnTo>
                    <a:pt x="5335497" y="113235"/>
                  </a:lnTo>
                  <a:lnTo>
                    <a:pt x="5334000" y="120650"/>
                  </a:lnTo>
                  <a:lnTo>
                    <a:pt x="5335497" y="128064"/>
                  </a:lnTo>
                  <a:lnTo>
                    <a:pt x="5339579" y="134120"/>
                  </a:lnTo>
                  <a:lnTo>
                    <a:pt x="5345635" y="138202"/>
                  </a:lnTo>
                  <a:lnTo>
                    <a:pt x="5353050" y="139700"/>
                  </a:lnTo>
                  <a:lnTo>
                    <a:pt x="5429250" y="139700"/>
                  </a:lnTo>
                  <a:lnTo>
                    <a:pt x="5436664" y="138202"/>
                  </a:lnTo>
                  <a:lnTo>
                    <a:pt x="5442720" y="134120"/>
                  </a:lnTo>
                  <a:lnTo>
                    <a:pt x="5446802" y="128064"/>
                  </a:lnTo>
                  <a:lnTo>
                    <a:pt x="5448300" y="120650"/>
                  </a:lnTo>
                  <a:lnTo>
                    <a:pt x="5446802" y="113235"/>
                  </a:lnTo>
                  <a:lnTo>
                    <a:pt x="5442720" y="107179"/>
                  </a:lnTo>
                  <a:lnTo>
                    <a:pt x="5436664" y="103097"/>
                  </a:lnTo>
                  <a:lnTo>
                    <a:pt x="5429250" y="101600"/>
                  </a:lnTo>
                  <a:close/>
                </a:path>
                <a:path w="8467725" h="243839">
                  <a:moveTo>
                    <a:pt x="5581650" y="101600"/>
                  </a:moveTo>
                  <a:lnTo>
                    <a:pt x="5505450" y="101600"/>
                  </a:lnTo>
                  <a:lnTo>
                    <a:pt x="5498035" y="103097"/>
                  </a:lnTo>
                  <a:lnTo>
                    <a:pt x="5491979" y="107179"/>
                  </a:lnTo>
                  <a:lnTo>
                    <a:pt x="5487897" y="113235"/>
                  </a:lnTo>
                  <a:lnTo>
                    <a:pt x="5486400" y="120650"/>
                  </a:lnTo>
                  <a:lnTo>
                    <a:pt x="5487897" y="128064"/>
                  </a:lnTo>
                  <a:lnTo>
                    <a:pt x="5491979" y="134120"/>
                  </a:lnTo>
                  <a:lnTo>
                    <a:pt x="5498035" y="138202"/>
                  </a:lnTo>
                  <a:lnTo>
                    <a:pt x="5505450" y="139700"/>
                  </a:lnTo>
                  <a:lnTo>
                    <a:pt x="5581650" y="139700"/>
                  </a:lnTo>
                  <a:lnTo>
                    <a:pt x="5589064" y="138202"/>
                  </a:lnTo>
                  <a:lnTo>
                    <a:pt x="5595120" y="134120"/>
                  </a:lnTo>
                  <a:lnTo>
                    <a:pt x="5599202" y="128064"/>
                  </a:lnTo>
                  <a:lnTo>
                    <a:pt x="5600700" y="120650"/>
                  </a:lnTo>
                  <a:lnTo>
                    <a:pt x="5599202" y="113235"/>
                  </a:lnTo>
                  <a:lnTo>
                    <a:pt x="5595120" y="107179"/>
                  </a:lnTo>
                  <a:lnTo>
                    <a:pt x="5589064" y="103097"/>
                  </a:lnTo>
                  <a:lnTo>
                    <a:pt x="5581650" y="101600"/>
                  </a:lnTo>
                  <a:close/>
                </a:path>
                <a:path w="8467725" h="243839">
                  <a:moveTo>
                    <a:pt x="5734050" y="101600"/>
                  </a:moveTo>
                  <a:lnTo>
                    <a:pt x="5657850" y="101600"/>
                  </a:lnTo>
                  <a:lnTo>
                    <a:pt x="5650435" y="103097"/>
                  </a:lnTo>
                  <a:lnTo>
                    <a:pt x="5644379" y="107179"/>
                  </a:lnTo>
                  <a:lnTo>
                    <a:pt x="5640297" y="113235"/>
                  </a:lnTo>
                  <a:lnTo>
                    <a:pt x="5638800" y="120650"/>
                  </a:lnTo>
                  <a:lnTo>
                    <a:pt x="5640297" y="128064"/>
                  </a:lnTo>
                  <a:lnTo>
                    <a:pt x="5644379" y="134120"/>
                  </a:lnTo>
                  <a:lnTo>
                    <a:pt x="5650435" y="138202"/>
                  </a:lnTo>
                  <a:lnTo>
                    <a:pt x="5657850" y="139700"/>
                  </a:lnTo>
                  <a:lnTo>
                    <a:pt x="5734050" y="139700"/>
                  </a:lnTo>
                  <a:lnTo>
                    <a:pt x="5741464" y="138202"/>
                  </a:lnTo>
                  <a:lnTo>
                    <a:pt x="5747520" y="134120"/>
                  </a:lnTo>
                  <a:lnTo>
                    <a:pt x="5751602" y="128064"/>
                  </a:lnTo>
                  <a:lnTo>
                    <a:pt x="5753100" y="120650"/>
                  </a:lnTo>
                  <a:lnTo>
                    <a:pt x="5751602" y="113235"/>
                  </a:lnTo>
                  <a:lnTo>
                    <a:pt x="5747520" y="107179"/>
                  </a:lnTo>
                  <a:lnTo>
                    <a:pt x="5741464" y="103097"/>
                  </a:lnTo>
                  <a:lnTo>
                    <a:pt x="5734050" y="101600"/>
                  </a:lnTo>
                  <a:close/>
                </a:path>
                <a:path w="8467725" h="243839">
                  <a:moveTo>
                    <a:pt x="5886450" y="101600"/>
                  </a:moveTo>
                  <a:lnTo>
                    <a:pt x="5810250" y="101600"/>
                  </a:lnTo>
                  <a:lnTo>
                    <a:pt x="5802835" y="103097"/>
                  </a:lnTo>
                  <a:lnTo>
                    <a:pt x="5796779" y="107179"/>
                  </a:lnTo>
                  <a:lnTo>
                    <a:pt x="5792697" y="113235"/>
                  </a:lnTo>
                  <a:lnTo>
                    <a:pt x="5791200" y="120650"/>
                  </a:lnTo>
                  <a:lnTo>
                    <a:pt x="5792697" y="128064"/>
                  </a:lnTo>
                  <a:lnTo>
                    <a:pt x="5796779" y="134120"/>
                  </a:lnTo>
                  <a:lnTo>
                    <a:pt x="5802835" y="138202"/>
                  </a:lnTo>
                  <a:lnTo>
                    <a:pt x="5810250" y="139700"/>
                  </a:lnTo>
                  <a:lnTo>
                    <a:pt x="5886450" y="139700"/>
                  </a:lnTo>
                  <a:lnTo>
                    <a:pt x="5893864" y="138202"/>
                  </a:lnTo>
                  <a:lnTo>
                    <a:pt x="5899920" y="134120"/>
                  </a:lnTo>
                  <a:lnTo>
                    <a:pt x="5904002" y="128064"/>
                  </a:lnTo>
                  <a:lnTo>
                    <a:pt x="5905500" y="120650"/>
                  </a:lnTo>
                  <a:lnTo>
                    <a:pt x="5904002" y="113235"/>
                  </a:lnTo>
                  <a:lnTo>
                    <a:pt x="5899920" y="107179"/>
                  </a:lnTo>
                  <a:lnTo>
                    <a:pt x="5893864" y="103097"/>
                  </a:lnTo>
                  <a:lnTo>
                    <a:pt x="5886450" y="101600"/>
                  </a:lnTo>
                  <a:close/>
                </a:path>
                <a:path w="8467725" h="243839">
                  <a:moveTo>
                    <a:pt x="6038850" y="101600"/>
                  </a:moveTo>
                  <a:lnTo>
                    <a:pt x="5962650" y="101600"/>
                  </a:lnTo>
                  <a:lnTo>
                    <a:pt x="5955235" y="103097"/>
                  </a:lnTo>
                  <a:lnTo>
                    <a:pt x="5949179" y="107179"/>
                  </a:lnTo>
                  <a:lnTo>
                    <a:pt x="5945097" y="113235"/>
                  </a:lnTo>
                  <a:lnTo>
                    <a:pt x="5943600" y="120650"/>
                  </a:lnTo>
                  <a:lnTo>
                    <a:pt x="5945097" y="128064"/>
                  </a:lnTo>
                  <a:lnTo>
                    <a:pt x="5949179" y="134120"/>
                  </a:lnTo>
                  <a:lnTo>
                    <a:pt x="5955235" y="138202"/>
                  </a:lnTo>
                  <a:lnTo>
                    <a:pt x="5962650" y="139700"/>
                  </a:lnTo>
                  <a:lnTo>
                    <a:pt x="6038850" y="139700"/>
                  </a:lnTo>
                  <a:lnTo>
                    <a:pt x="6046264" y="138202"/>
                  </a:lnTo>
                  <a:lnTo>
                    <a:pt x="6052320" y="134120"/>
                  </a:lnTo>
                  <a:lnTo>
                    <a:pt x="6056402" y="128064"/>
                  </a:lnTo>
                  <a:lnTo>
                    <a:pt x="6057900" y="120650"/>
                  </a:lnTo>
                  <a:lnTo>
                    <a:pt x="6056402" y="113235"/>
                  </a:lnTo>
                  <a:lnTo>
                    <a:pt x="6052320" y="107179"/>
                  </a:lnTo>
                  <a:lnTo>
                    <a:pt x="6046264" y="103097"/>
                  </a:lnTo>
                  <a:lnTo>
                    <a:pt x="6038850" y="101600"/>
                  </a:lnTo>
                  <a:close/>
                </a:path>
                <a:path w="8467725" h="243839">
                  <a:moveTo>
                    <a:pt x="6191250" y="101600"/>
                  </a:moveTo>
                  <a:lnTo>
                    <a:pt x="6115050" y="101600"/>
                  </a:lnTo>
                  <a:lnTo>
                    <a:pt x="6107635" y="103097"/>
                  </a:lnTo>
                  <a:lnTo>
                    <a:pt x="6101579" y="107179"/>
                  </a:lnTo>
                  <a:lnTo>
                    <a:pt x="6097497" y="113235"/>
                  </a:lnTo>
                  <a:lnTo>
                    <a:pt x="6096000" y="120650"/>
                  </a:lnTo>
                  <a:lnTo>
                    <a:pt x="6097497" y="128064"/>
                  </a:lnTo>
                  <a:lnTo>
                    <a:pt x="6101579" y="134120"/>
                  </a:lnTo>
                  <a:lnTo>
                    <a:pt x="6107635" y="138202"/>
                  </a:lnTo>
                  <a:lnTo>
                    <a:pt x="6115050" y="139700"/>
                  </a:lnTo>
                  <a:lnTo>
                    <a:pt x="6191250" y="139700"/>
                  </a:lnTo>
                  <a:lnTo>
                    <a:pt x="6198664" y="138202"/>
                  </a:lnTo>
                  <a:lnTo>
                    <a:pt x="6204720" y="134120"/>
                  </a:lnTo>
                  <a:lnTo>
                    <a:pt x="6208802" y="128064"/>
                  </a:lnTo>
                  <a:lnTo>
                    <a:pt x="6210300" y="120650"/>
                  </a:lnTo>
                  <a:lnTo>
                    <a:pt x="6208802" y="113235"/>
                  </a:lnTo>
                  <a:lnTo>
                    <a:pt x="6204720" y="107179"/>
                  </a:lnTo>
                  <a:lnTo>
                    <a:pt x="6198664" y="103097"/>
                  </a:lnTo>
                  <a:lnTo>
                    <a:pt x="6191250" y="101600"/>
                  </a:lnTo>
                  <a:close/>
                </a:path>
                <a:path w="8467725" h="243839">
                  <a:moveTo>
                    <a:pt x="6343650" y="101600"/>
                  </a:moveTo>
                  <a:lnTo>
                    <a:pt x="6267450" y="101600"/>
                  </a:lnTo>
                  <a:lnTo>
                    <a:pt x="6260035" y="103097"/>
                  </a:lnTo>
                  <a:lnTo>
                    <a:pt x="6253979" y="107179"/>
                  </a:lnTo>
                  <a:lnTo>
                    <a:pt x="6249897" y="113235"/>
                  </a:lnTo>
                  <a:lnTo>
                    <a:pt x="6248400" y="120650"/>
                  </a:lnTo>
                  <a:lnTo>
                    <a:pt x="6249897" y="128064"/>
                  </a:lnTo>
                  <a:lnTo>
                    <a:pt x="6253979" y="134120"/>
                  </a:lnTo>
                  <a:lnTo>
                    <a:pt x="6260035" y="138202"/>
                  </a:lnTo>
                  <a:lnTo>
                    <a:pt x="6267450" y="139700"/>
                  </a:lnTo>
                  <a:lnTo>
                    <a:pt x="6343650" y="139700"/>
                  </a:lnTo>
                  <a:lnTo>
                    <a:pt x="6351064" y="138202"/>
                  </a:lnTo>
                  <a:lnTo>
                    <a:pt x="6357120" y="134120"/>
                  </a:lnTo>
                  <a:lnTo>
                    <a:pt x="6361202" y="128064"/>
                  </a:lnTo>
                  <a:lnTo>
                    <a:pt x="6362700" y="120650"/>
                  </a:lnTo>
                  <a:lnTo>
                    <a:pt x="6361202" y="113235"/>
                  </a:lnTo>
                  <a:lnTo>
                    <a:pt x="6357120" y="107179"/>
                  </a:lnTo>
                  <a:lnTo>
                    <a:pt x="6351064" y="103097"/>
                  </a:lnTo>
                  <a:lnTo>
                    <a:pt x="6343650" y="101600"/>
                  </a:lnTo>
                  <a:close/>
                </a:path>
                <a:path w="8467725" h="243839">
                  <a:moveTo>
                    <a:pt x="6496050" y="101600"/>
                  </a:moveTo>
                  <a:lnTo>
                    <a:pt x="6419850" y="101600"/>
                  </a:lnTo>
                  <a:lnTo>
                    <a:pt x="6412435" y="103097"/>
                  </a:lnTo>
                  <a:lnTo>
                    <a:pt x="6406379" y="107179"/>
                  </a:lnTo>
                  <a:lnTo>
                    <a:pt x="6402297" y="113235"/>
                  </a:lnTo>
                  <a:lnTo>
                    <a:pt x="6400800" y="120650"/>
                  </a:lnTo>
                  <a:lnTo>
                    <a:pt x="6402297" y="128064"/>
                  </a:lnTo>
                  <a:lnTo>
                    <a:pt x="6406379" y="134120"/>
                  </a:lnTo>
                  <a:lnTo>
                    <a:pt x="6412435" y="138202"/>
                  </a:lnTo>
                  <a:lnTo>
                    <a:pt x="6419850" y="139700"/>
                  </a:lnTo>
                  <a:lnTo>
                    <a:pt x="6496050" y="139700"/>
                  </a:lnTo>
                  <a:lnTo>
                    <a:pt x="6503464" y="138202"/>
                  </a:lnTo>
                  <a:lnTo>
                    <a:pt x="6509520" y="134120"/>
                  </a:lnTo>
                  <a:lnTo>
                    <a:pt x="6513602" y="128064"/>
                  </a:lnTo>
                  <a:lnTo>
                    <a:pt x="6515100" y="120650"/>
                  </a:lnTo>
                  <a:lnTo>
                    <a:pt x="6513602" y="113235"/>
                  </a:lnTo>
                  <a:lnTo>
                    <a:pt x="6509520" y="107179"/>
                  </a:lnTo>
                  <a:lnTo>
                    <a:pt x="6503464" y="103097"/>
                  </a:lnTo>
                  <a:lnTo>
                    <a:pt x="6496050" y="101600"/>
                  </a:lnTo>
                  <a:close/>
                </a:path>
                <a:path w="8467725" h="243839">
                  <a:moveTo>
                    <a:pt x="6648450" y="101600"/>
                  </a:moveTo>
                  <a:lnTo>
                    <a:pt x="6572250" y="101600"/>
                  </a:lnTo>
                  <a:lnTo>
                    <a:pt x="6564835" y="103097"/>
                  </a:lnTo>
                  <a:lnTo>
                    <a:pt x="6558779" y="107179"/>
                  </a:lnTo>
                  <a:lnTo>
                    <a:pt x="6554697" y="113235"/>
                  </a:lnTo>
                  <a:lnTo>
                    <a:pt x="6553200" y="120650"/>
                  </a:lnTo>
                  <a:lnTo>
                    <a:pt x="6554697" y="128064"/>
                  </a:lnTo>
                  <a:lnTo>
                    <a:pt x="6558779" y="134120"/>
                  </a:lnTo>
                  <a:lnTo>
                    <a:pt x="6564835" y="138202"/>
                  </a:lnTo>
                  <a:lnTo>
                    <a:pt x="6572250" y="139700"/>
                  </a:lnTo>
                  <a:lnTo>
                    <a:pt x="6648450" y="139700"/>
                  </a:lnTo>
                  <a:lnTo>
                    <a:pt x="6655864" y="138202"/>
                  </a:lnTo>
                  <a:lnTo>
                    <a:pt x="6661920" y="134120"/>
                  </a:lnTo>
                  <a:lnTo>
                    <a:pt x="6666002" y="128064"/>
                  </a:lnTo>
                  <a:lnTo>
                    <a:pt x="6667500" y="120650"/>
                  </a:lnTo>
                  <a:lnTo>
                    <a:pt x="6666002" y="113235"/>
                  </a:lnTo>
                  <a:lnTo>
                    <a:pt x="6661920" y="107179"/>
                  </a:lnTo>
                  <a:lnTo>
                    <a:pt x="6655864" y="103097"/>
                  </a:lnTo>
                  <a:lnTo>
                    <a:pt x="6648450" y="101600"/>
                  </a:lnTo>
                  <a:close/>
                </a:path>
                <a:path w="8467725" h="243839">
                  <a:moveTo>
                    <a:pt x="6800850" y="101600"/>
                  </a:moveTo>
                  <a:lnTo>
                    <a:pt x="6724650" y="101600"/>
                  </a:lnTo>
                  <a:lnTo>
                    <a:pt x="6717235" y="103097"/>
                  </a:lnTo>
                  <a:lnTo>
                    <a:pt x="6711179" y="107179"/>
                  </a:lnTo>
                  <a:lnTo>
                    <a:pt x="6707097" y="113235"/>
                  </a:lnTo>
                  <a:lnTo>
                    <a:pt x="6705600" y="120650"/>
                  </a:lnTo>
                  <a:lnTo>
                    <a:pt x="6707097" y="128064"/>
                  </a:lnTo>
                  <a:lnTo>
                    <a:pt x="6711179" y="134120"/>
                  </a:lnTo>
                  <a:lnTo>
                    <a:pt x="6717235" y="138202"/>
                  </a:lnTo>
                  <a:lnTo>
                    <a:pt x="6724650" y="139700"/>
                  </a:lnTo>
                  <a:lnTo>
                    <a:pt x="6800850" y="139700"/>
                  </a:lnTo>
                  <a:lnTo>
                    <a:pt x="6808264" y="138202"/>
                  </a:lnTo>
                  <a:lnTo>
                    <a:pt x="6814320" y="134120"/>
                  </a:lnTo>
                  <a:lnTo>
                    <a:pt x="6818402" y="128064"/>
                  </a:lnTo>
                  <a:lnTo>
                    <a:pt x="6819900" y="120650"/>
                  </a:lnTo>
                  <a:lnTo>
                    <a:pt x="6818402" y="113235"/>
                  </a:lnTo>
                  <a:lnTo>
                    <a:pt x="6814320" y="107179"/>
                  </a:lnTo>
                  <a:lnTo>
                    <a:pt x="6808264" y="103097"/>
                  </a:lnTo>
                  <a:lnTo>
                    <a:pt x="6800850" y="101600"/>
                  </a:lnTo>
                  <a:close/>
                </a:path>
                <a:path w="8467725" h="243839">
                  <a:moveTo>
                    <a:pt x="6953250" y="101600"/>
                  </a:moveTo>
                  <a:lnTo>
                    <a:pt x="6877050" y="101600"/>
                  </a:lnTo>
                  <a:lnTo>
                    <a:pt x="6869635" y="103097"/>
                  </a:lnTo>
                  <a:lnTo>
                    <a:pt x="6863579" y="107179"/>
                  </a:lnTo>
                  <a:lnTo>
                    <a:pt x="6859497" y="113235"/>
                  </a:lnTo>
                  <a:lnTo>
                    <a:pt x="6858000" y="120650"/>
                  </a:lnTo>
                  <a:lnTo>
                    <a:pt x="6859497" y="128064"/>
                  </a:lnTo>
                  <a:lnTo>
                    <a:pt x="6863579" y="134120"/>
                  </a:lnTo>
                  <a:lnTo>
                    <a:pt x="6869635" y="138202"/>
                  </a:lnTo>
                  <a:lnTo>
                    <a:pt x="6877050" y="139700"/>
                  </a:lnTo>
                  <a:lnTo>
                    <a:pt x="6953250" y="139700"/>
                  </a:lnTo>
                  <a:lnTo>
                    <a:pt x="6960664" y="138202"/>
                  </a:lnTo>
                  <a:lnTo>
                    <a:pt x="6966720" y="134120"/>
                  </a:lnTo>
                  <a:lnTo>
                    <a:pt x="6970802" y="128064"/>
                  </a:lnTo>
                  <a:lnTo>
                    <a:pt x="6972300" y="120650"/>
                  </a:lnTo>
                  <a:lnTo>
                    <a:pt x="6970802" y="113235"/>
                  </a:lnTo>
                  <a:lnTo>
                    <a:pt x="6966720" y="107179"/>
                  </a:lnTo>
                  <a:lnTo>
                    <a:pt x="6960664" y="103097"/>
                  </a:lnTo>
                  <a:lnTo>
                    <a:pt x="6953250" y="101600"/>
                  </a:lnTo>
                  <a:close/>
                </a:path>
                <a:path w="8467725" h="243839">
                  <a:moveTo>
                    <a:pt x="7105650" y="101600"/>
                  </a:moveTo>
                  <a:lnTo>
                    <a:pt x="7029450" y="101600"/>
                  </a:lnTo>
                  <a:lnTo>
                    <a:pt x="7022035" y="103097"/>
                  </a:lnTo>
                  <a:lnTo>
                    <a:pt x="7015979" y="107179"/>
                  </a:lnTo>
                  <a:lnTo>
                    <a:pt x="7011897" y="113235"/>
                  </a:lnTo>
                  <a:lnTo>
                    <a:pt x="7010400" y="120650"/>
                  </a:lnTo>
                  <a:lnTo>
                    <a:pt x="7011897" y="128064"/>
                  </a:lnTo>
                  <a:lnTo>
                    <a:pt x="7015979" y="134120"/>
                  </a:lnTo>
                  <a:lnTo>
                    <a:pt x="7022035" y="138202"/>
                  </a:lnTo>
                  <a:lnTo>
                    <a:pt x="7029450" y="139700"/>
                  </a:lnTo>
                  <a:lnTo>
                    <a:pt x="7105650" y="139700"/>
                  </a:lnTo>
                  <a:lnTo>
                    <a:pt x="7113064" y="138202"/>
                  </a:lnTo>
                  <a:lnTo>
                    <a:pt x="7119120" y="134120"/>
                  </a:lnTo>
                  <a:lnTo>
                    <a:pt x="7123202" y="128064"/>
                  </a:lnTo>
                  <a:lnTo>
                    <a:pt x="7124700" y="120650"/>
                  </a:lnTo>
                  <a:lnTo>
                    <a:pt x="7123202" y="113235"/>
                  </a:lnTo>
                  <a:lnTo>
                    <a:pt x="7119120" y="107179"/>
                  </a:lnTo>
                  <a:lnTo>
                    <a:pt x="7113064" y="103097"/>
                  </a:lnTo>
                  <a:lnTo>
                    <a:pt x="7105650" y="101600"/>
                  </a:lnTo>
                  <a:close/>
                </a:path>
                <a:path w="8467725" h="243839">
                  <a:moveTo>
                    <a:pt x="7258050" y="101600"/>
                  </a:moveTo>
                  <a:lnTo>
                    <a:pt x="7181850" y="101600"/>
                  </a:lnTo>
                  <a:lnTo>
                    <a:pt x="7174435" y="103097"/>
                  </a:lnTo>
                  <a:lnTo>
                    <a:pt x="7168379" y="107179"/>
                  </a:lnTo>
                  <a:lnTo>
                    <a:pt x="7164297" y="113235"/>
                  </a:lnTo>
                  <a:lnTo>
                    <a:pt x="7162800" y="120650"/>
                  </a:lnTo>
                  <a:lnTo>
                    <a:pt x="7164297" y="128064"/>
                  </a:lnTo>
                  <a:lnTo>
                    <a:pt x="7168379" y="134120"/>
                  </a:lnTo>
                  <a:lnTo>
                    <a:pt x="7174435" y="138202"/>
                  </a:lnTo>
                  <a:lnTo>
                    <a:pt x="7181850" y="139700"/>
                  </a:lnTo>
                  <a:lnTo>
                    <a:pt x="7258050" y="139700"/>
                  </a:lnTo>
                  <a:lnTo>
                    <a:pt x="7265464" y="138202"/>
                  </a:lnTo>
                  <a:lnTo>
                    <a:pt x="7271520" y="134120"/>
                  </a:lnTo>
                  <a:lnTo>
                    <a:pt x="7275602" y="128064"/>
                  </a:lnTo>
                  <a:lnTo>
                    <a:pt x="7277100" y="120650"/>
                  </a:lnTo>
                  <a:lnTo>
                    <a:pt x="7275602" y="113235"/>
                  </a:lnTo>
                  <a:lnTo>
                    <a:pt x="7271520" y="107179"/>
                  </a:lnTo>
                  <a:lnTo>
                    <a:pt x="7265464" y="103097"/>
                  </a:lnTo>
                  <a:lnTo>
                    <a:pt x="7258050" y="101600"/>
                  </a:lnTo>
                  <a:close/>
                </a:path>
                <a:path w="8467725" h="243839">
                  <a:moveTo>
                    <a:pt x="7410450" y="101600"/>
                  </a:moveTo>
                  <a:lnTo>
                    <a:pt x="7334250" y="101600"/>
                  </a:lnTo>
                  <a:lnTo>
                    <a:pt x="7326835" y="103097"/>
                  </a:lnTo>
                  <a:lnTo>
                    <a:pt x="7320779" y="107179"/>
                  </a:lnTo>
                  <a:lnTo>
                    <a:pt x="7316697" y="113235"/>
                  </a:lnTo>
                  <a:lnTo>
                    <a:pt x="7315200" y="120650"/>
                  </a:lnTo>
                  <a:lnTo>
                    <a:pt x="7316697" y="128064"/>
                  </a:lnTo>
                  <a:lnTo>
                    <a:pt x="7320779" y="134120"/>
                  </a:lnTo>
                  <a:lnTo>
                    <a:pt x="7326835" y="138202"/>
                  </a:lnTo>
                  <a:lnTo>
                    <a:pt x="7334250" y="139700"/>
                  </a:lnTo>
                  <a:lnTo>
                    <a:pt x="7410450" y="139700"/>
                  </a:lnTo>
                  <a:lnTo>
                    <a:pt x="7417864" y="138202"/>
                  </a:lnTo>
                  <a:lnTo>
                    <a:pt x="7423920" y="134120"/>
                  </a:lnTo>
                  <a:lnTo>
                    <a:pt x="7428002" y="128064"/>
                  </a:lnTo>
                  <a:lnTo>
                    <a:pt x="7429500" y="120650"/>
                  </a:lnTo>
                  <a:lnTo>
                    <a:pt x="7428002" y="113235"/>
                  </a:lnTo>
                  <a:lnTo>
                    <a:pt x="7423920" y="107179"/>
                  </a:lnTo>
                  <a:lnTo>
                    <a:pt x="7417864" y="103097"/>
                  </a:lnTo>
                  <a:lnTo>
                    <a:pt x="7410450" y="101600"/>
                  </a:lnTo>
                  <a:close/>
                </a:path>
                <a:path w="8467725" h="243839">
                  <a:moveTo>
                    <a:pt x="7562850" y="101600"/>
                  </a:moveTo>
                  <a:lnTo>
                    <a:pt x="7486650" y="101600"/>
                  </a:lnTo>
                  <a:lnTo>
                    <a:pt x="7479235" y="103097"/>
                  </a:lnTo>
                  <a:lnTo>
                    <a:pt x="7473179" y="107179"/>
                  </a:lnTo>
                  <a:lnTo>
                    <a:pt x="7469097" y="113235"/>
                  </a:lnTo>
                  <a:lnTo>
                    <a:pt x="7467600" y="120650"/>
                  </a:lnTo>
                  <a:lnTo>
                    <a:pt x="7469097" y="128064"/>
                  </a:lnTo>
                  <a:lnTo>
                    <a:pt x="7473179" y="134120"/>
                  </a:lnTo>
                  <a:lnTo>
                    <a:pt x="7479235" y="138202"/>
                  </a:lnTo>
                  <a:lnTo>
                    <a:pt x="7486650" y="139700"/>
                  </a:lnTo>
                  <a:lnTo>
                    <a:pt x="7562850" y="139700"/>
                  </a:lnTo>
                  <a:lnTo>
                    <a:pt x="7570264" y="138202"/>
                  </a:lnTo>
                  <a:lnTo>
                    <a:pt x="7576320" y="134120"/>
                  </a:lnTo>
                  <a:lnTo>
                    <a:pt x="7580402" y="128064"/>
                  </a:lnTo>
                  <a:lnTo>
                    <a:pt x="7581900" y="120650"/>
                  </a:lnTo>
                  <a:lnTo>
                    <a:pt x="7580402" y="113235"/>
                  </a:lnTo>
                  <a:lnTo>
                    <a:pt x="7576320" y="107179"/>
                  </a:lnTo>
                  <a:lnTo>
                    <a:pt x="7570264" y="103097"/>
                  </a:lnTo>
                  <a:lnTo>
                    <a:pt x="7562850" y="101600"/>
                  </a:lnTo>
                  <a:close/>
                </a:path>
                <a:path w="8467725" h="243839">
                  <a:moveTo>
                    <a:pt x="7715250" y="101600"/>
                  </a:moveTo>
                  <a:lnTo>
                    <a:pt x="7639050" y="101600"/>
                  </a:lnTo>
                  <a:lnTo>
                    <a:pt x="7631635" y="103097"/>
                  </a:lnTo>
                  <a:lnTo>
                    <a:pt x="7625579" y="107179"/>
                  </a:lnTo>
                  <a:lnTo>
                    <a:pt x="7621497" y="113235"/>
                  </a:lnTo>
                  <a:lnTo>
                    <a:pt x="7620000" y="120650"/>
                  </a:lnTo>
                  <a:lnTo>
                    <a:pt x="7621497" y="128064"/>
                  </a:lnTo>
                  <a:lnTo>
                    <a:pt x="7625579" y="134120"/>
                  </a:lnTo>
                  <a:lnTo>
                    <a:pt x="7631635" y="138202"/>
                  </a:lnTo>
                  <a:lnTo>
                    <a:pt x="7639050" y="139700"/>
                  </a:lnTo>
                  <a:lnTo>
                    <a:pt x="7715250" y="139700"/>
                  </a:lnTo>
                  <a:lnTo>
                    <a:pt x="7722664" y="138202"/>
                  </a:lnTo>
                  <a:lnTo>
                    <a:pt x="7728720" y="134120"/>
                  </a:lnTo>
                  <a:lnTo>
                    <a:pt x="7732802" y="128064"/>
                  </a:lnTo>
                  <a:lnTo>
                    <a:pt x="7734300" y="120650"/>
                  </a:lnTo>
                  <a:lnTo>
                    <a:pt x="7732802" y="113235"/>
                  </a:lnTo>
                  <a:lnTo>
                    <a:pt x="7728720" y="107179"/>
                  </a:lnTo>
                  <a:lnTo>
                    <a:pt x="7722664" y="103097"/>
                  </a:lnTo>
                  <a:lnTo>
                    <a:pt x="7715250" y="101600"/>
                  </a:lnTo>
                  <a:close/>
                </a:path>
                <a:path w="8467725" h="243839">
                  <a:moveTo>
                    <a:pt x="7867650" y="101600"/>
                  </a:moveTo>
                  <a:lnTo>
                    <a:pt x="7791450" y="101600"/>
                  </a:lnTo>
                  <a:lnTo>
                    <a:pt x="7784035" y="103097"/>
                  </a:lnTo>
                  <a:lnTo>
                    <a:pt x="7777979" y="107179"/>
                  </a:lnTo>
                  <a:lnTo>
                    <a:pt x="7773897" y="113235"/>
                  </a:lnTo>
                  <a:lnTo>
                    <a:pt x="7772400" y="120650"/>
                  </a:lnTo>
                  <a:lnTo>
                    <a:pt x="7773897" y="128064"/>
                  </a:lnTo>
                  <a:lnTo>
                    <a:pt x="7777979" y="134120"/>
                  </a:lnTo>
                  <a:lnTo>
                    <a:pt x="7784035" y="138202"/>
                  </a:lnTo>
                  <a:lnTo>
                    <a:pt x="7791450" y="139700"/>
                  </a:lnTo>
                  <a:lnTo>
                    <a:pt x="7867650" y="139700"/>
                  </a:lnTo>
                  <a:lnTo>
                    <a:pt x="7875064" y="138202"/>
                  </a:lnTo>
                  <a:lnTo>
                    <a:pt x="7881120" y="134120"/>
                  </a:lnTo>
                  <a:lnTo>
                    <a:pt x="7885202" y="128064"/>
                  </a:lnTo>
                  <a:lnTo>
                    <a:pt x="7886700" y="120650"/>
                  </a:lnTo>
                  <a:lnTo>
                    <a:pt x="7885202" y="113235"/>
                  </a:lnTo>
                  <a:lnTo>
                    <a:pt x="7881120" y="107179"/>
                  </a:lnTo>
                  <a:lnTo>
                    <a:pt x="7875064" y="103097"/>
                  </a:lnTo>
                  <a:lnTo>
                    <a:pt x="7867650" y="101600"/>
                  </a:lnTo>
                  <a:close/>
                </a:path>
                <a:path w="8467725" h="243839">
                  <a:moveTo>
                    <a:pt x="8020050" y="101600"/>
                  </a:moveTo>
                  <a:lnTo>
                    <a:pt x="7943850" y="101600"/>
                  </a:lnTo>
                  <a:lnTo>
                    <a:pt x="7936435" y="103097"/>
                  </a:lnTo>
                  <a:lnTo>
                    <a:pt x="7930379" y="107179"/>
                  </a:lnTo>
                  <a:lnTo>
                    <a:pt x="7926297" y="113235"/>
                  </a:lnTo>
                  <a:lnTo>
                    <a:pt x="7924800" y="120650"/>
                  </a:lnTo>
                  <a:lnTo>
                    <a:pt x="7926297" y="128064"/>
                  </a:lnTo>
                  <a:lnTo>
                    <a:pt x="7930379" y="134120"/>
                  </a:lnTo>
                  <a:lnTo>
                    <a:pt x="7936435" y="138202"/>
                  </a:lnTo>
                  <a:lnTo>
                    <a:pt x="7943850" y="139700"/>
                  </a:lnTo>
                  <a:lnTo>
                    <a:pt x="8020050" y="139700"/>
                  </a:lnTo>
                  <a:lnTo>
                    <a:pt x="8027464" y="138202"/>
                  </a:lnTo>
                  <a:lnTo>
                    <a:pt x="8033520" y="134120"/>
                  </a:lnTo>
                  <a:lnTo>
                    <a:pt x="8037602" y="128064"/>
                  </a:lnTo>
                  <a:lnTo>
                    <a:pt x="8039100" y="120650"/>
                  </a:lnTo>
                  <a:lnTo>
                    <a:pt x="8037602" y="113235"/>
                  </a:lnTo>
                  <a:lnTo>
                    <a:pt x="8033520" y="107179"/>
                  </a:lnTo>
                  <a:lnTo>
                    <a:pt x="8027464" y="103097"/>
                  </a:lnTo>
                  <a:lnTo>
                    <a:pt x="8020050" y="101600"/>
                  </a:lnTo>
                  <a:close/>
                </a:path>
                <a:path w="8467725" h="243839">
                  <a:moveTo>
                    <a:pt x="8172450" y="101600"/>
                  </a:moveTo>
                  <a:lnTo>
                    <a:pt x="8096250" y="101600"/>
                  </a:lnTo>
                  <a:lnTo>
                    <a:pt x="8088835" y="103097"/>
                  </a:lnTo>
                  <a:lnTo>
                    <a:pt x="8082779" y="107179"/>
                  </a:lnTo>
                  <a:lnTo>
                    <a:pt x="8078697" y="113235"/>
                  </a:lnTo>
                  <a:lnTo>
                    <a:pt x="8077200" y="120650"/>
                  </a:lnTo>
                  <a:lnTo>
                    <a:pt x="8078697" y="128064"/>
                  </a:lnTo>
                  <a:lnTo>
                    <a:pt x="8082779" y="134120"/>
                  </a:lnTo>
                  <a:lnTo>
                    <a:pt x="8088835" y="138202"/>
                  </a:lnTo>
                  <a:lnTo>
                    <a:pt x="8096250" y="139700"/>
                  </a:lnTo>
                  <a:lnTo>
                    <a:pt x="8172450" y="139700"/>
                  </a:lnTo>
                  <a:lnTo>
                    <a:pt x="8179864" y="138202"/>
                  </a:lnTo>
                  <a:lnTo>
                    <a:pt x="8185920" y="134120"/>
                  </a:lnTo>
                  <a:lnTo>
                    <a:pt x="8190002" y="128064"/>
                  </a:lnTo>
                  <a:lnTo>
                    <a:pt x="8191500" y="120650"/>
                  </a:lnTo>
                  <a:lnTo>
                    <a:pt x="8190002" y="113235"/>
                  </a:lnTo>
                  <a:lnTo>
                    <a:pt x="8185920" y="107179"/>
                  </a:lnTo>
                  <a:lnTo>
                    <a:pt x="8179864" y="103097"/>
                  </a:lnTo>
                  <a:lnTo>
                    <a:pt x="8172450" y="10160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4" name="object 14"/>
          <p:cNvSpPr txBox="1"/>
          <p:nvPr/>
        </p:nvSpPr>
        <p:spPr>
          <a:xfrm>
            <a:off x="679450" y="1333500"/>
            <a:ext cx="5501323" cy="882015"/>
          </a:xfrm>
          <a:prstGeom prst="rect">
            <a:avLst/>
          </a:prstGeom>
        </p:spPr>
        <p:txBody>
          <a:bodyPr vert="horz" wrap="square" lIns="0" tIns="6350" rIns="0" bIns="0" rtlCol="0">
            <a:spAutoFit/>
          </a:bodyPr>
          <a:lstStyle/>
          <a:p>
            <a:pPr algn="ctr">
              <a:spcBef>
                <a:spcPts val="50"/>
              </a:spcBef>
            </a:pPr>
            <a:r>
              <a:rPr b="1" dirty="0">
                <a:solidFill>
                  <a:srgbClr val="11A766"/>
                </a:solidFill>
                <a:latin typeface="江城圆体 700W" panose="020B0800000000000000" pitchFamily="34" charset="-128"/>
                <a:ea typeface="江城圆体 700W" panose="020B0800000000000000" pitchFamily="34" charset="-128"/>
                <a:cs typeface="PMingLiU" panose="02020500000000000000" charset="-120"/>
              </a:rPr>
              <a:t>5 Stages from Novice to Expert</a:t>
            </a:r>
            <a:endParaRPr b="1" dirty="0">
              <a:latin typeface="江城圆体 700W" panose="020B0800000000000000" pitchFamily="34" charset="-128"/>
              <a:ea typeface="江城圆体 700W" panose="020B0800000000000000" pitchFamily="34" charset="-128"/>
              <a:cs typeface="PMingLiU" panose="02020500000000000000" charset="-120"/>
            </a:endParaRPr>
          </a:p>
          <a:p>
            <a:pPr marL="6350" marR="2540" algn="just">
              <a:lnSpc>
                <a:spcPct val="125000"/>
              </a:lnSpc>
              <a:spcBef>
                <a:spcPts val="620"/>
              </a:spcBef>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早在20世纪70年代， 德雷福斯兄弟（Hubert Dreyfus和Stuart Dreyfus）就开始研究人类如何获取和掌握技能，他们考察了日常生活中常见的各项技能活动，如开车、下棋、体育运动等，提出了德雷福斯模型。它是一种构建理论，概括了从新手到专家必须经历的5个阶段</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5" name="object 15"/>
          <p:cNvSpPr txBox="1"/>
          <p:nvPr/>
        </p:nvSpPr>
        <p:spPr>
          <a:xfrm>
            <a:off x="1222779" y="2647950"/>
            <a:ext cx="189865" cy="220345"/>
          </a:xfrm>
          <a:prstGeom prst="rect">
            <a:avLst/>
          </a:prstGeom>
        </p:spPr>
        <p:txBody>
          <a:bodyPr vert="horz" wrap="square" lIns="0" tIns="6350" rIns="0" bIns="0" rtlCol="0">
            <a:spAutoFit/>
          </a:bodyPr>
          <a:lstStyle/>
          <a:p>
            <a:pPr marL="44450">
              <a:lnSpc>
                <a:spcPts val="955"/>
              </a:lnSpc>
              <a:spcBef>
                <a:spcPts val="50"/>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差</a:t>
            </a:r>
            <a:endParaRPr sz="800">
              <a:latin typeface="江城圆体 400W" panose="020B0800000000000000" pitchFamily="34" charset="-128"/>
              <a:ea typeface="江城圆体 400W" panose="020B0800000000000000" pitchFamily="34" charset="-128"/>
              <a:cs typeface="微软雅黑" panose="020B0503020204020204" charset="-122"/>
            </a:endParaRPr>
          </a:p>
          <a:p>
            <a:pPr marL="6350">
              <a:lnSpc>
                <a:spcPts val="715"/>
              </a:lnSpc>
            </a:pP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Poor</a:t>
            </a:r>
            <a:endParaRPr sz="6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6" name="object 16"/>
          <p:cNvSpPr txBox="1"/>
          <p:nvPr/>
        </p:nvSpPr>
        <p:spPr>
          <a:xfrm>
            <a:off x="5757522" y="2624243"/>
            <a:ext cx="315278" cy="262890"/>
          </a:xfrm>
          <a:prstGeom prst="rect">
            <a:avLst/>
          </a:prstGeom>
        </p:spPr>
        <p:txBody>
          <a:bodyPr vert="horz" wrap="square" lIns="0" tIns="29845" rIns="0" bIns="0" rtlCol="0">
            <a:spAutoFit/>
          </a:bodyPr>
          <a:lstStyle/>
          <a:p>
            <a:pPr algn="ctr">
              <a:spcBef>
                <a:spcPts val="235"/>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最佳</a:t>
            </a:r>
            <a:endParaRPr sz="800">
              <a:latin typeface="江城圆体 400W" panose="020B0800000000000000" pitchFamily="34" charset="-128"/>
              <a:ea typeface="江城圆体 400W" panose="020B0800000000000000" pitchFamily="34" charset="-128"/>
              <a:cs typeface="微软雅黑" panose="020B0503020204020204" charset="-122"/>
            </a:endParaRPr>
          </a:p>
          <a:p>
            <a:pPr algn="ctr">
              <a:spcBef>
                <a:spcPts val="140"/>
              </a:spcBef>
            </a:pP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Optimal</a:t>
            </a:r>
            <a:endParaRPr sz="6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7" name="object 17"/>
          <p:cNvSpPr/>
          <p:nvPr/>
        </p:nvSpPr>
        <p:spPr>
          <a:xfrm>
            <a:off x="1008826" y="2990850"/>
            <a:ext cx="121920" cy="3548063"/>
          </a:xfrm>
          <a:custGeom>
            <a:avLst/>
            <a:gdLst/>
            <a:ahLst/>
            <a:cxnLst/>
            <a:rect l="l" t="t" r="r" b="b"/>
            <a:pathLst>
              <a:path w="243839" h="7096125">
                <a:moveTo>
                  <a:pt x="14220" y="6852160"/>
                </a:moveTo>
                <a:lnTo>
                  <a:pt x="12014" y="6852677"/>
                </a:lnTo>
                <a:lnTo>
                  <a:pt x="2898" y="6857215"/>
                </a:lnTo>
                <a:lnTo>
                  <a:pt x="0" y="6865856"/>
                </a:lnTo>
                <a:lnTo>
                  <a:pt x="110802" y="7088460"/>
                </a:lnTo>
                <a:lnTo>
                  <a:pt x="113056" y="7090723"/>
                </a:lnTo>
                <a:lnTo>
                  <a:pt x="122943" y="7095689"/>
                </a:lnTo>
                <a:lnTo>
                  <a:pt x="131594" y="7092823"/>
                </a:lnTo>
                <a:lnTo>
                  <a:pt x="242802" y="6871403"/>
                </a:lnTo>
                <a:lnTo>
                  <a:pt x="243326" y="6869201"/>
                </a:lnTo>
                <a:lnTo>
                  <a:pt x="243344" y="6859017"/>
                </a:lnTo>
                <a:lnTo>
                  <a:pt x="236912" y="6852561"/>
                </a:lnTo>
                <a:lnTo>
                  <a:pt x="14220" y="6852160"/>
                </a:lnTo>
                <a:close/>
              </a:path>
              <a:path w="243839" h="7096125">
                <a:moveTo>
                  <a:pt x="122971" y="6705588"/>
                </a:moveTo>
                <a:lnTo>
                  <a:pt x="103763" y="6800872"/>
                </a:lnTo>
                <a:lnTo>
                  <a:pt x="105233" y="6808222"/>
                </a:lnTo>
                <a:lnTo>
                  <a:pt x="109305" y="6814285"/>
                </a:lnTo>
                <a:lnTo>
                  <a:pt x="115352" y="6818378"/>
                </a:lnTo>
                <a:lnTo>
                  <a:pt x="122765" y="6819888"/>
                </a:lnTo>
                <a:lnTo>
                  <a:pt x="130183" y="6818405"/>
                </a:lnTo>
                <a:lnTo>
                  <a:pt x="136246" y="6814333"/>
                </a:lnTo>
                <a:lnTo>
                  <a:pt x="140339" y="6808285"/>
                </a:lnTo>
                <a:lnTo>
                  <a:pt x="141850" y="6800872"/>
                </a:lnTo>
                <a:lnTo>
                  <a:pt x="141973" y="6724604"/>
                </a:lnTo>
                <a:lnTo>
                  <a:pt x="140503" y="6717255"/>
                </a:lnTo>
                <a:lnTo>
                  <a:pt x="136431" y="6711192"/>
                </a:lnTo>
                <a:lnTo>
                  <a:pt x="130383" y="6707099"/>
                </a:lnTo>
                <a:lnTo>
                  <a:pt x="122971" y="6705588"/>
                </a:lnTo>
                <a:close/>
              </a:path>
              <a:path w="243839" h="7096125">
                <a:moveTo>
                  <a:pt x="123244" y="6553189"/>
                </a:moveTo>
                <a:lnTo>
                  <a:pt x="104038" y="6648474"/>
                </a:lnTo>
                <a:lnTo>
                  <a:pt x="105507" y="6655823"/>
                </a:lnTo>
                <a:lnTo>
                  <a:pt x="109579" y="6661885"/>
                </a:lnTo>
                <a:lnTo>
                  <a:pt x="115627" y="6665979"/>
                </a:lnTo>
                <a:lnTo>
                  <a:pt x="123040" y="6667489"/>
                </a:lnTo>
                <a:lnTo>
                  <a:pt x="130457" y="6666005"/>
                </a:lnTo>
                <a:lnTo>
                  <a:pt x="136520" y="6661933"/>
                </a:lnTo>
                <a:lnTo>
                  <a:pt x="140613" y="6655886"/>
                </a:lnTo>
                <a:lnTo>
                  <a:pt x="142124" y="6648474"/>
                </a:lnTo>
                <a:lnTo>
                  <a:pt x="142246" y="6572205"/>
                </a:lnTo>
                <a:lnTo>
                  <a:pt x="140776" y="6564855"/>
                </a:lnTo>
                <a:lnTo>
                  <a:pt x="136705" y="6558793"/>
                </a:lnTo>
                <a:lnTo>
                  <a:pt x="130657" y="6554700"/>
                </a:lnTo>
                <a:lnTo>
                  <a:pt x="123244" y="6553189"/>
                </a:lnTo>
                <a:close/>
              </a:path>
              <a:path w="243839" h="7096125">
                <a:moveTo>
                  <a:pt x="123518" y="6400789"/>
                </a:moveTo>
                <a:lnTo>
                  <a:pt x="104311" y="6496074"/>
                </a:lnTo>
                <a:lnTo>
                  <a:pt x="105781" y="6503423"/>
                </a:lnTo>
                <a:lnTo>
                  <a:pt x="109852" y="6509485"/>
                </a:lnTo>
                <a:lnTo>
                  <a:pt x="115900" y="6513579"/>
                </a:lnTo>
                <a:lnTo>
                  <a:pt x="123313" y="6515089"/>
                </a:lnTo>
                <a:lnTo>
                  <a:pt x="130731" y="6513606"/>
                </a:lnTo>
                <a:lnTo>
                  <a:pt x="136793" y="6509534"/>
                </a:lnTo>
                <a:lnTo>
                  <a:pt x="140887" y="6503486"/>
                </a:lnTo>
                <a:lnTo>
                  <a:pt x="142397" y="6496074"/>
                </a:lnTo>
                <a:lnTo>
                  <a:pt x="142520" y="6419805"/>
                </a:lnTo>
                <a:lnTo>
                  <a:pt x="141051" y="6412456"/>
                </a:lnTo>
                <a:lnTo>
                  <a:pt x="136979" y="6406393"/>
                </a:lnTo>
                <a:lnTo>
                  <a:pt x="130931" y="6402300"/>
                </a:lnTo>
                <a:lnTo>
                  <a:pt x="123518" y="6400789"/>
                </a:lnTo>
                <a:close/>
              </a:path>
              <a:path w="243839" h="7096125">
                <a:moveTo>
                  <a:pt x="123793" y="6248389"/>
                </a:moveTo>
                <a:lnTo>
                  <a:pt x="104585" y="6343674"/>
                </a:lnTo>
                <a:lnTo>
                  <a:pt x="106055" y="6351023"/>
                </a:lnTo>
                <a:lnTo>
                  <a:pt x="110127" y="6357085"/>
                </a:lnTo>
                <a:lnTo>
                  <a:pt x="116175" y="6361179"/>
                </a:lnTo>
                <a:lnTo>
                  <a:pt x="123587" y="6362689"/>
                </a:lnTo>
                <a:lnTo>
                  <a:pt x="131005" y="6361206"/>
                </a:lnTo>
                <a:lnTo>
                  <a:pt x="137067" y="6357134"/>
                </a:lnTo>
                <a:lnTo>
                  <a:pt x="141161" y="6351086"/>
                </a:lnTo>
                <a:lnTo>
                  <a:pt x="142671" y="6343674"/>
                </a:lnTo>
                <a:lnTo>
                  <a:pt x="142795" y="6267405"/>
                </a:lnTo>
                <a:lnTo>
                  <a:pt x="141325" y="6260056"/>
                </a:lnTo>
                <a:lnTo>
                  <a:pt x="137253" y="6253993"/>
                </a:lnTo>
                <a:lnTo>
                  <a:pt x="131205" y="6249900"/>
                </a:lnTo>
                <a:lnTo>
                  <a:pt x="123793" y="6248389"/>
                </a:lnTo>
                <a:close/>
              </a:path>
              <a:path w="243839" h="7096125">
                <a:moveTo>
                  <a:pt x="124067" y="6095989"/>
                </a:moveTo>
                <a:lnTo>
                  <a:pt x="104859" y="6191274"/>
                </a:lnTo>
                <a:lnTo>
                  <a:pt x="106329" y="6198623"/>
                </a:lnTo>
                <a:lnTo>
                  <a:pt x="110401" y="6204685"/>
                </a:lnTo>
                <a:lnTo>
                  <a:pt x="116449" y="6208779"/>
                </a:lnTo>
                <a:lnTo>
                  <a:pt x="123861" y="6210289"/>
                </a:lnTo>
                <a:lnTo>
                  <a:pt x="131279" y="6208806"/>
                </a:lnTo>
                <a:lnTo>
                  <a:pt x="137342" y="6204734"/>
                </a:lnTo>
                <a:lnTo>
                  <a:pt x="141435" y="6198686"/>
                </a:lnTo>
                <a:lnTo>
                  <a:pt x="142946" y="6191274"/>
                </a:lnTo>
                <a:lnTo>
                  <a:pt x="143069" y="6115005"/>
                </a:lnTo>
                <a:lnTo>
                  <a:pt x="141599" y="6107656"/>
                </a:lnTo>
                <a:lnTo>
                  <a:pt x="137527" y="6101593"/>
                </a:lnTo>
                <a:lnTo>
                  <a:pt x="131479" y="6097500"/>
                </a:lnTo>
                <a:lnTo>
                  <a:pt x="124067" y="6095989"/>
                </a:lnTo>
                <a:close/>
              </a:path>
              <a:path w="243839" h="7096125">
                <a:moveTo>
                  <a:pt x="124341" y="5943589"/>
                </a:moveTo>
                <a:lnTo>
                  <a:pt x="105134" y="6038874"/>
                </a:lnTo>
                <a:lnTo>
                  <a:pt x="106604" y="6046223"/>
                </a:lnTo>
                <a:lnTo>
                  <a:pt x="110675" y="6052286"/>
                </a:lnTo>
                <a:lnTo>
                  <a:pt x="116723" y="6056379"/>
                </a:lnTo>
                <a:lnTo>
                  <a:pt x="124136" y="6057889"/>
                </a:lnTo>
                <a:lnTo>
                  <a:pt x="131553" y="6056406"/>
                </a:lnTo>
                <a:lnTo>
                  <a:pt x="137616" y="6052334"/>
                </a:lnTo>
                <a:lnTo>
                  <a:pt x="141709" y="6046286"/>
                </a:lnTo>
                <a:lnTo>
                  <a:pt x="143220" y="6038874"/>
                </a:lnTo>
                <a:lnTo>
                  <a:pt x="143343" y="5962605"/>
                </a:lnTo>
                <a:lnTo>
                  <a:pt x="141873" y="5955256"/>
                </a:lnTo>
                <a:lnTo>
                  <a:pt x="137802" y="5949193"/>
                </a:lnTo>
                <a:lnTo>
                  <a:pt x="131754" y="5945100"/>
                </a:lnTo>
                <a:lnTo>
                  <a:pt x="124341" y="5943589"/>
                </a:lnTo>
                <a:close/>
              </a:path>
              <a:path w="243839" h="7096125">
                <a:moveTo>
                  <a:pt x="124616" y="5791191"/>
                </a:moveTo>
                <a:lnTo>
                  <a:pt x="105408" y="5886475"/>
                </a:lnTo>
                <a:lnTo>
                  <a:pt x="106878" y="5893824"/>
                </a:lnTo>
                <a:lnTo>
                  <a:pt x="110949" y="5899887"/>
                </a:lnTo>
                <a:lnTo>
                  <a:pt x="116997" y="5903980"/>
                </a:lnTo>
                <a:lnTo>
                  <a:pt x="124410" y="5905491"/>
                </a:lnTo>
                <a:lnTo>
                  <a:pt x="131828" y="5904006"/>
                </a:lnTo>
                <a:lnTo>
                  <a:pt x="137890" y="5899935"/>
                </a:lnTo>
                <a:lnTo>
                  <a:pt x="141984" y="5893887"/>
                </a:lnTo>
                <a:lnTo>
                  <a:pt x="143494" y="5886475"/>
                </a:lnTo>
                <a:lnTo>
                  <a:pt x="143618" y="5810206"/>
                </a:lnTo>
                <a:lnTo>
                  <a:pt x="142147" y="5802857"/>
                </a:lnTo>
                <a:lnTo>
                  <a:pt x="138075" y="5796794"/>
                </a:lnTo>
                <a:lnTo>
                  <a:pt x="132028" y="5792701"/>
                </a:lnTo>
                <a:lnTo>
                  <a:pt x="124616" y="5791191"/>
                </a:lnTo>
                <a:close/>
              </a:path>
              <a:path w="243839" h="7096125">
                <a:moveTo>
                  <a:pt x="124889" y="5638791"/>
                </a:moveTo>
                <a:lnTo>
                  <a:pt x="105682" y="5734075"/>
                </a:lnTo>
                <a:lnTo>
                  <a:pt x="107152" y="5741424"/>
                </a:lnTo>
                <a:lnTo>
                  <a:pt x="111224" y="5747487"/>
                </a:lnTo>
                <a:lnTo>
                  <a:pt x="117271" y="5751580"/>
                </a:lnTo>
                <a:lnTo>
                  <a:pt x="124684" y="5753091"/>
                </a:lnTo>
                <a:lnTo>
                  <a:pt x="132102" y="5751607"/>
                </a:lnTo>
                <a:lnTo>
                  <a:pt x="138164" y="5747535"/>
                </a:lnTo>
                <a:lnTo>
                  <a:pt x="142258" y="5741487"/>
                </a:lnTo>
                <a:lnTo>
                  <a:pt x="143767" y="5734075"/>
                </a:lnTo>
                <a:lnTo>
                  <a:pt x="143891" y="5657806"/>
                </a:lnTo>
                <a:lnTo>
                  <a:pt x="142421" y="5650457"/>
                </a:lnTo>
                <a:lnTo>
                  <a:pt x="138349" y="5644395"/>
                </a:lnTo>
                <a:lnTo>
                  <a:pt x="132302" y="5640301"/>
                </a:lnTo>
                <a:lnTo>
                  <a:pt x="124889" y="5638791"/>
                </a:lnTo>
                <a:close/>
              </a:path>
              <a:path w="243839" h="7096125">
                <a:moveTo>
                  <a:pt x="125163" y="5486391"/>
                </a:moveTo>
                <a:lnTo>
                  <a:pt x="105955" y="5581675"/>
                </a:lnTo>
                <a:lnTo>
                  <a:pt x="107425" y="5589024"/>
                </a:lnTo>
                <a:lnTo>
                  <a:pt x="111497" y="5595087"/>
                </a:lnTo>
                <a:lnTo>
                  <a:pt x="117545" y="5599180"/>
                </a:lnTo>
                <a:lnTo>
                  <a:pt x="124957" y="5600691"/>
                </a:lnTo>
                <a:lnTo>
                  <a:pt x="132376" y="5599207"/>
                </a:lnTo>
                <a:lnTo>
                  <a:pt x="138438" y="5595135"/>
                </a:lnTo>
                <a:lnTo>
                  <a:pt x="142531" y="5589087"/>
                </a:lnTo>
                <a:lnTo>
                  <a:pt x="144042" y="5581675"/>
                </a:lnTo>
                <a:lnTo>
                  <a:pt x="144165" y="5505406"/>
                </a:lnTo>
                <a:lnTo>
                  <a:pt x="142695" y="5498057"/>
                </a:lnTo>
                <a:lnTo>
                  <a:pt x="138623" y="5491995"/>
                </a:lnTo>
                <a:lnTo>
                  <a:pt x="132575" y="5487901"/>
                </a:lnTo>
                <a:lnTo>
                  <a:pt x="125163" y="5486391"/>
                </a:lnTo>
                <a:close/>
              </a:path>
              <a:path w="243839" h="7096125">
                <a:moveTo>
                  <a:pt x="125437" y="5333991"/>
                </a:moveTo>
                <a:lnTo>
                  <a:pt x="106230" y="5429275"/>
                </a:lnTo>
                <a:lnTo>
                  <a:pt x="107700" y="5436624"/>
                </a:lnTo>
                <a:lnTo>
                  <a:pt x="111771" y="5442687"/>
                </a:lnTo>
                <a:lnTo>
                  <a:pt x="117819" y="5446780"/>
                </a:lnTo>
                <a:lnTo>
                  <a:pt x="125232" y="5448291"/>
                </a:lnTo>
                <a:lnTo>
                  <a:pt x="132649" y="5446807"/>
                </a:lnTo>
                <a:lnTo>
                  <a:pt x="138712" y="5442735"/>
                </a:lnTo>
                <a:lnTo>
                  <a:pt x="142805" y="5436687"/>
                </a:lnTo>
                <a:lnTo>
                  <a:pt x="144316" y="5429275"/>
                </a:lnTo>
                <a:lnTo>
                  <a:pt x="144439" y="5353006"/>
                </a:lnTo>
                <a:lnTo>
                  <a:pt x="142969" y="5345657"/>
                </a:lnTo>
                <a:lnTo>
                  <a:pt x="138898" y="5339595"/>
                </a:lnTo>
                <a:lnTo>
                  <a:pt x="132850" y="5335501"/>
                </a:lnTo>
                <a:lnTo>
                  <a:pt x="125437" y="5333991"/>
                </a:lnTo>
                <a:close/>
              </a:path>
              <a:path w="243839" h="7096125">
                <a:moveTo>
                  <a:pt x="125712" y="5181591"/>
                </a:moveTo>
                <a:lnTo>
                  <a:pt x="106504" y="5276875"/>
                </a:lnTo>
                <a:lnTo>
                  <a:pt x="107974" y="5284225"/>
                </a:lnTo>
                <a:lnTo>
                  <a:pt x="112046" y="5290287"/>
                </a:lnTo>
                <a:lnTo>
                  <a:pt x="118094" y="5294380"/>
                </a:lnTo>
                <a:lnTo>
                  <a:pt x="125506" y="5295891"/>
                </a:lnTo>
                <a:lnTo>
                  <a:pt x="132924" y="5294407"/>
                </a:lnTo>
                <a:lnTo>
                  <a:pt x="138986" y="5290336"/>
                </a:lnTo>
                <a:lnTo>
                  <a:pt x="143080" y="5284288"/>
                </a:lnTo>
                <a:lnTo>
                  <a:pt x="144590" y="5276875"/>
                </a:lnTo>
                <a:lnTo>
                  <a:pt x="144714" y="5200606"/>
                </a:lnTo>
                <a:lnTo>
                  <a:pt x="143244" y="5193257"/>
                </a:lnTo>
                <a:lnTo>
                  <a:pt x="139172" y="5187195"/>
                </a:lnTo>
                <a:lnTo>
                  <a:pt x="133124" y="5183101"/>
                </a:lnTo>
                <a:lnTo>
                  <a:pt x="125712" y="5181591"/>
                </a:lnTo>
                <a:close/>
              </a:path>
              <a:path w="243839" h="7096125">
                <a:moveTo>
                  <a:pt x="125986" y="5029192"/>
                </a:moveTo>
                <a:lnTo>
                  <a:pt x="106778" y="5124475"/>
                </a:lnTo>
                <a:lnTo>
                  <a:pt x="108248" y="5131825"/>
                </a:lnTo>
                <a:lnTo>
                  <a:pt x="112320" y="5137888"/>
                </a:lnTo>
                <a:lnTo>
                  <a:pt x="118368" y="5141981"/>
                </a:lnTo>
                <a:lnTo>
                  <a:pt x="125780" y="5143491"/>
                </a:lnTo>
                <a:lnTo>
                  <a:pt x="133198" y="5142007"/>
                </a:lnTo>
                <a:lnTo>
                  <a:pt x="139261" y="5137936"/>
                </a:lnTo>
                <a:lnTo>
                  <a:pt x="143354" y="5131888"/>
                </a:lnTo>
                <a:lnTo>
                  <a:pt x="144865" y="5124475"/>
                </a:lnTo>
                <a:lnTo>
                  <a:pt x="144988" y="5048208"/>
                </a:lnTo>
                <a:lnTo>
                  <a:pt x="143518" y="5040858"/>
                </a:lnTo>
                <a:lnTo>
                  <a:pt x="139446" y="5034795"/>
                </a:lnTo>
                <a:lnTo>
                  <a:pt x="133398" y="5030702"/>
                </a:lnTo>
                <a:lnTo>
                  <a:pt x="125986" y="5029192"/>
                </a:lnTo>
                <a:close/>
              </a:path>
              <a:path w="243839" h="7096125">
                <a:moveTo>
                  <a:pt x="126260" y="4876792"/>
                </a:moveTo>
                <a:lnTo>
                  <a:pt x="107053" y="4972076"/>
                </a:lnTo>
                <a:lnTo>
                  <a:pt x="108522" y="4979425"/>
                </a:lnTo>
                <a:lnTo>
                  <a:pt x="112594" y="4985488"/>
                </a:lnTo>
                <a:lnTo>
                  <a:pt x="118642" y="4989581"/>
                </a:lnTo>
                <a:lnTo>
                  <a:pt x="126055" y="4991092"/>
                </a:lnTo>
                <a:lnTo>
                  <a:pt x="133472" y="4989608"/>
                </a:lnTo>
                <a:lnTo>
                  <a:pt x="139535" y="4985536"/>
                </a:lnTo>
                <a:lnTo>
                  <a:pt x="143628" y="4979488"/>
                </a:lnTo>
                <a:lnTo>
                  <a:pt x="145139" y="4972076"/>
                </a:lnTo>
                <a:lnTo>
                  <a:pt x="145262" y="4895808"/>
                </a:lnTo>
                <a:lnTo>
                  <a:pt x="143792" y="4888459"/>
                </a:lnTo>
                <a:lnTo>
                  <a:pt x="139720" y="4882396"/>
                </a:lnTo>
                <a:lnTo>
                  <a:pt x="133672" y="4878302"/>
                </a:lnTo>
                <a:lnTo>
                  <a:pt x="126260" y="4876792"/>
                </a:lnTo>
                <a:close/>
              </a:path>
              <a:path w="243839" h="7096125">
                <a:moveTo>
                  <a:pt x="126533" y="4724392"/>
                </a:moveTo>
                <a:lnTo>
                  <a:pt x="107326" y="4819676"/>
                </a:lnTo>
                <a:lnTo>
                  <a:pt x="108796" y="4827025"/>
                </a:lnTo>
                <a:lnTo>
                  <a:pt x="112868" y="4833088"/>
                </a:lnTo>
                <a:lnTo>
                  <a:pt x="118916" y="4837181"/>
                </a:lnTo>
                <a:lnTo>
                  <a:pt x="126328" y="4838692"/>
                </a:lnTo>
                <a:lnTo>
                  <a:pt x="133746" y="4837208"/>
                </a:lnTo>
                <a:lnTo>
                  <a:pt x="139809" y="4833136"/>
                </a:lnTo>
                <a:lnTo>
                  <a:pt x="143902" y="4827088"/>
                </a:lnTo>
                <a:lnTo>
                  <a:pt x="145412" y="4819676"/>
                </a:lnTo>
                <a:lnTo>
                  <a:pt x="145535" y="4743408"/>
                </a:lnTo>
                <a:lnTo>
                  <a:pt x="144066" y="4736059"/>
                </a:lnTo>
                <a:lnTo>
                  <a:pt x="139994" y="4729996"/>
                </a:lnTo>
                <a:lnTo>
                  <a:pt x="133946" y="4725902"/>
                </a:lnTo>
                <a:lnTo>
                  <a:pt x="126533" y="4724392"/>
                </a:lnTo>
                <a:close/>
              </a:path>
              <a:path w="243839" h="7096125">
                <a:moveTo>
                  <a:pt x="126808" y="4571992"/>
                </a:moveTo>
                <a:lnTo>
                  <a:pt x="107600" y="4667276"/>
                </a:lnTo>
                <a:lnTo>
                  <a:pt x="109070" y="4674625"/>
                </a:lnTo>
                <a:lnTo>
                  <a:pt x="113142" y="4680688"/>
                </a:lnTo>
                <a:lnTo>
                  <a:pt x="119190" y="4684781"/>
                </a:lnTo>
                <a:lnTo>
                  <a:pt x="126602" y="4686292"/>
                </a:lnTo>
                <a:lnTo>
                  <a:pt x="134020" y="4684808"/>
                </a:lnTo>
                <a:lnTo>
                  <a:pt x="140083" y="4680736"/>
                </a:lnTo>
                <a:lnTo>
                  <a:pt x="144176" y="4674688"/>
                </a:lnTo>
                <a:lnTo>
                  <a:pt x="145686" y="4667276"/>
                </a:lnTo>
                <a:lnTo>
                  <a:pt x="145810" y="4591008"/>
                </a:lnTo>
                <a:lnTo>
                  <a:pt x="144340" y="4583659"/>
                </a:lnTo>
                <a:lnTo>
                  <a:pt x="140268" y="4577596"/>
                </a:lnTo>
                <a:lnTo>
                  <a:pt x="134220" y="4573502"/>
                </a:lnTo>
                <a:lnTo>
                  <a:pt x="126808" y="4571992"/>
                </a:lnTo>
                <a:close/>
              </a:path>
              <a:path w="243839" h="7096125">
                <a:moveTo>
                  <a:pt x="127082" y="4419592"/>
                </a:moveTo>
                <a:lnTo>
                  <a:pt x="107874" y="4514876"/>
                </a:lnTo>
                <a:lnTo>
                  <a:pt x="109344" y="4522226"/>
                </a:lnTo>
                <a:lnTo>
                  <a:pt x="113416" y="4528288"/>
                </a:lnTo>
                <a:lnTo>
                  <a:pt x="119464" y="4532382"/>
                </a:lnTo>
                <a:lnTo>
                  <a:pt x="126876" y="4533892"/>
                </a:lnTo>
                <a:lnTo>
                  <a:pt x="134294" y="4532408"/>
                </a:lnTo>
                <a:lnTo>
                  <a:pt x="140357" y="4528337"/>
                </a:lnTo>
                <a:lnTo>
                  <a:pt x="144450" y="4522289"/>
                </a:lnTo>
                <a:lnTo>
                  <a:pt x="145961" y="4514876"/>
                </a:lnTo>
                <a:lnTo>
                  <a:pt x="146084" y="4438608"/>
                </a:lnTo>
                <a:lnTo>
                  <a:pt x="144614" y="4431259"/>
                </a:lnTo>
                <a:lnTo>
                  <a:pt x="140542" y="4425196"/>
                </a:lnTo>
                <a:lnTo>
                  <a:pt x="134494" y="4421102"/>
                </a:lnTo>
                <a:lnTo>
                  <a:pt x="127082" y="4419592"/>
                </a:lnTo>
                <a:close/>
              </a:path>
              <a:path w="243839" h="7096125">
                <a:moveTo>
                  <a:pt x="127356" y="4267193"/>
                </a:moveTo>
                <a:lnTo>
                  <a:pt x="108149" y="4362476"/>
                </a:lnTo>
                <a:lnTo>
                  <a:pt x="109619" y="4369826"/>
                </a:lnTo>
                <a:lnTo>
                  <a:pt x="113690" y="4375889"/>
                </a:lnTo>
                <a:lnTo>
                  <a:pt x="119738" y="4379982"/>
                </a:lnTo>
                <a:lnTo>
                  <a:pt x="127151" y="4381492"/>
                </a:lnTo>
                <a:lnTo>
                  <a:pt x="134568" y="4380008"/>
                </a:lnTo>
                <a:lnTo>
                  <a:pt x="140631" y="4375937"/>
                </a:lnTo>
                <a:lnTo>
                  <a:pt x="144724" y="4369889"/>
                </a:lnTo>
                <a:lnTo>
                  <a:pt x="146235" y="4362476"/>
                </a:lnTo>
                <a:lnTo>
                  <a:pt x="146358" y="4286209"/>
                </a:lnTo>
                <a:lnTo>
                  <a:pt x="144888" y="4278859"/>
                </a:lnTo>
                <a:lnTo>
                  <a:pt x="140817" y="4272796"/>
                </a:lnTo>
                <a:lnTo>
                  <a:pt x="134769" y="4268703"/>
                </a:lnTo>
                <a:lnTo>
                  <a:pt x="127356" y="4267193"/>
                </a:lnTo>
                <a:close/>
              </a:path>
              <a:path w="243839" h="7096125">
                <a:moveTo>
                  <a:pt x="127631" y="4114793"/>
                </a:moveTo>
                <a:lnTo>
                  <a:pt x="108423" y="4210077"/>
                </a:lnTo>
                <a:lnTo>
                  <a:pt x="109893" y="4217427"/>
                </a:lnTo>
                <a:lnTo>
                  <a:pt x="113965" y="4223489"/>
                </a:lnTo>
                <a:lnTo>
                  <a:pt x="120013" y="4227583"/>
                </a:lnTo>
                <a:lnTo>
                  <a:pt x="127425" y="4229093"/>
                </a:lnTo>
                <a:lnTo>
                  <a:pt x="134843" y="4227609"/>
                </a:lnTo>
                <a:lnTo>
                  <a:pt x="140905" y="4223538"/>
                </a:lnTo>
                <a:lnTo>
                  <a:pt x="144999" y="4217490"/>
                </a:lnTo>
                <a:lnTo>
                  <a:pt x="146509" y="4210077"/>
                </a:lnTo>
                <a:lnTo>
                  <a:pt x="146633" y="4133809"/>
                </a:lnTo>
                <a:lnTo>
                  <a:pt x="145163" y="4126459"/>
                </a:lnTo>
                <a:lnTo>
                  <a:pt x="141091" y="4120397"/>
                </a:lnTo>
                <a:lnTo>
                  <a:pt x="135043" y="4116303"/>
                </a:lnTo>
                <a:lnTo>
                  <a:pt x="127631" y="4114793"/>
                </a:lnTo>
                <a:close/>
              </a:path>
              <a:path w="243839" h="7096125">
                <a:moveTo>
                  <a:pt x="127904" y="3962393"/>
                </a:moveTo>
                <a:lnTo>
                  <a:pt x="108697" y="4057677"/>
                </a:lnTo>
                <a:lnTo>
                  <a:pt x="110167" y="4065027"/>
                </a:lnTo>
                <a:lnTo>
                  <a:pt x="114239" y="4071089"/>
                </a:lnTo>
                <a:lnTo>
                  <a:pt x="120286" y="4075183"/>
                </a:lnTo>
                <a:lnTo>
                  <a:pt x="127699" y="4076693"/>
                </a:lnTo>
                <a:lnTo>
                  <a:pt x="135117" y="4075209"/>
                </a:lnTo>
                <a:lnTo>
                  <a:pt x="141180" y="4071138"/>
                </a:lnTo>
                <a:lnTo>
                  <a:pt x="145273" y="4065090"/>
                </a:lnTo>
                <a:lnTo>
                  <a:pt x="146784" y="4057677"/>
                </a:lnTo>
                <a:lnTo>
                  <a:pt x="146906" y="3981409"/>
                </a:lnTo>
                <a:lnTo>
                  <a:pt x="145436" y="3974060"/>
                </a:lnTo>
                <a:lnTo>
                  <a:pt x="141364" y="3967997"/>
                </a:lnTo>
                <a:lnTo>
                  <a:pt x="135317" y="3963904"/>
                </a:lnTo>
                <a:lnTo>
                  <a:pt x="127904" y="3962393"/>
                </a:lnTo>
                <a:close/>
              </a:path>
              <a:path w="243839" h="7096125">
                <a:moveTo>
                  <a:pt x="128178" y="3809993"/>
                </a:moveTo>
                <a:lnTo>
                  <a:pt x="108970" y="3905277"/>
                </a:lnTo>
                <a:lnTo>
                  <a:pt x="110441" y="3912627"/>
                </a:lnTo>
                <a:lnTo>
                  <a:pt x="114513" y="3918689"/>
                </a:lnTo>
                <a:lnTo>
                  <a:pt x="120560" y="3922783"/>
                </a:lnTo>
                <a:lnTo>
                  <a:pt x="127972" y="3924293"/>
                </a:lnTo>
                <a:lnTo>
                  <a:pt x="135391" y="3922809"/>
                </a:lnTo>
                <a:lnTo>
                  <a:pt x="141453" y="3918738"/>
                </a:lnTo>
                <a:lnTo>
                  <a:pt x="145546" y="3912690"/>
                </a:lnTo>
                <a:lnTo>
                  <a:pt x="147057" y="3905277"/>
                </a:lnTo>
                <a:lnTo>
                  <a:pt x="147180" y="3829009"/>
                </a:lnTo>
                <a:lnTo>
                  <a:pt x="145710" y="3821660"/>
                </a:lnTo>
                <a:lnTo>
                  <a:pt x="141639" y="3815597"/>
                </a:lnTo>
                <a:lnTo>
                  <a:pt x="135591" y="3811504"/>
                </a:lnTo>
                <a:lnTo>
                  <a:pt x="128178" y="3809993"/>
                </a:lnTo>
                <a:close/>
              </a:path>
              <a:path w="243839" h="7096125">
                <a:moveTo>
                  <a:pt x="128452" y="3657593"/>
                </a:moveTo>
                <a:lnTo>
                  <a:pt x="109245" y="3752877"/>
                </a:lnTo>
                <a:lnTo>
                  <a:pt x="110715" y="3760227"/>
                </a:lnTo>
                <a:lnTo>
                  <a:pt x="114786" y="3766290"/>
                </a:lnTo>
                <a:lnTo>
                  <a:pt x="120834" y="3770383"/>
                </a:lnTo>
                <a:lnTo>
                  <a:pt x="128247" y="3771893"/>
                </a:lnTo>
                <a:lnTo>
                  <a:pt x="135665" y="3770409"/>
                </a:lnTo>
                <a:lnTo>
                  <a:pt x="141727" y="3766338"/>
                </a:lnTo>
                <a:lnTo>
                  <a:pt x="145821" y="3760290"/>
                </a:lnTo>
                <a:lnTo>
                  <a:pt x="147331" y="3752877"/>
                </a:lnTo>
                <a:lnTo>
                  <a:pt x="147454" y="3676609"/>
                </a:lnTo>
                <a:lnTo>
                  <a:pt x="145984" y="3669260"/>
                </a:lnTo>
                <a:lnTo>
                  <a:pt x="141913" y="3663197"/>
                </a:lnTo>
                <a:lnTo>
                  <a:pt x="135865" y="3659104"/>
                </a:lnTo>
                <a:lnTo>
                  <a:pt x="128452" y="3657593"/>
                </a:lnTo>
                <a:close/>
              </a:path>
              <a:path w="243839" h="7096125">
                <a:moveTo>
                  <a:pt x="128727" y="3505194"/>
                </a:moveTo>
                <a:lnTo>
                  <a:pt x="109519" y="3600477"/>
                </a:lnTo>
                <a:lnTo>
                  <a:pt x="110989" y="3607827"/>
                </a:lnTo>
                <a:lnTo>
                  <a:pt x="115061" y="3613890"/>
                </a:lnTo>
                <a:lnTo>
                  <a:pt x="121109" y="3617983"/>
                </a:lnTo>
                <a:lnTo>
                  <a:pt x="128521" y="3619493"/>
                </a:lnTo>
                <a:lnTo>
                  <a:pt x="135939" y="3618010"/>
                </a:lnTo>
                <a:lnTo>
                  <a:pt x="142001" y="3613938"/>
                </a:lnTo>
                <a:lnTo>
                  <a:pt x="146095" y="3607890"/>
                </a:lnTo>
                <a:lnTo>
                  <a:pt x="147605" y="3600477"/>
                </a:lnTo>
                <a:lnTo>
                  <a:pt x="147729" y="3524210"/>
                </a:lnTo>
                <a:lnTo>
                  <a:pt x="146259" y="3516860"/>
                </a:lnTo>
                <a:lnTo>
                  <a:pt x="142187" y="3510798"/>
                </a:lnTo>
                <a:lnTo>
                  <a:pt x="136139" y="3506704"/>
                </a:lnTo>
                <a:lnTo>
                  <a:pt x="128727" y="3505194"/>
                </a:lnTo>
                <a:close/>
              </a:path>
              <a:path w="243839" h="7096125">
                <a:moveTo>
                  <a:pt x="129001" y="3352794"/>
                </a:moveTo>
                <a:lnTo>
                  <a:pt x="109793" y="3448079"/>
                </a:lnTo>
                <a:lnTo>
                  <a:pt x="111263" y="3455428"/>
                </a:lnTo>
                <a:lnTo>
                  <a:pt x="115335" y="3461490"/>
                </a:lnTo>
                <a:lnTo>
                  <a:pt x="121383" y="3465584"/>
                </a:lnTo>
                <a:lnTo>
                  <a:pt x="128795" y="3467094"/>
                </a:lnTo>
                <a:lnTo>
                  <a:pt x="136213" y="3465611"/>
                </a:lnTo>
                <a:lnTo>
                  <a:pt x="142276" y="3461539"/>
                </a:lnTo>
                <a:lnTo>
                  <a:pt x="146369" y="3455491"/>
                </a:lnTo>
                <a:lnTo>
                  <a:pt x="147880" y="3448079"/>
                </a:lnTo>
                <a:lnTo>
                  <a:pt x="148003" y="3371810"/>
                </a:lnTo>
                <a:lnTo>
                  <a:pt x="146533" y="3364461"/>
                </a:lnTo>
                <a:lnTo>
                  <a:pt x="142461" y="3358398"/>
                </a:lnTo>
                <a:lnTo>
                  <a:pt x="136413" y="3354305"/>
                </a:lnTo>
                <a:lnTo>
                  <a:pt x="129001" y="3352794"/>
                </a:lnTo>
                <a:close/>
              </a:path>
              <a:path w="243839" h="7096125">
                <a:moveTo>
                  <a:pt x="129275" y="3200394"/>
                </a:moveTo>
                <a:lnTo>
                  <a:pt x="110068" y="3295679"/>
                </a:lnTo>
                <a:lnTo>
                  <a:pt x="111537" y="3303028"/>
                </a:lnTo>
                <a:lnTo>
                  <a:pt x="115609" y="3309090"/>
                </a:lnTo>
                <a:lnTo>
                  <a:pt x="121657" y="3313184"/>
                </a:lnTo>
                <a:lnTo>
                  <a:pt x="129070" y="3314694"/>
                </a:lnTo>
                <a:lnTo>
                  <a:pt x="136487" y="3313211"/>
                </a:lnTo>
                <a:lnTo>
                  <a:pt x="142550" y="3309139"/>
                </a:lnTo>
                <a:lnTo>
                  <a:pt x="146643" y="3303091"/>
                </a:lnTo>
                <a:lnTo>
                  <a:pt x="148154" y="3295679"/>
                </a:lnTo>
                <a:lnTo>
                  <a:pt x="148277" y="3219410"/>
                </a:lnTo>
                <a:lnTo>
                  <a:pt x="146807" y="3212061"/>
                </a:lnTo>
                <a:lnTo>
                  <a:pt x="142736" y="3205998"/>
                </a:lnTo>
                <a:lnTo>
                  <a:pt x="136688" y="3201905"/>
                </a:lnTo>
                <a:lnTo>
                  <a:pt x="129275" y="3200394"/>
                </a:lnTo>
                <a:close/>
              </a:path>
              <a:path w="243839" h="7096125">
                <a:moveTo>
                  <a:pt x="129548" y="3047994"/>
                </a:moveTo>
                <a:lnTo>
                  <a:pt x="110342" y="3143279"/>
                </a:lnTo>
                <a:lnTo>
                  <a:pt x="111812" y="3150628"/>
                </a:lnTo>
                <a:lnTo>
                  <a:pt x="115883" y="3156690"/>
                </a:lnTo>
                <a:lnTo>
                  <a:pt x="121931" y="3160784"/>
                </a:lnTo>
                <a:lnTo>
                  <a:pt x="129344" y="3162294"/>
                </a:lnTo>
                <a:lnTo>
                  <a:pt x="136762" y="3160811"/>
                </a:lnTo>
                <a:lnTo>
                  <a:pt x="142824" y="3156739"/>
                </a:lnTo>
                <a:lnTo>
                  <a:pt x="146918" y="3150691"/>
                </a:lnTo>
                <a:lnTo>
                  <a:pt x="148428" y="3143279"/>
                </a:lnTo>
                <a:lnTo>
                  <a:pt x="148550" y="3067010"/>
                </a:lnTo>
                <a:lnTo>
                  <a:pt x="147081" y="3059661"/>
                </a:lnTo>
                <a:lnTo>
                  <a:pt x="143009" y="3053598"/>
                </a:lnTo>
                <a:lnTo>
                  <a:pt x="136961" y="3049505"/>
                </a:lnTo>
                <a:lnTo>
                  <a:pt x="129548" y="3047994"/>
                </a:lnTo>
                <a:close/>
              </a:path>
              <a:path w="243839" h="7096125">
                <a:moveTo>
                  <a:pt x="129823" y="2895594"/>
                </a:moveTo>
                <a:lnTo>
                  <a:pt x="110615" y="2990879"/>
                </a:lnTo>
                <a:lnTo>
                  <a:pt x="112085" y="2998228"/>
                </a:lnTo>
                <a:lnTo>
                  <a:pt x="116157" y="3004290"/>
                </a:lnTo>
                <a:lnTo>
                  <a:pt x="122205" y="3008384"/>
                </a:lnTo>
                <a:lnTo>
                  <a:pt x="129617" y="3009894"/>
                </a:lnTo>
                <a:lnTo>
                  <a:pt x="137035" y="3008411"/>
                </a:lnTo>
                <a:lnTo>
                  <a:pt x="143098" y="3004339"/>
                </a:lnTo>
                <a:lnTo>
                  <a:pt x="147191" y="2998291"/>
                </a:lnTo>
                <a:lnTo>
                  <a:pt x="148701" y="2990879"/>
                </a:lnTo>
                <a:lnTo>
                  <a:pt x="148825" y="2914610"/>
                </a:lnTo>
                <a:lnTo>
                  <a:pt x="147355" y="2907261"/>
                </a:lnTo>
                <a:lnTo>
                  <a:pt x="143283" y="2901198"/>
                </a:lnTo>
                <a:lnTo>
                  <a:pt x="137236" y="2897105"/>
                </a:lnTo>
                <a:lnTo>
                  <a:pt x="129823" y="2895594"/>
                </a:lnTo>
                <a:close/>
              </a:path>
              <a:path w="243839" h="7096125">
                <a:moveTo>
                  <a:pt x="130097" y="2743196"/>
                </a:moveTo>
                <a:lnTo>
                  <a:pt x="110889" y="2838479"/>
                </a:lnTo>
                <a:lnTo>
                  <a:pt x="112359" y="2845828"/>
                </a:lnTo>
                <a:lnTo>
                  <a:pt x="116431" y="2851891"/>
                </a:lnTo>
                <a:lnTo>
                  <a:pt x="122479" y="2855984"/>
                </a:lnTo>
                <a:lnTo>
                  <a:pt x="129891" y="2857494"/>
                </a:lnTo>
                <a:lnTo>
                  <a:pt x="137309" y="2856011"/>
                </a:lnTo>
                <a:lnTo>
                  <a:pt x="143372" y="2851939"/>
                </a:lnTo>
                <a:lnTo>
                  <a:pt x="147465" y="2845892"/>
                </a:lnTo>
                <a:lnTo>
                  <a:pt x="148976" y="2838479"/>
                </a:lnTo>
                <a:lnTo>
                  <a:pt x="149099" y="2762211"/>
                </a:lnTo>
                <a:lnTo>
                  <a:pt x="147629" y="2754861"/>
                </a:lnTo>
                <a:lnTo>
                  <a:pt x="143557" y="2748799"/>
                </a:lnTo>
                <a:lnTo>
                  <a:pt x="137509" y="2744705"/>
                </a:lnTo>
                <a:lnTo>
                  <a:pt x="130097" y="2743196"/>
                </a:lnTo>
                <a:close/>
              </a:path>
              <a:path w="243839" h="7096125">
                <a:moveTo>
                  <a:pt x="130371" y="2590796"/>
                </a:moveTo>
                <a:lnTo>
                  <a:pt x="111164" y="2686080"/>
                </a:lnTo>
                <a:lnTo>
                  <a:pt x="112634" y="2693429"/>
                </a:lnTo>
                <a:lnTo>
                  <a:pt x="116705" y="2699492"/>
                </a:lnTo>
                <a:lnTo>
                  <a:pt x="122753" y="2703585"/>
                </a:lnTo>
                <a:lnTo>
                  <a:pt x="130166" y="2705096"/>
                </a:lnTo>
                <a:lnTo>
                  <a:pt x="137583" y="2703611"/>
                </a:lnTo>
                <a:lnTo>
                  <a:pt x="143646" y="2699540"/>
                </a:lnTo>
                <a:lnTo>
                  <a:pt x="147739" y="2693492"/>
                </a:lnTo>
                <a:lnTo>
                  <a:pt x="149250" y="2686080"/>
                </a:lnTo>
                <a:lnTo>
                  <a:pt x="149373" y="2609811"/>
                </a:lnTo>
                <a:lnTo>
                  <a:pt x="147903" y="2602462"/>
                </a:lnTo>
                <a:lnTo>
                  <a:pt x="143832" y="2596399"/>
                </a:lnTo>
                <a:lnTo>
                  <a:pt x="137784" y="2592306"/>
                </a:lnTo>
                <a:lnTo>
                  <a:pt x="130371" y="2590796"/>
                </a:lnTo>
                <a:close/>
              </a:path>
              <a:path w="243839" h="7096125">
                <a:moveTo>
                  <a:pt x="130646" y="2438396"/>
                </a:moveTo>
                <a:lnTo>
                  <a:pt x="111438" y="2533680"/>
                </a:lnTo>
                <a:lnTo>
                  <a:pt x="112908" y="2541029"/>
                </a:lnTo>
                <a:lnTo>
                  <a:pt x="116980" y="2547092"/>
                </a:lnTo>
                <a:lnTo>
                  <a:pt x="123028" y="2551185"/>
                </a:lnTo>
                <a:lnTo>
                  <a:pt x="130440" y="2552696"/>
                </a:lnTo>
                <a:lnTo>
                  <a:pt x="137858" y="2551212"/>
                </a:lnTo>
                <a:lnTo>
                  <a:pt x="143920" y="2547140"/>
                </a:lnTo>
                <a:lnTo>
                  <a:pt x="148014" y="2541092"/>
                </a:lnTo>
                <a:lnTo>
                  <a:pt x="149524" y="2533680"/>
                </a:lnTo>
                <a:lnTo>
                  <a:pt x="149648" y="2457411"/>
                </a:lnTo>
                <a:lnTo>
                  <a:pt x="148178" y="2450062"/>
                </a:lnTo>
                <a:lnTo>
                  <a:pt x="144106" y="2444000"/>
                </a:lnTo>
                <a:lnTo>
                  <a:pt x="138058" y="2439906"/>
                </a:lnTo>
                <a:lnTo>
                  <a:pt x="130646" y="2438396"/>
                </a:lnTo>
                <a:close/>
              </a:path>
              <a:path w="243839" h="7096125">
                <a:moveTo>
                  <a:pt x="130920" y="2285996"/>
                </a:moveTo>
                <a:lnTo>
                  <a:pt x="111712" y="2381280"/>
                </a:lnTo>
                <a:lnTo>
                  <a:pt x="113182" y="2388629"/>
                </a:lnTo>
                <a:lnTo>
                  <a:pt x="117254" y="2394692"/>
                </a:lnTo>
                <a:lnTo>
                  <a:pt x="123301" y="2398785"/>
                </a:lnTo>
                <a:lnTo>
                  <a:pt x="130714" y="2400296"/>
                </a:lnTo>
                <a:lnTo>
                  <a:pt x="138132" y="2398812"/>
                </a:lnTo>
                <a:lnTo>
                  <a:pt x="144195" y="2394740"/>
                </a:lnTo>
                <a:lnTo>
                  <a:pt x="148288" y="2388692"/>
                </a:lnTo>
                <a:lnTo>
                  <a:pt x="149799" y="2381280"/>
                </a:lnTo>
                <a:lnTo>
                  <a:pt x="149922" y="2305011"/>
                </a:lnTo>
                <a:lnTo>
                  <a:pt x="148451" y="2297662"/>
                </a:lnTo>
                <a:lnTo>
                  <a:pt x="144380" y="2291600"/>
                </a:lnTo>
                <a:lnTo>
                  <a:pt x="138332" y="2287506"/>
                </a:lnTo>
                <a:lnTo>
                  <a:pt x="130920" y="2285996"/>
                </a:lnTo>
                <a:close/>
              </a:path>
              <a:path w="243839" h="7096125">
                <a:moveTo>
                  <a:pt x="131193" y="2133596"/>
                </a:moveTo>
                <a:lnTo>
                  <a:pt x="111987" y="2228880"/>
                </a:lnTo>
                <a:lnTo>
                  <a:pt x="113456" y="2236229"/>
                </a:lnTo>
                <a:lnTo>
                  <a:pt x="117528" y="2242292"/>
                </a:lnTo>
                <a:lnTo>
                  <a:pt x="123576" y="2246385"/>
                </a:lnTo>
                <a:lnTo>
                  <a:pt x="130989" y="2247896"/>
                </a:lnTo>
                <a:lnTo>
                  <a:pt x="138406" y="2246412"/>
                </a:lnTo>
                <a:lnTo>
                  <a:pt x="144469" y="2242340"/>
                </a:lnTo>
                <a:lnTo>
                  <a:pt x="148562" y="2236292"/>
                </a:lnTo>
                <a:lnTo>
                  <a:pt x="150072" y="2228880"/>
                </a:lnTo>
                <a:lnTo>
                  <a:pt x="150195" y="2152611"/>
                </a:lnTo>
                <a:lnTo>
                  <a:pt x="148725" y="2145262"/>
                </a:lnTo>
                <a:lnTo>
                  <a:pt x="144654" y="2139200"/>
                </a:lnTo>
                <a:lnTo>
                  <a:pt x="138606" y="2135106"/>
                </a:lnTo>
                <a:lnTo>
                  <a:pt x="131193" y="2133596"/>
                </a:lnTo>
                <a:close/>
              </a:path>
              <a:path w="243839" h="7096125">
                <a:moveTo>
                  <a:pt x="131467" y="1981197"/>
                </a:moveTo>
                <a:lnTo>
                  <a:pt x="112260" y="2076480"/>
                </a:lnTo>
                <a:lnTo>
                  <a:pt x="113730" y="2083830"/>
                </a:lnTo>
                <a:lnTo>
                  <a:pt x="117801" y="2089892"/>
                </a:lnTo>
                <a:lnTo>
                  <a:pt x="123849" y="2093985"/>
                </a:lnTo>
                <a:lnTo>
                  <a:pt x="131262" y="2095496"/>
                </a:lnTo>
                <a:lnTo>
                  <a:pt x="138680" y="2094012"/>
                </a:lnTo>
                <a:lnTo>
                  <a:pt x="144742" y="2089941"/>
                </a:lnTo>
                <a:lnTo>
                  <a:pt x="148836" y="2083893"/>
                </a:lnTo>
                <a:lnTo>
                  <a:pt x="150346" y="2076480"/>
                </a:lnTo>
                <a:lnTo>
                  <a:pt x="150469" y="2000211"/>
                </a:lnTo>
                <a:lnTo>
                  <a:pt x="148999" y="1992862"/>
                </a:lnTo>
                <a:lnTo>
                  <a:pt x="144928" y="1986800"/>
                </a:lnTo>
                <a:lnTo>
                  <a:pt x="138880" y="1982707"/>
                </a:lnTo>
                <a:lnTo>
                  <a:pt x="131467" y="1981197"/>
                </a:lnTo>
                <a:close/>
              </a:path>
              <a:path w="243839" h="7096125">
                <a:moveTo>
                  <a:pt x="131742" y="1828797"/>
                </a:moveTo>
                <a:lnTo>
                  <a:pt x="112534" y="1924081"/>
                </a:lnTo>
                <a:lnTo>
                  <a:pt x="114004" y="1931430"/>
                </a:lnTo>
                <a:lnTo>
                  <a:pt x="118076" y="1937493"/>
                </a:lnTo>
                <a:lnTo>
                  <a:pt x="124124" y="1941586"/>
                </a:lnTo>
                <a:lnTo>
                  <a:pt x="131536" y="1943097"/>
                </a:lnTo>
                <a:lnTo>
                  <a:pt x="138954" y="1941613"/>
                </a:lnTo>
                <a:lnTo>
                  <a:pt x="145016" y="1937541"/>
                </a:lnTo>
                <a:lnTo>
                  <a:pt x="149110" y="1931493"/>
                </a:lnTo>
                <a:lnTo>
                  <a:pt x="150620" y="1924081"/>
                </a:lnTo>
                <a:lnTo>
                  <a:pt x="150744" y="1847813"/>
                </a:lnTo>
                <a:lnTo>
                  <a:pt x="149274" y="1840463"/>
                </a:lnTo>
                <a:lnTo>
                  <a:pt x="145202" y="1834401"/>
                </a:lnTo>
                <a:lnTo>
                  <a:pt x="139154" y="1830307"/>
                </a:lnTo>
                <a:lnTo>
                  <a:pt x="131742" y="1828797"/>
                </a:lnTo>
                <a:close/>
              </a:path>
              <a:path w="243839" h="7096125">
                <a:moveTo>
                  <a:pt x="132016" y="1676397"/>
                </a:moveTo>
                <a:lnTo>
                  <a:pt x="112808" y="1771681"/>
                </a:lnTo>
                <a:lnTo>
                  <a:pt x="114278" y="1779030"/>
                </a:lnTo>
                <a:lnTo>
                  <a:pt x="118350" y="1785093"/>
                </a:lnTo>
                <a:lnTo>
                  <a:pt x="124398" y="1789186"/>
                </a:lnTo>
                <a:lnTo>
                  <a:pt x="131810" y="1790697"/>
                </a:lnTo>
                <a:lnTo>
                  <a:pt x="139228" y="1789213"/>
                </a:lnTo>
                <a:lnTo>
                  <a:pt x="145291" y="1785142"/>
                </a:lnTo>
                <a:lnTo>
                  <a:pt x="149384" y="1779094"/>
                </a:lnTo>
                <a:lnTo>
                  <a:pt x="150895" y="1771681"/>
                </a:lnTo>
                <a:lnTo>
                  <a:pt x="151018" y="1695413"/>
                </a:lnTo>
                <a:lnTo>
                  <a:pt x="149548" y="1688064"/>
                </a:lnTo>
                <a:lnTo>
                  <a:pt x="145476" y="1682001"/>
                </a:lnTo>
                <a:lnTo>
                  <a:pt x="139428" y="1677907"/>
                </a:lnTo>
                <a:lnTo>
                  <a:pt x="132016" y="1676397"/>
                </a:lnTo>
                <a:close/>
              </a:path>
              <a:path w="243839" h="7096125">
                <a:moveTo>
                  <a:pt x="132290" y="1523997"/>
                </a:moveTo>
                <a:lnTo>
                  <a:pt x="113083" y="1619281"/>
                </a:lnTo>
                <a:lnTo>
                  <a:pt x="114553" y="1626630"/>
                </a:lnTo>
                <a:lnTo>
                  <a:pt x="118624" y="1632693"/>
                </a:lnTo>
                <a:lnTo>
                  <a:pt x="124672" y="1636786"/>
                </a:lnTo>
                <a:lnTo>
                  <a:pt x="132085" y="1638297"/>
                </a:lnTo>
                <a:lnTo>
                  <a:pt x="139502" y="1636813"/>
                </a:lnTo>
                <a:lnTo>
                  <a:pt x="145565" y="1632742"/>
                </a:lnTo>
                <a:lnTo>
                  <a:pt x="149658" y="1626694"/>
                </a:lnTo>
                <a:lnTo>
                  <a:pt x="151169" y="1619281"/>
                </a:lnTo>
                <a:lnTo>
                  <a:pt x="151292" y="1543013"/>
                </a:lnTo>
                <a:lnTo>
                  <a:pt x="149822" y="1535664"/>
                </a:lnTo>
                <a:lnTo>
                  <a:pt x="145751" y="1529601"/>
                </a:lnTo>
                <a:lnTo>
                  <a:pt x="139703" y="1525507"/>
                </a:lnTo>
                <a:lnTo>
                  <a:pt x="132290" y="1523997"/>
                </a:lnTo>
                <a:close/>
              </a:path>
              <a:path w="243839" h="7096125">
                <a:moveTo>
                  <a:pt x="132565" y="1371597"/>
                </a:moveTo>
                <a:lnTo>
                  <a:pt x="113357" y="1466881"/>
                </a:lnTo>
                <a:lnTo>
                  <a:pt x="114827" y="1474230"/>
                </a:lnTo>
                <a:lnTo>
                  <a:pt x="118898" y="1480293"/>
                </a:lnTo>
                <a:lnTo>
                  <a:pt x="124946" y="1484386"/>
                </a:lnTo>
                <a:lnTo>
                  <a:pt x="132359" y="1485897"/>
                </a:lnTo>
                <a:lnTo>
                  <a:pt x="139777" y="1484413"/>
                </a:lnTo>
                <a:lnTo>
                  <a:pt x="145839" y="1480342"/>
                </a:lnTo>
                <a:lnTo>
                  <a:pt x="149933" y="1474294"/>
                </a:lnTo>
                <a:lnTo>
                  <a:pt x="151443" y="1466881"/>
                </a:lnTo>
                <a:lnTo>
                  <a:pt x="151567" y="1390613"/>
                </a:lnTo>
                <a:lnTo>
                  <a:pt x="150096" y="1383264"/>
                </a:lnTo>
                <a:lnTo>
                  <a:pt x="146024" y="1377201"/>
                </a:lnTo>
                <a:lnTo>
                  <a:pt x="139977" y="1373107"/>
                </a:lnTo>
                <a:lnTo>
                  <a:pt x="132565" y="1371597"/>
                </a:lnTo>
                <a:close/>
              </a:path>
              <a:path w="243839" h="7096125">
                <a:moveTo>
                  <a:pt x="132838" y="1219197"/>
                </a:moveTo>
                <a:lnTo>
                  <a:pt x="113630" y="1314481"/>
                </a:lnTo>
                <a:lnTo>
                  <a:pt x="115100" y="1321831"/>
                </a:lnTo>
                <a:lnTo>
                  <a:pt x="119172" y="1327893"/>
                </a:lnTo>
                <a:lnTo>
                  <a:pt x="125220" y="1331987"/>
                </a:lnTo>
                <a:lnTo>
                  <a:pt x="132632" y="1333497"/>
                </a:lnTo>
                <a:lnTo>
                  <a:pt x="140050" y="1332013"/>
                </a:lnTo>
                <a:lnTo>
                  <a:pt x="146113" y="1327942"/>
                </a:lnTo>
                <a:lnTo>
                  <a:pt x="150206" y="1321894"/>
                </a:lnTo>
                <a:lnTo>
                  <a:pt x="151716" y="1314481"/>
                </a:lnTo>
                <a:lnTo>
                  <a:pt x="151840" y="1238213"/>
                </a:lnTo>
                <a:lnTo>
                  <a:pt x="150370" y="1230864"/>
                </a:lnTo>
                <a:lnTo>
                  <a:pt x="146298" y="1224801"/>
                </a:lnTo>
                <a:lnTo>
                  <a:pt x="140251" y="1220707"/>
                </a:lnTo>
                <a:lnTo>
                  <a:pt x="132838" y="1219197"/>
                </a:lnTo>
                <a:close/>
              </a:path>
              <a:path w="243839" h="7096125">
                <a:moveTo>
                  <a:pt x="133112" y="1066798"/>
                </a:moveTo>
                <a:lnTo>
                  <a:pt x="113904" y="1162083"/>
                </a:lnTo>
                <a:lnTo>
                  <a:pt x="115374" y="1169432"/>
                </a:lnTo>
                <a:lnTo>
                  <a:pt x="119446" y="1175494"/>
                </a:lnTo>
                <a:lnTo>
                  <a:pt x="125494" y="1179588"/>
                </a:lnTo>
                <a:lnTo>
                  <a:pt x="132906" y="1181098"/>
                </a:lnTo>
                <a:lnTo>
                  <a:pt x="140324" y="1179614"/>
                </a:lnTo>
                <a:lnTo>
                  <a:pt x="146387" y="1175542"/>
                </a:lnTo>
                <a:lnTo>
                  <a:pt x="150480" y="1169495"/>
                </a:lnTo>
                <a:lnTo>
                  <a:pt x="151991" y="1162083"/>
                </a:lnTo>
                <a:lnTo>
                  <a:pt x="152114" y="1085814"/>
                </a:lnTo>
                <a:lnTo>
                  <a:pt x="150644" y="1078464"/>
                </a:lnTo>
                <a:lnTo>
                  <a:pt x="146572" y="1072402"/>
                </a:lnTo>
                <a:lnTo>
                  <a:pt x="140524" y="1068309"/>
                </a:lnTo>
                <a:lnTo>
                  <a:pt x="133112" y="1066798"/>
                </a:lnTo>
                <a:close/>
              </a:path>
              <a:path w="243839" h="7096125">
                <a:moveTo>
                  <a:pt x="133386" y="914398"/>
                </a:moveTo>
                <a:lnTo>
                  <a:pt x="114179" y="1009683"/>
                </a:lnTo>
                <a:lnTo>
                  <a:pt x="115649" y="1017032"/>
                </a:lnTo>
                <a:lnTo>
                  <a:pt x="119720" y="1023094"/>
                </a:lnTo>
                <a:lnTo>
                  <a:pt x="125768" y="1027188"/>
                </a:lnTo>
                <a:lnTo>
                  <a:pt x="133181" y="1028698"/>
                </a:lnTo>
                <a:lnTo>
                  <a:pt x="140598" y="1027215"/>
                </a:lnTo>
                <a:lnTo>
                  <a:pt x="146661" y="1023143"/>
                </a:lnTo>
                <a:lnTo>
                  <a:pt x="150754" y="1017095"/>
                </a:lnTo>
                <a:lnTo>
                  <a:pt x="152265" y="1009683"/>
                </a:lnTo>
                <a:lnTo>
                  <a:pt x="152388" y="933414"/>
                </a:lnTo>
                <a:lnTo>
                  <a:pt x="150918" y="926065"/>
                </a:lnTo>
                <a:lnTo>
                  <a:pt x="146847" y="920002"/>
                </a:lnTo>
                <a:lnTo>
                  <a:pt x="140799" y="915909"/>
                </a:lnTo>
                <a:lnTo>
                  <a:pt x="133386" y="914398"/>
                </a:lnTo>
                <a:close/>
              </a:path>
              <a:path w="243839" h="7096125">
                <a:moveTo>
                  <a:pt x="133661" y="761998"/>
                </a:moveTo>
                <a:lnTo>
                  <a:pt x="114453" y="857283"/>
                </a:lnTo>
                <a:lnTo>
                  <a:pt x="115923" y="864632"/>
                </a:lnTo>
                <a:lnTo>
                  <a:pt x="119995" y="870694"/>
                </a:lnTo>
                <a:lnTo>
                  <a:pt x="126043" y="874788"/>
                </a:lnTo>
                <a:lnTo>
                  <a:pt x="133455" y="876298"/>
                </a:lnTo>
                <a:lnTo>
                  <a:pt x="140873" y="874815"/>
                </a:lnTo>
                <a:lnTo>
                  <a:pt x="146935" y="870743"/>
                </a:lnTo>
                <a:lnTo>
                  <a:pt x="151029" y="864695"/>
                </a:lnTo>
                <a:lnTo>
                  <a:pt x="152539" y="857283"/>
                </a:lnTo>
                <a:lnTo>
                  <a:pt x="152663" y="781014"/>
                </a:lnTo>
                <a:lnTo>
                  <a:pt x="151193" y="773665"/>
                </a:lnTo>
                <a:lnTo>
                  <a:pt x="147121" y="767602"/>
                </a:lnTo>
                <a:lnTo>
                  <a:pt x="141073" y="763509"/>
                </a:lnTo>
                <a:lnTo>
                  <a:pt x="133661" y="761998"/>
                </a:lnTo>
                <a:close/>
              </a:path>
              <a:path w="243839" h="7096125">
                <a:moveTo>
                  <a:pt x="133935" y="609598"/>
                </a:moveTo>
                <a:lnTo>
                  <a:pt x="114727" y="704883"/>
                </a:lnTo>
                <a:lnTo>
                  <a:pt x="116197" y="712232"/>
                </a:lnTo>
                <a:lnTo>
                  <a:pt x="120269" y="718294"/>
                </a:lnTo>
                <a:lnTo>
                  <a:pt x="126317" y="722388"/>
                </a:lnTo>
                <a:lnTo>
                  <a:pt x="133729" y="723898"/>
                </a:lnTo>
                <a:lnTo>
                  <a:pt x="141147" y="722415"/>
                </a:lnTo>
                <a:lnTo>
                  <a:pt x="147209" y="718343"/>
                </a:lnTo>
                <a:lnTo>
                  <a:pt x="151303" y="712295"/>
                </a:lnTo>
                <a:lnTo>
                  <a:pt x="152814" y="704883"/>
                </a:lnTo>
                <a:lnTo>
                  <a:pt x="152937" y="628614"/>
                </a:lnTo>
                <a:lnTo>
                  <a:pt x="151467" y="621265"/>
                </a:lnTo>
                <a:lnTo>
                  <a:pt x="147395" y="615202"/>
                </a:lnTo>
                <a:lnTo>
                  <a:pt x="141347" y="611109"/>
                </a:lnTo>
                <a:lnTo>
                  <a:pt x="133935" y="609598"/>
                </a:lnTo>
                <a:close/>
              </a:path>
              <a:path w="243839" h="7096125">
                <a:moveTo>
                  <a:pt x="134208" y="457198"/>
                </a:moveTo>
                <a:lnTo>
                  <a:pt x="115002" y="552483"/>
                </a:lnTo>
                <a:lnTo>
                  <a:pt x="116471" y="559832"/>
                </a:lnTo>
                <a:lnTo>
                  <a:pt x="120543" y="565895"/>
                </a:lnTo>
                <a:lnTo>
                  <a:pt x="126591" y="569988"/>
                </a:lnTo>
                <a:lnTo>
                  <a:pt x="134004" y="571498"/>
                </a:lnTo>
                <a:lnTo>
                  <a:pt x="141421" y="570015"/>
                </a:lnTo>
                <a:lnTo>
                  <a:pt x="147484" y="565943"/>
                </a:lnTo>
                <a:lnTo>
                  <a:pt x="151577" y="559895"/>
                </a:lnTo>
                <a:lnTo>
                  <a:pt x="153088" y="552483"/>
                </a:lnTo>
                <a:lnTo>
                  <a:pt x="153210" y="476214"/>
                </a:lnTo>
                <a:lnTo>
                  <a:pt x="151740" y="468865"/>
                </a:lnTo>
                <a:lnTo>
                  <a:pt x="147669" y="462802"/>
                </a:lnTo>
                <a:lnTo>
                  <a:pt x="141621" y="458709"/>
                </a:lnTo>
                <a:lnTo>
                  <a:pt x="134208" y="457198"/>
                </a:lnTo>
                <a:close/>
              </a:path>
              <a:path w="243839" h="7096125">
                <a:moveTo>
                  <a:pt x="134482" y="304800"/>
                </a:moveTo>
                <a:lnTo>
                  <a:pt x="115274" y="400083"/>
                </a:lnTo>
                <a:lnTo>
                  <a:pt x="116745" y="407433"/>
                </a:lnTo>
                <a:lnTo>
                  <a:pt x="120817" y="413495"/>
                </a:lnTo>
                <a:lnTo>
                  <a:pt x="126864" y="417588"/>
                </a:lnTo>
                <a:lnTo>
                  <a:pt x="134277" y="419098"/>
                </a:lnTo>
                <a:lnTo>
                  <a:pt x="141695" y="417615"/>
                </a:lnTo>
                <a:lnTo>
                  <a:pt x="147758" y="413543"/>
                </a:lnTo>
                <a:lnTo>
                  <a:pt x="151851" y="407495"/>
                </a:lnTo>
                <a:lnTo>
                  <a:pt x="153361" y="400083"/>
                </a:lnTo>
                <a:lnTo>
                  <a:pt x="153484" y="323815"/>
                </a:lnTo>
                <a:lnTo>
                  <a:pt x="152015" y="316466"/>
                </a:lnTo>
                <a:lnTo>
                  <a:pt x="147943" y="310403"/>
                </a:lnTo>
                <a:lnTo>
                  <a:pt x="141895" y="306310"/>
                </a:lnTo>
                <a:lnTo>
                  <a:pt x="134482" y="304800"/>
                </a:lnTo>
                <a:close/>
              </a:path>
              <a:path w="243839" h="7096125">
                <a:moveTo>
                  <a:pt x="134757" y="152400"/>
                </a:moveTo>
                <a:lnTo>
                  <a:pt x="115549" y="247684"/>
                </a:lnTo>
                <a:lnTo>
                  <a:pt x="117019" y="255033"/>
                </a:lnTo>
                <a:lnTo>
                  <a:pt x="121091" y="261095"/>
                </a:lnTo>
                <a:lnTo>
                  <a:pt x="127139" y="265189"/>
                </a:lnTo>
                <a:lnTo>
                  <a:pt x="134551" y="266700"/>
                </a:lnTo>
                <a:lnTo>
                  <a:pt x="141969" y="265216"/>
                </a:lnTo>
                <a:lnTo>
                  <a:pt x="148032" y="261144"/>
                </a:lnTo>
                <a:lnTo>
                  <a:pt x="152125" y="255096"/>
                </a:lnTo>
                <a:lnTo>
                  <a:pt x="153635" y="247684"/>
                </a:lnTo>
                <a:lnTo>
                  <a:pt x="153759" y="171415"/>
                </a:lnTo>
                <a:lnTo>
                  <a:pt x="152289" y="164066"/>
                </a:lnTo>
                <a:lnTo>
                  <a:pt x="148217" y="158004"/>
                </a:lnTo>
                <a:lnTo>
                  <a:pt x="142169" y="153910"/>
                </a:lnTo>
                <a:lnTo>
                  <a:pt x="134757" y="152400"/>
                </a:lnTo>
                <a:close/>
              </a:path>
              <a:path w="243839" h="7096125">
                <a:moveTo>
                  <a:pt x="135031" y="0"/>
                </a:moveTo>
                <a:lnTo>
                  <a:pt x="115823" y="95284"/>
                </a:lnTo>
                <a:lnTo>
                  <a:pt x="117293" y="102633"/>
                </a:lnTo>
                <a:lnTo>
                  <a:pt x="121365" y="108695"/>
                </a:lnTo>
                <a:lnTo>
                  <a:pt x="127413" y="112789"/>
                </a:lnTo>
                <a:lnTo>
                  <a:pt x="134825" y="114300"/>
                </a:lnTo>
                <a:lnTo>
                  <a:pt x="142243" y="112816"/>
                </a:lnTo>
                <a:lnTo>
                  <a:pt x="148305" y="108744"/>
                </a:lnTo>
                <a:lnTo>
                  <a:pt x="152399" y="102696"/>
                </a:lnTo>
                <a:lnTo>
                  <a:pt x="153910" y="95284"/>
                </a:lnTo>
                <a:lnTo>
                  <a:pt x="154033" y="19015"/>
                </a:lnTo>
                <a:lnTo>
                  <a:pt x="152563" y="11666"/>
                </a:lnTo>
                <a:lnTo>
                  <a:pt x="148491" y="5604"/>
                </a:lnTo>
                <a:lnTo>
                  <a:pt x="142443" y="1510"/>
                </a:lnTo>
                <a:lnTo>
                  <a:pt x="135031"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8" name="object 18"/>
          <p:cNvSpPr txBox="1"/>
          <p:nvPr/>
        </p:nvSpPr>
        <p:spPr>
          <a:xfrm>
            <a:off x="502093" y="6057900"/>
            <a:ext cx="507365" cy="98425"/>
          </a:xfrm>
          <a:prstGeom prst="rect">
            <a:avLst/>
          </a:prstGeom>
        </p:spPr>
        <p:txBody>
          <a:bodyPr vert="horz" wrap="square" lIns="0" tIns="6350" rIns="0" bIns="0" rtlCol="0">
            <a:spAutoFit/>
          </a:bodyPr>
          <a:lstStyle/>
          <a:p>
            <a:pPr marL="6350">
              <a:spcBef>
                <a:spcPts val="50"/>
              </a:spcBef>
            </a:pP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every step by</a:t>
            </a:r>
            <a:endParaRPr sz="6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9" name="object 19"/>
          <p:cNvSpPr txBox="1"/>
          <p:nvPr/>
        </p:nvSpPr>
        <p:spPr>
          <a:xfrm>
            <a:off x="674558" y="6134100"/>
            <a:ext cx="162243" cy="98425"/>
          </a:xfrm>
          <a:prstGeom prst="rect">
            <a:avLst/>
          </a:prstGeom>
        </p:spPr>
        <p:txBody>
          <a:bodyPr vert="horz" wrap="square" lIns="0" tIns="6350" rIns="0" bIns="0" rtlCol="0">
            <a:spAutoFit/>
          </a:bodyPr>
          <a:lstStyle/>
          <a:p>
            <a:pPr marL="6350">
              <a:spcBef>
                <a:spcPts val="50"/>
              </a:spcBef>
            </a:pP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rule</a:t>
            </a:r>
            <a:endParaRPr sz="6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20" name="object 20"/>
          <p:cNvSpPr txBox="1"/>
          <p:nvPr/>
        </p:nvSpPr>
        <p:spPr>
          <a:xfrm>
            <a:off x="475195" y="5334000"/>
            <a:ext cx="561023" cy="98425"/>
          </a:xfrm>
          <a:prstGeom prst="rect">
            <a:avLst/>
          </a:prstGeom>
        </p:spPr>
        <p:txBody>
          <a:bodyPr vert="horz" wrap="square" lIns="0" tIns="6350" rIns="0" bIns="0" rtlCol="0">
            <a:spAutoFit/>
          </a:bodyPr>
          <a:lstStyle/>
          <a:p>
            <a:pPr marL="6350">
              <a:spcBef>
                <a:spcPts val="50"/>
              </a:spcBef>
            </a:pP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understanding</a:t>
            </a:r>
            <a:endParaRPr sz="6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21" name="object 21"/>
          <p:cNvSpPr txBox="1"/>
          <p:nvPr/>
        </p:nvSpPr>
        <p:spPr>
          <a:xfrm>
            <a:off x="549644" y="5816600"/>
            <a:ext cx="418465" cy="247015"/>
          </a:xfrm>
          <a:prstGeom prst="rect">
            <a:avLst/>
          </a:prstGeom>
        </p:spPr>
        <p:txBody>
          <a:bodyPr vert="horz" wrap="square" lIns="0" tIns="16510" rIns="0" bIns="0" rtlCol="0">
            <a:spAutoFit/>
          </a:bodyPr>
          <a:lstStyle/>
          <a:p>
            <a:pPr marL="56515" marR="2540" indent="-50800">
              <a:lnSpc>
                <a:spcPts val="900"/>
              </a:lnSpc>
              <a:spcBef>
                <a:spcPts val="130"/>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每一步都按规则</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22" name="object 22"/>
          <p:cNvSpPr txBox="1"/>
          <p:nvPr/>
        </p:nvSpPr>
        <p:spPr>
          <a:xfrm>
            <a:off x="959035" y="6562725"/>
            <a:ext cx="220345" cy="220345"/>
          </a:xfrm>
          <a:prstGeom prst="rect">
            <a:avLst/>
          </a:prstGeom>
        </p:spPr>
        <p:txBody>
          <a:bodyPr vert="horz" wrap="square" lIns="0" tIns="6350" rIns="0" bIns="0" rtlCol="0">
            <a:spAutoFit/>
          </a:bodyPr>
          <a:lstStyle/>
          <a:p>
            <a:pPr marL="6350">
              <a:lnSpc>
                <a:spcPts val="955"/>
              </a:lnSpc>
              <a:spcBef>
                <a:spcPts val="50"/>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规则</a:t>
            </a:r>
            <a:endParaRPr sz="800">
              <a:latin typeface="江城圆体 400W" panose="020B0800000000000000" pitchFamily="34" charset="-128"/>
              <a:ea typeface="江城圆体 400W" panose="020B0800000000000000" pitchFamily="34" charset="-128"/>
              <a:cs typeface="微软雅黑" panose="020B0503020204020204" charset="-122"/>
            </a:endParaRPr>
          </a:p>
          <a:p>
            <a:pPr marL="8255">
              <a:lnSpc>
                <a:spcPts val="715"/>
              </a:lnSpc>
            </a:pP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Rules</a:t>
            </a:r>
            <a:endParaRPr sz="6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23" name="object 23"/>
          <p:cNvSpPr txBox="1"/>
          <p:nvPr/>
        </p:nvSpPr>
        <p:spPr>
          <a:xfrm>
            <a:off x="549644" y="5124027"/>
            <a:ext cx="418465" cy="233045"/>
          </a:xfrm>
          <a:prstGeom prst="rect">
            <a:avLst/>
          </a:prstGeom>
        </p:spPr>
        <p:txBody>
          <a:bodyPr vert="horz" wrap="square" lIns="0" tIns="13017" rIns="0" bIns="0" rtlCol="0">
            <a:spAutoFit/>
          </a:bodyPr>
          <a:lstStyle/>
          <a:p>
            <a:pPr algn="ctr">
              <a:spcBef>
                <a:spcPts val="100"/>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理解有限</a:t>
            </a:r>
            <a:endParaRPr sz="800">
              <a:latin typeface="江城圆体 400W" panose="020B0800000000000000" pitchFamily="34" charset="-128"/>
              <a:ea typeface="江城圆体 400W" panose="020B0800000000000000" pitchFamily="34" charset="-128"/>
              <a:cs typeface="微软雅黑" panose="020B0503020204020204" charset="-122"/>
            </a:endParaRPr>
          </a:p>
          <a:p>
            <a:pPr marR="3175" algn="ctr">
              <a:spcBef>
                <a:spcPts val="40"/>
              </a:spcBef>
            </a:pP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limited</a:t>
            </a:r>
            <a:endParaRPr sz="6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24" name="object 24"/>
          <p:cNvSpPr txBox="1"/>
          <p:nvPr/>
        </p:nvSpPr>
        <p:spPr>
          <a:xfrm>
            <a:off x="514178" y="4521200"/>
            <a:ext cx="483235" cy="220345"/>
          </a:xfrm>
          <a:prstGeom prst="rect">
            <a:avLst/>
          </a:prstGeom>
        </p:spPr>
        <p:txBody>
          <a:bodyPr vert="horz" wrap="square" lIns="0" tIns="6350" rIns="0" bIns="0" rtlCol="0">
            <a:spAutoFit/>
          </a:bodyPr>
          <a:lstStyle/>
          <a:p>
            <a:pPr marL="41910">
              <a:lnSpc>
                <a:spcPts val="955"/>
              </a:lnSpc>
              <a:spcBef>
                <a:spcPts val="50"/>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有效使用</a:t>
            </a:r>
            <a:endParaRPr sz="800">
              <a:latin typeface="江城圆体 400W" panose="020B0800000000000000" pitchFamily="34" charset="-128"/>
              <a:ea typeface="江城圆体 400W" panose="020B0800000000000000" pitchFamily="34" charset="-128"/>
              <a:cs typeface="微软雅黑" panose="020B0503020204020204" charset="-122"/>
            </a:endParaRPr>
          </a:p>
          <a:p>
            <a:pPr marL="6350">
              <a:lnSpc>
                <a:spcPts val="715"/>
              </a:lnSpc>
            </a:pP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eﬀective use</a:t>
            </a:r>
            <a:endParaRPr sz="6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25" name="object 25"/>
          <p:cNvSpPr txBox="1"/>
          <p:nvPr/>
        </p:nvSpPr>
        <p:spPr>
          <a:xfrm>
            <a:off x="549644" y="3778250"/>
            <a:ext cx="418465" cy="399415"/>
          </a:xfrm>
          <a:prstGeom prst="rect">
            <a:avLst/>
          </a:prstGeom>
        </p:spPr>
        <p:txBody>
          <a:bodyPr vert="horz" wrap="square" lIns="0" tIns="16510" rIns="0" bIns="0" rtlCol="0">
            <a:spAutoFit/>
          </a:bodyPr>
          <a:lstStyle/>
          <a:p>
            <a:pPr marL="6350" marR="2540" algn="ctr">
              <a:lnSpc>
                <a:spcPts val="900"/>
              </a:lnSpc>
              <a:spcBef>
                <a:spcPts val="130"/>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在语境中应用</a:t>
            </a:r>
            <a:endParaRPr sz="800">
              <a:latin typeface="江城圆体 400W" panose="020B0800000000000000" pitchFamily="34" charset="-128"/>
              <a:ea typeface="江城圆体 400W" panose="020B0800000000000000" pitchFamily="34" charset="-128"/>
              <a:cs typeface="微软雅黑" panose="020B0503020204020204" charset="-122"/>
            </a:endParaRPr>
          </a:p>
          <a:p>
            <a:pPr marR="2540" algn="ctr">
              <a:lnSpc>
                <a:spcPts val="530"/>
              </a:lnSpc>
            </a:pP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applies in</a:t>
            </a:r>
            <a:endParaRPr sz="600">
              <a:latin typeface="江城圆体 400W" panose="020B0800000000000000" pitchFamily="34" charset="-128"/>
              <a:ea typeface="江城圆体 400W" panose="020B0800000000000000" pitchFamily="34" charset="-128"/>
              <a:cs typeface="微软雅黑" panose="020B0503020204020204" charset="-122"/>
            </a:endParaRPr>
          </a:p>
          <a:p>
            <a:pPr marR="2540" algn="ctr">
              <a:lnSpc>
                <a:spcPts val="660"/>
              </a:lnSpc>
            </a:pP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context</a:t>
            </a:r>
            <a:endParaRPr sz="6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26" name="object 26"/>
          <p:cNvSpPr txBox="1"/>
          <p:nvPr/>
        </p:nvSpPr>
        <p:spPr>
          <a:xfrm>
            <a:off x="549644" y="3130550"/>
            <a:ext cx="418465" cy="297180"/>
          </a:xfrm>
          <a:prstGeom prst="rect">
            <a:avLst/>
          </a:prstGeom>
        </p:spPr>
        <p:txBody>
          <a:bodyPr vert="horz" wrap="square" lIns="0" tIns="6350" rIns="0" bIns="0" rtlCol="0">
            <a:spAutoFit/>
          </a:bodyPr>
          <a:lstStyle/>
          <a:p>
            <a:pPr algn="ctr">
              <a:lnSpc>
                <a:spcPts val="955"/>
              </a:lnSpc>
              <a:spcBef>
                <a:spcPts val="50"/>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无需规则</a:t>
            </a:r>
            <a:endParaRPr sz="800">
              <a:latin typeface="江城圆体 400W" panose="020B0800000000000000" pitchFamily="34" charset="-128"/>
              <a:ea typeface="江城圆体 400W" panose="020B0800000000000000" pitchFamily="34" charset="-128"/>
              <a:cs typeface="微软雅黑" panose="020B0503020204020204" charset="-122"/>
            </a:endParaRPr>
          </a:p>
          <a:p>
            <a:pPr marL="55880" marR="58420" algn="ctr">
              <a:lnSpc>
                <a:spcPts val="600"/>
              </a:lnSpc>
              <a:spcBef>
                <a:spcPts val="115"/>
              </a:spcBef>
            </a:pP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no rules needed</a:t>
            </a:r>
            <a:endParaRPr sz="600">
              <a:latin typeface="江城圆体 400W" panose="020B0800000000000000" pitchFamily="34" charset="-128"/>
              <a:ea typeface="江城圆体 400W" panose="020B0800000000000000" pitchFamily="34" charset="-128"/>
              <a:cs typeface="微软雅黑" panose="020B0503020204020204" charset="-122"/>
            </a:endParaRPr>
          </a:p>
        </p:txBody>
      </p:sp>
      <p:grpSp>
        <p:nvGrpSpPr>
          <p:cNvPr id="27" name="object 27"/>
          <p:cNvGrpSpPr/>
          <p:nvPr/>
        </p:nvGrpSpPr>
        <p:grpSpPr>
          <a:xfrm>
            <a:off x="1200150" y="2897816"/>
            <a:ext cx="4456748" cy="3411220"/>
            <a:chOff x="2400300" y="5795632"/>
            <a:chExt cx="8913495" cy="6822440"/>
          </a:xfrm>
        </p:grpSpPr>
        <p:sp>
          <p:nvSpPr>
            <p:cNvPr id="28" name="object 28"/>
            <p:cNvSpPr/>
            <p:nvPr/>
          </p:nvSpPr>
          <p:spPr>
            <a:xfrm>
              <a:off x="2400300" y="5795632"/>
              <a:ext cx="8913495" cy="6822440"/>
            </a:xfrm>
            <a:custGeom>
              <a:avLst/>
              <a:gdLst/>
              <a:ahLst/>
              <a:cxnLst/>
              <a:rect l="l" t="t" r="r" b="b"/>
              <a:pathLst>
                <a:path w="8913495" h="6822440">
                  <a:moveTo>
                    <a:pt x="8523220" y="0"/>
                  </a:moveTo>
                  <a:lnTo>
                    <a:pt x="8485786" y="19305"/>
                  </a:lnTo>
                  <a:lnTo>
                    <a:pt x="8481027" y="35354"/>
                  </a:lnTo>
                  <a:lnTo>
                    <a:pt x="8482705" y="49306"/>
                  </a:lnTo>
                  <a:lnTo>
                    <a:pt x="8489329" y="61733"/>
                  </a:lnTo>
                  <a:lnTo>
                    <a:pt x="8500477" y="71146"/>
                  </a:lnTo>
                  <a:lnTo>
                    <a:pt x="8729713" y="199156"/>
                  </a:lnTo>
                  <a:lnTo>
                    <a:pt x="8519690" y="199805"/>
                  </a:lnTo>
                  <a:lnTo>
                    <a:pt x="8445430" y="200511"/>
                  </a:lnTo>
                  <a:lnTo>
                    <a:pt x="8303366" y="202454"/>
                  </a:lnTo>
                  <a:lnTo>
                    <a:pt x="8169905" y="205105"/>
                  </a:lnTo>
                  <a:lnTo>
                    <a:pt x="8045037" y="208466"/>
                  </a:lnTo>
                  <a:lnTo>
                    <a:pt x="7928757" y="212537"/>
                  </a:lnTo>
                  <a:lnTo>
                    <a:pt x="7873835" y="214839"/>
                  </a:lnTo>
                  <a:lnTo>
                    <a:pt x="7821056" y="217320"/>
                  </a:lnTo>
                  <a:lnTo>
                    <a:pt x="7770421" y="219979"/>
                  </a:lnTo>
                  <a:lnTo>
                    <a:pt x="7721928" y="222816"/>
                  </a:lnTo>
                  <a:lnTo>
                    <a:pt x="7675576" y="225831"/>
                  </a:lnTo>
                  <a:lnTo>
                    <a:pt x="7631364" y="229026"/>
                  </a:lnTo>
                  <a:lnTo>
                    <a:pt x="7589292" y="232399"/>
                  </a:lnTo>
                  <a:lnTo>
                    <a:pt x="7549358" y="235951"/>
                  </a:lnTo>
                  <a:lnTo>
                    <a:pt x="7475901" y="243593"/>
                  </a:lnTo>
                  <a:lnTo>
                    <a:pt x="7410987" y="251953"/>
                  </a:lnTo>
                  <a:lnTo>
                    <a:pt x="7324707" y="265696"/>
                  </a:lnTo>
                  <a:lnTo>
                    <a:pt x="7211448" y="284826"/>
                  </a:lnTo>
                  <a:lnTo>
                    <a:pt x="7099234" y="304676"/>
                  </a:lnTo>
                  <a:lnTo>
                    <a:pt x="6988059" y="325247"/>
                  </a:lnTo>
                  <a:lnTo>
                    <a:pt x="6877914" y="346537"/>
                  </a:lnTo>
                  <a:lnTo>
                    <a:pt x="6768793" y="368546"/>
                  </a:lnTo>
                  <a:lnTo>
                    <a:pt x="6660686" y="391274"/>
                  </a:lnTo>
                  <a:lnTo>
                    <a:pt x="6553587" y="414718"/>
                  </a:lnTo>
                  <a:lnTo>
                    <a:pt x="6447488" y="438880"/>
                  </a:lnTo>
                  <a:lnTo>
                    <a:pt x="6342382" y="463757"/>
                  </a:lnTo>
                  <a:lnTo>
                    <a:pt x="6238260" y="489350"/>
                  </a:lnTo>
                  <a:lnTo>
                    <a:pt x="6135115" y="515658"/>
                  </a:lnTo>
                  <a:lnTo>
                    <a:pt x="6032940" y="542679"/>
                  </a:lnTo>
                  <a:lnTo>
                    <a:pt x="5931727" y="570413"/>
                  </a:lnTo>
                  <a:lnTo>
                    <a:pt x="5831468" y="598860"/>
                  </a:lnTo>
                  <a:lnTo>
                    <a:pt x="5732155" y="628019"/>
                  </a:lnTo>
                  <a:lnTo>
                    <a:pt x="5633782" y="657888"/>
                  </a:lnTo>
                  <a:lnTo>
                    <a:pt x="5536340" y="688468"/>
                  </a:lnTo>
                  <a:lnTo>
                    <a:pt x="5439822" y="719757"/>
                  </a:lnTo>
                  <a:lnTo>
                    <a:pt x="5344219" y="751755"/>
                  </a:lnTo>
                  <a:lnTo>
                    <a:pt x="5249525" y="784462"/>
                  </a:lnTo>
                  <a:lnTo>
                    <a:pt x="5155732" y="817876"/>
                  </a:lnTo>
                  <a:lnTo>
                    <a:pt x="5062833" y="851996"/>
                  </a:lnTo>
                  <a:lnTo>
                    <a:pt x="4970818" y="886822"/>
                  </a:lnTo>
                  <a:lnTo>
                    <a:pt x="4879682" y="922354"/>
                  </a:lnTo>
                  <a:lnTo>
                    <a:pt x="4789416" y="958590"/>
                  </a:lnTo>
                  <a:lnTo>
                    <a:pt x="4700013" y="995530"/>
                  </a:lnTo>
                  <a:lnTo>
                    <a:pt x="4611465" y="1033174"/>
                  </a:lnTo>
                  <a:lnTo>
                    <a:pt x="4523764" y="1071519"/>
                  </a:lnTo>
                  <a:lnTo>
                    <a:pt x="4436903" y="1110567"/>
                  </a:lnTo>
                  <a:lnTo>
                    <a:pt x="4350874" y="1150315"/>
                  </a:lnTo>
                  <a:lnTo>
                    <a:pt x="4265670" y="1190763"/>
                  </a:lnTo>
                  <a:lnTo>
                    <a:pt x="4181283" y="1231911"/>
                  </a:lnTo>
                  <a:lnTo>
                    <a:pt x="4097705" y="1273758"/>
                  </a:lnTo>
                  <a:lnTo>
                    <a:pt x="4014929" y="1316303"/>
                  </a:lnTo>
                  <a:lnTo>
                    <a:pt x="3932946" y="1359545"/>
                  </a:lnTo>
                  <a:lnTo>
                    <a:pt x="3851751" y="1403484"/>
                  </a:lnTo>
                  <a:lnTo>
                    <a:pt x="3771334" y="1448119"/>
                  </a:lnTo>
                  <a:lnTo>
                    <a:pt x="3691688" y="1493449"/>
                  </a:lnTo>
                  <a:lnTo>
                    <a:pt x="3612805" y="1539474"/>
                  </a:lnTo>
                  <a:lnTo>
                    <a:pt x="3534679" y="1586193"/>
                  </a:lnTo>
                  <a:lnTo>
                    <a:pt x="3491120" y="1612735"/>
                  </a:lnTo>
                  <a:lnTo>
                    <a:pt x="3447833" y="1639461"/>
                  </a:lnTo>
                  <a:lnTo>
                    <a:pt x="3404813" y="1666375"/>
                  </a:lnTo>
                  <a:lnTo>
                    <a:pt x="3362055" y="1693478"/>
                  </a:lnTo>
                  <a:lnTo>
                    <a:pt x="3319554" y="1720773"/>
                  </a:lnTo>
                  <a:lnTo>
                    <a:pt x="3277307" y="1748263"/>
                  </a:lnTo>
                  <a:lnTo>
                    <a:pt x="3235308" y="1775949"/>
                  </a:lnTo>
                  <a:lnTo>
                    <a:pt x="3193553" y="1803836"/>
                  </a:lnTo>
                  <a:lnTo>
                    <a:pt x="3152037" y="1831924"/>
                  </a:lnTo>
                  <a:lnTo>
                    <a:pt x="3110756" y="1860217"/>
                  </a:lnTo>
                  <a:lnTo>
                    <a:pt x="3069706" y="1888717"/>
                  </a:lnTo>
                  <a:lnTo>
                    <a:pt x="3028880" y="1917426"/>
                  </a:lnTo>
                  <a:lnTo>
                    <a:pt x="2988276" y="1946347"/>
                  </a:lnTo>
                  <a:lnTo>
                    <a:pt x="2947889" y="1975483"/>
                  </a:lnTo>
                  <a:lnTo>
                    <a:pt x="2907713" y="2004835"/>
                  </a:lnTo>
                  <a:lnTo>
                    <a:pt x="2867745" y="2034407"/>
                  </a:lnTo>
                  <a:lnTo>
                    <a:pt x="2827979" y="2064201"/>
                  </a:lnTo>
                  <a:lnTo>
                    <a:pt x="2788412" y="2094219"/>
                  </a:lnTo>
                  <a:lnTo>
                    <a:pt x="2749038" y="2124464"/>
                  </a:lnTo>
                  <a:lnTo>
                    <a:pt x="2709853" y="2154939"/>
                  </a:lnTo>
                  <a:lnTo>
                    <a:pt x="2670852" y="2185645"/>
                  </a:lnTo>
                  <a:lnTo>
                    <a:pt x="2632032" y="2216585"/>
                  </a:lnTo>
                  <a:lnTo>
                    <a:pt x="2593386" y="2247762"/>
                  </a:lnTo>
                  <a:lnTo>
                    <a:pt x="2554912" y="2279179"/>
                  </a:lnTo>
                  <a:lnTo>
                    <a:pt x="2516603" y="2310837"/>
                  </a:lnTo>
                  <a:lnTo>
                    <a:pt x="2478457" y="2342740"/>
                  </a:lnTo>
                  <a:lnTo>
                    <a:pt x="2440467" y="2374889"/>
                  </a:lnTo>
                  <a:lnTo>
                    <a:pt x="2402629" y="2407287"/>
                  </a:lnTo>
                  <a:lnTo>
                    <a:pt x="2364940" y="2439937"/>
                  </a:lnTo>
                  <a:lnTo>
                    <a:pt x="2327393" y="2472841"/>
                  </a:lnTo>
                  <a:lnTo>
                    <a:pt x="2289986" y="2506002"/>
                  </a:lnTo>
                  <a:lnTo>
                    <a:pt x="2252712" y="2539422"/>
                  </a:lnTo>
                  <a:lnTo>
                    <a:pt x="2215568" y="2573104"/>
                  </a:lnTo>
                  <a:lnTo>
                    <a:pt x="2178549" y="2607049"/>
                  </a:lnTo>
                  <a:lnTo>
                    <a:pt x="2141651" y="2641262"/>
                  </a:lnTo>
                  <a:lnTo>
                    <a:pt x="2104868" y="2675743"/>
                  </a:lnTo>
                  <a:lnTo>
                    <a:pt x="2068196" y="2710496"/>
                  </a:lnTo>
                  <a:lnTo>
                    <a:pt x="2031631" y="2745523"/>
                  </a:lnTo>
                  <a:lnTo>
                    <a:pt x="1995169" y="2780826"/>
                  </a:lnTo>
                  <a:lnTo>
                    <a:pt x="1958803" y="2816408"/>
                  </a:lnTo>
                  <a:lnTo>
                    <a:pt x="1922531" y="2852272"/>
                  </a:lnTo>
                  <a:lnTo>
                    <a:pt x="1886347" y="2888420"/>
                  </a:lnTo>
                  <a:lnTo>
                    <a:pt x="1850247" y="2924855"/>
                  </a:lnTo>
                  <a:lnTo>
                    <a:pt x="1814226" y="2961578"/>
                  </a:lnTo>
                  <a:lnTo>
                    <a:pt x="1778280" y="2998592"/>
                  </a:lnTo>
                  <a:lnTo>
                    <a:pt x="1742404" y="3035901"/>
                  </a:lnTo>
                  <a:lnTo>
                    <a:pt x="1670843" y="3111410"/>
                  </a:lnTo>
                  <a:lnTo>
                    <a:pt x="1599508" y="3188124"/>
                  </a:lnTo>
                  <a:lnTo>
                    <a:pt x="1528362" y="3266063"/>
                  </a:lnTo>
                  <a:lnTo>
                    <a:pt x="1457367" y="3345248"/>
                  </a:lnTo>
                  <a:lnTo>
                    <a:pt x="1386489" y="3425697"/>
                  </a:lnTo>
                  <a:lnTo>
                    <a:pt x="1315689" y="3507432"/>
                  </a:lnTo>
                  <a:lnTo>
                    <a:pt x="1244932" y="3590471"/>
                  </a:lnTo>
                  <a:lnTo>
                    <a:pt x="1213062" y="3628590"/>
                  </a:lnTo>
                  <a:lnTo>
                    <a:pt x="1181562" y="3667100"/>
                  </a:lnTo>
                  <a:lnTo>
                    <a:pt x="1150431" y="3705996"/>
                  </a:lnTo>
                  <a:lnTo>
                    <a:pt x="1119672" y="3745269"/>
                  </a:lnTo>
                  <a:lnTo>
                    <a:pt x="1089286" y="3784916"/>
                  </a:lnTo>
                  <a:lnTo>
                    <a:pt x="1059273" y="3824927"/>
                  </a:lnTo>
                  <a:lnTo>
                    <a:pt x="1029634" y="3865299"/>
                  </a:lnTo>
                  <a:lnTo>
                    <a:pt x="1000372" y="3906023"/>
                  </a:lnTo>
                  <a:lnTo>
                    <a:pt x="971486" y="3947095"/>
                  </a:lnTo>
                  <a:lnTo>
                    <a:pt x="942978" y="3988506"/>
                  </a:lnTo>
                  <a:lnTo>
                    <a:pt x="914849" y="4030252"/>
                  </a:lnTo>
                  <a:lnTo>
                    <a:pt x="887101" y="4072325"/>
                  </a:lnTo>
                  <a:lnTo>
                    <a:pt x="859733" y="4114720"/>
                  </a:lnTo>
                  <a:lnTo>
                    <a:pt x="832748" y="4157430"/>
                  </a:lnTo>
                  <a:lnTo>
                    <a:pt x="806147" y="4200448"/>
                  </a:lnTo>
                  <a:lnTo>
                    <a:pt x="779930" y="4243769"/>
                  </a:lnTo>
                  <a:lnTo>
                    <a:pt x="754098" y="4287385"/>
                  </a:lnTo>
                  <a:lnTo>
                    <a:pt x="728653" y="4331291"/>
                  </a:lnTo>
                  <a:lnTo>
                    <a:pt x="703596" y="4375480"/>
                  </a:lnTo>
                  <a:lnTo>
                    <a:pt x="678929" y="4419946"/>
                  </a:lnTo>
                  <a:lnTo>
                    <a:pt x="654651" y="4464682"/>
                  </a:lnTo>
                  <a:lnTo>
                    <a:pt x="630764" y="4509682"/>
                  </a:lnTo>
                  <a:lnTo>
                    <a:pt x="607269" y="4554940"/>
                  </a:lnTo>
                  <a:lnTo>
                    <a:pt x="584168" y="4600450"/>
                  </a:lnTo>
                  <a:lnTo>
                    <a:pt x="561461" y="4646204"/>
                  </a:lnTo>
                  <a:lnTo>
                    <a:pt x="539150" y="4692197"/>
                  </a:lnTo>
                  <a:lnTo>
                    <a:pt x="517235" y="4738422"/>
                  </a:lnTo>
                  <a:lnTo>
                    <a:pt x="495718" y="4784873"/>
                  </a:lnTo>
                  <a:lnTo>
                    <a:pt x="474600" y="4831544"/>
                  </a:lnTo>
                  <a:lnTo>
                    <a:pt x="453882" y="4878428"/>
                  </a:lnTo>
                  <a:lnTo>
                    <a:pt x="433565" y="4925518"/>
                  </a:lnTo>
                  <a:lnTo>
                    <a:pt x="413650" y="4972809"/>
                  </a:lnTo>
                  <a:lnTo>
                    <a:pt x="394138" y="5020294"/>
                  </a:lnTo>
                  <a:lnTo>
                    <a:pt x="375030" y="5067967"/>
                  </a:lnTo>
                  <a:lnTo>
                    <a:pt x="356328" y="5115821"/>
                  </a:lnTo>
                  <a:lnTo>
                    <a:pt x="338033" y="5163850"/>
                  </a:lnTo>
                  <a:lnTo>
                    <a:pt x="320145" y="5212048"/>
                  </a:lnTo>
                  <a:lnTo>
                    <a:pt x="302665" y="5260408"/>
                  </a:lnTo>
                  <a:lnTo>
                    <a:pt x="285596" y="5308923"/>
                  </a:lnTo>
                  <a:lnTo>
                    <a:pt x="267298" y="5362474"/>
                  </a:lnTo>
                  <a:lnTo>
                    <a:pt x="249578" y="5416007"/>
                  </a:lnTo>
                  <a:lnTo>
                    <a:pt x="232438" y="5469491"/>
                  </a:lnTo>
                  <a:lnTo>
                    <a:pt x="215881" y="5522897"/>
                  </a:lnTo>
                  <a:lnTo>
                    <a:pt x="199910" y="5576193"/>
                  </a:lnTo>
                  <a:lnTo>
                    <a:pt x="184528" y="5629349"/>
                  </a:lnTo>
                  <a:lnTo>
                    <a:pt x="169738" y="5682335"/>
                  </a:lnTo>
                  <a:lnTo>
                    <a:pt x="155544" y="5735120"/>
                  </a:lnTo>
                  <a:lnTo>
                    <a:pt x="141947" y="5787673"/>
                  </a:lnTo>
                  <a:lnTo>
                    <a:pt x="128953" y="5839964"/>
                  </a:lnTo>
                  <a:lnTo>
                    <a:pt x="116562" y="5891962"/>
                  </a:lnTo>
                  <a:lnTo>
                    <a:pt x="104779" y="5943637"/>
                  </a:lnTo>
                  <a:lnTo>
                    <a:pt x="93606" y="5994958"/>
                  </a:lnTo>
                  <a:lnTo>
                    <a:pt x="83047" y="6045896"/>
                  </a:lnTo>
                  <a:lnTo>
                    <a:pt x="73104" y="6096418"/>
                  </a:lnTo>
                  <a:lnTo>
                    <a:pt x="63781" y="6146495"/>
                  </a:lnTo>
                  <a:lnTo>
                    <a:pt x="55080" y="6196096"/>
                  </a:lnTo>
                  <a:lnTo>
                    <a:pt x="47005" y="6245191"/>
                  </a:lnTo>
                  <a:lnTo>
                    <a:pt x="39558" y="6293749"/>
                  </a:lnTo>
                  <a:lnTo>
                    <a:pt x="32743" y="6341740"/>
                  </a:lnTo>
                  <a:lnTo>
                    <a:pt x="26563" y="6389132"/>
                  </a:lnTo>
                  <a:lnTo>
                    <a:pt x="21020" y="6435896"/>
                  </a:lnTo>
                  <a:lnTo>
                    <a:pt x="16118" y="6482001"/>
                  </a:lnTo>
                  <a:lnTo>
                    <a:pt x="11860" y="6527416"/>
                  </a:lnTo>
                  <a:lnTo>
                    <a:pt x="8249" y="6572112"/>
                  </a:lnTo>
                  <a:lnTo>
                    <a:pt x="5287" y="6616056"/>
                  </a:lnTo>
                  <a:lnTo>
                    <a:pt x="2978" y="6659220"/>
                  </a:lnTo>
                  <a:lnTo>
                    <a:pt x="1325" y="6701571"/>
                  </a:lnTo>
                  <a:lnTo>
                    <a:pt x="331" y="6743081"/>
                  </a:lnTo>
                  <a:lnTo>
                    <a:pt x="0" y="6783717"/>
                  </a:lnTo>
                  <a:lnTo>
                    <a:pt x="2994" y="6798548"/>
                  </a:lnTo>
                  <a:lnTo>
                    <a:pt x="11159" y="6810658"/>
                  </a:lnTo>
                  <a:lnTo>
                    <a:pt x="23269" y="6818823"/>
                  </a:lnTo>
                  <a:lnTo>
                    <a:pt x="38100" y="6821817"/>
                  </a:lnTo>
                  <a:lnTo>
                    <a:pt x="52930" y="6818823"/>
                  </a:lnTo>
                  <a:lnTo>
                    <a:pt x="65040" y="6810658"/>
                  </a:lnTo>
                  <a:lnTo>
                    <a:pt x="73205" y="6798548"/>
                  </a:lnTo>
                  <a:lnTo>
                    <a:pt x="76200" y="6783717"/>
                  </a:lnTo>
                  <a:lnTo>
                    <a:pt x="76549" y="6742589"/>
                  </a:lnTo>
                  <a:lnTo>
                    <a:pt x="77596" y="6700523"/>
                  </a:lnTo>
                  <a:lnTo>
                    <a:pt x="79338" y="6657554"/>
                  </a:lnTo>
                  <a:lnTo>
                    <a:pt x="81770" y="6613715"/>
                  </a:lnTo>
                  <a:lnTo>
                    <a:pt x="84889" y="6569040"/>
                  </a:lnTo>
                  <a:lnTo>
                    <a:pt x="88693" y="6523563"/>
                  </a:lnTo>
                  <a:lnTo>
                    <a:pt x="93178" y="6477318"/>
                  </a:lnTo>
                  <a:lnTo>
                    <a:pt x="98341" y="6430337"/>
                  </a:lnTo>
                  <a:lnTo>
                    <a:pt x="104178" y="6382656"/>
                  </a:lnTo>
                  <a:lnTo>
                    <a:pt x="110687" y="6334308"/>
                  </a:lnTo>
                  <a:lnTo>
                    <a:pt x="117864" y="6285327"/>
                  </a:lnTo>
                  <a:lnTo>
                    <a:pt x="125706" y="6235746"/>
                  </a:lnTo>
                  <a:lnTo>
                    <a:pt x="134209" y="6185600"/>
                  </a:lnTo>
                  <a:lnTo>
                    <a:pt x="143370" y="6134922"/>
                  </a:lnTo>
                  <a:lnTo>
                    <a:pt x="153187" y="6083745"/>
                  </a:lnTo>
                  <a:lnTo>
                    <a:pt x="163656" y="6032105"/>
                  </a:lnTo>
                  <a:lnTo>
                    <a:pt x="174773" y="5980034"/>
                  </a:lnTo>
                  <a:lnTo>
                    <a:pt x="186535" y="5927566"/>
                  </a:lnTo>
                  <a:lnTo>
                    <a:pt x="198939" y="5874736"/>
                  </a:lnTo>
                  <a:lnTo>
                    <a:pt x="211983" y="5821576"/>
                  </a:lnTo>
                  <a:lnTo>
                    <a:pt x="225662" y="5768121"/>
                  </a:lnTo>
                  <a:lnTo>
                    <a:pt x="239973" y="5714405"/>
                  </a:lnTo>
                  <a:lnTo>
                    <a:pt x="254913" y="5660461"/>
                  </a:lnTo>
                  <a:lnTo>
                    <a:pt x="270479" y="5606323"/>
                  </a:lnTo>
                  <a:lnTo>
                    <a:pt x="286668" y="5552025"/>
                  </a:lnTo>
                  <a:lnTo>
                    <a:pt x="303476" y="5497601"/>
                  </a:lnTo>
                  <a:lnTo>
                    <a:pt x="320900" y="5443084"/>
                  </a:lnTo>
                  <a:lnTo>
                    <a:pt x="338937" y="5388509"/>
                  </a:lnTo>
                  <a:lnTo>
                    <a:pt x="357583" y="5333908"/>
                  </a:lnTo>
                  <a:lnTo>
                    <a:pt x="374425" y="5286040"/>
                  </a:lnTo>
                  <a:lnTo>
                    <a:pt x="391670" y="5238328"/>
                  </a:lnTo>
                  <a:lnTo>
                    <a:pt x="409317" y="5190776"/>
                  </a:lnTo>
                  <a:lnTo>
                    <a:pt x="427366" y="5143393"/>
                  </a:lnTo>
                  <a:lnTo>
                    <a:pt x="445815" y="5096183"/>
                  </a:lnTo>
                  <a:lnTo>
                    <a:pt x="464664" y="5049153"/>
                  </a:lnTo>
                  <a:lnTo>
                    <a:pt x="483910" y="5002310"/>
                  </a:lnTo>
                  <a:lnTo>
                    <a:pt x="503553" y="4955660"/>
                  </a:lnTo>
                  <a:lnTo>
                    <a:pt x="523592" y="4909209"/>
                  </a:lnTo>
                  <a:lnTo>
                    <a:pt x="544026" y="4862964"/>
                  </a:lnTo>
                  <a:lnTo>
                    <a:pt x="564853" y="4816930"/>
                  </a:lnTo>
                  <a:lnTo>
                    <a:pt x="586072" y="4771115"/>
                  </a:lnTo>
                  <a:lnTo>
                    <a:pt x="607682" y="4725524"/>
                  </a:lnTo>
                  <a:lnTo>
                    <a:pt x="629683" y="4680164"/>
                  </a:lnTo>
                  <a:lnTo>
                    <a:pt x="652072" y="4635041"/>
                  </a:lnTo>
                  <a:lnTo>
                    <a:pt x="674849" y="4590162"/>
                  </a:lnTo>
                  <a:lnTo>
                    <a:pt x="698013" y="4545532"/>
                  </a:lnTo>
                  <a:lnTo>
                    <a:pt x="721562" y="4501158"/>
                  </a:lnTo>
                  <a:lnTo>
                    <a:pt x="745496" y="4457047"/>
                  </a:lnTo>
                  <a:lnTo>
                    <a:pt x="769812" y="4413205"/>
                  </a:lnTo>
                  <a:lnTo>
                    <a:pt x="794511" y="4369637"/>
                  </a:lnTo>
                  <a:lnTo>
                    <a:pt x="819591" y="4326351"/>
                  </a:lnTo>
                  <a:lnTo>
                    <a:pt x="845051" y="4283353"/>
                  </a:lnTo>
                  <a:lnTo>
                    <a:pt x="870889" y="4240649"/>
                  </a:lnTo>
                  <a:lnTo>
                    <a:pt x="897104" y="4198245"/>
                  </a:lnTo>
                  <a:lnTo>
                    <a:pt x="923697" y="4156147"/>
                  </a:lnTo>
                  <a:lnTo>
                    <a:pt x="950664" y="4114363"/>
                  </a:lnTo>
                  <a:lnTo>
                    <a:pt x="978005" y="4072898"/>
                  </a:lnTo>
                  <a:lnTo>
                    <a:pt x="1005720" y="4031759"/>
                  </a:lnTo>
                  <a:lnTo>
                    <a:pt x="1033806" y="3990951"/>
                  </a:lnTo>
                  <a:lnTo>
                    <a:pt x="1062263" y="3950482"/>
                  </a:lnTo>
                  <a:lnTo>
                    <a:pt x="1091090" y="3910357"/>
                  </a:lnTo>
                  <a:lnTo>
                    <a:pt x="1120285" y="3870583"/>
                  </a:lnTo>
                  <a:lnTo>
                    <a:pt x="1149847" y="3831167"/>
                  </a:lnTo>
                  <a:lnTo>
                    <a:pt x="1179775" y="3792114"/>
                  </a:lnTo>
                  <a:lnTo>
                    <a:pt x="1210069" y="3753430"/>
                  </a:lnTo>
                  <a:lnTo>
                    <a:pt x="1240726" y="3715123"/>
                  </a:lnTo>
                  <a:lnTo>
                    <a:pt x="1271746" y="3677199"/>
                  </a:lnTo>
                  <a:lnTo>
                    <a:pt x="1303127" y="3639663"/>
                  </a:lnTo>
                  <a:lnTo>
                    <a:pt x="1373383" y="3557211"/>
                  </a:lnTo>
                  <a:lnTo>
                    <a:pt x="1443674" y="3476061"/>
                  </a:lnTo>
                  <a:lnTo>
                    <a:pt x="1514037" y="3396192"/>
                  </a:lnTo>
                  <a:lnTo>
                    <a:pt x="1584509" y="3317585"/>
                  </a:lnTo>
                  <a:lnTo>
                    <a:pt x="1655124" y="3240220"/>
                  </a:lnTo>
                  <a:lnTo>
                    <a:pt x="1725921" y="3164077"/>
                  </a:lnTo>
                  <a:lnTo>
                    <a:pt x="1796936" y="3089135"/>
                  </a:lnTo>
                  <a:lnTo>
                    <a:pt x="1868205" y="3015376"/>
                  </a:lnTo>
                  <a:lnTo>
                    <a:pt x="1903945" y="2978933"/>
                  </a:lnTo>
                  <a:lnTo>
                    <a:pt x="1939764" y="2942779"/>
                  </a:lnTo>
                  <a:lnTo>
                    <a:pt x="1975663" y="2906909"/>
                  </a:lnTo>
                  <a:lnTo>
                    <a:pt x="2011649" y="2871323"/>
                  </a:lnTo>
                  <a:lnTo>
                    <a:pt x="2047726" y="2836018"/>
                  </a:lnTo>
                  <a:lnTo>
                    <a:pt x="2083899" y="2800990"/>
                  </a:lnTo>
                  <a:lnTo>
                    <a:pt x="2120171" y="2766238"/>
                  </a:lnTo>
                  <a:lnTo>
                    <a:pt x="2156548" y="2731759"/>
                  </a:lnTo>
                  <a:lnTo>
                    <a:pt x="2193034" y="2697551"/>
                  </a:lnTo>
                  <a:lnTo>
                    <a:pt x="2229633" y="2663611"/>
                  </a:lnTo>
                  <a:lnTo>
                    <a:pt x="2266351" y="2629937"/>
                  </a:lnTo>
                  <a:lnTo>
                    <a:pt x="2303191" y="2596525"/>
                  </a:lnTo>
                  <a:lnTo>
                    <a:pt x="2340158" y="2563374"/>
                  </a:lnTo>
                  <a:lnTo>
                    <a:pt x="2377258" y="2530482"/>
                  </a:lnTo>
                  <a:lnTo>
                    <a:pt x="2414494" y="2497845"/>
                  </a:lnTo>
                  <a:lnTo>
                    <a:pt x="2451870" y="2465461"/>
                  </a:lnTo>
                  <a:lnTo>
                    <a:pt x="2489393" y="2433328"/>
                  </a:lnTo>
                  <a:lnTo>
                    <a:pt x="2527065" y="2401443"/>
                  </a:lnTo>
                  <a:lnTo>
                    <a:pt x="2564892" y="2369803"/>
                  </a:lnTo>
                  <a:lnTo>
                    <a:pt x="2602878" y="2338407"/>
                  </a:lnTo>
                  <a:lnTo>
                    <a:pt x="2641028" y="2307252"/>
                  </a:lnTo>
                  <a:lnTo>
                    <a:pt x="2679346" y="2276334"/>
                  </a:lnTo>
                  <a:lnTo>
                    <a:pt x="2717837" y="2245653"/>
                  </a:lnTo>
                  <a:lnTo>
                    <a:pt x="2756505" y="2215204"/>
                  </a:lnTo>
                  <a:lnTo>
                    <a:pt x="2795356" y="2184987"/>
                  </a:lnTo>
                  <a:lnTo>
                    <a:pt x="2834392" y="2154997"/>
                  </a:lnTo>
                  <a:lnTo>
                    <a:pt x="2873620" y="2125234"/>
                  </a:lnTo>
                  <a:lnTo>
                    <a:pt x="2913044" y="2095694"/>
                  </a:lnTo>
                  <a:lnTo>
                    <a:pt x="2952667" y="2066374"/>
                  </a:lnTo>
                  <a:lnTo>
                    <a:pt x="2992496" y="2037273"/>
                  </a:lnTo>
                  <a:lnTo>
                    <a:pt x="3032533" y="2008387"/>
                  </a:lnTo>
                  <a:lnTo>
                    <a:pt x="3072785" y="1979715"/>
                  </a:lnTo>
                  <a:lnTo>
                    <a:pt x="3113254" y="1951254"/>
                  </a:lnTo>
                  <a:lnTo>
                    <a:pt x="3153947" y="1923001"/>
                  </a:lnTo>
                  <a:lnTo>
                    <a:pt x="3194867" y="1894953"/>
                  </a:lnTo>
                  <a:lnTo>
                    <a:pt x="3236020" y="1867109"/>
                  </a:lnTo>
                  <a:lnTo>
                    <a:pt x="3277409" y="1839466"/>
                  </a:lnTo>
                  <a:lnTo>
                    <a:pt x="3319039" y="1812022"/>
                  </a:lnTo>
                  <a:lnTo>
                    <a:pt x="3360915" y="1784773"/>
                  </a:lnTo>
                  <a:lnTo>
                    <a:pt x="3403041" y="1757717"/>
                  </a:lnTo>
                  <a:lnTo>
                    <a:pt x="3445422" y="1730853"/>
                  </a:lnTo>
                  <a:lnTo>
                    <a:pt x="3488062" y="1704176"/>
                  </a:lnTo>
                  <a:lnTo>
                    <a:pt x="3530966" y="1677686"/>
                  </a:lnTo>
                  <a:lnTo>
                    <a:pt x="3574139" y="1651379"/>
                  </a:lnTo>
                  <a:lnTo>
                    <a:pt x="3612788" y="1628126"/>
                  </a:lnTo>
                  <a:lnTo>
                    <a:pt x="3690650" y="1582134"/>
                  </a:lnTo>
                  <a:lnTo>
                    <a:pt x="3769270" y="1536829"/>
                  </a:lnTo>
                  <a:lnTo>
                    <a:pt x="3848654" y="1492212"/>
                  </a:lnTo>
                  <a:lnTo>
                    <a:pt x="3928811" y="1448284"/>
                  </a:lnTo>
                  <a:lnTo>
                    <a:pt x="4009749" y="1405045"/>
                  </a:lnTo>
                  <a:lnTo>
                    <a:pt x="4091474" y="1362497"/>
                  </a:lnTo>
                  <a:lnTo>
                    <a:pt x="4173996" y="1320639"/>
                  </a:lnTo>
                  <a:lnTo>
                    <a:pt x="4257320" y="1279472"/>
                  </a:lnTo>
                  <a:lnTo>
                    <a:pt x="4341456" y="1238998"/>
                  </a:lnTo>
                  <a:lnTo>
                    <a:pt x="4426411" y="1199217"/>
                  </a:lnTo>
                  <a:lnTo>
                    <a:pt x="4512192" y="1160129"/>
                  </a:lnTo>
                  <a:lnTo>
                    <a:pt x="4598807" y="1121736"/>
                  </a:lnTo>
                  <a:lnTo>
                    <a:pt x="4686263" y="1084039"/>
                  </a:lnTo>
                  <a:lnTo>
                    <a:pt x="4774570" y="1047037"/>
                  </a:lnTo>
                  <a:lnTo>
                    <a:pt x="4863733" y="1010731"/>
                  </a:lnTo>
                  <a:lnTo>
                    <a:pt x="4953762" y="975123"/>
                  </a:lnTo>
                  <a:lnTo>
                    <a:pt x="5044662" y="940213"/>
                  </a:lnTo>
                  <a:lnTo>
                    <a:pt x="5136443" y="906002"/>
                  </a:lnTo>
                  <a:lnTo>
                    <a:pt x="5229112" y="872491"/>
                  </a:lnTo>
                  <a:lnTo>
                    <a:pt x="5322676" y="839680"/>
                  </a:lnTo>
                  <a:lnTo>
                    <a:pt x="5417144" y="807569"/>
                  </a:lnTo>
                  <a:lnTo>
                    <a:pt x="5512522" y="776161"/>
                  </a:lnTo>
                  <a:lnTo>
                    <a:pt x="5608819" y="745455"/>
                  </a:lnTo>
                  <a:lnTo>
                    <a:pt x="5706043" y="715452"/>
                  </a:lnTo>
                  <a:lnTo>
                    <a:pt x="5804200" y="686153"/>
                  </a:lnTo>
                  <a:lnTo>
                    <a:pt x="5903298" y="657558"/>
                  </a:lnTo>
                  <a:lnTo>
                    <a:pt x="6003346" y="629669"/>
                  </a:lnTo>
                  <a:lnTo>
                    <a:pt x="6104351" y="602487"/>
                  </a:lnTo>
                  <a:lnTo>
                    <a:pt x="6206321" y="576011"/>
                  </a:lnTo>
                  <a:lnTo>
                    <a:pt x="6309263" y="550242"/>
                  </a:lnTo>
                  <a:lnTo>
                    <a:pt x="6413184" y="525182"/>
                  </a:lnTo>
                  <a:lnTo>
                    <a:pt x="6518094" y="500830"/>
                  </a:lnTo>
                  <a:lnTo>
                    <a:pt x="6623999" y="477189"/>
                  </a:lnTo>
                  <a:lnTo>
                    <a:pt x="6730906" y="454258"/>
                  </a:lnTo>
                  <a:lnTo>
                    <a:pt x="6838825" y="432038"/>
                  </a:lnTo>
                  <a:lnTo>
                    <a:pt x="6947761" y="410530"/>
                  </a:lnTo>
                  <a:lnTo>
                    <a:pt x="7057724" y="389735"/>
                  </a:lnTo>
                  <a:lnTo>
                    <a:pt x="7168721" y="369653"/>
                  </a:lnTo>
                  <a:lnTo>
                    <a:pt x="7280759" y="350285"/>
                  </a:lnTo>
                  <a:lnTo>
                    <a:pt x="7393846" y="331632"/>
                  </a:lnTo>
                  <a:lnTo>
                    <a:pt x="7453195" y="323114"/>
                  </a:lnTo>
                  <a:lnTo>
                    <a:pt x="7521171" y="315285"/>
                  </a:lnTo>
                  <a:lnTo>
                    <a:pt x="7597769" y="308145"/>
                  </a:lnTo>
                  <a:lnTo>
                    <a:pt x="7639299" y="304834"/>
                  </a:lnTo>
                  <a:lnTo>
                    <a:pt x="7682982" y="301696"/>
                  </a:lnTo>
                  <a:lnTo>
                    <a:pt x="7728817" y="298731"/>
                  </a:lnTo>
                  <a:lnTo>
                    <a:pt x="7776802" y="295940"/>
                  </a:lnTo>
                  <a:lnTo>
                    <a:pt x="7826939" y="293321"/>
                  </a:lnTo>
                  <a:lnTo>
                    <a:pt x="7879224" y="290876"/>
                  </a:lnTo>
                  <a:lnTo>
                    <a:pt x="7933659" y="288605"/>
                  </a:lnTo>
                  <a:lnTo>
                    <a:pt x="7990241" y="286508"/>
                  </a:lnTo>
                  <a:lnTo>
                    <a:pt x="8109845" y="282835"/>
                  </a:lnTo>
                  <a:lnTo>
                    <a:pt x="8238032" y="279859"/>
                  </a:lnTo>
                  <a:lnTo>
                    <a:pt x="8374793" y="277582"/>
                  </a:lnTo>
                  <a:lnTo>
                    <a:pt x="8520122" y="276004"/>
                  </a:lnTo>
                  <a:lnTo>
                    <a:pt x="8729954" y="275343"/>
                  </a:lnTo>
                  <a:lnTo>
                    <a:pt x="8501514" y="404780"/>
                  </a:lnTo>
                  <a:lnTo>
                    <a:pt x="8490087" y="414696"/>
                  </a:lnTo>
                  <a:lnTo>
                    <a:pt x="8483576" y="427770"/>
                  </a:lnTo>
                  <a:lnTo>
                    <a:pt x="8482442" y="442332"/>
                  </a:lnTo>
                  <a:lnTo>
                    <a:pt x="8487148" y="456711"/>
                  </a:lnTo>
                  <a:lnTo>
                    <a:pt x="8497064" y="468138"/>
                  </a:lnTo>
                  <a:lnTo>
                    <a:pt x="8510138" y="474649"/>
                  </a:lnTo>
                  <a:lnTo>
                    <a:pt x="8524700" y="475783"/>
                  </a:lnTo>
                  <a:lnTo>
                    <a:pt x="8539079" y="471078"/>
                  </a:lnTo>
                  <a:lnTo>
                    <a:pt x="8894055" y="269947"/>
                  </a:lnTo>
                  <a:lnTo>
                    <a:pt x="8908576" y="255427"/>
                  </a:lnTo>
                  <a:lnTo>
                    <a:pt x="8913373" y="236679"/>
                  </a:lnTo>
                  <a:lnTo>
                    <a:pt x="8908459" y="217961"/>
                  </a:lnTo>
                  <a:lnTo>
                    <a:pt x="8893848" y="203534"/>
                  </a:lnTo>
                  <a:lnTo>
                    <a:pt x="8537628" y="4616"/>
                  </a:lnTo>
                  <a:lnTo>
                    <a:pt x="8523220" y="0"/>
                  </a:lnTo>
                  <a:close/>
                </a:path>
              </a:pathLst>
            </a:custGeom>
            <a:solidFill>
              <a:srgbClr val="3068E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9" name="object 29"/>
            <p:cNvSpPr/>
            <p:nvPr/>
          </p:nvSpPr>
          <p:spPr>
            <a:xfrm>
              <a:off x="2730500" y="6184899"/>
              <a:ext cx="5867400" cy="4635500"/>
            </a:xfrm>
            <a:custGeom>
              <a:avLst/>
              <a:gdLst/>
              <a:ahLst/>
              <a:cxnLst/>
              <a:rect l="l" t="t" r="r" b="b"/>
              <a:pathLst>
                <a:path w="5867400" h="4635500">
                  <a:moveTo>
                    <a:pt x="381000" y="4445000"/>
                  </a:moveTo>
                  <a:lnTo>
                    <a:pt x="375958" y="4401324"/>
                  </a:lnTo>
                  <a:lnTo>
                    <a:pt x="361632" y="4361231"/>
                  </a:lnTo>
                  <a:lnTo>
                    <a:pt x="339140" y="4325861"/>
                  </a:lnTo>
                  <a:lnTo>
                    <a:pt x="309638" y="4296359"/>
                  </a:lnTo>
                  <a:lnTo>
                    <a:pt x="274269" y="4273867"/>
                  </a:lnTo>
                  <a:lnTo>
                    <a:pt x="234175" y="4259542"/>
                  </a:lnTo>
                  <a:lnTo>
                    <a:pt x="190500" y="4254500"/>
                  </a:lnTo>
                  <a:lnTo>
                    <a:pt x="146812" y="4259542"/>
                  </a:lnTo>
                  <a:lnTo>
                    <a:pt x="106718" y="4273867"/>
                  </a:lnTo>
                  <a:lnTo>
                    <a:pt x="71348" y="4296359"/>
                  </a:lnTo>
                  <a:lnTo>
                    <a:pt x="41846" y="4325861"/>
                  </a:lnTo>
                  <a:lnTo>
                    <a:pt x="19354" y="4361231"/>
                  </a:lnTo>
                  <a:lnTo>
                    <a:pt x="5029" y="4401324"/>
                  </a:lnTo>
                  <a:lnTo>
                    <a:pt x="0" y="4445000"/>
                  </a:lnTo>
                  <a:lnTo>
                    <a:pt x="5029" y="4488688"/>
                  </a:lnTo>
                  <a:lnTo>
                    <a:pt x="19354" y="4528782"/>
                  </a:lnTo>
                  <a:lnTo>
                    <a:pt x="41846" y="4564151"/>
                  </a:lnTo>
                  <a:lnTo>
                    <a:pt x="71348" y="4593653"/>
                  </a:lnTo>
                  <a:lnTo>
                    <a:pt x="106718" y="4616145"/>
                  </a:lnTo>
                  <a:lnTo>
                    <a:pt x="146812" y="4630471"/>
                  </a:lnTo>
                  <a:lnTo>
                    <a:pt x="190500" y="4635500"/>
                  </a:lnTo>
                  <a:lnTo>
                    <a:pt x="234175" y="4630471"/>
                  </a:lnTo>
                  <a:lnTo>
                    <a:pt x="274269" y="4616145"/>
                  </a:lnTo>
                  <a:lnTo>
                    <a:pt x="309638" y="4593653"/>
                  </a:lnTo>
                  <a:lnTo>
                    <a:pt x="339140" y="4564151"/>
                  </a:lnTo>
                  <a:lnTo>
                    <a:pt x="361632" y="4528782"/>
                  </a:lnTo>
                  <a:lnTo>
                    <a:pt x="375958" y="4488688"/>
                  </a:lnTo>
                  <a:lnTo>
                    <a:pt x="381000" y="4445000"/>
                  </a:lnTo>
                  <a:close/>
                </a:path>
                <a:path w="5867400" h="4635500">
                  <a:moveTo>
                    <a:pt x="1409700" y="2908300"/>
                  </a:moveTo>
                  <a:lnTo>
                    <a:pt x="1404658" y="2864624"/>
                  </a:lnTo>
                  <a:lnTo>
                    <a:pt x="1390332" y="2824530"/>
                  </a:lnTo>
                  <a:lnTo>
                    <a:pt x="1367840" y="2789161"/>
                  </a:lnTo>
                  <a:lnTo>
                    <a:pt x="1338338" y="2759659"/>
                  </a:lnTo>
                  <a:lnTo>
                    <a:pt x="1302969" y="2737167"/>
                  </a:lnTo>
                  <a:lnTo>
                    <a:pt x="1262875" y="2722842"/>
                  </a:lnTo>
                  <a:lnTo>
                    <a:pt x="1219200" y="2717800"/>
                  </a:lnTo>
                  <a:lnTo>
                    <a:pt x="1175512" y="2722842"/>
                  </a:lnTo>
                  <a:lnTo>
                    <a:pt x="1135418" y="2737167"/>
                  </a:lnTo>
                  <a:lnTo>
                    <a:pt x="1100048" y="2759659"/>
                  </a:lnTo>
                  <a:lnTo>
                    <a:pt x="1070546" y="2789161"/>
                  </a:lnTo>
                  <a:lnTo>
                    <a:pt x="1048054" y="2824530"/>
                  </a:lnTo>
                  <a:lnTo>
                    <a:pt x="1033729" y="2864624"/>
                  </a:lnTo>
                  <a:lnTo>
                    <a:pt x="1028700" y="2908300"/>
                  </a:lnTo>
                  <a:lnTo>
                    <a:pt x="1033729" y="2951988"/>
                  </a:lnTo>
                  <a:lnTo>
                    <a:pt x="1048054" y="2992082"/>
                  </a:lnTo>
                  <a:lnTo>
                    <a:pt x="1070546" y="3027451"/>
                  </a:lnTo>
                  <a:lnTo>
                    <a:pt x="1100048" y="3056953"/>
                  </a:lnTo>
                  <a:lnTo>
                    <a:pt x="1135418" y="3079445"/>
                  </a:lnTo>
                  <a:lnTo>
                    <a:pt x="1175512" y="3093770"/>
                  </a:lnTo>
                  <a:lnTo>
                    <a:pt x="1219200" y="3098800"/>
                  </a:lnTo>
                  <a:lnTo>
                    <a:pt x="1262875" y="3093770"/>
                  </a:lnTo>
                  <a:lnTo>
                    <a:pt x="1302969" y="3079445"/>
                  </a:lnTo>
                  <a:lnTo>
                    <a:pt x="1338338" y="3056953"/>
                  </a:lnTo>
                  <a:lnTo>
                    <a:pt x="1367840" y="3027451"/>
                  </a:lnTo>
                  <a:lnTo>
                    <a:pt x="1390332" y="2992082"/>
                  </a:lnTo>
                  <a:lnTo>
                    <a:pt x="1404658" y="2951988"/>
                  </a:lnTo>
                  <a:lnTo>
                    <a:pt x="1409700" y="2908300"/>
                  </a:lnTo>
                  <a:close/>
                </a:path>
                <a:path w="5867400" h="4635500">
                  <a:moveTo>
                    <a:pt x="3441700" y="1219200"/>
                  </a:moveTo>
                  <a:lnTo>
                    <a:pt x="3436658" y="1175524"/>
                  </a:lnTo>
                  <a:lnTo>
                    <a:pt x="3422332" y="1135430"/>
                  </a:lnTo>
                  <a:lnTo>
                    <a:pt x="3399840" y="1100061"/>
                  </a:lnTo>
                  <a:lnTo>
                    <a:pt x="3370338" y="1070559"/>
                  </a:lnTo>
                  <a:lnTo>
                    <a:pt x="3334969" y="1048067"/>
                  </a:lnTo>
                  <a:lnTo>
                    <a:pt x="3294875" y="1033741"/>
                  </a:lnTo>
                  <a:lnTo>
                    <a:pt x="3251200" y="1028700"/>
                  </a:lnTo>
                  <a:lnTo>
                    <a:pt x="3207512" y="1033741"/>
                  </a:lnTo>
                  <a:lnTo>
                    <a:pt x="3167418" y="1048067"/>
                  </a:lnTo>
                  <a:lnTo>
                    <a:pt x="3132048" y="1070559"/>
                  </a:lnTo>
                  <a:lnTo>
                    <a:pt x="3102546" y="1100061"/>
                  </a:lnTo>
                  <a:lnTo>
                    <a:pt x="3080054" y="1135430"/>
                  </a:lnTo>
                  <a:lnTo>
                    <a:pt x="3065729" y="1175524"/>
                  </a:lnTo>
                  <a:lnTo>
                    <a:pt x="3060700" y="1219200"/>
                  </a:lnTo>
                  <a:lnTo>
                    <a:pt x="3065729" y="1262888"/>
                  </a:lnTo>
                  <a:lnTo>
                    <a:pt x="3080054" y="1302981"/>
                  </a:lnTo>
                  <a:lnTo>
                    <a:pt x="3102546" y="1338351"/>
                  </a:lnTo>
                  <a:lnTo>
                    <a:pt x="3132048" y="1367853"/>
                  </a:lnTo>
                  <a:lnTo>
                    <a:pt x="3167418" y="1390345"/>
                  </a:lnTo>
                  <a:lnTo>
                    <a:pt x="3207512" y="1404670"/>
                  </a:lnTo>
                  <a:lnTo>
                    <a:pt x="3251200" y="1409700"/>
                  </a:lnTo>
                  <a:lnTo>
                    <a:pt x="3294875" y="1404670"/>
                  </a:lnTo>
                  <a:lnTo>
                    <a:pt x="3334969" y="1390345"/>
                  </a:lnTo>
                  <a:lnTo>
                    <a:pt x="3370338" y="1367853"/>
                  </a:lnTo>
                  <a:lnTo>
                    <a:pt x="3399840" y="1338351"/>
                  </a:lnTo>
                  <a:lnTo>
                    <a:pt x="3422332" y="1302981"/>
                  </a:lnTo>
                  <a:lnTo>
                    <a:pt x="3436658" y="1262888"/>
                  </a:lnTo>
                  <a:lnTo>
                    <a:pt x="3441700" y="1219200"/>
                  </a:lnTo>
                  <a:close/>
                </a:path>
                <a:path w="5867400" h="4635500">
                  <a:moveTo>
                    <a:pt x="5867400" y="190500"/>
                  </a:moveTo>
                  <a:lnTo>
                    <a:pt x="5862358" y="146824"/>
                  </a:lnTo>
                  <a:lnTo>
                    <a:pt x="5848032" y="106730"/>
                  </a:lnTo>
                  <a:lnTo>
                    <a:pt x="5825541" y="71361"/>
                  </a:lnTo>
                  <a:lnTo>
                    <a:pt x="5796038" y="41859"/>
                  </a:lnTo>
                  <a:lnTo>
                    <a:pt x="5760669" y="19367"/>
                  </a:lnTo>
                  <a:lnTo>
                    <a:pt x="5720575" y="5041"/>
                  </a:lnTo>
                  <a:lnTo>
                    <a:pt x="5676900" y="0"/>
                  </a:lnTo>
                  <a:lnTo>
                    <a:pt x="5633212" y="5041"/>
                  </a:lnTo>
                  <a:lnTo>
                    <a:pt x="5593118" y="19367"/>
                  </a:lnTo>
                  <a:lnTo>
                    <a:pt x="5557748" y="41859"/>
                  </a:lnTo>
                  <a:lnTo>
                    <a:pt x="5528246" y="71361"/>
                  </a:lnTo>
                  <a:lnTo>
                    <a:pt x="5505755" y="106730"/>
                  </a:lnTo>
                  <a:lnTo>
                    <a:pt x="5491429" y="146824"/>
                  </a:lnTo>
                  <a:lnTo>
                    <a:pt x="5486400" y="190500"/>
                  </a:lnTo>
                  <a:lnTo>
                    <a:pt x="5491429" y="234188"/>
                  </a:lnTo>
                  <a:lnTo>
                    <a:pt x="5505755" y="274281"/>
                  </a:lnTo>
                  <a:lnTo>
                    <a:pt x="5528246" y="309651"/>
                  </a:lnTo>
                  <a:lnTo>
                    <a:pt x="5557748" y="339153"/>
                  </a:lnTo>
                  <a:lnTo>
                    <a:pt x="5593118" y="361645"/>
                  </a:lnTo>
                  <a:lnTo>
                    <a:pt x="5633212" y="375970"/>
                  </a:lnTo>
                  <a:lnTo>
                    <a:pt x="5676900" y="381000"/>
                  </a:lnTo>
                  <a:lnTo>
                    <a:pt x="5720575" y="375970"/>
                  </a:lnTo>
                  <a:lnTo>
                    <a:pt x="5760669" y="361645"/>
                  </a:lnTo>
                  <a:lnTo>
                    <a:pt x="5796038" y="339153"/>
                  </a:lnTo>
                  <a:lnTo>
                    <a:pt x="5825541" y="309651"/>
                  </a:lnTo>
                  <a:lnTo>
                    <a:pt x="5848032" y="274281"/>
                  </a:lnTo>
                  <a:lnTo>
                    <a:pt x="5862358" y="234188"/>
                  </a:lnTo>
                  <a:lnTo>
                    <a:pt x="5867400" y="190500"/>
                  </a:lnTo>
                  <a:close/>
                </a:path>
              </a:pathLst>
            </a:custGeom>
            <a:solidFill>
              <a:srgbClr val="95C86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30" name="object 30"/>
          <p:cNvSpPr txBox="1"/>
          <p:nvPr/>
        </p:nvSpPr>
        <p:spPr>
          <a:xfrm>
            <a:off x="2177126" y="2273300"/>
            <a:ext cx="2484755" cy="669290"/>
          </a:xfrm>
          <a:prstGeom prst="rect">
            <a:avLst/>
          </a:prstGeom>
        </p:spPr>
        <p:txBody>
          <a:bodyPr vert="horz" wrap="square" lIns="0" tIns="6350" rIns="0" bIns="0" rtlCol="0">
            <a:spAutoFit/>
          </a:bodyPr>
          <a:lstStyle/>
          <a:p>
            <a:pPr algn="ctr">
              <a:lnSpc>
                <a:spcPts val="1675"/>
              </a:lnSpc>
              <a:spcBef>
                <a:spcPts val="50"/>
              </a:spcBef>
            </a:pPr>
            <a:r>
              <a:rPr sz="15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德雷福斯模型：从新手到专家</a:t>
            </a:r>
            <a:endParaRPr sz="1500" b="1" dirty="0">
              <a:latin typeface="江城圆体 600W" panose="020B0800000000000000" pitchFamily="34" charset="-128"/>
              <a:ea typeface="江城圆体 600W" panose="020B0800000000000000" pitchFamily="34" charset="-128"/>
              <a:cs typeface="微软雅黑" panose="020B0503020204020204" charset="-122"/>
            </a:endParaRPr>
          </a:p>
          <a:p>
            <a:pPr marL="6350" algn="ctr">
              <a:lnSpc>
                <a:spcPts val="1135"/>
              </a:lnSpc>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From Novice to Expert</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76200" algn="ctr">
              <a:spcBef>
                <a:spcPts val="140"/>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决策质量</a:t>
            </a:r>
            <a:endParaRPr sz="800" dirty="0">
              <a:latin typeface="江城圆体 400W" panose="020B0800000000000000" pitchFamily="34" charset="-128"/>
              <a:ea typeface="江城圆体 400W" panose="020B0800000000000000" pitchFamily="34" charset="-128"/>
              <a:cs typeface="微软雅黑" panose="020B0503020204020204" charset="-122"/>
            </a:endParaRPr>
          </a:p>
          <a:p>
            <a:pPr marL="76200" algn="ctr">
              <a:spcBef>
                <a:spcPts val="540"/>
              </a:spcBef>
            </a:pPr>
            <a:r>
              <a:rPr sz="6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Quality of Decisions</a:t>
            </a:r>
            <a:endParaRPr sz="600" dirty="0">
              <a:latin typeface="江城圆体 400W" panose="020B0800000000000000" pitchFamily="34" charset="-128"/>
              <a:ea typeface="江城圆体 400W" panose="020B0800000000000000" pitchFamily="34" charset="-128"/>
              <a:cs typeface="微软雅黑" panose="020B0503020204020204" charset="-122"/>
            </a:endParaRPr>
          </a:p>
        </p:txBody>
      </p:sp>
      <p:grpSp>
        <p:nvGrpSpPr>
          <p:cNvPr id="31" name="object 31"/>
          <p:cNvGrpSpPr/>
          <p:nvPr/>
        </p:nvGrpSpPr>
        <p:grpSpPr>
          <a:xfrm>
            <a:off x="1174750" y="3308350"/>
            <a:ext cx="4997450" cy="3409950"/>
            <a:chOff x="2349500" y="6616700"/>
            <a:chExt cx="9994900" cy="6819900"/>
          </a:xfrm>
        </p:grpSpPr>
        <p:sp>
          <p:nvSpPr>
            <p:cNvPr id="32" name="object 32"/>
            <p:cNvSpPr/>
            <p:nvPr/>
          </p:nvSpPr>
          <p:spPr>
            <a:xfrm>
              <a:off x="2349500" y="11633200"/>
              <a:ext cx="381000" cy="381000"/>
            </a:xfrm>
            <a:custGeom>
              <a:avLst/>
              <a:gdLst/>
              <a:ahLst/>
              <a:cxnLst/>
              <a:rect l="l" t="t" r="r" b="b"/>
              <a:pathLst>
                <a:path w="381000" h="381000">
                  <a:moveTo>
                    <a:pt x="190500" y="0"/>
                  </a:moveTo>
                  <a:lnTo>
                    <a:pt x="146819" y="5031"/>
                  </a:lnTo>
                  <a:lnTo>
                    <a:pt x="106722" y="19362"/>
                  </a:lnTo>
                  <a:lnTo>
                    <a:pt x="71351" y="41850"/>
                  </a:lnTo>
                  <a:lnTo>
                    <a:pt x="41850" y="71351"/>
                  </a:lnTo>
                  <a:lnTo>
                    <a:pt x="19362" y="106722"/>
                  </a:lnTo>
                  <a:lnTo>
                    <a:pt x="5031" y="146819"/>
                  </a:lnTo>
                  <a:lnTo>
                    <a:pt x="0" y="190500"/>
                  </a:lnTo>
                  <a:lnTo>
                    <a:pt x="5031" y="234180"/>
                  </a:lnTo>
                  <a:lnTo>
                    <a:pt x="19362" y="274277"/>
                  </a:lnTo>
                  <a:lnTo>
                    <a:pt x="41850" y="309648"/>
                  </a:lnTo>
                  <a:lnTo>
                    <a:pt x="71351" y="339149"/>
                  </a:lnTo>
                  <a:lnTo>
                    <a:pt x="106722" y="361637"/>
                  </a:lnTo>
                  <a:lnTo>
                    <a:pt x="146819" y="375968"/>
                  </a:lnTo>
                  <a:lnTo>
                    <a:pt x="190500" y="381000"/>
                  </a:lnTo>
                  <a:lnTo>
                    <a:pt x="234180" y="375968"/>
                  </a:lnTo>
                  <a:lnTo>
                    <a:pt x="274277" y="361637"/>
                  </a:lnTo>
                  <a:lnTo>
                    <a:pt x="309648" y="339149"/>
                  </a:lnTo>
                  <a:lnTo>
                    <a:pt x="339149" y="309648"/>
                  </a:lnTo>
                  <a:lnTo>
                    <a:pt x="361637" y="274277"/>
                  </a:lnTo>
                  <a:lnTo>
                    <a:pt x="375968" y="234180"/>
                  </a:lnTo>
                  <a:lnTo>
                    <a:pt x="381000" y="190500"/>
                  </a:lnTo>
                  <a:lnTo>
                    <a:pt x="375968" y="146819"/>
                  </a:lnTo>
                  <a:lnTo>
                    <a:pt x="361637" y="106722"/>
                  </a:lnTo>
                  <a:lnTo>
                    <a:pt x="339149" y="71351"/>
                  </a:lnTo>
                  <a:lnTo>
                    <a:pt x="309648" y="41850"/>
                  </a:lnTo>
                  <a:lnTo>
                    <a:pt x="274277" y="19362"/>
                  </a:lnTo>
                  <a:lnTo>
                    <a:pt x="234180" y="5031"/>
                  </a:lnTo>
                  <a:lnTo>
                    <a:pt x="190500" y="0"/>
                  </a:lnTo>
                  <a:close/>
                </a:path>
              </a:pathLst>
            </a:custGeom>
            <a:solidFill>
              <a:srgbClr val="95C86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 name="object 33"/>
            <p:cNvSpPr/>
            <p:nvPr/>
          </p:nvSpPr>
          <p:spPr>
            <a:xfrm>
              <a:off x="2527300" y="12522200"/>
              <a:ext cx="2273300" cy="914400"/>
            </a:xfrm>
            <a:custGeom>
              <a:avLst/>
              <a:gdLst/>
              <a:ahLst/>
              <a:cxnLst/>
              <a:rect l="l" t="t" r="r" b="b"/>
              <a:pathLst>
                <a:path w="2273300" h="914400">
                  <a:moveTo>
                    <a:pt x="2171700" y="0"/>
                  </a:moveTo>
                  <a:lnTo>
                    <a:pt x="101600" y="0"/>
                  </a:lnTo>
                  <a:lnTo>
                    <a:pt x="62052" y="7984"/>
                  </a:lnTo>
                  <a:lnTo>
                    <a:pt x="29757" y="29757"/>
                  </a:lnTo>
                  <a:lnTo>
                    <a:pt x="7984" y="62052"/>
                  </a:lnTo>
                  <a:lnTo>
                    <a:pt x="0" y="101600"/>
                  </a:lnTo>
                  <a:lnTo>
                    <a:pt x="0" y="812800"/>
                  </a:lnTo>
                  <a:lnTo>
                    <a:pt x="7984" y="852347"/>
                  </a:lnTo>
                  <a:lnTo>
                    <a:pt x="29757" y="884642"/>
                  </a:lnTo>
                  <a:lnTo>
                    <a:pt x="62052" y="906415"/>
                  </a:lnTo>
                  <a:lnTo>
                    <a:pt x="101600" y="914400"/>
                  </a:lnTo>
                  <a:lnTo>
                    <a:pt x="2171700" y="914400"/>
                  </a:lnTo>
                  <a:lnTo>
                    <a:pt x="2211247" y="906415"/>
                  </a:lnTo>
                  <a:lnTo>
                    <a:pt x="2243542" y="884642"/>
                  </a:lnTo>
                  <a:lnTo>
                    <a:pt x="2265315" y="852347"/>
                  </a:lnTo>
                  <a:lnTo>
                    <a:pt x="2273300" y="812800"/>
                  </a:lnTo>
                  <a:lnTo>
                    <a:pt x="2273300" y="101600"/>
                  </a:lnTo>
                  <a:lnTo>
                    <a:pt x="2265315" y="62052"/>
                  </a:lnTo>
                  <a:lnTo>
                    <a:pt x="2243542" y="29757"/>
                  </a:lnTo>
                  <a:lnTo>
                    <a:pt x="2211247" y="7984"/>
                  </a:lnTo>
                  <a:lnTo>
                    <a:pt x="21717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4" name="object 34"/>
            <p:cNvSpPr/>
            <p:nvPr/>
          </p:nvSpPr>
          <p:spPr>
            <a:xfrm>
              <a:off x="2527300" y="12522200"/>
              <a:ext cx="2273300" cy="914400"/>
            </a:xfrm>
            <a:custGeom>
              <a:avLst/>
              <a:gdLst/>
              <a:ahLst/>
              <a:cxnLst/>
              <a:rect l="l" t="t" r="r" b="b"/>
              <a:pathLst>
                <a:path w="2273300" h="914400">
                  <a:moveTo>
                    <a:pt x="101600" y="0"/>
                  </a:moveTo>
                  <a:lnTo>
                    <a:pt x="2171700" y="0"/>
                  </a:lnTo>
                  <a:lnTo>
                    <a:pt x="2211247" y="7984"/>
                  </a:lnTo>
                  <a:lnTo>
                    <a:pt x="2243542" y="29757"/>
                  </a:lnTo>
                  <a:lnTo>
                    <a:pt x="2265315" y="62052"/>
                  </a:lnTo>
                  <a:lnTo>
                    <a:pt x="2273300" y="101600"/>
                  </a:lnTo>
                  <a:lnTo>
                    <a:pt x="2273300" y="812800"/>
                  </a:lnTo>
                  <a:lnTo>
                    <a:pt x="2265315" y="852347"/>
                  </a:lnTo>
                  <a:lnTo>
                    <a:pt x="2243542" y="884642"/>
                  </a:lnTo>
                  <a:lnTo>
                    <a:pt x="2211247" y="906415"/>
                  </a:lnTo>
                  <a:lnTo>
                    <a:pt x="2171700" y="914400"/>
                  </a:lnTo>
                  <a:lnTo>
                    <a:pt x="101600" y="914400"/>
                  </a:lnTo>
                  <a:lnTo>
                    <a:pt x="62052" y="906415"/>
                  </a:lnTo>
                  <a:lnTo>
                    <a:pt x="29757" y="884642"/>
                  </a:lnTo>
                  <a:lnTo>
                    <a:pt x="7984" y="852347"/>
                  </a:lnTo>
                  <a:lnTo>
                    <a:pt x="0" y="812800"/>
                  </a:lnTo>
                  <a:lnTo>
                    <a:pt x="0" y="101600"/>
                  </a:lnTo>
                  <a:lnTo>
                    <a:pt x="7984" y="62052"/>
                  </a:lnTo>
                  <a:lnTo>
                    <a:pt x="29757" y="29757"/>
                  </a:lnTo>
                  <a:lnTo>
                    <a:pt x="62052" y="7984"/>
                  </a:lnTo>
                  <a:lnTo>
                    <a:pt x="101600" y="0"/>
                  </a:lnTo>
                  <a:close/>
                </a:path>
              </a:pathLst>
            </a:custGeom>
            <a:ln w="381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 name="object 35"/>
            <p:cNvSpPr/>
            <p:nvPr/>
          </p:nvSpPr>
          <p:spPr>
            <a:xfrm>
              <a:off x="3009900" y="11188700"/>
              <a:ext cx="4686300" cy="914400"/>
            </a:xfrm>
            <a:custGeom>
              <a:avLst/>
              <a:gdLst/>
              <a:ahLst/>
              <a:cxnLst/>
              <a:rect l="l" t="t" r="r" b="b"/>
              <a:pathLst>
                <a:path w="4686300" h="914400">
                  <a:moveTo>
                    <a:pt x="4584700" y="0"/>
                  </a:moveTo>
                  <a:lnTo>
                    <a:pt x="101600" y="0"/>
                  </a:lnTo>
                  <a:lnTo>
                    <a:pt x="62052" y="7984"/>
                  </a:lnTo>
                  <a:lnTo>
                    <a:pt x="29757" y="29757"/>
                  </a:lnTo>
                  <a:lnTo>
                    <a:pt x="7984" y="62052"/>
                  </a:lnTo>
                  <a:lnTo>
                    <a:pt x="0" y="101600"/>
                  </a:lnTo>
                  <a:lnTo>
                    <a:pt x="0" y="812800"/>
                  </a:lnTo>
                  <a:lnTo>
                    <a:pt x="7984" y="852347"/>
                  </a:lnTo>
                  <a:lnTo>
                    <a:pt x="29757" y="884642"/>
                  </a:lnTo>
                  <a:lnTo>
                    <a:pt x="62052" y="906415"/>
                  </a:lnTo>
                  <a:lnTo>
                    <a:pt x="101600" y="914400"/>
                  </a:lnTo>
                  <a:lnTo>
                    <a:pt x="4584700" y="914400"/>
                  </a:lnTo>
                  <a:lnTo>
                    <a:pt x="4624247" y="906415"/>
                  </a:lnTo>
                  <a:lnTo>
                    <a:pt x="4656542" y="884642"/>
                  </a:lnTo>
                  <a:lnTo>
                    <a:pt x="4678315" y="852347"/>
                  </a:lnTo>
                  <a:lnTo>
                    <a:pt x="4686300" y="812800"/>
                  </a:lnTo>
                  <a:lnTo>
                    <a:pt x="4686300" y="101600"/>
                  </a:lnTo>
                  <a:lnTo>
                    <a:pt x="4678315" y="62052"/>
                  </a:lnTo>
                  <a:lnTo>
                    <a:pt x="4656542" y="29757"/>
                  </a:lnTo>
                  <a:lnTo>
                    <a:pt x="4624247" y="7984"/>
                  </a:lnTo>
                  <a:lnTo>
                    <a:pt x="45847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6" name="object 36"/>
            <p:cNvSpPr/>
            <p:nvPr/>
          </p:nvSpPr>
          <p:spPr>
            <a:xfrm>
              <a:off x="3009900" y="11188700"/>
              <a:ext cx="4686300" cy="914400"/>
            </a:xfrm>
            <a:custGeom>
              <a:avLst/>
              <a:gdLst/>
              <a:ahLst/>
              <a:cxnLst/>
              <a:rect l="l" t="t" r="r" b="b"/>
              <a:pathLst>
                <a:path w="4686300" h="914400">
                  <a:moveTo>
                    <a:pt x="101600" y="0"/>
                  </a:moveTo>
                  <a:lnTo>
                    <a:pt x="4584700" y="0"/>
                  </a:lnTo>
                  <a:lnTo>
                    <a:pt x="4624247" y="7984"/>
                  </a:lnTo>
                  <a:lnTo>
                    <a:pt x="4656542" y="29757"/>
                  </a:lnTo>
                  <a:lnTo>
                    <a:pt x="4678315" y="62052"/>
                  </a:lnTo>
                  <a:lnTo>
                    <a:pt x="4686300" y="101600"/>
                  </a:lnTo>
                  <a:lnTo>
                    <a:pt x="4686300" y="812800"/>
                  </a:lnTo>
                  <a:lnTo>
                    <a:pt x="4678315" y="852347"/>
                  </a:lnTo>
                  <a:lnTo>
                    <a:pt x="4656542" y="884642"/>
                  </a:lnTo>
                  <a:lnTo>
                    <a:pt x="4624247" y="906415"/>
                  </a:lnTo>
                  <a:lnTo>
                    <a:pt x="4584700" y="914400"/>
                  </a:lnTo>
                  <a:lnTo>
                    <a:pt x="101600" y="914400"/>
                  </a:lnTo>
                  <a:lnTo>
                    <a:pt x="62052" y="906415"/>
                  </a:lnTo>
                  <a:lnTo>
                    <a:pt x="29757" y="884642"/>
                  </a:lnTo>
                  <a:lnTo>
                    <a:pt x="7984" y="852347"/>
                  </a:lnTo>
                  <a:lnTo>
                    <a:pt x="0" y="812800"/>
                  </a:lnTo>
                  <a:lnTo>
                    <a:pt x="0" y="101600"/>
                  </a:lnTo>
                  <a:lnTo>
                    <a:pt x="7984" y="62052"/>
                  </a:lnTo>
                  <a:lnTo>
                    <a:pt x="29757" y="29757"/>
                  </a:lnTo>
                  <a:lnTo>
                    <a:pt x="62052" y="7984"/>
                  </a:lnTo>
                  <a:lnTo>
                    <a:pt x="101600" y="0"/>
                  </a:lnTo>
                  <a:close/>
                </a:path>
              </a:pathLst>
            </a:custGeom>
            <a:ln w="381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7" name="object 37"/>
            <p:cNvSpPr/>
            <p:nvPr/>
          </p:nvSpPr>
          <p:spPr>
            <a:xfrm>
              <a:off x="3810000" y="9626600"/>
              <a:ext cx="4800600" cy="1155700"/>
            </a:xfrm>
            <a:custGeom>
              <a:avLst/>
              <a:gdLst/>
              <a:ahLst/>
              <a:cxnLst/>
              <a:rect l="l" t="t" r="r" b="b"/>
              <a:pathLst>
                <a:path w="4800600" h="1155700">
                  <a:moveTo>
                    <a:pt x="4699000" y="0"/>
                  </a:moveTo>
                  <a:lnTo>
                    <a:pt x="101600" y="0"/>
                  </a:lnTo>
                  <a:lnTo>
                    <a:pt x="62052" y="7984"/>
                  </a:lnTo>
                  <a:lnTo>
                    <a:pt x="29757" y="29757"/>
                  </a:lnTo>
                  <a:lnTo>
                    <a:pt x="7984" y="62052"/>
                  </a:lnTo>
                  <a:lnTo>
                    <a:pt x="0" y="101600"/>
                  </a:lnTo>
                  <a:lnTo>
                    <a:pt x="0" y="1054100"/>
                  </a:lnTo>
                  <a:lnTo>
                    <a:pt x="7984" y="1093647"/>
                  </a:lnTo>
                  <a:lnTo>
                    <a:pt x="29757" y="1125942"/>
                  </a:lnTo>
                  <a:lnTo>
                    <a:pt x="62052" y="1147715"/>
                  </a:lnTo>
                  <a:lnTo>
                    <a:pt x="101600" y="1155700"/>
                  </a:lnTo>
                  <a:lnTo>
                    <a:pt x="4699000" y="1155700"/>
                  </a:lnTo>
                  <a:lnTo>
                    <a:pt x="4738547" y="1147715"/>
                  </a:lnTo>
                  <a:lnTo>
                    <a:pt x="4770842" y="1125942"/>
                  </a:lnTo>
                  <a:lnTo>
                    <a:pt x="4792615" y="1093647"/>
                  </a:lnTo>
                  <a:lnTo>
                    <a:pt x="4800600" y="1054100"/>
                  </a:lnTo>
                  <a:lnTo>
                    <a:pt x="4800600" y="101600"/>
                  </a:lnTo>
                  <a:lnTo>
                    <a:pt x="4792615" y="62052"/>
                  </a:lnTo>
                  <a:lnTo>
                    <a:pt x="4770842" y="29757"/>
                  </a:lnTo>
                  <a:lnTo>
                    <a:pt x="4738547" y="7984"/>
                  </a:lnTo>
                  <a:lnTo>
                    <a:pt x="46990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8" name="object 38"/>
            <p:cNvSpPr/>
            <p:nvPr/>
          </p:nvSpPr>
          <p:spPr>
            <a:xfrm>
              <a:off x="3810000" y="9626600"/>
              <a:ext cx="4800600" cy="1155700"/>
            </a:xfrm>
            <a:custGeom>
              <a:avLst/>
              <a:gdLst/>
              <a:ahLst/>
              <a:cxnLst/>
              <a:rect l="l" t="t" r="r" b="b"/>
              <a:pathLst>
                <a:path w="4800600" h="1155700">
                  <a:moveTo>
                    <a:pt x="101600" y="0"/>
                  </a:moveTo>
                  <a:lnTo>
                    <a:pt x="4699000" y="0"/>
                  </a:lnTo>
                  <a:lnTo>
                    <a:pt x="4738547" y="7984"/>
                  </a:lnTo>
                  <a:lnTo>
                    <a:pt x="4770842" y="29757"/>
                  </a:lnTo>
                  <a:lnTo>
                    <a:pt x="4792615" y="62052"/>
                  </a:lnTo>
                  <a:lnTo>
                    <a:pt x="4800600" y="101600"/>
                  </a:lnTo>
                  <a:lnTo>
                    <a:pt x="4800600" y="1054100"/>
                  </a:lnTo>
                  <a:lnTo>
                    <a:pt x="4792615" y="1093647"/>
                  </a:lnTo>
                  <a:lnTo>
                    <a:pt x="4770842" y="1125942"/>
                  </a:lnTo>
                  <a:lnTo>
                    <a:pt x="4738547" y="1147715"/>
                  </a:lnTo>
                  <a:lnTo>
                    <a:pt x="4699000" y="1155700"/>
                  </a:lnTo>
                  <a:lnTo>
                    <a:pt x="101600" y="1155700"/>
                  </a:lnTo>
                  <a:lnTo>
                    <a:pt x="62052" y="1147715"/>
                  </a:lnTo>
                  <a:lnTo>
                    <a:pt x="29757" y="1125942"/>
                  </a:lnTo>
                  <a:lnTo>
                    <a:pt x="7984" y="1093647"/>
                  </a:lnTo>
                  <a:lnTo>
                    <a:pt x="0" y="1054100"/>
                  </a:lnTo>
                  <a:lnTo>
                    <a:pt x="0" y="101600"/>
                  </a:lnTo>
                  <a:lnTo>
                    <a:pt x="7984" y="62052"/>
                  </a:lnTo>
                  <a:lnTo>
                    <a:pt x="29757" y="29757"/>
                  </a:lnTo>
                  <a:lnTo>
                    <a:pt x="62052" y="7984"/>
                  </a:lnTo>
                  <a:lnTo>
                    <a:pt x="101600" y="0"/>
                  </a:lnTo>
                  <a:close/>
                </a:path>
              </a:pathLst>
            </a:custGeom>
            <a:ln w="381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9" name="object 39"/>
            <p:cNvSpPr/>
            <p:nvPr/>
          </p:nvSpPr>
          <p:spPr>
            <a:xfrm>
              <a:off x="5969000" y="7988300"/>
              <a:ext cx="4800600" cy="1435100"/>
            </a:xfrm>
            <a:custGeom>
              <a:avLst/>
              <a:gdLst/>
              <a:ahLst/>
              <a:cxnLst/>
              <a:rect l="l" t="t" r="r" b="b"/>
              <a:pathLst>
                <a:path w="4800600" h="1435100">
                  <a:moveTo>
                    <a:pt x="4699000" y="0"/>
                  </a:moveTo>
                  <a:lnTo>
                    <a:pt x="101600" y="0"/>
                  </a:lnTo>
                  <a:lnTo>
                    <a:pt x="62052" y="7984"/>
                  </a:lnTo>
                  <a:lnTo>
                    <a:pt x="29757" y="29757"/>
                  </a:lnTo>
                  <a:lnTo>
                    <a:pt x="7984" y="62052"/>
                  </a:lnTo>
                  <a:lnTo>
                    <a:pt x="0" y="101600"/>
                  </a:lnTo>
                  <a:lnTo>
                    <a:pt x="0" y="1333500"/>
                  </a:lnTo>
                  <a:lnTo>
                    <a:pt x="7984" y="1373047"/>
                  </a:lnTo>
                  <a:lnTo>
                    <a:pt x="29757" y="1405342"/>
                  </a:lnTo>
                  <a:lnTo>
                    <a:pt x="62052" y="1427115"/>
                  </a:lnTo>
                  <a:lnTo>
                    <a:pt x="101600" y="1435100"/>
                  </a:lnTo>
                  <a:lnTo>
                    <a:pt x="4699000" y="1435100"/>
                  </a:lnTo>
                  <a:lnTo>
                    <a:pt x="4738547" y="1427115"/>
                  </a:lnTo>
                  <a:lnTo>
                    <a:pt x="4770842" y="1405342"/>
                  </a:lnTo>
                  <a:lnTo>
                    <a:pt x="4792615" y="1373047"/>
                  </a:lnTo>
                  <a:lnTo>
                    <a:pt x="4800600" y="1333500"/>
                  </a:lnTo>
                  <a:lnTo>
                    <a:pt x="4800600" y="101600"/>
                  </a:lnTo>
                  <a:lnTo>
                    <a:pt x="4792615" y="62052"/>
                  </a:lnTo>
                  <a:lnTo>
                    <a:pt x="4770842" y="29757"/>
                  </a:lnTo>
                  <a:lnTo>
                    <a:pt x="4738547" y="7984"/>
                  </a:lnTo>
                  <a:lnTo>
                    <a:pt x="46990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0" name="object 40"/>
            <p:cNvSpPr/>
            <p:nvPr/>
          </p:nvSpPr>
          <p:spPr>
            <a:xfrm>
              <a:off x="5969000" y="7988300"/>
              <a:ext cx="4800600" cy="1435100"/>
            </a:xfrm>
            <a:custGeom>
              <a:avLst/>
              <a:gdLst/>
              <a:ahLst/>
              <a:cxnLst/>
              <a:rect l="l" t="t" r="r" b="b"/>
              <a:pathLst>
                <a:path w="4800600" h="1435100">
                  <a:moveTo>
                    <a:pt x="101600" y="0"/>
                  </a:moveTo>
                  <a:lnTo>
                    <a:pt x="4699000" y="0"/>
                  </a:lnTo>
                  <a:lnTo>
                    <a:pt x="4738547" y="7984"/>
                  </a:lnTo>
                  <a:lnTo>
                    <a:pt x="4770842" y="29757"/>
                  </a:lnTo>
                  <a:lnTo>
                    <a:pt x="4792615" y="62052"/>
                  </a:lnTo>
                  <a:lnTo>
                    <a:pt x="4800600" y="101600"/>
                  </a:lnTo>
                  <a:lnTo>
                    <a:pt x="4800600" y="1333500"/>
                  </a:lnTo>
                  <a:lnTo>
                    <a:pt x="4792615" y="1373047"/>
                  </a:lnTo>
                  <a:lnTo>
                    <a:pt x="4770842" y="1405342"/>
                  </a:lnTo>
                  <a:lnTo>
                    <a:pt x="4738547" y="1427115"/>
                  </a:lnTo>
                  <a:lnTo>
                    <a:pt x="4699000" y="1435100"/>
                  </a:lnTo>
                  <a:lnTo>
                    <a:pt x="101600" y="1435100"/>
                  </a:lnTo>
                  <a:lnTo>
                    <a:pt x="62052" y="1427115"/>
                  </a:lnTo>
                  <a:lnTo>
                    <a:pt x="29757" y="1405342"/>
                  </a:lnTo>
                  <a:lnTo>
                    <a:pt x="7984" y="1373047"/>
                  </a:lnTo>
                  <a:lnTo>
                    <a:pt x="0" y="1333500"/>
                  </a:lnTo>
                  <a:lnTo>
                    <a:pt x="0" y="101600"/>
                  </a:lnTo>
                  <a:lnTo>
                    <a:pt x="7984" y="62052"/>
                  </a:lnTo>
                  <a:lnTo>
                    <a:pt x="29757" y="29757"/>
                  </a:lnTo>
                  <a:lnTo>
                    <a:pt x="62052" y="7984"/>
                  </a:lnTo>
                  <a:lnTo>
                    <a:pt x="101600" y="0"/>
                  </a:lnTo>
                  <a:close/>
                </a:path>
              </a:pathLst>
            </a:custGeom>
            <a:ln w="381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1" name="object 41"/>
            <p:cNvSpPr/>
            <p:nvPr/>
          </p:nvSpPr>
          <p:spPr>
            <a:xfrm>
              <a:off x="8610600" y="6616700"/>
              <a:ext cx="3733800" cy="1219200"/>
            </a:xfrm>
            <a:custGeom>
              <a:avLst/>
              <a:gdLst/>
              <a:ahLst/>
              <a:cxnLst/>
              <a:rect l="l" t="t" r="r" b="b"/>
              <a:pathLst>
                <a:path w="3733800" h="1219200">
                  <a:moveTo>
                    <a:pt x="3632200" y="0"/>
                  </a:moveTo>
                  <a:lnTo>
                    <a:pt x="101600" y="0"/>
                  </a:lnTo>
                  <a:lnTo>
                    <a:pt x="62052" y="7984"/>
                  </a:lnTo>
                  <a:lnTo>
                    <a:pt x="29757" y="29757"/>
                  </a:lnTo>
                  <a:lnTo>
                    <a:pt x="7984" y="62052"/>
                  </a:lnTo>
                  <a:lnTo>
                    <a:pt x="0" y="101600"/>
                  </a:lnTo>
                  <a:lnTo>
                    <a:pt x="0" y="1117600"/>
                  </a:lnTo>
                  <a:lnTo>
                    <a:pt x="7984" y="1157147"/>
                  </a:lnTo>
                  <a:lnTo>
                    <a:pt x="29757" y="1189442"/>
                  </a:lnTo>
                  <a:lnTo>
                    <a:pt x="62052" y="1211215"/>
                  </a:lnTo>
                  <a:lnTo>
                    <a:pt x="101600" y="1219200"/>
                  </a:lnTo>
                  <a:lnTo>
                    <a:pt x="3632200" y="1219200"/>
                  </a:lnTo>
                  <a:lnTo>
                    <a:pt x="3671747" y="1211215"/>
                  </a:lnTo>
                  <a:lnTo>
                    <a:pt x="3704042" y="1189442"/>
                  </a:lnTo>
                  <a:lnTo>
                    <a:pt x="3725815" y="1157147"/>
                  </a:lnTo>
                  <a:lnTo>
                    <a:pt x="3733800" y="1117600"/>
                  </a:lnTo>
                  <a:lnTo>
                    <a:pt x="3733800" y="101600"/>
                  </a:lnTo>
                  <a:lnTo>
                    <a:pt x="3725815" y="62052"/>
                  </a:lnTo>
                  <a:lnTo>
                    <a:pt x="3704042" y="29757"/>
                  </a:lnTo>
                  <a:lnTo>
                    <a:pt x="3671747" y="7984"/>
                  </a:lnTo>
                  <a:lnTo>
                    <a:pt x="36322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2" name="object 42"/>
            <p:cNvSpPr/>
            <p:nvPr/>
          </p:nvSpPr>
          <p:spPr>
            <a:xfrm>
              <a:off x="8610600" y="6616700"/>
              <a:ext cx="3733800" cy="1219200"/>
            </a:xfrm>
            <a:custGeom>
              <a:avLst/>
              <a:gdLst/>
              <a:ahLst/>
              <a:cxnLst/>
              <a:rect l="l" t="t" r="r" b="b"/>
              <a:pathLst>
                <a:path w="3733800" h="1219200">
                  <a:moveTo>
                    <a:pt x="101600" y="0"/>
                  </a:moveTo>
                  <a:lnTo>
                    <a:pt x="3632200" y="0"/>
                  </a:lnTo>
                  <a:lnTo>
                    <a:pt x="3671747" y="7984"/>
                  </a:lnTo>
                  <a:lnTo>
                    <a:pt x="3704042" y="29757"/>
                  </a:lnTo>
                  <a:lnTo>
                    <a:pt x="3725815" y="62052"/>
                  </a:lnTo>
                  <a:lnTo>
                    <a:pt x="3733800" y="101600"/>
                  </a:lnTo>
                  <a:lnTo>
                    <a:pt x="3733800" y="1117600"/>
                  </a:lnTo>
                  <a:lnTo>
                    <a:pt x="3725815" y="1157147"/>
                  </a:lnTo>
                  <a:lnTo>
                    <a:pt x="3704042" y="1189442"/>
                  </a:lnTo>
                  <a:lnTo>
                    <a:pt x="3671747" y="1211215"/>
                  </a:lnTo>
                  <a:lnTo>
                    <a:pt x="3632200" y="1219200"/>
                  </a:lnTo>
                  <a:lnTo>
                    <a:pt x="101600" y="1219200"/>
                  </a:lnTo>
                  <a:lnTo>
                    <a:pt x="62052" y="1211215"/>
                  </a:lnTo>
                  <a:lnTo>
                    <a:pt x="29757" y="1189442"/>
                  </a:lnTo>
                  <a:lnTo>
                    <a:pt x="7984" y="1157147"/>
                  </a:lnTo>
                  <a:lnTo>
                    <a:pt x="0" y="1117600"/>
                  </a:lnTo>
                  <a:lnTo>
                    <a:pt x="0" y="101600"/>
                  </a:lnTo>
                  <a:lnTo>
                    <a:pt x="7984" y="62052"/>
                  </a:lnTo>
                  <a:lnTo>
                    <a:pt x="29757" y="29757"/>
                  </a:lnTo>
                  <a:lnTo>
                    <a:pt x="62052" y="7984"/>
                  </a:lnTo>
                  <a:lnTo>
                    <a:pt x="101600" y="0"/>
                  </a:lnTo>
                  <a:close/>
                </a:path>
              </a:pathLst>
            </a:custGeom>
            <a:ln w="381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43" name="object 43"/>
          <p:cNvSpPr txBox="1"/>
          <p:nvPr/>
        </p:nvSpPr>
        <p:spPr>
          <a:xfrm>
            <a:off x="1276350" y="6084411"/>
            <a:ext cx="981393" cy="436880"/>
          </a:xfrm>
          <a:prstGeom prst="rect">
            <a:avLst/>
          </a:prstGeom>
        </p:spPr>
        <p:txBody>
          <a:bodyPr vert="horz" wrap="square" lIns="0" tIns="30480" rIns="0" bIns="0" rtlCol="0">
            <a:spAutoFit/>
          </a:bodyPr>
          <a:lstStyle/>
          <a:p>
            <a:pPr marL="35560">
              <a:spcBef>
                <a:spcPts val="240"/>
              </a:spcBef>
            </a:pPr>
            <a:r>
              <a:rPr sz="9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1、新手Novice</a:t>
            </a:r>
            <a:endParaRPr sz="900" b="1">
              <a:latin typeface="江城圆体 600W" panose="020B0800000000000000" pitchFamily="34" charset="-128"/>
              <a:ea typeface="江城圆体 600W" panose="020B0800000000000000" pitchFamily="34" charset="-128"/>
              <a:cs typeface="微软雅黑" panose="020B0503020204020204" charset="-122"/>
            </a:endParaRPr>
          </a:p>
          <a:p>
            <a:pPr marL="6350">
              <a:spcBef>
                <a:spcPts val="170"/>
              </a:spcBef>
            </a:pPr>
            <a:r>
              <a:rPr sz="800" b="1" dirty="0">
                <a:solidFill>
                  <a:srgbClr val="FFFFFF"/>
                </a:solidFill>
                <a:latin typeface="江城圆体 600W" panose="020B0800000000000000" pitchFamily="34" charset="-128"/>
                <a:ea typeface="江城圆体 600W" panose="020B0800000000000000" pitchFamily="34" charset="-128"/>
                <a:cs typeface="宋体" panose="02010600030101010101" pitchFamily="2" charset="-122"/>
              </a:rPr>
              <a:t>- </a:t>
            </a:r>
            <a:r>
              <a:rPr sz="8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严格遵守规则或计划</a:t>
            </a:r>
            <a:endParaRPr sz="800" b="1">
              <a:latin typeface="江城圆体 600W" panose="020B0800000000000000" pitchFamily="34" charset="-128"/>
              <a:ea typeface="江城圆体 600W" panose="020B0800000000000000" pitchFamily="34" charset="-128"/>
              <a:cs typeface="PMingLiU" panose="02020500000000000000" charset="-120"/>
            </a:endParaRPr>
          </a:p>
        </p:txBody>
      </p:sp>
      <p:sp>
        <p:nvSpPr>
          <p:cNvPr id="44" name="object 44"/>
          <p:cNvSpPr txBox="1"/>
          <p:nvPr/>
        </p:nvSpPr>
        <p:spPr>
          <a:xfrm>
            <a:off x="1276350" y="6389370"/>
            <a:ext cx="1187450" cy="288290"/>
          </a:xfrm>
          <a:prstGeom prst="rect">
            <a:avLst/>
          </a:prstGeom>
        </p:spPr>
        <p:txBody>
          <a:bodyPr vert="horz" wrap="square" lIns="0" tIns="24130" rIns="0" bIns="0" rtlCol="0">
            <a:spAutoFit/>
          </a:bodyPr>
          <a:lstStyle/>
          <a:p>
            <a:pPr marL="76835" indent="-70485">
              <a:spcBef>
                <a:spcPts val="190"/>
              </a:spcBef>
              <a:buChar char="-"/>
              <a:tabLst>
                <a:tab pos="76200" algn="l"/>
              </a:tabLst>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几乎无法感知情境</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76835" indent="-70485">
              <a:spcBef>
                <a:spcPts val="140"/>
              </a:spcBef>
              <a:buChar char="-"/>
              <a:tabLst>
                <a:tab pos="76200" algn="l"/>
              </a:tabLst>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无法酌情判断</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5" name="object 45"/>
          <p:cNvSpPr/>
          <p:nvPr/>
        </p:nvSpPr>
        <p:spPr>
          <a:xfrm>
            <a:off x="3536950" y="7004050"/>
            <a:ext cx="2825750" cy="1638300"/>
          </a:xfrm>
          <a:custGeom>
            <a:avLst/>
            <a:gdLst/>
            <a:ahLst/>
            <a:cxnLst/>
            <a:rect l="l" t="t" r="r" b="b"/>
            <a:pathLst>
              <a:path w="5651500" h="3276600">
                <a:moveTo>
                  <a:pt x="5549900" y="0"/>
                </a:moveTo>
                <a:lnTo>
                  <a:pt x="101600" y="0"/>
                </a:lnTo>
                <a:lnTo>
                  <a:pt x="62052" y="7984"/>
                </a:lnTo>
                <a:lnTo>
                  <a:pt x="29757" y="29757"/>
                </a:lnTo>
                <a:lnTo>
                  <a:pt x="7984" y="62052"/>
                </a:lnTo>
                <a:lnTo>
                  <a:pt x="0" y="101600"/>
                </a:lnTo>
                <a:lnTo>
                  <a:pt x="0" y="3175000"/>
                </a:lnTo>
                <a:lnTo>
                  <a:pt x="7984" y="3214547"/>
                </a:lnTo>
                <a:lnTo>
                  <a:pt x="29757" y="3246842"/>
                </a:lnTo>
                <a:lnTo>
                  <a:pt x="62052" y="3268615"/>
                </a:lnTo>
                <a:lnTo>
                  <a:pt x="101600" y="3276600"/>
                </a:lnTo>
                <a:lnTo>
                  <a:pt x="5549900" y="3276600"/>
                </a:lnTo>
                <a:lnTo>
                  <a:pt x="5589447" y="3268615"/>
                </a:lnTo>
                <a:lnTo>
                  <a:pt x="5621742" y="3246842"/>
                </a:lnTo>
                <a:lnTo>
                  <a:pt x="5643515" y="3214547"/>
                </a:lnTo>
                <a:lnTo>
                  <a:pt x="5651500" y="3175000"/>
                </a:lnTo>
                <a:lnTo>
                  <a:pt x="5651500" y="101600"/>
                </a:lnTo>
                <a:lnTo>
                  <a:pt x="5643515" y="62052"/>
                </a:lnTo>
                <a:lnTo>
                  <a:pt x="5621742" y="29757"/>
                </a:lnTo>
                <a:lnTo>
                  <a:pt x="5589447" y="7984"/>
                </a:lnTo>
                <a:lnTo>
                  <a:pt x="5549900" y="0"/>
                </a:lnTo>
                <a:close/>
              </a:path>
            </a:pathLst>
          </a:custGeom>
          <a:solidFill>
            <a:srgbClr val="FFF6F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6" name="object 46"/>
          <p:cNvSpPr/>
          <p:nvPr/>
        </p:nvSpPr>
        <p:spPr>
          <a:xfrm>
            <a:off x="514350" y="7823200"/>
            <a:ext cx="2825750" cy="825500"/>
          </a:xfrm>
          <a:custGeom>
            <a:avLst/>
            <a:gdLst/>
            <a:ahLst/>
            <a:cxnLst/>
            <a:rect l="l" t="t" r="r" b="b"/>
            <a:pathLst>
              <a:path w="5651500" h="1651000">
                <a:moveTo>
                  <a:pt x="5549900" y="0"/>
                </a:moveTo>
                <a:lnTo>
                  <a:pt x="101600" y="0"/>
                </a:lnTo>
                <a:lnTo>
                  <a:pt x="62052" y="7984"/>
                </a:lnTo>
                <a:lnTo>
                  <a:pt x="29757" y="29757"/>
                </a:lnTo>
                <a:lnTo>
                  <a:pt x="7984" y="62052"/>
                </a:lnTo>
                <a:lnTo>
                  <a:pt x="0" y="101600"/>
                </a:lnTo>
                <a:lnTo>
                  <a:pt x="0" y="1549400"/>
                </a:lnTo>
                <a:lnTo>
                  <a:pt x="7984" y="1588947"/>
                </a:lnTo>
                <a:lnTo>
                  <a:pt x="29757" y="1621242"/>
                </a:lnTo>
                <a:lnTo>
                  <a:pt x="62052" y="1643015"/>
                </a:lnTo>
                <a:lnTo>
                  <a:pt x="101600" y="1651000"/>
                </a:lnTo>
                <a:lnTo>
                  <a:pt x="5549900" y="1651000"/>
                </a:lnTo>
                <a:lnTo>
                  <a:pt x="5589447" y="1643015"/>
                </a:lnTo>
                <a:lnTo>
                  <a:pt x="5621742" y="1621242"/>
                </a:lnTo>
                <a:lnTo>
                  <a:pt x="5643515" y="1588947"/>
                </a:lnTo>
                <a:lnTo>
                  <a:pt x="5651500" y="1549400"/>
                </a:lnTo>
                <a:lnTo>
                  <a:pt x="5651500" y="101600"/>
                </a:lnTo>
                <a:lnTo>
                  <a:pt x="5643515" y="62052"/>
                </a:lnTo>
                <a:lnTo>
                  <a:pt x="5621742" y="29757"/>
                </a:lnTo>
                <a:lnTo>
                  <a:pt x="5589447" y="7984"/>
                </a:lnTo>
                <a:lnTo>
                  <a:pt x="5549900" y="0"/>
                </a:lnTo>
                <a:close/>
              </a:path>
            </a:pathLst>
          </a:custGeom>
          <a:solidFill>
            <a:srgbClr val="FFF6F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7" name="object 47"/>
          <p:cNvSpPr txBox="1"/>
          <p:nvPr/>
        </p:nvSpPr>
        <p:spPr>
          <a:xfrm>
            <a:off x="1516063" y="5417661"/>
            <a:ext cx="1760538" cy="313690"/>
          </a:xfrm>
          <a:prstGeom prst="rect">
            <a:avLst/>
          </a:prstGeom>
        </p:spPr>
        <p:txBody>
          <a:bodyPr vert="horz" wrap="square" lIns="0" tIns="30480" rIns="0" bIns="0" rtlCol="0">
            <a:spAutoFit/>
          </a:bodyPr>
          <a:lstStyle/>
          <a:p>
            <a:pPr marL="6350">
              <a:spcBef>
                <a:spcPts val="240"/>
              </a:spcBef>
            </a:pPr>
            <a:r>
              <a:rPr sz="9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2、高级新手 Advanced Beginner</a:t>
            </a:r>
            <a:endParaRPr sz="900" b="1" dirty="0">
              <a:latin typeface="江城圆体 600W" panose="020B0800000000000000" pitchFamily="34" charset="-128"/>
              <a:ea typeface="江城圆体 600W" panose="020B0800000000000000" pitchFamily="34" charset="-128"/>
              <a:cs typeface="微软雅黑" panose="020B0503020204020204" charset="-122"/>
            </a:endParaRPr>
          </a:p>
          <a:p>
            <a:pPr marL="6350">
              <a:spcBef>
                <a:spcPts val="170"/>
              </a:spcBef>
            </a:pPr>
            <a:r>
              <a:rPr sz="800" dirty="0">
                <a:solidFill>
                  <a:srgbClr val="FFFFFF"/>
                </a:solidFill>
                <a:latin typeface="江城圆体 400W" panose="020B0800000000000000" pitchFamily="34" charset="-128"/>
                <a:ea typeface="江城圆体 400W" panose="020B0800000000000000" pitchFamily="34" charset="-128"/>
                <a:cs typeface="宋体" panose="02010600030101010101" pitchFamily="2" charset="-122"/>
              </a:rPr>
              <a:t>- </a:t>
            </a: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依赖基于属性或不同侧面的行动准则</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8" name="object 48"/>
          <p:cNvSpPr txBox="1"/>
          <p:nvPr/>
        </p:nvSpPr>
        <p:spPr>
          <a:xfrm>
            <a:off x="1517650" y="5722620"/>
            <a:ext cx="2470150" cy="288290"/>
          </a:xfrm>
          <a:prstGeom prst="rect">
            <a:avLst/>
          </a:prstGeom>
        </p:spPr>
        <p:txBody>
          <a:bodyPr vert="horz" wrap="square" lIns="0" tIns="24130" rIns="0" bIns="0" rtlCol="0">
            <a:spAutoFit/>
          </a:bodyPr>
          <a:lstStyle/>
          <a:p>
            <a:pPr marL="76835" indent="-70485">
              <a:spcBef>
                <a:spcPts val="190"/>
              </a:spcBef>
              <a:buChar char="-"/>
              <a:tabLst>
                <a:tab pos="76200" algn="l"/>
              </a:tabLst>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情境感知依然有限</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76835" indent="-70485">
              <a:spcBef>
                <a:spcPts val="140"/>
              </a:spcBef>
              <a:buChar char="-"/>
              <a:tabLst>
                <a:tab pos="76200" algn="l"/>
              </a:tabLst>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对工作的不同方面，分开处理并且给予同等重要性</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9" name="object 49"/>
          <p:cNvSpPr txBox="1"/>
          <p:nvPr/>
        </p:nvSpPr>
        <p:spPr>
          <a:xfrm>
            <a:off x="1905000" y="4660900"/>
            <a:ext cx="1165543" cy="144780"/>
          </a:xfrm>
          <a:prstGeom prst="rect">
            <a:avLst/>
          </a:prstGeom>
        </p:spPr>
        <p:txBody>
          <a:bodyPr vert="horz" wrap="square" lIns="0" tIns="6350" rIns="0" bIns="0" rtlCol="0">
            <a:spAutoFit/>
          </a:bodyPr>
          <a:lstStyle/>
          <a:p>
            <a:pPr marL="6350">
              <a:spcBef>
                <a:spcPts val="50"/>
              </a:spcBef>
            </a:pPr>
            <a:r>
              <a:rPr sz="9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3、胜任者 Competent</a:t>
            </a:r>
            <a:endParaRPr sz="9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50" name="object 50"/>
          <p:cNvSpPr txBox="1"/>
          <p:nvPr/>
        </p:nvSpPr>
        <p:spPr>
          <a:xfrm>
            <a:off x="1917700" y="4801870"/>
            <a:ext cx="2413000" cy="570230"/>
          </a:xfrm>
          <a:prstGeom prst="rect">
            <a:avLst/>
          </a:prstGeom>
        </p:spPr>
        <p:txBody>
          <a:bodyPr vert="horz" wrap="square" lIns="0" tIns="24130" rIns="0" bIns="0" rtlCol="0">
            <a:spAutoFit/>
          </a:bodyPr>
          <a:lstStyle/>
          <a:p>
            <a:pPr marL="76835" indent="-70485">
              <a:spcBef>
                <a:spcPts val="190"/>
              </a:spcBef>
              <a:buChar char="-"/>
              <a:tabLst>
                <a:tab pos="76200" algn="l"/>
              </a:tabLst>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能应对多线程活动或丰富的信息量</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76835" indent="-70485">
              <a:spcBef>
                <a:spcPts val="140"/>
              </a:spcBef>
              <a:buChar char="-"/>
              <a:tabLst>
                <a:tab pos="76200" algn="l"/>
              </a:tabLst>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能从长期目标角度（至少部分）审视行动</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76835" indent="-70485">
              <a:spcBef>
                <a:spcPts val="140"/>
              </a:spcBef>
              <a:buChar char="-"/>
              <a:tabLst>
                <a:tab pos="76200" algn="l"/>
              </a:tabLst>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有意识、刻意地制定计划</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76835" indent="-70485">
              <a:spcBef>
                <a:spcPts val="140"/>
              </a:spcBef>
              <a:buChar char="-"/>
              <a:tabLst>
                <a:tab pos="76200" algn="l"/>
              </a:tabLst>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将流程标准化和常规化</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51" name="object 51"/>
          <p:cNvSpPr txBox="1"/>
          <p:nvPr/>
        </p:nvSpPr>
        <p:spPr>
          <a:xfrm>
            <a:off x="3003550" y="3841750"/>
            <a:ext cx="1088073" cy="144780"/>
          </a:xfrm>
          <a:prstGeom prst="rect">
            <a:avLst/>
          </a:prstGeom>
        </p:spPr>
        <p:txBody>
          <a:bodyPr vert="horz" wrap="square" lIns="0" tIns="6350" rIns="0" bIns="0" rtlCol="0">
            <a:spAutoFit/>
          </a:bodyPr>
          <a:lstStyle/>
          <a:p>
            <a:pPr marL="6350">
              <a:spcBef>
                <a:spcPts val="50"/>
              </a:spcBef>
            </a:pPr>
            <a:r>
              <a:rPr sz="9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4、精通者 Proficient</a:t>
            </a:r>
            <a:endParaRPr sz="900"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52" name="object 52"/>
          <p:cNvSpPr txBox="1"/>
          <p:nvPr/>
        </p:nvSpPr>
        <p:spPr>
          <a:xfrm>
            <a:off x="3003550" y="3982720"/>
            <a:ext cx="2420406" cy="570230"/>
          </a:xfrm>
          <a:prstGeom prst="rect">
            <a:avLst/>
          </a:prstGeom>
        </p:spPr>
        <p:txBody>
          <a:bodyPr vert="horz" wrap="square" lIns="0" tIns="24130" rIns="0" bIns="0" rtlCol="0">
            <a:spAutoFit/>
          </a:bodyPr>
          <a:lstStyle/>
          <a:p>
            <a:pPr marL="76835" indent="-70485">
              <a:spcBef>
                <a:spcPts val="190"/>
              </a:spcBef>
              <a:buChar char="-"/>
              <a:tabLst>
                <a:tab pos="76200" algn="l"/>
              </a:tabLst>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从整体把握全局，而不是观察各个方面</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76835" indent="-70485">
              <a:spcBef>
                <a:spcPts val="140"/>
              </a:spcBef>
              <a:buChar char="-"/>
              <a:tabLst>
                <a:tab pos="76200" algn="l"/>
              </a:tabLst>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了解情境中最重要的事</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76835" indent="-70485">
              <a:spcBef>
                <a:spcPts val="140"/>
              </a:spcBef>
              <a:buChar char="-"/>
              <a:tabLst>
                <a:tab pos="76200" algn="l"/>
              </a:tabLst>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感知情境与正常模式的偏差</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76835" indent="-70485">
              <a:spcBef>
                <a:spcPts val="140"/>
              </a:spcBef>
              <a:buChar char="-"/>
              <a:tabLst>
                <a:tab pos="76200" algn="l"/>
              </a:tabLst>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决策越来越轻松</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53" name="object 53"/>
          <p:cNvSpPr txBox="1"/>
          <p:nvPr/>
        </p:nvSpPr>
        <p:spPr>
          <a:xfrm>
            <a:off x="3003550" y="4559300"/>
            <a:ext cx="2355850" cy="252095"/>
          </a:xfrm>
          <a:prstGeom prst="rect">
            <a:avLst/>
          </a:prstGeom>
        </p:spPr>
        <p:txBody>
          <a:bodyPr vert="horz" wrap="square" lIns="0" tIns="6350" rIns="0" bIns="0" rtlCol="0">
            <a:spAutoFit/>
          </a:bodyPr>
          <a:lstStyle/>
          <a:p>
            <a:pPr marL="6350">
              <a:spcBef>
                <a:spcPts val="50"/>
              </a:spcBef>
            </a:pPr>
            <a:r>
              <a:rPr sz="800" dirty="0">
                <a:solidFill>
                  <a:srgbClr val="FFFFFF"/>
                </a:solidFill>
                <a:latin typeface="江城圆体 400W" panose="020B0800000000000000" pitchFamily="34" charset="-128"/>
                <a:ea typeface="江城圆体 400W" panose="020B0800000000000000" pitchFamily="34" charset="-128"/>
                <a:cs typeface="宋体" panose="02010600030101010101" pitchFamily="2" charset="-122"/>
              </a:rPr>
              <a:t>- </a:t>
            </a: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使用原则（</a:t>
            </a:r>
            <a:r>
              <a:rPr sz="800" dirty="0">
                <a:solidFill>
                  <a:srgbClr val="FFFFFF"/>
                </a:solidFill>
                <a:latin typeface="江城圆体 400W" panose="020B0800000000000000" pitchFamily="34" charset="-128"/>
                <a:ea typeface="江城圆体 400W" panose="020B0800000000000000" pitchFamily="34" charset="-128"/>
                <a:cs typeface="宋体" panose="02010600030101010101" pitchFamily="2" charset="-122"/>
              </a:rPr>
              <a:t>maxims</a:t>
            </a: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）指导行动，其含义因情况而异</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54" name="object 54"/>
          <p:cNvSpPr txBox="1"/>
          <p:nvPr/>
        </p:nvSpPr>
        <p:spPr>
          <a:xfrm>
            <a:off x="4324350" y="3162300"/>
            <a:ext cx="806450" cy="144780"/>
          </a:xfrm>
          <a:prstGeom prst="rect">
            <a:avLst/>
          </a:prstGeom>
        </p:spPr>
        <p:txBody>
          <a:bodyPr vert="horz" wrap="square" lIns="0" tIns="6350" rIns="0" bIns="0" rtlCol="0">
            <a:spAutoFit/>
          </a:bodyPr>
          <a:lstStyle/>
          <a:p>
            <a:pPr marL="6350">
              <a:spcBef>
                <a:spcPts val="50"/>
              </a:spcBef>
            </a:pPr>
            <a:r>
              <a:rPr sz="90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5、专家 Expert</a:t>
            </a:r>
            <a:endParaRPr sz="90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55" name="object 55"/>
          <p:cNvSpPr txBox="1"/>
          <p:nvPr/>
        </p:nvSpPr>
        <p:spPr>
          <a:xfrm>
            <a:off x="4324350" y="3303270"/>
            <a:ext cx="1898650" cy="570230"/>
          </a:xfrm>
          <a:prstGeom prst="rect">
            <a:avLst/>
          </a:prstGeom>
        </p:spPr>
        <p:txBody>
          <a:bodyPr vert="horz" wrap="square" lIns="0" tIns="24130" rIns="0" bIns="0" rtlCol="0">
            <a:spAutoFit/>
          </a:bodyPr>
          <a:lstStyle/>
          <a:p>
            <a:pPr marL="76835" indent="-70485">
              <a:spcBef>
                <a:spcPts val="190"/>
              </a:spcBef>
              <a:buChar char="-"/>
              <a:tabLst>
                <a:tab pos="76200" algn="l"/>
              </a:tabLst>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不再依赖规则、行动准则、原则</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76835" indent="-70485">
              <a:spcBef>
                <a:spcPts val="140"/>
              </a:spcBef>
              <a:buChar char="-"/>
              <a:tabLst>
                <a:tab pos="76200" algn="l"/>
              </a:tabLst>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基于深刻、潜默的直觉把握情境</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76835" indent="-70485">
              <a:spcBef>
                <a:spcPts val="140"/>
              </a:spcBef>
              <a:buChar char="-"/>
              <a:tabLst>
                <a:tab pos="76200" algn="l"/>
              </a:tabLst>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出现新情况或发生问题才使用分析法</a:t>
            </a:r>
            <a:endParaRPr sz="800" dirty="0">
              <a:latin typeface="江城圆体 400W" panose="020B0800000000000000" pitchFamily="34" charset="-128"/>
              <a:ea typeface="江城圆体 400W" panose="020B0800000000000000" pitchFamily="34" charset="-128"/>
              <a:cs typeface="PMingLiU" panose="02020500000000000000" charset="-120"/>
            </a:endParaRPr>
          </a:p>
          <a:p>
            <a:pPr marL="76835" indent="-70485">
              <a:spcBef>
                <a:spcPts val="140"/>
              </a:spcBef>
              <a:buChar char="-"/>
              <a:tabLst>
                <a:tab pos="76200" algn="l"/>
              </a:tabLst>
            </a:pPr>
            <a:r>
              <a:rPr sz="8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看到未来可能的愿景</a:t>
            </a:r>
            <a:endParaRPr sz="8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56" name="object 56"/>
          <p:cNvSpPr txBox="1"/>
          <p:nvPr/>
        </p:nvSpPr>
        <p:spPr>
          <a:xfrm>
            <a:off x="539750" y="7820660"/>
            <a:ext cx="2811145" cy="807720"/>
          </a:xfrm>
          <a:prstGeom prst="rect">
            <a:avLst/>
          </a:prstGeom>
        </p:spPr>
        <p:txBody>
          <a:bodyPr vert="horz" wrap="square" lIns="0" tIns="6350" rIns="0" bIns="0" rtlCol="0">
            <a:spAutoFit/>
          </a:bodyPr>
          <a:lstStyle/>
          <a:p>
            <a:pPr marL="6350" marR="2540" algn="just">
              <a:lnSpc>
                <a:spcPct val="116000"/>
              </a:lnSpc>
              <a:spcBef>
                <a:spcPts val="5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不论哪个领域，你需要投入大约</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10</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年的努力。研究人员已经研究了下棋、音乐作曲、绘画、钢琴演奏、游泳、网球和其他技能，几乎在每种情况下，从莫扎特到甲壳虫乐队，你会明显发现在成为世界级的专家之前至少需要十年的辛勤工作。</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57" name="object 57"/>
          <p:cNvSpPr txBox="1"/>
          <p:nvPr/>
        </p:nvSpPr>
        <p:spPr>
          <a:xfrm>
            <a:off x="4451350" y="5388610"/>
            <a:ext cx="1803400" cy="1288415"/>
          </a:xfrm>
          <a:prstGeom prst="rect">
            <a:avLst/>
          </a:prstGeom>
        </p:spPr>
        <p:txBody>
          <a:bodyPr vert="horz" wrap="square" lIns="0" tIns="6350" rIns="0" bIns="0" rtlCol="0">
            <a:spAutoFit/>
          </a:bodyPr>
          <a:lstStyle/>
          <a:p>
            <a:pPr marL="6350" marR="2540" algn="just">
              <a:lnSpc>
                <a:spcPct val="116000"/>
              </a:lnSpc>
              <a:spcBef>
                <a:spcPts val="50"/>
              </a:spcBef>
            </a:pPr>
            <a:r>
              <a:rPr sz="9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德雷福斯阐述技能获得模型的宗旨并不是告诉人们通过哪几个阶段或如何才能获得某一项技能，而是试图借助于对不同等级技能的特征表现的剖析，揭示人们在经历从技能的低级阶段到达高级阶段时的认知转变，以及人的身体在技能获得过程中具有的优先认识论地位。</a:t>
            </a:r>
            <a:endParaRPr sz="900" dirty="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58" name="object 58"/>
          <p:cNvSpPr/>
          <p:nvPr/>
        </p:nvSpPr>
        <p:spPr>
          <a:xfrm>
            <a:off x="4413250" y="5353050"/>
            <a:ext cx="1809750" cy="1390650"/>
          </a:xfrm>
          <a:custGeom>
            <a:avLst/>
            <a:gdLst/>
            <a:ahLst/>
            <a:cxnLst/>
            <a:rect l="l" t="t" r="r" b="b"/>
            <a:pathLst>
              <a:path w="3619500" h="2781300">
                <a:moveTo>
                  <a:pt x="38100" y="0"/>
                </a:moveTo>
                <a:lnTo>
                  <a:pt x="3581400" y="0"/>
                </a:lnTo>
                <a:lnTo>
                  <a:pt x="3596230" y="2994"/>
                </a:lnTo>
                <a:lnTo>
                  <a:pt x="3608340" y="11159"/>
                </a:lnTo>
                <a:lnTo>
                  <a:pt x="3616505" y="23269"/>
                </a:lnTo>
                <a:lnTo>
                  <a:pt x="3619500" y="38100"/>
                </a:lnTo>
                <a:lnTo>
                  <a:pt x="3619500" y="2743200"/>
                </a:lnTo>
                <a:lnTo>
                  <a:pt x="3616505" y="2758030"/>
                </a:lnTo>
                <a:lnTo>
                  <a:pt x="3608340" y="2770140"/>
                </a:lnTo>
                <a:lnTo>
                  <a:pt x="3596230" y="2778305"/>
                </a:lnTo>
                <a:lnTo>
                  <a:pt x="3581400" y="2781300"/>
                </a:lnTo>
                <a:lnTo>
                  <a:pt x="38100" y="2781300"/>
                </a:lnTo>
                <a:lnTo>
                  <a:pt x="23269" y="2778305"/>
                </a:lnTo>
                <a:lnTo>
                  <a:pt x="11159" y="2770140"/>
                </a:lnTo>
                <a:lnTo>
                  <a:pt x="2994" y="2758030"/>
                </a:lnTo>
                <a:lnTo>
                  <a:pt x="0" y="2743200"/>
                </a:lnTo>
                <a:lnTo>
                  <a:pt x="0" y="38100"/>
                </a:lnTo>
                <a:lnTo>
                  <a:pt x="2994" y="23269"/>
                </a:lnTo>
                <a:lnTo>
                  <a:pt x="11159" y="11159"/>
                </a:lnTo>
                <a:lnTo>
                  <a:pt x="23269" y="2994"/>
                </a:lnTo>
                <a:lnTo>
                  <a:pt x="38100" y="0"/>
                </a:lnTo>
                <a:close/>
              </a:path>
            </a:pathLst>
          </a:custGeom>
          <a:ln w="12700">
            <a:solidFill>
              <a:srgbClr val="3068EB"/>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59" name="object 59"/>
          <p:cNvGrpSpPr/>
          <p:nvPr/>
        </p:nvGrpSpPr>
        <p:grpSpPr>
          <a:xfrm>
            <a:off x="596900" y="7129204"/>
            <a:ext cx="2705735" cy="452755"/>
            <a:chOff x="1193800" y="14258407"/>
            <a:chExt cx="5411470" cy="905510"/>
          </a:xfrm>
        </p:grpSpPr>
        <p:sp>
          <p:nvSpPr>
            <p:cNvPr id="60" name="object 60"/>
            <p:cNvSpPr/>
            <p:nvPr/>
          </p:nvSpPr>
          <p:spPr>
            <a:xfrm>
              <a:off x="1193800" y="15024100"/>
              <a:ext cx="5411470" cy="115570"/>
            </a:xfrm>
            <a:custGeom>
              <a:avLst/>
              <a:gdLst/>
              <a:ahLst/>
              <a:cxnLst/>
              <a:rect l="l" t="t" r="r" b="b"/>
              <a:pathLst>
                <a:path w="5411470" h="115569">
                  <a:moveTo>
                    <a:pt x="5303776" y="0"/>
                  </a:moveTo>
                  <a:lnTo>
                    <a:pt x="5298953" y="0"/>
                  </a:lnTo>
                  <a:lnTo>
                    <a:pt x="5295900" y="3053"/>
                  </a:lnTo>
                  <a:lnTo>
                    <a:pt x="5295900" y="108539"/>
                  </a:lnTo>
                  <a:lnTo>
                    <a:pt x="5296146" y="109583"/>
                  </a:lnTo>
                  <a:lnTo>
                    <a:pt x="5298304" y="113897"/>
                  </a:lnTo>
                  <a:lnTo>
                    <a:pt x="5302399" y="115262"/>
                  </a:lnTo>
                  <a:lnTo>
                    <a:pt x="5407748" y="62588"/>
                  </a:lnTo>
                  <a:lnTo>
                    <a:pt x="5408819" y="61517"/>
                  </a:lnTo>
                  <a:lnTo>
                    <a:pt x="5411162" y="56829"/>
                  </a:lnTo>
                  <a:lnTo>
                    <a:pt x="5409797" y="52735"/>
                  </a:lnTo>
                  <a:lnTo>
                    <a:pt x="5304820" y="246"/>
                  </a:lnTo>
                  <a:lnTo>
                    <a:pt x="5303776" y="0"/>
                  </a:lnTo>
                  <a:close/>
                </a:path>
                <a:path w="5411470" h="115569">
                  <a:moveTo>
                    <a:pt x="86056" y="50800"/>
                  </a:moveTo>
                  <a:lnTo>
                    <a:pt x="2843" y="50800"/>
                  </a:lnTo>
                  <a:lnTo>
                    <a:pt x="0" y="53643"/>
                  </a:lnTo>
                  <a:lnTo>
                    <a:pt x="0" y="60656"/>
                  </a:lnTo>
                  <a:lnTo>
                    <a:pt x="2843" y="63500"/>
                  </a:lnTo>
                  <a:lnTo>
                    <a:pt x="86056" y="63500"/>
                  </a:lnTo>
                  <a:lnTo>
                    <a:pt x="88900" y="60656"/>
                  </a:lnTo>
                  <a:lnTo>
                    <a:pt x="88900" y="53643"/>
                  </a:lnTo>
                  <a:lnTo>
                    <a:pt x="86056" y="50800"/>
                  </a:lnTo>
                  <a:close/>
                </a:path>
                <a:path w="5411470" h="115569">
                  <a:moveTo>
                    <a:pt x="238456" y="50800"/>
                  </a:moveTo>
                  <a:lnTo>
                    <a:pt x="155243" y="50800"/>
                  </a:lnTo>
                  <a:lnTo>
                    <a:pt x="152400" y="53643"/>
                  </a:lnTo>
                  <a:lnTo>
                    <a:pt x="152400" y="60656"/>
                  </a:lnTo>
                  <a:lnTo>
                    <a:pt x="155243" y="63500"/>
                  </a:lnTo>
                  <a:lnTo>
                    <a:pt x="238456" y="63500"/>
                  </a:lnTo>
                  <a:lnTo>
                    <a:pt x="241300" y="60656"/>
                  </a:lnTo>
                  <a:lnTo>
                    <a:pt x="241300" y="53643"/>
                  </a:lnTo>
                  <a:lnTo>
                    <a:pt x="238456" y="50800"/>
                  </a:lnTo>
                  <a:close/>
                </a:path>
                <a:path w="5411470" h="115569">
                  <a:moveTo>
                    <a:pt x="390856" y="50800"/>
                  </a:moveTo>
                  <a:lnTo>
                    <a:pt x="307643" y="50800"/>
                  </a:lnTo>
                  <a:lnTo>
                    <a:pt x="304800" y="53643"/>
                  </a:lnTo>
                  <a:lnTo>
                    <a:pt x="304800" y="60656"/>
                  </a:lnTo>
                  <a:lnTo>
                    <a:pt x="307643" y="63500"/>
                  </a:lnTo>
                  <a:lnTo>
                    <a:pt x="390856" y="63500"/>
                  </a:lnTo>
                  <a:lnTo>
                    <a:pt x="393700" y="60656"/>
                  </a:lnTo>
                  <a:lnTo>
                    <a:pt x="393700" y="53643"/>
                  </a:lnTo>
                  <a:lnTo>
                    <a:pt x="390856" y="50800"/>
                  </a:lnTo>
                  <a:close/>
                </a:path>
                <a:path w="5411470" h="115569">
                  <a:moveTo>
                    <a:pt x="543256" y="50800"/>
                  </a:moveTo>
                  <a:lnTo>
                    <a:pt x="460043" y="50800"/>
                  </a:lnTo>
                  <a:lnTo>
                    <a:pt x="457200" y="53643"/>
                  </a:lnTo>
                  <a:lnTo>
                    <a:pt x="457200" y="60656"/>
                  </a:lnTo>
                  <a:lnTo>
                    <a:pt x="460043" y="63500"/>
                  </a:lnTo>
                  <a:lnTo>
                    <a:pt x="543256" y="63500"/>
                  </a:lnTo>
                  <a:lnTo>
                    <a:pt x="546100" y="60656"/>
                  </a:lnTo>
                  <a:lnTo>
                    <a:pt x="546100" y="53643"/>
                  </a:lnTo>
                  <a:lnTo>
                    <a:pt x="543256" y="50800"/>
                  </a:lnTo>
                  <a:close/>
                </a:path>
                <a:path w="5411470" h="115569">
                  <a:moveTo>
                    <a:pt x="695656" y="50800"/>
                  </a:moveTo>
                  <a:lnTo>
                    <a:pt x="612443" y="50800"/>
                  </a:lnTo>
                  <a:lnTo>
                    <a:pt x="609600" y="53643"/>
                  </a:lnTo>
                  <a:lnTo>
                    <a:pt x="609600" y="60656"/>
                  </a:lnTo>
                  <a:lnTo>
                    <a:pt x="612443" y="63500"/>
                  </a:lnTo>
                  <a:lnTo>
                    <a:pt x="695656" y="63500"/>
                  </a:lnTo>
                  <a:lnTo>
                    <a:pt x="698500" y="60656"/>
                  </a:lnTo>
                  <a:lnTo>
                    <a:pt x="698500" y="53643"/>
                  </a:lnTo>
                  <a:lnTo>
                    <a:pt x="695656" y="50800"/>
                  </a:lnTo>
                  <a:close/>
                </a:path>
                <a:path w="5411470" h="115569">
                  <a:moveTo>
                    <a:pt x="848056" y="50800"/>
                  </a:moveTo>
                  <a:lnTo>
                    <a:pt x="764843" y="50800"/>
                  </a:lnTo>
                  <a:lnTo>
                    <a:pt x="762000" y="53643"/>
                  </a:lnTo>
                  <a:lnTo>
                    <a:pt x="762000" y="60656"/>
                  </a:lnTo>
                  <a:lnTo>
                    <a:pt x="764843" y="63500"/>
                  </a:lnTo>
                  <a:lnTo>
                    <a:pt x="848056" y="63500"/>
                  </a:lnTo>
                  <a:lnTo>
                    <a:pt x="850900" y="60656"/>
                  </a:lnTo>
                  <a:lnTo>
                    <a:pt x="850900" y="53643"/>
                  </a:lnTo>
                  <a:lnTo>
                    <a:pt x="848056" y="50800"/>
                  </a:lnTo>
                  <a:close/>
                </a:path>
                <a:path w="5411470" h="115569">
                  <a:moveTo>
                    <a:pt x="1000456" y="50800"/>
                  </a:moveTo>
                  <a:lnTo>
                    <a:pt x="917243" y="50800"/>
                  </a:lnTo>
                  <a:lnTo>
                    <a:pt x="914400" y="53643"/>
                  </a:lnTo>
                  <a:lnTo>
                    <a:pt x="914400" y="60656"/>
                  </a:lnTo>
                  <a:lnTo>
                    <a:pt x="917243" y="63500"/>
                  </a:lnTo>
                  <a:lnTo>
                    <a:pt x="1000456" y="63500"/>
                  </a:lnTo>
                  <a:lnTo>
                    <a:pt x="1003300" y="60656"/>
                  </a:lnTo>
                  <a:lnTo>
                    <a:pt x="1003300" y="53643"/>
                  </a:lnTo>
                  <a:lnTo>
                    <a:pt x="1000456" y="50800"/>
                  </a:lnTo>
                  <a:close/>
                </a:path>
                <a:path w="5411470" h="115569">
                  <a:moveTo>
                    <a:pt x="1152856" y="50800"/>
                  </a:moveTo>
                  <a:lnTo>
                    <a:pt x="1069643" y="50800"/>
                  </a:lnTo>
                  <a:lnTo>
                    <a:pt x="1066800" y="53643"/>
                  </a:lnTo>
                  <a:lnTo>
                    <a:pt x="1066800" y="60656"/>
                  </a:lnTo>
                  <a:lnTo>
                    <a:pt x="1069643" y="63500"/>
                  </a:lnTo>
                  <a:lnTo>
                    <a:pt x="1152856" y="63500"/>
                  </a:lnTo>
                  <a:lnTo>
                    <a:pt x="1155700" y="60656"/>
                  </a:lnTo>
                  <a:lnTo>
                    <a:pt x="1155700" y="53643"/>
                  </a:lnTo>
                  <a:lnTo>
                    <a:pt x="1152856" y="50800"/>
                  </a:lnTo>
                  <a:close/>
                </a:path>
                <a:path w="5411470" h="115569">
                  <a:moveTo>
                    <a:pt x="1305256" y="50800"/>
                  </a:moveTo>
                  <a:lnTo>
                    <a:pt x="1222043" y="50800"/>
                  </a:lnTo>
                  <a:lnTo>
                    <a:pt x="1219200" y="53643"/>
                  </a:lnTo>
                  <a:lnTo>
                    <a:pt x="1219200" y="60656"/>
                  </a:lnTo>
                  <a:lnTo>
                    <a:pt x="1222043" y="63500"/>
                  </a:lnTo>
                  <a:lnTo>
                    <a:pt x="1305256" y="63500"/>
                  </a:lnTo>
                  <a:lnTo>
                    <a:pt x="1308100" y="60656"/>
                  </a:lnTo>
                  <a:lnTo>
                    <a:pt x="1308100" y="53643"/>
                  </a:lnTo>
                  <a:lnTo>
                    <a:pt x="1305256" y="50800"/>
                  </a:lnTo>
                  <a:close/>
                </a:path>
                <a:path w="5411470" h="115569">
                  <a:moveTo>
                    <a:pt x="1457656" y="50800"/>
                  </a:moveTo>
                  <a:lnTo>
                    <a:pt x="1374443" y="50800"/>
                  </a:lnTo>
                  <a:lnTo>
                    <a:pt x="1371600" y="53643"/>
                  </a:lnTo>
                  <a:lnTo>
                    <a:pt x="1371600" y="60656"/>
                  </a:lnTo>
                  <a:lnTo>
                    <a:pt x="1374443" y="63500"/>
                  </a:lnTo>
                  <a:lnTo>
                    <a:pt x="1457656" y="63500"/>
                  </a:lnTo>
                  <a:lnTo>
                    <a:pt x="1460500" y="60656"/>
                  </a:lnTo>
                  <a:lnTo>
                    <a:pt x="1460500" y="53643"/>
                  </a:lnTo>
                  <a:lnTo>
                    <a:pt x="1457656" y="50800"/>
                  </a:lnTo>
                  <a:close/>
                </a:path>
                <a:path w="5411470" h="115569">
                  <a:moveTo>
                    <a:pt x="1610056" y="50800"/>
                  </a:moveTo>
                  <a:lnTo>
                    <a:pt x="1526843" y="50800"/>
                  </a:lnTo>
                  <a:lnTo>
                    <a:pt x="1524000" y="53643"/>
                  </a:lnTo>
                  <a:lnTo>
                    <a:pt x="1524000" y="60656"/>
                  </a:lnTo>
                  <a:lnTo>
                    <a:pt x="1526843" y="63500"/>
                  </a:lnTo>
                  <a:lnTo>
                    <a:pt x="1610056" y="63500"/>
                  </a:lnTo>
                  <a:lnTo>
                    <a:pt x="1612900" y="60656"/>
                  </a:lnTo>
                  <a:lnTo>
                    <a:pt x="1612900" y="53643"/>
                  </a:lnTo>
                  <a:lnTo>
                    <a:pt x="1610056" y="50800"/>
                  </a:lnTo>
                  <a:close/>
                </a:path>
                <a:path w="5411470" h="115569">
                  <a:moveTo>
                    <a:pt x="1762456" y="50800"/>
                  </a:moveTo>
                  <a:lnTo>
                    <a:pt x="1679243" y="50800"/>
                  </a:lnTo>
                  <a:lnTo>
                    <a:pt x="1676400" y="53643"/>
                  </a:lnTo>
                  <a:lnTo>
                    <a:pt x="1676400" y="60656"/>
                  </a:lnTo>
                  <a:lnTo>
                    <a:pt x="1679243" y="63500"/>
                  </a:lnTo>
                  <a:lnTo>
                    <a:pt x="1762456" y="63500"/>
                  </a:lnTo>
                  <a:lnTo>
                    <a:pt x="1765300" y="60656"/>
                  </a:lnTo>
                  <a:lnTo>
                    <a:pt x="1765300" y="53643"/>
                  </a:lnTo>
                  <a:lnTo>
                    <a:pt x="1762456" y="50800"/>
                  </a:lnTo>
                  <a:close/>
                </a:path>
                <a:path w="5411470" h="115569">
                  <a:moveTo>
                    <a:pt x="1914856" y="50800"/>
                  </a:moveTo>
                  <a:lnTo>
                    <a:pt x="1831643" y="50800"/>
                  </a:lnTo>
                  <a:lnTo>
                    <a:pt x="1828800" y="53643"/>
                  </a:lnTo>
                  <a:lnTo>
                    <a:pt x="1828800" y="60656"/>
                  </a:lnTo>
                  <a:lnTo>
                    <a:pt x="1831643" y="63500"/>
                  </a:lnTo>
                  <a:lnTo>
                    <a:pt x="1914856" y="63500"/>
                  </a:lnTo>
                  <a:lnTo>
                    <a:pt x="1917700" y="60656"/>
                  </a:lnTo>
                  <a:lnTo>
                    <a:pt x="1917700" y="53643"/>
                  </a:lnTo>
                  <a:lnTo>
                    <a:pt x="1914856" y="50800"/>
                  </a:lnTo>
                  <a:close/>
                </a:path>
                <a:path w="5411470" h="115569">
                  <a:moveTo>
                    <a:pt x="2067256" y="50800"/>
                  </a:moveTo>
                  <a:lnTo>
                    <a:pt x="1984043" y="50800"/>
                  </a:lnTo>
                  <a:lnTo>
                    <a:pt x="1981200" y="53643"/>
                  </a:lnTo>
                  <a:lnTo>
                    <a:pt x="1981200" y="60656"/>
                  </a:lnTo>
                  <a:lnTo>
                    <a:pt x="1984043" y="63500"/>
                  </a:lnTo>
                  <a:lnTo>
                    <a:pt x="2067256" y="63500"/>
                  </a:lnTo>
                  <a:lnTo>
                    <a:pt x="2070100" y="60656"/>
                  </a:lnTo>
                  <a:lnTo>
                    <a:pt x="2070100" y="53643"/>
                  </a:lnTo>
                  <a:lnTo>
                    <a:pt x="2067256" y="50800"/>
                  </a:lnTo>
                  <a:close/>
                </a:path>
                <a:path w="5411470" h="115569">
                  <a:moveTo>
                    <a:pt x="2219656" y="50800"/>
                  </a:moveTo>
                  <a:lnTo>
                    <a:pt x="2136443" y="50800"/>
                  </a:lnTo>
                  <a:lnTo>
                    <a:pt x="2133600" y="53643"/>
                  </a:lnTo>
                  <a:lnTo>
                    <a:pt x="2133600" y="60656"/>
                  </a:lnTo>
                  <a:lnTo>
                    <a:pt x="2136443" y="63500"/>
                  </a:lnTo>
                  <a:lnTo>
                    <a:pt x="2219656" y="63500"/>
                  </a:lnTo>
                  <a:lnTo>
                    <a:pt x="2222500" y="60656"/>
                  </a:lnTo>
                  <a:lnTo>
                    <a:pt x="2222500" y="53643"/>
                  </a:lnTo>
                  <a:lnTo>
                    <a:pt x="2219656" y="50800"/>
                  </a:lnTo>
                  <a:close/>
                </a:path>
                <a:path w="5411470" h="115569">
                  <a:moveTo>
                    <a:pt x="2372056" y="50800"/>
                  </a:moveTo>
                  <a:lnTo>
                    <a:pt x="2288843" y="50800"/>
                  </a:lnTo>
                  <a:lnTo>
                    <a:pt x="2286000" y="53643"/>
                  </a:lnTo>
                  <a:lnTo>
                    <a:pt x="2286000" y="60656"/>
                  </a:lnTo>
                  <a:lnTo>
                    <a:pt x="2288843" y="63500"/>
                  </a:lnTo>
                  <a:lnTo>
                    <a:pt x="2372056" y="63500"/>
                  </a:lnTo>
                  <a:lnTo>
                    <a:pt x="2374900" y="60656"/>
                  </a:lnTo>
                  <a:lnTo>
                    <a:pt x="2374900" y="53643"/>
                  </a:lnTo>
                  <a:lnTo>
                    <a:pt x="2372056" y="50800"/>
                  </a:lnTo>
                  <a:close/>
                </a:path>
                <a:path w="5411470" h="115569">
                  <a:moveTo>
                    <a:pt x="2524456" y="50800"/>
                  </a:moveTo>
                  <a:lnTo>
                    <a:pt x="2441243" y="50800"/>
                  </a:lnTo>
                  <a:lnTo>
                    <a:pt x="2438400" y="53643"/>
                  </a:lnTo>
                  <a:lnTo>
                    <a:pt x="2438400" y="60656"/>
                  </a:lnTo>
                  <a:lnTo>
                    <a:pt x="2441243" y="63500"/>
                  </a:lnTo>
                  <a:lnTo>
                    <a:pt x="2524456" y="63500"/>
                  </a:lnTo>
                  <a:lnTo>
                    <a:pt x="2527300" y="60656"/>
                  </a:lnTo>
                  <a:lnTo>
                    <a:pt x="2527300" y="53643"/>
                  </a:lnTo>
                  <a:lnTo>
                    <a:pt x="2524456" y="50800"/>
                  </a:lnTo>
                  <a:close/>
                </a:path>
                <a:path w="5411470" h="115569">
                  <a:moveTo>
                    <a:pt x="2676856" y="50800"/>
                  </a:moveTo>
                  <a:lnTo>
                    <a:pt x="2593643" y="50800"/>
                  </a:lnTo>
                  <a:lnTo>
                    <a:pt x="2590800" y="53643"/>
                  </a:lnTo>
                  <a:lnTo>
                    <a:pt x="2590800" y="60656"/>
                  </a:lnTo>
                  <a:lnTo>
                    <a:pt x="2593643" y="63500"/>
                  </a:lnTo>
                  <a:lnTo>
                    <a:pt x="2676856" y="63500"/>
                  </a:lnTo>
                  <a:lnTo>
                    <a:pt x="2679700" y="60656"/>
                  </a:lnTo>
                  <a:lnTo>
                    <a:pt x="2679700" y="53643"/>
                  </a:lnTo>
                  <a:lnTo>
                    <a:pt x="2676856" y="50800"/>
                  </a:lnTo>
                  <a:close/>
                </a:path>
                <a:path w="5411470" h="115569">
                  <a:moveTo>
                    <a:pt x="2829256" y="50800"/>
                  </a:moveTo>
                  <a:lnTo>
                    <a:pt x="2746043" y="50800"/>
                  </a:lnTo>
                  <a:lnTo>
                    <a:pt x="2743200" y="53643"/>
                  </a:lnTo>
                  <a:lnTo>
                    <a:pt x="2743200" y="60656"/>
                  </a:lnTo>
                  <a:lnTo>
                    <a:pt x="2746043" y="63500"/>
                  </a:lnTo>
                  <a:lnTo>
                    <a:pt x="2829256" y="63500"/>
                  </a:lnTo>
                  <a:lnTo>
                    <a:pt x="2832100" y="60656"/>
                  </a:lnTo>
                  <a:lnTo>
                    <a:pt x="2832100" y="53643"/>
                  </a:lnTo>
                  <a:lnTo>
                    <a:pt x="2829256" y="50800"/>
                  </a:lnTo>
                  <a:close/>
                </a:path>
                <a:path w="5411470" h="115569">
                  <a:moveTo>
                    <a:pt x="2981656" y="50800"/>
                  </a:moveTo>
                  <a:lnTo>
                    <a:pt x="2898443" y="50800"/>
                  </a:lnTo>
                  <a:lnTo>
                    <a:pt x="2895600" y="53643"/>
                  </a:lnTo>
                  <a:lnTo>
                    <a:pt x="2895600" y="60656"/>
                  </a:lnTo>
                  <a:lnTo>
                    <a:pt x="2898443" y="63500"/>
                  </a:lnTo>
                  <a:lnTo>
                    <a:pt x="2981656" y="63500"/>
                  </a:lnTo>
                  <a:lnTo>
                    <a:pt x="2984500" y="60656"/>
                  </a:lnTo>
                  <a:lnTo>
                    <a:pt x="2984500" y="53643"/>
                  </a:lnTo>
                  <a:lnTo>
                    <a:pt x="2981656" y="50800"/>
                  </a:lnTo>
                  <a:close/>
                </a:path>
                <a:path w="5411470" h="115569">
                  <a:moveTo>
                    <a:pt x="3134056" y="50800"/>
                  </a:moveTo>
                  <a:lnTo>
                    <a:pt x="3050843" y="50800"/>
                  </a:lnTo>
                  <a:lnTo>
                    <a:pt x="3048000" y="53643"/>
                  </a:lnTo>
                  <a:lnTo>
                    <a:pt x="3048000" y="60656"/>
                  </a:lnTo>
                  <a:lnTo>
                    <a:pt x="3050843" y="63500"/>
                  </a:lnTo>
                  <a:lnTo>
                    <a:pt x="3134056" y="63500"/>
                  </a:lnTo>
                  <a:lnTo>
                    <a:pt x="3136900" y="60656"/>
                  </a:lnTo>
                  <a:lnTo>
                    <a:pt x="3136900" y="53643"/>
                  </a:lnTo>
                  <a:lnTo>
                    <a:pt x="3134056" y="50800"/>
                  </a:lnTo>
                  <a:close/>
                </a:path>
                <a:path w="5411470" h="115569">
                  <a:moveTo>
                    <a:pt x="3286456" y="50800"/>
                  </a:moveTo>
                  <a:lnTo>
                    <a:pt x="3203243" y="50800"/>
                  </a:lnTo>
                  <a:lnTo>
                    <a:pt x="3200400" y="53643"/>
                  </a:lnTo>
                  <a:lnTo>
                    <a:pt x="3200400" y="60656"/>
                  </a:lnTo>
                  <a:lnTo>
                    <a:pt x="3203243" y="63500"/>
                  </a:lnTo>
                  <a:lnTo>
                    <a:pt x="3286456" y="63500"/>
                  </a:lnTo>
                  <a:lnTo>
                    <a:pt x="3289300" y="60656"/>
                  </a:lnTo>
                  <a:lnTo>
                    <a:pt x="3289300" y="53643"/>
                  </a:lnTo>
                  <a:lnTo>
                    <a:pt x="3286456" y="50800"/>
                  </a:lnTo>
                  <a:close/>
                </a:path>
                <a:path w="5411470" h="115569">
                  <a:moveTo>
                    <a:pt x="3438856" y="50800"/>
                  </a:moveTo>
                  <a:lnTo>
                    <a:pt x="3355643" y="50800"/>
                  </a:lnTo>
                  <a:lnTo>
                    <a:pt x="3352800" y="53643"/>
                  </a:lnTo>
                  <a:lnTo>
                    <a:pt x="3352800" y="60656"/>
                  </a:lnTo>
                  <a:lnTo>
                    <a:pt x="3355643" y="63500"/>
                  </a:lnTo>
                  <a:lnTo>
                    <a:pt x="3438856" y="63500"/>
                  </a:lnTo>
                  <a:lnTo>
                    <a:pt x="3441700" y="60656"/>
                  </a:lnTo>
                  <a:lnTo>
                    <a:pt x="3441700" y="53643"/>
                  </a:lnTo>
                  <a:lnTo>
                    <a:pt x="3438856" y="50800"/>
                  </a:lnTo>
                  <a:close/>
                </a:path>
                <a:path w="5411470" h="115569">
                  <a:moveTo>
                    <a:pt x="3591256" y="50800"/>
                  </a:moveTo>
                  <a:lnTo>
                    <a:pt x="3508043" y="50800"/>
                  </a:lnTo>
                  <a:lnTo>
                    <a:pt x="3505200" y="53643"/>
                  </a:lnTo>
                  <a:lnTo>
                    <a:pt x="3505200" y="60656"/>
                  </a:lnTo>
                  <a:lnTo>
                    <a:pt x="3508043" y="63500"/>
                  </a:lnTo>
                  <a:lnTo>
                    <a:pt x="3591256" y="63500"/>
                  </a:lnTo>
                  <a:lnTo>
                    <a:pt x="3594100" y="60656"/>
                  </a:lnTo>
                  <a:lnTo>
                    <a:pt x="3594100" y="53643"/>
                  </a:lnTo>
                  <a:lnTo>
                    <a:pt x="3591256" y="50800"/>
                  </a:lnTo>
                  <a:close/>
                </a:path>
                <a:path w="5411470" h="115569">
                  <a:moveTo>
                    <a:pt x="3743656" y="50800"/>
                  </a:moveTo>
                  <a:lnTo>
                    <a:pt x="3660443" y="50800"/>
                  </a:lnTo>
                  <a:lnTo>
                    <a:pt x="3657600" y="53643"/>
                  </a:lnTo>
                  <a:lnTo>
                    <a:pt x="3657600" y="60656"/>
                  </a:lnTo>
                  <a:lnTo>
                    <a:pt x="3660443" y="63500"/>
                  </a:lnTo>
                  <a:lnTo>
                    <a:pt x="3743656" y="63500"/>
                  </a:lnTo>
                  <a:lnTo>
                    <a:pt x="3746500" y="60656"/>
                  </a:lnTo>
                  <a:lnTo>
                    <a:pt x="3746500" y="53643"/>
                  </a:lnTo>
                  <a:lnTo>
                    <a:pt x="3743656" y="50800"/>
                  </a:lnTo>
                  <a:close/>
                </a:path>
                <a:path w="5411470" h="115569">
                  <a:moveTo>
                    <a:pt x="3896056" y="50800"/>
                  </a:moveTo>
                  <a:lnTo>
                    <a:pt x="3812843" y="50800"/>
                  </a:lnTo>
                  <a:lnTo>
                    <a:pt x="3810000" y="53643"/>
                  </a:lnTo>
                  <a:lnTo>
                    <a:pt x="3810000" y="60656"/>
                  </a:lnTo>
                  <a:lnTo>
                    <a:pt x="3812843" y="63500"/>
                  </a:lnTo>
                  <a:lnTo>
                    <a:pt x="3896056" y="63500"/>
                  </a:lnTo>
                  <a:lnTo>
                    <a:pt x="3898900" y="60656"/>
                  </a:lnTo>
                  <a:lnTo>
                    <a:pt x="3898900" y="53643"/>
                  </a:lnTo>
                  <a:lnTo>
                    <a:pt x="3896056" y="50800"/>
                  </a:lnTo>
                  <a:close/>
                </a:path>
                <a:path w="5411470" h="115569">
                  <a:moveTo>
                    <a:pt x="4048456" y="50800"/>
                  </a:moveTo>
                  <a:lnTo>
                    <a:pt x="3965243" y="50800"/>
                  </a:lnTo>
                  <a:lnTo>
                    <a:pt x="3962400" y="53643"/>
                  </a:lnTo>
                  <a:lnTo>
                    <a:pt x="3962400" y="60656"/>
                  </a:lnTo>
                  <a:lnTo>
                    <a:pt x="3965243" y="63500"/>
                  </a:lnTo>
                  <a:lnTo>
                    <a:pt x="4048456" y="63500"/>
                  </a:lnTo>
                  <a:lnTo>
                    <a:pt x="4051300" y="60656"/>
                  </a:lnTo>
                  <a:lnTo>
                    <a:pt x="4051300" y="53643"/>
                  </a:lnTo>
                  <a:lnTo>
                    <a:pt x="4048456" y="50800"/>
                  </a:lnTo>
                  <a:close/>
                </a:path>
                <a:path w="5411470" h="115569">
                  <a:moveTo>
                    <a:pt x="4200856" y="50800"/>
                  </a:moveTo>
                  <a:lnTo>
                    <a:pt x="4117643" y="50800"/>
                  </a:lnTo>
                  <a:lnTo>
                    <a:pt x="4114800" y="53643"/>
                  </a:lnTo>
                  <a:lnTo>
                    <a:pt x="4114800" y="60656"/>
                  </a:lnTo>
                  <a:lnTo>
                    <a:pt x="4117643" y="63500"/>
                  </a:lnTo>
                  <a:lnTo>
                    <a:pt x="4200856" y="63500"/>
                  </a:lnTo>
                  <a:lnTo>
                    <a:pt x="4203700" y="60656"/>
                  </a:lnTo>
                  <a:lnTo>
                    <a:pt x="4203700" y="53643"/>
                  </a:lnTo>
                  <a:lnTo>
                    <a:pt x="4200856" y="50800"/>
                  </a:lnTo>
                  <a:close/>
                </a:path>
                <a:path w="5411470" h="115569">
                  <a:moveTo>
                    <a:pt x="4353256" y="50800"/>
                  </a:moveTo>
                  <a:lnTo>
                    <a:pt x="4270043" y="50800"/>
                  </a:lnTo>
                  <a:lnTo>
                    <a:pt x="4267200" y="53643"/>
                  </a:lnTo>
                  <a:lnTo>
                    <a:pt x="4267200" y="60656"/>
                  </a:lnTo>
                  <a:lnTo>
                    <a:pt x="4270043" y="63500"/>
                  </a:lnTo>
                  <a:lnTo>
                    <a:pt x="4353256" y="63500"/>
                  </a:lnTo>
                  <a:lnTo>
                    <a:pt x="4356100" y="60656"/>
                  </a:lnTo>
                  <a:lnTo>
                    <a:pt x="4356100" y="53643"/>
                  </a:lnTo>
                  <a:lnTo>
                    <a:pt x="4353256" y="50800"/>
                  </a:lnTo>
                  <a:close/>
                </a:path>
                <a:path w="5411470" h="115569">
                  <a:moveTo>
                    <a:pt x="4505656" y="50800"/>
                  </a:moveTo>
                  <a:lnTo>
                    <a:pt x="4422443" y="50800"/>
                  </a:lnTo>
                  <a:lnTo>
                    <a:pt x="4419600" y="53643"/>
                  </a:lnTo>
                  <a:lnTo>
                    <a:pt x="4419600" y="60656"/>
                  </a:lnTo>
                  <a:lnTo>
                    <a:pt x="4422443" y="63500"/>
                  </a:lnTo>
                  <a:lnTo>
                    <a:pt x="4505656" y="63500"/>
                  </a:lnTo>
                  <a:lnTo>
                    <a:pt x="4508500" y="60656"/>
                  </a:lnTo>
                  <a:lnTo>
                    <a:pt x="4508500" y="53643"/>
                  </a:lnTo>
                  <a:lnTo>
                    <a:pt x="4505656" y="50800"/>
                  </a:lnTo>
                  <a:close/>
                </a:path>
                <a:path w="5411470" h="115569">
                  <a:moveTo>
                    <a:pt x="4658056" y="50800"/>
                  </a:moveTo>
                  <a:lnTo>
                    <a:pt x="4574843" y="50800"/>
                  </a:lnTo>
                  <a:lnTo>
                    <a:pt x="4572000" y="53643"/>
                  </a:lnTo>
                  <a:lnTo>
                    <a:pt x="4572000" y="60656"/>
                  </a:lnTo>
                  <a:lnTo>
                    <a:pt x="4574843" y="63500"/>
                  </a:lnTo>
                  <a:lnTo>
                    <a:pt x="4658056" y="63500"/>
                  </a:lnTo>
                  <a:lnTo>
                    <a:pt x="4660900" y="60656"/>
                  </a:lnTo>
                  <a:lnTo>
                    <a:pt x="4660900" y="53643"/>
                  </a:lnTo>
                  <a:lnTo>
                    <a:pt x="4658056" y="50800"/>
                  </a:lnTo>
                  <a:close/>
                </a:path>
                <a:path w="5411470" h="115569">
                  <a:moveTo>
                    <a:pt x="4810456" y="50800"/>
                  </a:moveTo>
                  <a:lnTo>
                    <a:pt x="4727243" y="50800"/>
                  </a:lnTo>
                  <a:lnTo>
                    <a:pt x="4724400" y="53643"/>
                  </a:lnTo>
                  <a:lnTo>
                    <a:pt x="4724400" y="60656"/>
                  </a:lnTo>
                  <a:lnTo>
                    <a:pt x="4727243" y="63500"/>
                  </a:lnTo>
                  <a:lnTo>
                    <a:pt x="4810456" y="63500"/>
                  </a:lnTo>
                  <a:lnTo>
                    <a:pt x="4813300" y="60656"/>
                  </a:lnTo>
                  <a:lnTo>
                    <a:pt x="4813300" y="53643"/>
                  </a:lnTo>
                  <a:lnTo>
                    <a:pt x="4810456" y="50800"/>
                  </a:lnTo>
                  <a:close/>
                </a:path>
                <a:path w="5411470" h="115569">
                  <a:moveTo>
                    <a:pt x="4962856" y="50800"/>
                  </a:moveTo>
                  <a:lnTo>
                    <a:pt x="4879643" y="50800"/>
                  </a:lnTo>
                  <a:lnTo>
                    <a:pt x="4876800" y="53643"/>
                  </a:lnTo>
                  <a:lnTo>
                    <a:pt x="4876800" y="60656"/>
                  </a:lnTo>
                  <a:lnTo>
                    <a:pt x="4879643" y="63500"/>
                  </a:lnTo>
                  <a:lnTo>
                    <a:pt x="4962856" y="63500"/>
                  </a:lnTo>
                  <a:lnTo>
                    <a:pt x="4965700" y="60656"/>
                  </a:lnTo>
                  <a:lnTo>
                    <a:pt x="4965700" y="53643"/>
                  </a:lnTo>
                  <a:lnTo>
                    <a:pt x="4962856" y="50800"/>
                  </a:lnTo>
                  <a:close/>
                </a:path>
                <a:path w="5411470" h="115569">
                  <a:moveTo>
                    <a:pt x="5115256" y="50800"/>
                  </a:moveTo>
                  <a:lnTo>
                    <a:pt x="5032043" y="50800"/>
                  </a:lnTo>
                  <a:lnTo>
                    <a:pt x="5029200" y="53643"/>
                  </a:lnTo>
                  <a:lnTo>
                    <a:pt x="5029200" y="60656"/>
                  </a:lnTo>
                  <a:lnTo>
                    <a:pt x="5032043" y="63500"/>
                  </a:lnTo>
                  <a:lnTo>
                    <a:pt x="5115256" y="63500"/>
                  </a:lnTo>
                  <a:lnTo>
                    <a:pt x="5118100" y="60656"/>
                  </a:lnTo>
                  <a:lnTo>
                    <a:pt x="5118100" y="53643"/>
                  </a:lnTo>
                  <a:lnTo>
                    <a:pt x="5115256" y="50800"/>
                  </a:lnTo>
                  <a:close/>
                </a:path>
                <a:path w="5411470" h="115569">
                  <a:moveTo>
                    <a:pt x="5267656" y="50800"/>
                  </a:moveTo>
                  <a:lnTo>
                    <a:pt x="5184443" y="50800"/>
                  </a:lnTo>
                  <a:lnTo>
                    <a:pt x="5181600" y="53643"/>
                  </a:lnTo>
                  <a:lnTo>
                    <a:pt x="5181600" y="60656"/>
                  </a:lnTo>
                  <a:lnTo>
                    <a:pt x="5184443" y="63500"/>
                  </a:lnTo>
                  <a:lnTo>
                    <a:pt x="5267656" y="63500"/>
                  </a:lnTo>
                  <a:lnTo>
                    <a:pt x="5270500" y="60656"/>
                  </a:lnTo>
                  <a:lnTo>
                    <a:pt x="5270500" y="53643"/>
                  </a:lnTo>
                  <a:lnTo>
                    <a:pt x="5267656" y="5080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1" name="object 61"/>
            <p:cNvSpPr/>
            <p:nvPr/>
          </p:nvSpPr>
          <p:spPr>
            <a:xfrm>
              <a:off x="1498600" y="14258407"/>
              <a:ext cx="4672965" cy="822960"/>
            </a:xfrm>
            <a:custGeom>
              <a:avLst/>
              <a:gdLst/>
              <a:ahLst/>
              <a:cxnLst/>
              <a:rect l="l" t="t" r="r" b="b"/>
              <a:pathLst>
                <a:path w="4672965" h="822959">
                  <a:moveTo>
                    <a:pt x="888192" y="0"/>
                  </a:moveTo>
                  <a:lnTo>
                    <a:pt x="838725" y="2519"/>
                  </a:lnTo>
                  <a:lnTo>
                    <a:pt x="788628" y="10102"/>
                  </a:lnTo>
                  <a:lnTo>
                    <a:pt x="737945" y="23174"/>
                  </a:lnTo>
                  <a:lnTo>
                    <a:pt x="686721" y="42157"/>
                  </a:lnTo>
                  <a:lnTo>
                    <a:pt x="635000" y="67477"/>
                  </a:lnTo>
                  <a:lnTo>
                    <a:pt x="589175" y="95541"/>
                  </a:lnTo>
                  <a:lnTo>
                    <a:pt x="546746" y="126935"/>
                  </a:lnTo>
                  <a:lnTo>
                    <a:pt x="507404" y="161192"/>
                  </a:lnTo>
                  <a:lnTo>
                    <a:pt x="470840" y="197845"/>
                  </a:lnTo>
                  <a:lnTo>
                    <a:pt x="436746" y="236429"/>
                  </a:lnTo>
                  <a:lnTo>
                    <a:pt x="404812" y="276475"/>
                  </a:lnTo>
                  <a:lnTo>
                    <a:pt x="374730" y="317518"/>
                  </a:lnTo>
                  <a:lnTo>
                    <a:pt x="346192" y="359091"/>
                  </a:lnTo>
                  <a:lnTo>
                    <a:pt x="318889" y="400727"/>
                  </a:lnTo>
                  <a:lnTo>
                    <a:pt x="266751" y="482322"/>
                  </a:lnTo>
                  <a:lnTo>
                    <a:pt x="241300" y="521348"/>
                  </a:lnTo>
                  <a:lnTo>
                    <a:pt x="207277" y="572151"/>
                  </a:lnTo>
                  <a:lnTo>
                    <a:pt x="179646" y="612266"/>
                  </a:lnTo>
                  <a:lnTo>
                    <a:pt x="155762" y="645164"/>
                  </a:lnTo>
                  <a:lnTo>
                    <a:pt x="108658" y="703187"/>
                  </a:lnTo>
                  <a:lnTo>
                    <a:pt x="80150" y="735252"/>
                  </a:lnTo>
                  <a:lnTo>
                    <a:pt x="0" y="822842"/>
                  </a:lnTo>
                  <a:lnTo>
                    <a:pt x="4660900" y="822842"/>
                  </a:lnTo>
                  <a:lnTo>
                    <a:pt x="4672381" y="822595"/>
                  </a:lnTo>
                  <a:lnTo>
                    <a:pt x="4672770" y="821867"/>
                  </a:lnTo>
                  <a:lnTo>
                    <a:pt x="4663020" y="820680"/>
                  </a:lnTo>
                  <a:lnTo>
                    <a:pt x="4644086" y="819058"/>
                  </a:lnTo>
                  <a:lnTo>
                    <a:pt x="4217854" y="788464"/>
                  </a:lnTo>
                  <a:lnTo>
                    <a:pt x="4047881" y="773594"/>
                  </a:lnTo>
                  <a:lnTo>
                    <a:pt x="3996394" y="768309"/>
                  </a:lnTo>
                  <a:lnTo>
                    <a:pt x="3949083" y="762898"/>
                  </a:lnTo>
                  <a:lnTo>
                    <a:pt x="3906903" y="757381"/>
                  </a:lnTo>
                  <a:lnTo>
                    <a:pt x="3841750" y="746122"/>
                  </a:lnTo>
                  <a:lnTo>
                    <a:pt x="3818079" y="741121"/>
                  </a:lnTo>
                  <a:lnTo>
                    <a:pt x="3789663" y="735677"/>
                  </a:lnTo>
                  <a:lnTo>
                    <a:pt x="3679319" y="716828"/>
                  </a:lnTo>
                  <a:lnTo>
                    <a:pt x="3142140" y="631127"/>
                  </a:lnTo>
                  <a:lnTo>
                    <a:pt x="2965324" y="600063"/>
                  </a:lnTo>
                  <a:lnTo>
                    <a:pt x="2851880" y="578342"/>
                  </a:lnTo>
                  <a:lnTo>
                    <a:pt x="2797502" y="567222"/>
                  </a:lnTo>
                  <a:lnTo>
                    <a:pt x="2745137" y="555948"/>
                  </a:lnTo>
                  <a:lnTo>
                    <a:pt x="2695123" y="544535"/>
                  </a:lnTo>
                  <a:lnTo>
                    <a:pt x="2647798" y="532997"/>
                  </a:lnTo>
                  <a:lnTo>
                    <a:pt x="2603500" y="521348"/>
                  </a:lnTo>
                  <a:lnTo>
                    <a:pt x="2279702" y="427855"/>
                  </a:lnTo>
                  <a:lnTo>
                    <a:pt x="1698066" y="248904"/>
                  </a:lnTo>
                  <a:lnTo>
                    <a:pt x="1435054" y="163509"/>
                  </a:lnTo>
                  <a:lnTo>
                    <a:pt x="1307177" y="119888"/>
                  </a:lnTo>
                  <a:lnTo>
                    <a:pt x="1239266" y="95442"/>
                  </a:lnTo>
                  <a:lnTo>
                    <a:pt x="1187954" y="75521"/>
                  </a:lnTo>
                  <a:lnTo>
                    <a:pt x="1124506" y="48518"/>
                  </a:lnTo>
                  <a:lnTo>
                    <a:pt x="1078862" y="32079"/>
                  </a:lnTo>
                  <a:lnTo>
                    <a:pt x="1032363" y="18584"/>
                  </a:lnTo>
                  <a:lnTo>
                    <a:pt x="985056" y="8456"/>
                  </a:lnTo>
                  <a:lnTo>
                    <a:pt x="936984" y="2120"/>
                  </a:lnTo>
                  <a:lnTo>
                    <a:pt x="888192"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62" name="object 62"/>
            <p:cNvPicPr/>
            <p:nvPr/>
          </p:nvPicPr>
          <p:blipFill>
            <a:blip r:embed="rId3" cstate="print"/>
            <a:stretch>
              <a:fillRect/>
            </a:stretch>
          </p:blipFill>
          <p:spPr>
            <a:xfrm>
              <a:off x="1409700" y="14986000"/>
              <a:ext cx="177800" cy="177800"/>
            </a:xfrm>
            <a:prstGeom prst="rect">
              <a:avLst/>
            </a:prstGeom>
          </p:spPr>
        </p:pic>
        <p:pic>
          <p:nvPicPr>
            <p:cNvPr id="63" name="object 63"/>
            <p:cNvPicPr/>
            <p:nvPr/>
          </p:nvPicPr>
          <p:blipFill>
            <a:blip r:embed="rId3" cstate="print"/>
            <a:stretch>
              <a:fillRect/>
            </a:stretch>
          </p:blipFill>
          <p:spPr>
            <a:xfrm>
              <a:off x="5905500" y="14986000"/>
              <a:ext cx="177800" cy="177800"/>
            </a:xfrm>
            <a:prstGeom prst="rect">
              <a:avLst/>
            </a:prstGeom>
          </p:spPr>
        </p:pic>
      </p:grpSp>
      <p:sp>
        <p:nvSpPr>
          <p:cNvPr id="64" name="object 64"/>
          <p:cNvSpPr txBox="1"/>
          <p:nvPr/>
        </p:nvSpPr>
        <p:spPr>
          <a:xfrm>
            <a:off x="557354" y="7600950"/>
            <a:ext cx="561975"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新手Novice</a:t>
            </a:r>
            <a:endParaRPr sz="800">
              <a:latin typeface="江城圆体 400W" panose="020B0800000000000000" pitchFamily="34" charset="-128"/>
              <a:ea typeface="江城圆体 400W" panose="020B0800000000000000" pitchFamily="34" charset="-128"/>
              <a:cs typeface="PMingLiU" panose="02020500000000000000" charset="-120"/>
            </a:endParaRPr>
          </a:p>
        </p:txBody>
      </p:sp>
      <p:sp>
        <p:nvSpPr>
          <p:cNvPr id="65" name="object 65"/>
          <p:cNvSpPr txBox="1"/>
          <p:nvPr/>
        </p:nvSpPr>
        <p:spPr>
          <a:xfrm>
            <a:off x="2437608" y="7315200"/>
            <a:ext cx="363855"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10year</a:t>
            </a:r>
            <a:endParaRPr sz="800">
              <a:latin typeface="江城圆体 400W" panose="020B0800000000000000" pitchFamily="34" charset="-128"/>
              <a:ea typeface="江城圆体 400W" panose="020B0800000000000000" pitchFamily="34" charset="-128"/>
              <a:cs typeface="PMingLiU" panose="02020500000000000000" charset="-120"/>
            </a:endParaRPr>
          </a:p>
        </p:txBody>
      </p:sp>
      <p:sp>
        <p:nvSpPr>
          <p:cNvPr id="66" name="object 66"/>
          <p:cNvSpPr txBox="1"/>
          <p:nvPr/>
        </p:nvSpPr>
        <p:spPr>
          <a:xfrm>
            <a:off x="1508471" y="7575550"/>
            <a:ext cx="1748790" cy="128905"/>
          </a:xfrm>
          <a:prstGeom prst="rect">
            <a:avLst/>
          </a:prstGeom>
        </p:spPr>
        <p:txBody>
          <a:bodyPr vert="horz" wrap="square" lIns="0" tIns="6350" rIns="0" bIns="0" rtlCol="0">
            <a:spAutoFit/>
          </a:bodyPr>
          <a:lstStyle/>
          <a:p>
            <a:pPr marL="6350">
              <a:spcBef>
                <a:spcPts val="50"/>
              </a:spcBef>
              <a:tabLst>
                <a:tab pos="1177925" algn="l"/>
              </a:tabLst>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Distribution	专家 Expert</a:t>
            </a:r>
            <a:endParaRPr sz="800">
              <a:latin typeface="江城圆体 400W" panose="020B0800000000000000" pitchFamily="34" charset="-128"/>
              <a:ea typeface="江城圆体 400W" panose="020B0800000000000000" pitchFamily="34" charset="-128"/>
              <a:cs typeface="PMingLiU" panose="02020500000000000000" charset="-120"/>
            </a:endParaRPr>
          </a:p>
        </p:txBody>
      </p:sp>
      <p:sp>
        <p:nvSpPr>
          <p:cNvPr id="67" name="object 67"/>
          <p:cNvSpPr txBox="1"/>
          <p:nvPr/>
        </p:nvSpPr>
        <p:spPr>
          <a:xfrm>
            <a:off x="3625850" y="7039610"/>
            <a:ext cx="2736850" cy="1609090"/>
          </a:xfrm>
          <a:prstGeom prst="rect">
            <a:avLst/>
          </a:prstGeom>
        </p:spPr>
        <p:txBody>
          <a:bodyPr vert="horz" wrap="square" lIns="0" tIns="6350" rIns="0" bIns="0" rtlCol="0">
            <a:spAutoFit/>
          </a:bodyPr>
          <a:lstStyle/>
          <a:p>
            <a:pPr marL="6350" marR="6985" algn="just">
              <a:lnSpc>
                <a:spcPct val="116000"/>
              </a:lnSpc>
              <a:spcBef>
                <a:spcPts val="5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但是在某领域只是工作</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10</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年是不够的，你还需要实践。根据著名认知科学家</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Dr. K. Anderson Ericsson</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的说法，积极的实践需要</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4</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个条件：</a:t>
            </a:r>
            <a:endParaRPr sz="900" dirty="0">
              <a:latin typeface="江城圆体 400W" panose="020B0800000000000000" pitchFamily="34" charset="-128"/>
              <a:ea typeface="江城圆体 400W" panose="020B0800000000000000" pitchFamily="34" charset="-128"/>
              <a:cs typeface="PMingLiU" panose="02020500000000000000" charset="-120"/>
            </a:endParaRPr>
          </a:p>
          <a:p>
            <a:pPr marL="152400">
              <a:spcBef>
                <a:spcPts val="17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需要一个明确定义的任务。</a:t>
            </a:r>
            <a:endParaRPr sz="900" dirty="0">
              <a:latin typeface="江城圆体 400W" panose="020B0800000000000000" pitchFamily="34" charset="-128"/>
              <a:ea typeface="江城圆体 400W" panose="020B0800000000000000" pitchFamily="34" charset="-128"/>
              <a:cs typeface="PMingLiU" panose="02020500000000000000" charset="-120"/>
            </a:endParaRPr>
          </a:p>
          <a:p>
            <a:pPr marL="152400">
              <a:spcBef>
                <a:spcPts val="17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任务需要有适当难度</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有挑战性但可行。</a:t>
            </a:r>
            <a:endParaRPr sz="900" dirty="0">
              <a:latin typeface="江城圆体 400W" panose="020B0800000000000000" pitchFamily="34" charset="-128"/>
              <a:ea typeface="江城圆体 400W" panose="020B0800000000000000" pitchFamily="34" charset="-128"/>
              <a:cs typeface="PMingLiU" panose="02020500000000000000" charset="-120"/>
            </a:endParaRPr>
          </a:p>
          <a:p>
            <a:pPr marL="152400" marR="189865">
              <a:lnSpc>
                <a:spcPct val="116000"/>
              </a:lnSpc>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任务环境可以提供大量反馈，便于你采取行动。提供重复犯错和纠正错误的机会。</a:t>
            </a:r>
            <a:endParaRPr sz="900" dirty="0">
              <a:latin typeface="江城圆体 400W" panose="020B0800000000000000" pitchFamily="34" charset="-128"/>
              <a:ea typeface="江城圆体 400W" panose="020B0800000000000000" pitchFamily="34" charset="-128"/>
              <a:cs typeface="PMingLiU" panose="02020500000000000000" charset="-120"/>
            </a:endParaRPr>
          </a:p>
          <a:p>
            <a:pPr marL="6350" marR="2540" algn="just">
              <a:lnSpc>
                <a:spcPct val="116000"/>
              </a:lnSpc>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稳步做这种实践十年，你就会达到目标。好消息是一旦你成了某个领域的专家，在别的领域成为专家就会变得更容易。</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68" name="object 68"/>
          <p:cNvGrpSpPr/>
          <p:nvPr/>
        </p:nvGrpSpPr>
        <p:grpSpPr>
          <a:xfrm>
            <a:off x="3639527" y="7562850"/>
            <a:ext cx="112395" cy="590550"/>
            <a:chOff x="7279053" y="15125700"/>
            <a:chExt cx="224790" cy="1181100"/>
          </a:xfrm>
        </p:grpSpPr>
        <p:pic>
          <p:nvPicPr>
            <p:cNvPr id="69" name="object 69"/>
            <p:cNvPicPr/>
            <p:nvPr/>
          </p:nvPicPr>
          <p:blipFill>
            <a:blip r:embed="rId4" cstate="print"/>
            <a:stretch>
              <a:fillRect/>
            </a:stretch>
          </p:blipFill>
          <p:spPr>
            <a:xfrm>
              <a:off x="7279053" y="15125700"/>
              <a:ext cx="224693" cy="224692"/>
            </a:xfrm>
            <a:prstGeom prst="rect">
              <a:avLst/>
            </a:prstGeom>
          </p:spPr>
        </p:pic>
        <p:pic>
          <p:nvPicPr>
            <p:cNvPr id="70" name="object 70"/>
            <p:cNvPicPr/>
            <p:nvPr/>
          </p:nvPicPr>
          <p:blipFill>
            <a:blip r:embed="rId4" cstate="print"/>
            <a:stretch>
              <a:fillRect/>
            </a:stretch>
          </p:blipFill>
          <p:spPr>
            <a:xfrm>
              <a:off x="7279053" y="15450736"/>
              <a:ext cx="224693" cy="224692"/>
            </a:xfrm>
            <a:prstGeom prst="rect">
              <a:avLst/>
            </a:prstGeom>
          </p:spPr>
        </p:pic>
        <p:pic>
          <p:nvPicPr>
            <p:cNvPr id="71" name="object 71"/>
            <p:cNvPicPr/>
            <p:nvPr/>
          </p:nvPicPr>
          <p:blipFill>
            <a:blip r:embed="rId4" cstate="print"/>
            <a:stretch>
              <a:fillRect/>
            </a:stretch>
          </p:blipFill>
          <p:spPr>
            <a:xfrm>
              <a:off x="7279053" y="15766421"/>
              <a:ext cx="224693" cy="224693"/>
            </a:xfrm>
            <a:prstGeom prst="rect">
              <a:avLst/>
            </a:prstGeom>
          </p:spPr>
        </p:pic>
        <p:pic>
          <p:nvPicPr>
            <p:cNvPr id="72" name="object 72"/>
            <p:cNvPicPr/>
            <p:nvPr/>
          </p:nvPicPr>
          <p:blipFill>
            <a:blip r:embed="rId4" cstate="print"/>
            <a:stretch>
              <a:fillRect/>
            </a:stretch>
          </p:blipFill>
          <p:spPr>
            <a:xfrm>
              <a:off x="7279053" y="16082107"/>
              <a:ext cx="224693" cy="224692"/>
            </a:xfrm>
            <a:prstGeom prst="rect">
              <a:avLst/>
            </a:prstGeom>
          </p:spPr>
        </p:pic>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018660" y="1625600"/>
            <a:ext cx="3384233" cy="121920"/>
          </a:xfrm>
          <a:custGeom>
            <a:avLst/>
            <a:gdLst/>
            <a:ahLst/>
            <a:cxnLst/>
            <a:rect l="l" t="t" r="r" b="b"/>
            <a:pathLst>
              <a:path w="6768465" h="243839">
                <a:moveTo>
                  <a:pt x="6541343" y="0"/>
                </a:moveTo>
                <a:lnTo>
                  <a:pt x="6531159" y="0"/>
                </a:lnTo>
                <a:lnTo>
                  <a:pt x="6524715" y="6438"/>
                </a:lnTo>
                <a:lnTo>
                  <a:pt x="6524715" y="229133"/>
                </a:lnTo>
                <a:lnTo>
                  <a:pt x="6525235" y="231343"/>
                </a:lnTo>
                <a:lnTo>
                  <a:pt x="6529790" y="240449"/>
                </a:lnTo>
                <a:lnTo>
                  <a:pt x="6538436" y="243332"/>
                </a:lnTo>
                <a:lnTo>
                  <a:pt x="6760841" y="132130"/>
                </a:lnTo>
                <a:lnTo>
                  <a:pt x="6763099" y="129870"/>
                </a:lnTo>
                <a:lnTo>
                  <a:pt x="6768047" y="119976"/>
                </a:lnTo>
                <a:lnTo>
                  <a:pt x="6765165" y="111328"/>
                </a:lnTo>
                <a:lnTo>
                  <a:pt x="6543548" y="520"/>
                </a:lnTo>
                <a:lnTo>
                  <a:pt x="6541343" y="0"/>
                </a:lnTo>
                <a:close/>
              </a:path>
              <a:path w="6768465" h="243839">
                <a:moveTo>
                  <a:pt x="95250" y="101600"/>
                </a:moveTo>
                <a:lnTo>
                  <a:pt x="19050" y="101600"/>
                </a:lnTo>
                <a:lnTo>
                  <a:pt x="11635" y="103097"/>
                </a:lnTo>
                <a:lnTo>
                  <a:pt x="5579" y="107181"/>
                </a:lnTo>
                <a:lnTo>
                  <a:pt x="1497" y="113237"/>
                </a:lnTo>
                <a:lnTo>
                  <a:pt x="0" y="120650"/>
                </a:lnTo>
                <a:lnTo>
                  <a:pt x="1497" y="128062"/>
                </a:lnTo>
                <a:lnTo>
                  <a:pt x="5579" y="134118"/>
                </a:lnTo>
                <a:lnTo>
                  <a:pt x="11635" y="138202"/>
                </a:lnTo>
                <a:lnTo>
                  <a:pt x="19050" y="139700"/>
                </a:lnTo>
                <a:lnTo>
                  <a:pt x="95250" y="139700"/>
                </a:lnTo>
                <a:lnTo>
                  <a:pt x="102665" y="138202"/>
                </a:lnTo>
                <a:lnTo>
                  <a:pt x="108720" y="134118"/>
                </a:lnTo>
                <a:lnTo>
                  <a:pt x="112803" y="128062"/>
                </a:lnTo>
                <a:lnTo>
                  <a:pt x="114300" y="120650"/>
                </a:lnTo>
                <a:lnTo>
                  <a:pt x="112803" y="113237"/>
                </a:lnTo>
                <a:lnTo>
                  <a:pt x="108720" y="107181"/>
                </a:lnTo>
                <a:lnTo>
                  <a:pt x="102665" y="103097"/>
                </a:lnTo>
                <a:lnTo>
                  <a:pt x="95250" y="101600"/>
                </a:lnTo>
                <a:close/>
              </a:path>
              <a:path w="6768465" h="243839">
                <a:moveTo>
                  <a:pt x="247650" y="101600"/>
                </a:moveTo>
                <a:lnTo>
                  <a:pt x="171450" y="101600"/>
                </a:lnTo>
                <a:lnTo>
                  <a:pt x="164035" y="103097"/>
                </a:lnTo>
                <a:lnTo>
                  <a:pt x="157979" y="107181"/>
                </a:lnTo>
                <a:lnTo>
                  <a:pt x="153897" y="113237"/>
                </a:lnTo>
                <a:lnTo>
                  <a:pt x="152400" y="120650"/>
                </a:lnTo>
                <a:lnTo>
                  <a:pt x="153897" y="128062"/>
                </a:lnTo>
                <a:lnTo>
                  <a:pt x="157979" y="134118"/>
                </a:lnTo>
                <a:lnTo>
                  <a:pt x="164035" y="138202"/>
                </a:lnTo>
                <a:lnTo>
                  <a:pt x="171450" y="139700"/>
                </a:lnTo>
                <a:lnTo>
                  <a:pt x="247650" y="139700"/>
                </a:lnTo>
                <a:lnTo>
                  <a:pt x="255065" y="138202"/>
                </a:lnTo>
                <a:lnTo>
                  <a:pt x="261120" y="134118"/>
                </a:lnTo>
                <a:lnTo>
                  <a:pt x="265203" y="128062"/>
                </a:lnTo>
                <a:lnTo>
                  <a:pt x="266700" y="120650"/>
                </a:lnTo>
                <a:lnTo>
                  <a:pt x="265203" y="113237"/>
                </a:lnTo>
                <a:lnTo>
                  <a:pt x="261120" y="107181"/>
                </a:lnTo>
                <a:lnTo>
                  <a:pt x="255065" y="103097"/>
                </a:lnTo>
                <a:lnTo>
                  <a:pt x="247650" y="101600"/>
                </a:lnTo>
                <a:close/>
              </a:path>
              <a:path w="6768465" h="243839">
                <a:moveTo>
                  <a:pt x="400050" y="101600"/>
                </a:moveTo>
                <a:lnTo>
                  <a:pt x="323850" y="101600"/>
                </a:lnTo>
                <a:lnTo>
                  <a:pt x="316435" y="103097"/>
                </a:lnTo>
                <a:lnTo>
                  <a:pt x="310379" y="107181"/>
                </a:lnTo>
                <a:lnTo>
                  <a:pt x="306297" y="113237"/>
                </a:lnTo>
                <a:lnTo>
                  <a:pt x="304800" y="120650"/>
                </a:lnTo>
                <a:lnTo>
                  <a:pt x="306297" y="128062"/>
                </a:lnTo>
                <a:lnTo>
                  <a:pt x="310379" y="134118"/>
                </a:lnTo>
                <a:lnTo>
                  <a:pt x="316435" y="138202"/>
                </a:lnTo>
                <a:lnTo>
                  <a:pt x="323850" y="139700"/>
                </a:lnTo>
                <a:lnTo>
                  <a:pt x="400050" y="139700"/>
                </a:lnTo>
                <a:lnTo>
                  <a:pt x="407465" y="138202"/>
                </a:lnTo>
                <a:lnTo>
                  <a:pt x="413520" y="134118"/>
                </a:lnTo>
                <a:lnTo>
                  <a:pt x="417603" y="128062"/>
                </a:lnTo>
                <a:lnTo>
                  <a:pt x="419100" y="120650"/>
                </a:lnTo>
                <a:lnTo>
                  <a:pt x="417603" y="113237"/>
                </a:lnTo>
                <a:lnTo>
                  <a:pt x="413520" y="107181"/>
                </a:lnTo>
                <a:lnTo>
                  <a:pt x="407465" y="103097"/>
                </a:lnTo>
                <a:lnTo>
                  <a:pt x="400050" y="101600"/>
                </a:lnTo>
                <a:close/>
              </a:path>
              <a:path w="6768465" h="243839">
                <a:moveTo>
                  <a:pt x="552450" y="101600"/>
                </a:moveTo>
                <a:lnTo>
                  <a:pt x="476250" y="101600"/>
                </a:lnTo>
                <a:lnTo>
                  <a:pt x="468835" y="103097"/>
                </a:lnTo>
                <a:lnTo>
                  <a:pt x="462779" y="107181"/>
                </a:lnTo>
                <a:lnTo>
                  <a:pt x="458697" y="113237"/>
                </a:lnTo>
                <a:lnTo>
                  <a:pt x="457200" y="120650"/>
                </a:lnTo>
                <a:lnTo>
                  <a:pt x="458697" y="128062"/>
                </a:lnTo>
                <a:lnTo>
                  <a:pt x="462779" y="134118"/>
                </a:lnTo>
                <a:lnTo>
                  <a:pt x="468835" y="138202"/>
                </a:lnTo>
                <a:lnTo>
                  <a:pt x="476250" y="139700"/>
                </a:lnTo>
                <a:lnTo>
                  <a:pt x="552450" y="139700"/>
                </a:lnTo>
                <a:lnTo>
                  <a:pt x="559865" y="138202"/>
                </a:lnTo>
                <a:lnTo>
                  <a:pt x="565920" y="134118"/>
                </a:lnTo>
                <a:lnTo>
                  <a:pt x="570003" y="128062"/>
                </a:lnTo>
                <a:lnTo>
                  <a:pt x="571500" y="120650"/>
                </a:lnTo>
                <a:lnTo>
                  <a:pt x="570003" y="113237"/>
                </a:lnTo>
                <a:lnTo>
                  <a:pt x="565920" y="107181"/>
                </a:lnTo>
                <a:lnTo>
                  <a:pt x="559865" y="103097"/>
                </a:lnTo>
                <a:lnTo>
                  <a:pt x="552450" y="101600"/>
                </a:lnTo>
                <a:close/>
              </a:path>
              <a:path w="6768465" h="243839">
                <a:moveTo>
                  <a:pt x="704850" y="101600"/>
                </a:moveTo>
                <a:lnTo>
                  <a:pt x="628650" y="101600"/>
                </a:lnTo>
                <a:lnTo>
                  <a:pt x="621235" y="103097"/>
                </a:lnTo>
                <a:lnTo>
                  <a:pt x="615179" y="107181"/>
                </a:lnTo>
                <a:lnTo>
                  <a:pt x="611097" y="113237"/>
                </a:lnTo>
                <a:lnTo>
                  <a:pt x="609600" y="120650"/>
                </a:lnTo>
                <a:lnTo>
                  <a:pt x="611097" y="128062"/>
                </a:lnTo>
                <a:lnTo>
                  <a:pt x="615179" y="134118"/>
                </a:lnTo>
                <a:lnTo>
                  <a:pt x="621235" y="138202"/>
                </a:lnTo>
                <a:lnTo>
                  <a:pt x="628650" y="139700"/>
                </a:lnTo>
                <a:lnTo>
                  <a:pt x="704850" y="139700"/>
                </a:lnTo>
                <a:lnTo>
                  <a:pt x="712265" y="138202"/>
                </a:lnTo>
                <a:lnTo>
                  <a:pt x="718320" y="134118"/>
                </a:lnTo>
                <a:lnTo>
                  <a:pt x="722403" y="128062"/>
                </a:lnTo>
                <a:lnTo>
                  <a:pt x="723900" y="120650"/>
                </a:lnTo>
                <a:lnTo>
                  <a:pt x="722403" y="113237"/>
                </a:lnTo>
                <a:lnTo>
                  <a:pt x="718320" y="107181"/>
                </a:lnTo>
                <a:lnTo>
                  <a:pt x="712265" y="103097"/>
                </a:lnTo>
                <a:lnTo>
                  <a:pt x="704850" y="101600"/>
                </a:lnTo>
                <a:close/>
              </a:path>
              <a:path w="6768465" h="243839">
                <a:moveTo>
                  <a:pt x="857250" y="101600"/>
                </a:moveTo>
                <a:lnTo>
                  <a:pt x="781050" y="101600"/>
                </a:lnTo>
                <a:lnTo>
                  <a:pt x="773635" y="103097"/>
                </a:lnTo>
                <a:lnTo>
                  <a:pt x="767579" y="107181"/>
                </a:lnTo>
                <a:lnTo>
                  <a:pt x="763497" y="113237"/>
                </a:lnTo>
                <a:lnTo>
                  <a:pt x="762000" y="120650"/>
                </a:lnTo>
                <a:lnTo>
                  <a:pt x="763497" y="128062"/>
                </a:lnTo>
                <a:lnTo>
                  <a:pt x="767579" y="134118"/>
                </a:lnTo>
                <a:lnTo>
                  <a:pt x="773635" y="138202"/>
                </a:lnTo>
                <a:lnTo>
                  <a:pt x="781050" y="139700"/>
                </a:lnTo>
                <a:lnTo>
                  <a:pt x="857250" y="139700"/>
                </a:lnTo>
                <a:lnTo>
                  <a:pt x="864665" y="138202"/>
                </a:lnTo>
                <a:lnTo>
                  <a:pt x="870720" y="134118"/>
                </a:lnTo>
                <a:lnTo>
                  <a:pt x="874803" y="128062"/>
                </a:lnTo>
                <a:lnTo>
                  <a:pt x="876300" y="120650"/>
                </a:lnTo>
                <a:lnTo>
                  <a:pt x="874803" y="113237"/>
                </a:lnTo>
                <a:lnTo>
                  <a:pt x="870720" y="107181"/>
                </a:lnTo>
                <a:lnTo>
                  <a:pt x="864665" y="103097"/>
                </a:lnTo>
                <a:lnTo>
                  <a:pt x="857250" y="101600"/>
                </a:lnTo>
                <a:close/>
              </a:path>
              <a:path w="6768465" h="243839">
                <a:moveTo>
                  <a:pt x="1009650" y="101600"/>
                </a:moveTo>
                <a:lnTo>
                  <a:pt x="933450" y="101600"/>
                </a:lnTo>
                <a:lnTo>
                  <a:pt x="926035" y="103097"/>
                </a:lnTo>
                <a:lnTo>
                  <a:pt x="919979" y="107181"/>
                </a:lnTo>
                <a:lnTo>
                  <a:pt x="915897" y="113237"/>
                </a:lnTo>
                <a:lnTo>
                  <a:pt x="914400" y="120650"/>
                </a:lnTo>
                <a:lnTo>
                  <a:pt x="915897" y="128062"/>
                </a:lnTo>
                <a:lnTo>
                  <a:pt x="919979" y="134118"/>
                </a:lnTo>
                <a:lnTo>
                  <a:pt x="926035" y="138202"/>
                </a:lnTo>
                <a:lnTo>
                  <a:pt x="933450" y="139700"/>
                </a:lnTo>
                <a:lnTo>
                  <a:pt x="1009650" y="139700"/>
                </a:lnTo>
                <a:lnTo>
                  <a:pt x="1017065" y="138202"/>
                </a:lnTo>
                <a:lnTo>
                  <a:pt x="1023120" y="134118"/>
                </a:lnTo>
                <a:lnTo>
                  <a:pt x="1027203" y="128062"/>
                </a:lnTo>
                <a:lnTo>
                  <a:pt x="1028700" y="120650"/>
                </a:lnTo>
                <a:lnTo>
                  <a:pt x="1027203" y="113237"/>
                </a:lnTo>
                <a:lnTo>
                  <a:pt x="1023120" y="107181"/>
                </a:lnTo>
                <a:lnTo>
                  <a:pt x="1017065" y="103097"/>
                </a:lnTo>
                <a:lnTo>
                  <a:pt x="1009650" y="101600"/>
                </a:lnTo>
                <a:close/>
              </a:path>
              <a:path w="6768465" h="243839">
                <a:moveTo>
                  <a:pt x="1162050" y="101600"/>
                </a:moveTo>
                <a:lnTo>
                  <a:pt x="1085850" y="101600"/>
                </a:lnTo>
                <a:lnTo>
                  <a:pt x="1078435" y="103097"/>
                </a:lnTo>
                <a:lnTo>
                  <a:pt x="1072379" y="107181"/>
                </a:lnTo>
                <a:lnTo>
                  <a:pt x="1068297" y="113237"/>
                </a:lnTo>
                <a:lnTo>
                  <a:pt x="1066800" y="120650"/>
                </a:lnTo>
                <a:lnTo>
                  <a:pt x="1068297" y="128062"/>
                </a:lnTo>
                <a:lnTo>
                  <a:pt x="1072379" y="134118"/>
                </a:lnTo>
                <a:lnTo>
                  <a:pt x="1078435" y="138202"/>
                </a:lnTo>
                <a:lnTo>
                  <a:pt x="1085850" y="139700"/>
                </a:lnTo>
                <a:lnTo>
                  <a:pt x="1162050" y="139700"/>
                </a:lnTo>
                <a:lnTo>
                  <a:pt x="1169465" y="138202"/>
                </a:lnTo>
                <a:lnTo>
                  <a:pt x="1175520" y="134118"/>
                </a:lnTo>
                <a:lnTo>
                  <a:pt x="1179603" y="128062"/>
                </a:lnTo>
                <a:lnTo>
                  <a:pt x="1181100" y="120650"/>
                </a:lnTo>
                <a:lnTo>
                  <a:pt x="1179603" y="113237"/>
                </a:lnTo>
                <a:lnTo>
                  <a:pt x="1175520" y="107181"/>
                </a:lnTo>
                <a:lnTo>
                  <a:pt x="1169465" y="103097"/>
                </a:lnTo>
                <a:lnTo>
                  <a:pt x="1162050" y="101600"/>
                </a:lnTo>
                <a:close/>
              </a:path>
              <a:path w="6768465" h="243839">
                <a:moveTo>
                  <a:pt x="1314450" y="101600"/>
                </a:moveTo>
                <a:lnTo>
                  <a:pt x="1238250" y="101600"/>
                </a:lnTo>
                <a:lnTo>
                  <a:pt x="1230835" y="103097"/>
                </a:lnTo>
                <a:lnTo>
                  <a:pt x="1224779" y="107181"/>
                </a:lnTo>
                <a:lnTo>
                  <a:pt x="1220697" y="113237"/>
                </a:lnTo>
                <a:lnTo>
                  <a:pt x="1219200" y="120650"/>
                </a:lnTo>
                <a:lnTo>
                  <a:pt x="1220697" y="128062"/>
                </a:lnTo>
                <a:lnTo>
                  <a:pt x="1224779" y="134118"/>
                </a:lnTo>
                <a:lnTo>
                  <a:pt x="1230835" y="138202"/>
                </a:lnTo>
                <a:lnTo>
                  <a:pt x="1238250" y="139700"/>
                </a:lnTo>
                <a:lnTo>
                  <a:pt x="1314450" y="139700"/>
                </a:lnTo>
                <a:lnTo>
                  <a:pt x="1321865" y="138202"/>
                </a:lnTo>
                <a:lnTo>
                  <a:pt x="1327920" y="134118"/>
                </a:lnTo>
                <a:lnTo>
                  <a:pt x="1332003" y="128062"/>
                </a:lnTo>
                <a:lnTo>
                  <a:pt x="1333500" y="120650"/>
                </a:lnTo>
                <a:lnTo>
                  <a:pt x="1332003" y="113237"/>
                </a:lnTo>
                <a:lnTo>
                  <a:pt x="1327920" y="107181"/>
                </a:lnTo>
                <a:lnTo>
                  <a:pt x="1321865" y="103097"/>
                </a:lnTo>
                <a:lnTo>
                  <a:pt x="1314450" y="101600"/>
                </a:lnTo>
                <a:close/>
              </a:path>
              <a:path w="6768465" h="243839">
                <a:moveTo>
                  <a:pt x="1466850" y="101600"/>
                </a:moveTo>
                <a:lnTo>
                  <a:pt x="1390650" y="101600"/>
                </a:lnTo>
                <a:lnTo>
                  <a:pt x="1383235" y="103097"/>
                </a:lnTo>
                <a:lnTo>
                  <a:pt x="1377179" y="107181"/>
                </a:lnTo>
                <a:lnTo>
                  <a:pt x="1373097" y="113237"/>
                </a:lnTo>
                <a:lnTo>
                  <a:pt x="1371600" y="120650"/>
                </a:lnTo>
                <a:lnTo>
                  <a:pt x="1373097" y="128062"/>
                </a:lnTo>
                <a:lnTo>
                  <a:pt x="1377179" y="134118"/>
                </a:lnTo>
                <a:lnTo>
                  <a:pt x="1383235" y="138202"/>
                </a:lnTo>
                <a:lnTo>
                  <a:pt x="1390650" y="139700"/>
                </a:lnTo>
                <a:lnTo>
                  <a:pt x="1466850" y="139700"/>
                </a:lnTo>
                <a:lnTo>
                  <a:pt x="1474265" y="138202"/>
                </a:lnTo>
                <a:lnTo>
                  <a:pt x="1480320" y="134118"/>
                </a:lnTo>
                <a:lnTo>
                  <a:pt x="1484403" y="128062"/>
                </a:lnTo>
                <a:lnTo>
                  <a:pt x="1485900" y="120650"/>
                </a:lnTo>
                <a:lnTo>
                  <a:pt x="1484403" y="113237"/>
                </a:lnTo>
                <a:lnTo>
                  <a:pt x="1480320" y="107181"/>
                </a:lnTo>
                <a:lnTo>
                  <a:pt x="1474265" y="103097"/>
                </a:lnTo>
                <a:lnTo>
                  <a:pt x="1466850" y="101600"/>
                </a:lnTo>
                <a:close/>
              </a:path>
              <a:path w="6768465" h="243839">
                <a:moveTo>
                  <a:pt x="1619250" y="101600"/>
                </a:moveTo>
                <a:lnTo>
                  <a:pt x="1543050" y="101600"/>
                </a:lnTo>
                <a:lnTo>
                  <a:pt x="1535635" y="103097"/>
                </a:lnTo>
                <a:lnTo>
                  <a:pt x="1529579" y="107181"/>
                </a:lnTo>
                <a:lnTo>
                  <a:pt x="1525497" y="113237"/>
                </a:lnTo>
                <a:lnTo>
                  <a:pt x="1524000" y="120650"/>
                </a:lnTo>
                <a:lnTo>
                  <a:pt x="1525497" y="128062"/>
                </a:lnTo>
                <a:lnTo>
                  <a:pt x="1529579" y="134118"/>
                </a:lnTo>
                <a:lnTo>
                  <a:pt x="1535635" y="138202"/>
                </a:lnTo>
                <a:lnTo>
                  <a:pt x="1543050" y="139700"/>
                </a:lnTo>
                <a:lnTo>
                  <a:pt x="1619250" y="139700"/>
                </a:lnTo>
                <a:lnTo>
                  <a:pt x="1626665" y="138202"/>
                </a:lnTo>
                <a:lnTo>
                  <a:pt x="1632720" y="134118"/>
                </a:lnTo>
                <a:lnTo>
                  <a:pt x="1636803" y="128062"/>
                </a:lnTo>
                <a:lnTo>
                  <a:pt x="1638300" y="120650"/>
                </a:lnTo>
                <a:lnTo>
                  <a:pt x="1636803" y="113237"/>
                </a:lnTo>
                <a:lnTo>
                  <a:pt x="1632720" y="107181"/>
                </a:lnTo>
                <a:lnTo>
                  <a:pt x="1626665" y="103097"/>
                </a:lnTo>
                <a:lnTo>
                  <a:pt x="1619250" y="101600"/>
                </a:lnTo>
                <a:close/>
              </a:path>
              <a:path w="6768465" h="243839">
                <a:moveTo>
                  <a:pt x="1771650" y="101600"/>
                </a:moveTo>
                <a:lnTo>
                  <a:pt x="1695450" y="101600"/>
                </a:lnTo>
                <a:lnTo>
                  <a:pt x="1688035" y="103097"/>
                </a:lnTo>
                <a:lnTo>
                  <a:pt x="1681979" y="107181"/>
                </a:lnTo>
                <a:lnTo>
                  <a:pt x="1677897" y="113237"/>
                </a:lnTo>
                <a:lnTo>
                  <a:pt x="1676400" y="120650"/>
                </a:lnTo>
                <a:lnTo>
                  <a:pt x="1677897" y="128062"/>
                </a:lnTo>
                <a:lnTo>
                  <a:pt x="1681979" y="134118"/>
                </a:lnTo>
                <a:lnTo>
                  <a:pt x="1688035" y="138202"/>
                </a:lnTo>
                <a:lnTo>
                  <a:pt x="1695450" y="139700"/>
                </a:lnTo>
                <a:lnTo>
                  <a:pt x="1771650" y="139700"/>
                </a:lnTo>
                <a:lnTo>
                  <a:pt x="1779065" y="138202"/>
                </a:lnTo>
                <a:lnTo>
                  <a:pt x="1785120" y="134118"/>
                </a:lnTo>
                <a:lnTo>
                  <a:pt x="1789203" y="128062"/>
                </a:lnTo>
                <a:lnTo>
                  <a:pt x="1790700" y="120650"/>
                </a:lnTo>
                <a:lnTo>
                  <a:pt x="1789203" y="113237"/>
                </a:lnTo>
                <a:lnTo>
                  <a:pt x="1785120" y="107181"/>
                </a:lnTo>
                <a:lnTo>
                  <a:pt x="1779065" y="103097"/>
                </a:lnTo>
                <a:lnTo>
                  <a:pt x="1771650" y="101600"/>
                </a:lnTo>
                <a:close/>
              </a:path>
              <a:path w="6768465" h="243839">
                <a:moveTo>
                  <a:pt x="1924050" y="101600"/>
                </a:moveTo>
                <a:lnTo>
                  <a:pt x="1847850" y="101600"/>
                </a:lnTo>
                <a:lnTo>
                  <a:pt x="1840435" y="103097"/>
                </a:lnTo>
                <a:lnTo>
                  <a:pt x="1834379" y="107181"/>
                </a:lnTo>
                <a:lnTo>
                  <a:pt x="1830297" y="113237"/>
                </a:lnTo>
                <a:lnTo>
                  <a:pt x="1828800" y="120650"/>
                </a:lnTo>
                <a:lnTo>
                  <a:pt x="1830297" y="128062"/>
                </a:lnTo>
                <a:lnTo>
                  <a:pt x="1834379" y="134118"/>
                </a:lnTo>
                <a:lnTo>
                  <a:pt x="1840435" y="138202"/>
                </a:lnTo>
                <a:lnTo>
                  <a:pt x="1847850" y="139700"/>
                </a:lnTo>
                <a:lnTo>
                  <a:pt x="1924050" y="139700"/>
                </a:lnTo>
                <a:lnTo>
                  <a:pt x="1931465" y="138202"/>
                </a:lnTo>
                <a:lnTo>
                  <a:pt x="1937520" y="134118"/>
                </a:lnTo>
                <a:lnTo>
                  <a:pt x="1941603" y="128062"/>
                </a:lnTo>
                <a:lnTo>
                  <a:pt x="1943100" y="120650"/>
                </a:lnTo>
                <a:lnTo>
                  <a:pt x="1941603" y="113237"/>
                </a:lnTo>
                <a:lnTo>
                  <a:pt x="1937520" y="107181"/>
                </a:lnTo>
                <a:lnTo>
                  <a:pt x="1931465" y="103097"/>
                </a:lnTo>
                <a:lnTo>
                  <a:pt x="1924050" y="101600"/>
                </a:lnTo>
                <a:close/>
              </a:path>
              <a:path w="6768465" h="243839">
                <a:moveTo>
                  <a:pt x="2076450" y="101600"/>
                </a:moveTo>
                <a:lnTo>
                  <a:pt x="2000250" y="101600"/>
                </a:lnTo>
                <a:lnTo>
                  <a:pt x="1992835" y="103097"/>
                </a:lnTo>
                <a:lnTo>
                  <a:pt x="1986779" y="107181"/>
                </a:lnTo>
                <a:lnTo>
                  <a:pt x="1982697" y="113237"/>
                </a:lnTo>
                <a:lnTo>
                  <a:pt x="1981200" y="120650"/>
                </a:lnTo>
                <a:lnTo>
                  <a:pt x="1982697" y="128062"/>
                </a:lnTo>
                <a:lnTo>
                  <a:pt x="1986779" y="134118"/>
                </a:lnTo>
                <a:lnTo>
                  <a:pt x="1992835" y="138202"/>
                </a:lnTo>
                <a:lnTo>
                  <a:pt x="2000250" y="139700"/>
                </a:lnTo>
                <a:lnTo>
                  <a:pt x="2076450" y="139700"/>
                </a:lnTo>
                <a:lnTo>
                  <a:pt x="2083865" y="138202"/>
                </a:lnTo>
                <a:lnTo>
                  <a:pt x="2089920" y="134118"/>
                </a:lnTo>
                <a:lnTo>
                  <a:pt x="2094003" y="128062"/>
                </a:lnTo>
                <a:lnTo>
                  <a:pt x="2095500" y="120650"/>
                </a:lnTo>
                <a:lnTo>
                  <a:pt x="2094003" y="113237"/>
                </a:lnTo>
                <a:lnTo>
                  <a:pt x="2089920" y="107181"/>
                </a:lnTo>
                <a:lnTo>
                  <a:pt x="2083865" y="103097"/>
                </a:lnTo>
                <a:lnTo>
                  <a:pt x="2076450" y="101600"/>
                </a:lnTo>
                <a:close/>
              </a:path>
              <a:path w="6768465" h="243839">
                <a:moveTo>
                  <a:pt x="2228850" y="101600"/>
                </a:moveTo>
                <a:lnTo>
                  <a:pt x="2152650" y="101600"/>
                </a:lnTo>
                <a:lnTo>
                  <a:pt x="2145235" y="103097"/>
                </a:lnTo>
                <a:lnTo>
                  <a:pt x="2139179" y="107181"/>
                </a:lnTo>
                <a:lnTo>
                  <a:pt x="2135097" y="113237"/>
                </a:lnTo>
                <a:lnTo>
                  <a:pt x="2133600" y="120650"/>
                </a:lnTo>
                <a:lnTo>
                  <a:pt x="2135097" y="128062"/>
                </a:lnTo>
                <a:lnTo>
                  <a:pt x="2139179" y="134118"/>
                </a:lnTo>
                <a:lnTo>
                  <a:pt x="2145235" y="138202"/>
                </a:lnTo>
                <a:lnTo>
                  <a:pt x="2152650" y="139700"/>
                </a:lnTo>
                <a:lnTo>
                  <a:pt x="2228850" y="139700"/>
                </a:lnTo>
                <a:lnTo>
                  <a:pt x="2236265" y="138202"/>
                </a:lnTo>
                <a:lnTo>
                  <a:pt x="2242320" y="134118"/>
                </a:lnTo>
                <a:lnTo>
                  <a:pt x="2246403" y="128062"/>
                </a:lnTo>
                <a:lnTo>
                  <a:pt x="2247900" y="120650"/>
                </a:lnTo>
                <a:lnTo>
                  <a:pt x="2246403" y="113237"/>
                </a:lnTo>
                <a:lnTo>
                  <a:pt x="2242320" y="107181"/>
                </a:lnTo>
                <a:lnTo>
                  <a:pt x="2236265" y="103097"/>
                </a:lnTo>
                <a:lnTo>
                  <a:pt x="2228850" y="101600"/>
                </a:lnTo>
                <a:close/>
              </a:path>
              <a:path w="6768465" h="243839">
                <a:moveTo>
                  <a:pt x="2381250" y="101600"/>
                </a:moveTo>
                <a:lnTo>
                  <a:pt x="2305050" y="101600"/>
                </a:lnTo>
                <a:lnTo>
                  <a:pt x="2297635" y="103097"/>
                </a:lnTo>
                <a:lnTo>
                  <a:pt x="2291579" y="107181"/>
                </a:lnTo>
                <a:lnTo>
                  <a:pt x="2287497" y="113237"/>
                </a:lnTo>
                <a:lnTo>
                  <a:pt x="2286000" y="120650"/>
                </a:lnTo>
                <a:lnTo>
                  <a:pt x="2287497" y="128062"/>
                </a:lnTo>
                <a:lnTo>
                  <a:pt x="2291579" y="134118"/>
                </a:lnTo>
                <a:lnTo>
                  <a:pt x="2297635" y="138202"/>
                </a:lnTo>
                <a:lnTo>
                  <a:pt x="2305050" y="139700"/>
                </a:lnTo>
                <a:lnTo>
                  <a:pt x="2381250" y="139700"/>
                </a:lnTo>
                <a:lnTo>
                  <a:pt x="2388665" y="138202"/>
                </a:lnTo>
                <a:lnTo>
                  <a:pt x="2394720" y="134118"/>
                </a:lnTo>
                <a:lnTo>
                  <a:pt x="2398803" y="128062"/>
                </a:lnTo>
                <a:lnTo>
                  <a:pt x="2400300" y="120650"/>
                </a:lnTo>
                <a:lnTo>
                  <a:pt x="2398803" y="113237"/>
                </a:lnTo>
                <a:lnTo>
                  <a:pt x="2394720" y="107181"/>
                </a:lnTo>
                <a:lnTo>
                  <a:pt x="2388665" y="103097"/>
                </a:lnTo>
                <a:lnTo>
                  <a:pt x="2381250" y="101600"/>
                </a:lnTo>
                <a:close/>
              </a:path>
              <a:path w="6768465" h="243839">
                <a:moveTo>
                  <a:pt x="2533649" y="101600"/>
                </a:moveTo>
                <a:lnTo>
                  <a:pt x="2457450" y="101600"/>
                </a:lnTo>
                <a:lnTo>
                  <a:pt x="2450035" y="103097"/>
                </a:lnTo>
                <a:lnTo>
                  <a:pt x="2443979" y="107181"/>
                </a:lnTo>
                <a:lnTo>
                  <a:pt x="2439897" y="113237"/>
                </a:lnTo>
                <a:lnTo>
                  <a:pt x="2438400" y="120650"/>
                </a:lnTo>
                <a:lnTo>
                  <a:pt x="2439897" y="128062"/>
                </a:lnTo>
                <a:lnTo>
                  <a:pt x="2443979" y="134118"/>
                </a:lnTo>
                <a:lnTo>
                  <a:pt x="2450035" y="138202"/>
                </a:lnTo>
                <a:lnTo>
                  <a:pt x="2457450" y="139700"/>
                </a:lnTo>
                <a:lnTo>
                  <a:pt x="2533649" y="139700"/>
                </a:lnTo>
                <a:lnTo>
                  <a:pt x="2541065" y="138202"/>
                </a:lnTo>
                <a:lnTo>
                  <a:pt x="2547120" y="134118"/>
                </a:lnTo>
                <a:lnTo>
                  <a:pt x="2551203" y="128062"/>
                </a:lnTo>
                <a:lnTo>
                  <a:pt x="2552699" y="120650"/>
                </a:lnTo>
                <a:lnTo>
                  <a:pt x="2551203" y="113237"/>
                </a:lnTo>
                <a:lnTo>
                  <a:pt x="2547120" y="107181"/>
                </a:lnTo>
                <a:lnTo>
                  <a:pt x="2541065" y="103097"/>
                </a:lnTo>
                <a:lnTo>
                  <a:pt x="2533649" y="101600"/>
                </a:lnTo>
                <a:close/>
              </a:path>
              <a:path w="6768465" h="243839">
                <a:moveTo>
                  <a:pt x="2686049" y="101600"/>
                </a:moveTo>
                <a:lnTo>
                  <a:pt x="2609849" y="101600"/>
                </a:lnTo>
                <a:lnTo>
                  <a:pt x="2602435" y="103097"/>
                </a:lnTo>
                <a:lnTo>
                  <a:pt x="2596379" y="107181"/>
                </a:lnTo>
                <a:lnTo>
                  <a:pt x="2592297" y="113237"/>
                </a:lnTo>
                <a:lnTo>
                  <a:pt x="2590799" y="120650"/>
                </a:lnTo>
                <a:lnTo>
                  <a:pt x="2592297" y="128062"/>
                </a:lnTo>
                <a:lnTo>
                  <a:pt x="2596379" y="134118"/>
                </a:lnTo>
                <a:lnTo>
                  <a:pt x="2602435" y="138202"/>
                </a:lnTo>
                <a:lnTo>
                  <a:pt x="2609849" y="139700"/>
                </a:lnTo>
                <a:lnTo>
                  <a:pt x="2686049" y="139700"/>
                </a:lnTo>
                <a:lnTo>
                  <a:pt x="2693465" y="138202"/>
                </a:lnTo>
                <a:lnTo>
                  <a:pt x="2699520" y="134118"/>
                </a:lnTo>
                <a:lnTo>
                  <a:pt x="2703603" y="128062"/>
                </a:lnTo>
                <a:lnTo>
                  <a:pt x="2705099" y="120650"/>
                </a:lnTo>
                <a:lnTo>
                  <a:pt x="2703603" y="113237"/>
                </a:lnTo>
                <a:lnTo>
                  <a:pt x="2699520" y="107181"/>
                </a:lnTo>
                <a:lnTo>
                  <a:pt x="2693465" y="103097"/>
                </a:lnTo>
                <a:lnTo>
                  <a:pt x="2686049" y="101600"/>
                </a:lnTo>
                <a:close/>
              </a:path>
              <a:path w="6768465" h="243839">
                <a:moveTo>
                  <a:pt x="2838449" y="101600"/>
                </a:moveTo>
                <a:lnTo>
                  <a:pt x="2762249" y="101600"/>
                </a:lnTo>
                <a:lnTo>
                  <a:pt x="2754835" y="103097"/>
                </a:lnTo>
                <a:lnTo>
                  <a:pt x="2748779" y="107181"/>
                </a:lnTo>
                <a:lnTo>
                  <a:pt x="2744697" y="113237"/>
                </a:lnTo>
                <a:lnTo>
                  <a:pt x="2743199" y="120650"/>
                </a:lnTo>
                <a:lnTo>
                  <a:pt x="2744697" y="128062"/>
                </a:lnTo>
                <a:lnTo>
                  <a:pt x="2748779" y="134118"/>
                </a:lnTo>
                <a:lnTo>
                  <a:pt x="2754835" y="138202"/>
                </a:lnTo>
                <a:lnTo>
                  <a:pt x="2762249" y="139700"/>
                </a:lnTo>
                <a:lnTo>
                  <a:pt x="2838449" y="139700"/>
                </a:lnTo>
                <a:lnTo>
                  <a:pt x="2845865" y="138202"/>
                </a:lnTo>
                <a:lnTo>
                  <a:pt x="2851920" y="134118"/>
                </a:lnTo>
                <a:lnTo>
                  <a:pt x="2856003" y="128062"/>
                </a:lnTo>
                <a:lnTo>
                  <a:pt x="2857499" y="120650"/>
                </a:lnTo>
                <a:lnTo>
                  <a:pt x="2856003" y="113237"/>
                </a:lnTo>
                <a:lnTo>
                  <a:pt x="2851920" y="107181"/>
                </a:lnTo>
                <a:lnTo>
                  <a:pt x="2845865" y="103097"/>
                </a:lnTo>
                <a:lnTo>
                  <a:pt x="2838449" y="101600"/>
                </a:lnTo>
                <a:close/>
              </a:path>
              <a:path w="6768465" h="243839">
                <a:moveTo>
                  <a:pt x="2990849" y="101600"/>
                </a:moveTo>
                <a:lnTo>
                  <a:pt x="2914649" y="101600"/>
                </a:lnTo>
                <a:lnTo>
                  <a:pt x="2907235" y="103097"/>
                </a:lnTo>
                <a:lnTo>
                  <a:pt x="2901179" y="107181"/>
                </a:lnTo>
                <a:lnTo>
                  <a:pt x="2897097" y="113237"/>
                </a:lnTo>
                <a:lnTo>
                  <a:pt x="2895599" y="120650"/>
                </a:lnTo>
                <a:lnTo>
                  <a:pt x="2897097" y="128062"/>
                </a:lnTo>
                <a:lnTo>
                  <a:pt x="2901179" y="134118"/>
                </a:lnTo>
                <a:lnTo>
                  <a:pt x="2907235" y="138202"/>
                </a:lnTo>
                <a:lnTo>
                  <a:pt x="2914649" y="139700"/>
                </a:lnTo>
                <a:lnTo>
                  <a:pt x="2990849" y="139700"/>
                </a:lnTo>
                <a:lnTo>
                  <a:pt x="2998265" y="138202"/>
                </a:lnTo>
                <a:lnTo>
                  <a:pt x="3004320" y="134118"/>
                </a:lnTo>
                <a:lnTo>
                  <a:pt x="3008403" y="128062"/>
                </a:lnTo>
                <a:lnTo>
                  <a:pt x="3009899" y="120650"/>
                </a:lnTo>
                <a:lnTo>
                  <a:pt x="3008403" y="113237"/>
                </a:lnTo>
                <a:lnTo>
                  <a:pt x="3004320" y="107181"/>
                </a:lnTo>
                <a:lnTo>
                  <a:pt x="2998265" y="103097"/>
                </a:lnTo>
                <a:lnTo>
                  <a:pt x="2990849" y="101600"/>
                </a:lnTo>
                <a:close/>
              </a:path>
              <a:path w="6768465" h="243839">
                <a:moveTo>
                  <a:pt x="3143249" y="101600"/>
                </a:moveTo>
                <a:lnTo>
                  <a:pt x="3067049" y="101600"/>
                </a:lnTo>
                <a:lnTo>
                  <a:pt x="3059635" y="103097"/>
                </a:lnTo>
                <a:lnTo>
                  <a:pt x="3053579" y="107181"/>
                </a:lnTo>
                <a:lnTo>
                  <a:pt x="3049497" y="113237"/>
                </a:lnTo>
                <a:lnTo>
                  <a:pt x="3047999" y="120650"/>
                </a:lnTo>
                <a:lnTo>
                  <a:pt x="3049497" y="128062"/>
                </a:lnTo>
                <a:lnTo>
                  <a:pt x="3053579" y="134118"/>
                </a:lnTo>
                <a:lnTo>
                  <a:pt x="3059635" y="138202"/>
                </a:lnTo>
                <a:lnTo>
                  <a:pt x="3067049" y="139700"/>
                </a:lnTo>
                <a:lnTo>
                  <a:pt x="3143249" y="139700"/>
                </a:lnTo>
                <a:lnTo>
                  <a:pt x="3150665" y="138202"/>
                </a:lnTo>
                <a:lnTo>
                  <a:pt x="3156720" y="134118"/>
                </a:lnTo>
                <a:lnTo>
                  <a:pt x="3160803" y="128062"/>
                </a:lnTo>
                <a:lnTo>
                  <a:pt x="3162299" y="120650"/>
                </a:lnTo>
                <a:lnTo>
                  <a:pt x="3160803" y="113237"/>
                </a:lnTo>
                <a:lnTo>
                  <a:pt x="3156720" y="107181"/>
                </a:lnTo>
                <a:lnTo>
                  <a:pt x="3150665" y="103097"/>
                </a:lnTo>
                <a:lnTo>
                  <a:pt x="3143249" y="101600"/>
                </a:lnTo>
                <a:close/>
              </a:path>
              <a:path w="6768465" h="243839">
                <a:moveTo>
                  <a:pt x="3295649" y="101600"/>
                </a:moveTo>
                <a:lnTo>
                  <a:pt x="3219449" y="101600"/>
                </a:lnTo>
                <a:lnTo>
                  <a:pt x="3212035" y="103097"/>
                </a:lnTo>
                <a:lnTo>
                  <a:pt x="3205979" y="107181"/>
                </a:lnTo>
                <a:lnTo>
                  <a:pt x="3201897" y="113237"/>
                </a:lnTo>
                <a:lnTo>
                  <a:pt x="3200399" y="120650"/>
                </a:lnTo>
                <a:lnTo>
                  <a:pt x="3201897" y="128062"/>
                </a:lnTo>
                <a:lnTo>
                  <a:pt x="3205979" y="134118"/>
                </a:lnTo>
                <a:lnTo>
                  <a:pt x="3212035" y="138202"/>
                </a:lnTo>
                <a:lnTo>
                  <a:pt x="3219449" y="139700"/>
                </a:lnTo>
                <a:lnTo>
                  <a:pt x="3295649" y="139700"/>
                </a:lnTo>
                <a:lnTo>
                  <a:pt x="3303065" y="138202"/>
                </a:lnTo>
                <a:lnTo>
                  <a:pt x="3309120" y="134118"/>
                </a:lnTo>
                <a:lnTo>
                  <a:pt x="3313203" y="128062"/>
                </a:lnTo>
                <a:lnTo>
                  <a:pt x="3314699" y="120650"/>
                </a:lnTo>
                <a:lnTo>
                  <a:pt x="3313203" y="113237"/>
                </a:lnTo>
                <a:lnTo>
                  <a:pt x="3309120" y="107181"/>
                </a:lnTo>
                <a:lnTo>
                  <a:pt x="3303065" y="103097"/>
                </a:lnTo>
                <a:lnTo>
                  <a:pt x="3295649" y="101600"/>
                </a:lnTo>
                <a:close/>
              </a:path>
              <a:path w="6768465" h="243839">
                <a:moveTo>
                  <a:pt x="3448049" y="101600"/>
                </a:moveTo>
                <a:lnTo>
                  <a:pt x="3371849" y="101600"/>
                </a:lnTo>
                <a:lnTo>
                  <a:pt x="3364435" y="103097"/>
                </a:lnTo>
                <a:lnTo>
                  <a:pt x="3358379" y="107181"/>
                </a:lnTo>
                <a:lnTo>
                  <a:pt x="3354297" y="113237"/>
                </a:lnTo>
                <a:lnTo>
                  <a:pt x="3352799" y="120650"/>
                </a:lnTo>
                <a:lnTo>
                  <a:pt x="3354297" y="128062"/>
                </a:lnTo>
                <a:lnTo>
                  <a:pt x="3358379" y="134118"/>
                </a:lnTo>
                <a:lnTo>
                  <a:pt x="3364435" y="138202"/>
                </a:lnTo>
                <a:lnTo>
                  <a:pt x="3371849" y="139700"/>
                </a:lnTo>
                <a:lnTo>
                  <a:pt x="3448049" y="139700"/>
                </a:lnTo>
                <a:lnTo>
                  <a:pt x="3455465" y="138202"/>
                </a:lnTo>
                <a:lnTo>
                  <a:pt x="3461520" y="134118"/>
                </a:lnTo>
                <a:lnTo>
                  <a:pt x="3465603" y="128062"/>
                </a:lnTo>
                <a:lnTo>
                  <a:pt x="3467099" y="120650"/>
                </a:lnTo>
                <a:lnTo>
                  <a:pt x="3465603" y="113237"/>
                </a:lnTo>
                <a:lnTo>
                  <a:pt x="3461520" y="107181"/>
                </a:lnTo>
                <a:lnTo>
                  <a:pt x="3455465" y="103097"/>
                </a:lnTo>
                <a:lnTo>
                  <a:pt x="3448049" y="101600"/>
                </a:lnTo>
                <a:close/>
              </a:path>
              <a:path w="6768465" h="243839">
                <a:moveTo>
                  <a:pt x="3600449" y="101600"/>
                </a:moveTo>
                <a:lnTo>
                  <a:pt x="3524249" y="101600"/>
                </a:lnTo>
                <a:lnTo>
                  <a:pt x="3516835" y="103097"/>
                </a:lnTo>
                <a:lnTo>
                  <a:pt x="3510779" y="107181"/>
                </a:lnTo>
                <a:lnTo>
                  <a:pt x="3506697" y="113237"/>
                </a:lnTo>
                <a:lnTo>
                  <a:pt x="3505199" y="120650"/>
                </a:lnTo>
                <a:lnTo>
                  <a:pt x="3506697" y="128062"/>
                </a:lnTo>
                <a:lnTo>
                  <a:pt x="3510779" y="134118"/>
                </a:lnTo>
                <a:lnTo>
                  <a:pt x="3516835" y="138202"/>
                </a:lnTo>
                <a:lnTo>
                  <a:pt x="3524249" y="139700"/>
                </a:lnTo>
                <a:lnTo>
                  <a:pt x="3600449" y="139700"/>
                </a:lnTo>
                <a:lnTo>
                  <a:pt x="3607865" y="138202"/>
                </a:lnTo>
                <a:lnTo>
                  <a:pt x="3613920" y="134118"/>
                </a:lnTo>
                <a:lnTo>
                  <a:pt x="3618003" y="128062"/>
                </a:lnTo>
                <a:lnTo>
                  <a:pt x="3619499" y="120650"/>
                </a:lnTo>
                <a:lnTo>
                  <a:pt x="3618003" y="113237"/>
                </a:lnTo>
                <a:lnTo>
                  <a:pt x="3613920" y="107181"/>
                </a:lnTo>
                <a:lnTo>
                  <a:pt x="3607865" y="103097"/>
                </a:lnTo>
                <a:lnTo>
                  <a:pt x="3600449" y="101600"/>
                </a:lnTo>
                <a:close/>
              </a:path>
              <a:path w="6768465" h="243839">
                <a:moveTo>
                  <a:pt x="3752849" y="101600"/>
                </a:moveTo>
                <a:lnTo>
                  <a:pt x="3676649" y="101600"/>
                </a:lnTo>
                <a:lnTo>
                  <a:pt x="3669235" y="103097"/>
                </a:lnTo>
                <a:lnTo>
                  <a:pt x="3663179" y="107181"/>
                </a:lnTo>
                <a:lnTo>
                  <a:pt x="3659097" y="113237"/>
                </a:lnTo>
                <a:lnTo>
                  <a:pt x="3657599" y="120650"/>
                </a:lnTo>
                <a:lnTo>
                  <a:pt x="3659097" y="128062"/>
                </a:lnTo>
                <a:lnTo>
                  <a:pt x="3663179" y="134118"/>
                </a:lnTo>
                <a:lnTo>
                  <a:pt x="3669235" y="138202"/>
                </a:lnTo>
                <a:lnTo>
                  <a:pt x="3676649" y="139700"/>
                </a:lnTo>
                <a:lnTo>
                  <a:pt x="3752849" y="139700"/>
                </a:lnTo>
                <a:lnTo>
                  <a:pt x="3760265" y="138202"/>
                </a:lnTo>
                <a:lnTo>
                  <a:pt x="3766320" y="134118"/>
                </a:lnTo>
                <a:lnTo>
                  <a:pt x="3770403" y="128062"/>
                </a:lnTo>
                <a:lnTo>
                  <a:pt x="3771899" y="120650"/>
                </a:lnTo>
                <a:lnTo>
                  <a:pt x="3770403" y="113237"/>
                </a:lnTo>
                <a:lnTo>
                  <a:pt x="3766320" y="107181"/>
                </a:lnTo>
                <a:lnTo>
                  <a:pt x="3760265" y="103097"/>
                </a:lnTo>
                <a:lnTo>
                  <a:pt x="3752849" y="101600"/>
                </a:lnTo>
                <a:close/>
              </a:path>
              <a:path w="6768465" h="243839">
                <a:moveTo>
                  <a:pt x="3905249" y="101600"/>
                </a:moveTo>
                <a:lnTo>
                  <a:pt x="3829049" y="101600"/>
                </a:lnTo>
                <a:lnTo>
                  <a:pt x="3821635" y="103097"/>
                </a:lnTo>
                <a:lnTo>
                  <a:pt x="3815579" y="107181"/>
                </a:lnTo>
                <a:lnTo>
                  <a:pt x="3811497" y="113237"/>
                </a:lnTo>
                <a:lnTo>
                  <a:pt x="3809999" y="120650"/>
                </a:lnTo>
                <a:lnTo>
                  <a:pt x="3811497" y="128062"/>
                </a:lnTo>
                <a:lnTo>
                  <a:pt x="3815579" y="134118"/>
                </a:lnTo>
                <a:lnTo>
                  <a:pt x="3821635" y="138202"/>
                </a:lnTo>
                <a:lnTo>
                  <a:pt x="3829049" y="139700"/>
                </a:lnTo>
                <a:lnTo>
                  <a:pt x="3905249" y="139700"/>
                </a:lnTo>
                <a:lnTo>
                  <a:pt x="3912665" y="138202"/>
                </a:lnTo>
                <a:lnTo>
                  <a:pt x="3918720" y="134118"/>
                </a:lnTo>
                <a:lnTo>
                  <a:pt x="3922803" y="128062"/>
                </a:lnTo>
                <a:lnTo>
                  <a:pt x="3924299" y="120650"/>
                </a:lnTo>
                <a:lnTo>
                  <a:pt x="3922803" y="113237"/>
                </a:lnTo>
                <a:lnTo>
                  <a:pt x="3918720" y="107181"/>
                </a:lnTo>
                <a:lnTo>
                  <a:pt x="3912665" y="103097"/>
                </a:lnTo>
                <a:lnTo>
                  <a:pt x="3905249" y="101600"/>
                </a:lnTo>
                <a:close/>
              </a:path>
              <a:path w="6768465" h="243839">
                <a:moveTo>
                  <a:pt x="4057649" y="101600"/>
                </a:moveTo>
                <a:lnTo>
                  <a:pt x="3981449" y="101600"/>
                </a:lnTo>
                <a:lnTo>
                  <a:pt x="3974035" y="103097"/>
                </a:lnTo>
                <a:lnTo>
                  <a:pt x="3967979" y="107181"/>
                </a:lnTo>
                <a:lnTo>
                  <a:pt x="3963897" y="113237"/>
                </a:lnTo>
                <a:lnTo>
                  <a:pt x="3962399" y="120650"/>
                </a:lnTo>
                <a:lnTo>
                  <a:pt x="3963897" y="128062"/>
                </a:lnTo>
                <a:lnTo>
                  <a:pt x="3967979" y="134118"/>
                </a:lnTo>
                <a:lnTo>
                  <a:pt x="3974035" y="138202"/>
                </a:lnTo>
                <a:lnTo>
                  <a:pt x="3981449" y="139700"/>
                </a:lnTo>
                <a:lnTo>
                  <a:pt x="4057649" y="139700"/>
                </a:lnTo>
                <a:lnTo>
                  <a:pt x="4065065" y="138202"/>
                </a:lnTo>
                <a:lnTo>
                  <a:pt x="4071120" y="134118"/>
                </a:lnTo>
                <a:lnTo>
                  <a:pt x="4075203" y="128062"/>
                </a:lnTo>
                <a:lnTo>
                  <a:pt x="4076699" y="120650"/>
                </a:lnTo>
                <a:lnTo>
                  <a:pt x="4075203" y="113237"/>
                </a:lnTo>
                <a:lnTo>
                  <a:pt x="4071120" y="107181"/>
                </a:lnTo>
                <a:lnTo>
                  <a:pt x="4065065" y="103097"/>
                </a:lnTo>
                <a:lnTo>
                  <a:pt x="4057649" y="101600"/>
                </a:lnTo>
                <a:close/>
              </a:path>
              <a:path w="6768465" h="243839">
                <a:moveTo>
                  <a:pt x="4210049" y="101600"/>
                </a:moveTo>
                <a:lnTo>
                  <a:pt x="4133849" y="101600"/>
                </a:lnTo>
                <a:lnTo>
                  <a:pt x="4126435" y="103097"/>
                </a:lnTo>
                <a:lnTo>
                  <a:pt x="4120379" y="107181"/>
                </a:lnTo>
                <a:lnTo>
                  <a:pt x="4116297" y="113237"/>
                </a:lnTo>
                <a:lnTo>
                  <a:pt x="4114799" y="120650"/>
                </a:lnTo>
                <a:lnTo>
                  <a:pt x="4116297" y="128062"/>
                </a:lnTo>
                <a:lnTo>
                  <a:pt x="4120379" y="134118"/>
                </a:lnTo>
                <a:lnTo>
                  <a:pt x="4126435" y="138202"/>
                </a:lnTo>
                <a:lnTo>
                  <a:pt x="4133849" y="139700"/>
                </a:lnTo>
                <a:lnTo>
                  <a:pt x="4210049" y="139700"/>
                </a:lnTo>
                <a:lnTo>
                  <a:pt x="4217465" y="138202"/>
                </a:lnTo>
                <a:lnTo>
                  <a:pt x="4223520" y="134118"/>
                </a:lnTo>
                <a:lnTo>
                  <a:pt x="4227603" y="128062"/>
                </a:lnTo>
                <a:lnTo>
                  <a:pt x="4229099" y="120650"/>
                </a:lnTo>
                <a:lnTo>
                  <a:pt x="4227603" y="113237"/>
                </a:lnTo>
                <a:lnTo>
                  <a:pt x="4223520" y="107181"/>
                </a:lnTo>
                <a:lnTo>
                  <a:pt x="4217465" y="103097"/>
                </a:lnTo>
                <a:lnTo>
                  <a:pt x="4210049" y="101600"/>
                </a:lnTo>
                <a:close/>
              </a:path>
              <a:path w="6768465" h="243839">
                <a:moveTo>
                  <a:pt x="4362449" y="101600"/>
                </a:moveTo>
                <a:lnTo>
                  <a:pt x="4286249" y="101600"/>
                </a:lnTo>
                <a:lnTo>
                  <a:pt x="4278835" y="103097"/>
                </a:lnTo>
                <a:lnTo>
                  <a:pt x="4272779" y="107181"/>
                </a:lnTo>
                <a:lnTo>
                  <a:pt x="4268697" y="113237"/>
                </a:lnTo>
                <a:lnTo>
                  <a:pt x="4267199" y="120650"/>
                </a:lnTo>
                <a:lnTo>
                  <a:pt x="4268697" y="128062"/>
                </a:lnTo>
                <a:lnTo>
                  <a:pt x="4272779" y="134118"/>
                </a:lnTo>
                <a:lnTo>
                  <a:pt x="4278835" y="138202"/>
                </a:lnTo>
                <a:lnTo>
                  <a:pt x="4286249" y="139700"/>
                </a:lnTo>
                <a:lnTo>
                  <a:pt x="4362449" y="139700"/>
                </a:lnTo>
                <a:lnTo>
                  <a:pt x="4369865" y="138202"/>
                </a:lnTo>
                <a:lnTo>
                  <a:pt x="4375920" y="134118"/>
                </a:lnTo>
                <a:lnTo>
                  <a:pt x="4380003" y="128062"/>
                </a:lnTo>
                <a:lnTo>
                  <a:pt x="4381499" y="120650"/>
                </a:lnTo>
                <a:lnTo>
                  <a:pt x="4380003" y="113237"/>
                </a:lnTo>
                <a:lnTo>
                  <a:pt x="4375920" y="107181"/>
                </a:lnTo>
                <a:lnTo>
                  <a:pt x="4369865" y="103097"/>
                </a:lnTo>
                <a:lnTo>
                  <a:pt x="4362449" y="101600"/>
                </a:lnTo>
                <a:close/>
              </a:path>
              <a:path w="6768465" h="243839">
                <a:moveTo>
                  <a:pt x="4514849" y="101600"/>
                </a:moveTo>
                <a:lnTo>
                  <a:pt x="4438649" y="101600"/>
                </a:lnTo>
                <a:lnTo>
                  <a:pt x="4431235" y="103097"/>
                </a:lnTo>
                <a:lnTo>
                  <a:pt x="4425179" y="107181"/>
                </a:lnTo>
                <a:lnTo>
                  <a:pt x="4421097" y="113237"/>
                </a:lnTo>
                <a:lnTo>
                  <a:pt x="4419599" y="120650"/>
                </a:lnTo>
                <a:lnTo>
                  <a:pt x="4421097" y="128062"/>
                </a:lnTo>
                <a:lnTo>
                  <a:pt x="4425179" y="134118"/>
                </a:lnTo>
                <a:lnTo>
                  <a:pt x="4431235" y="138202"/>
                </a:lnTo>
                <a:lnTo>
                  <a:pt x="4438649" y="139700"/>
                </a:lnTo>
                <a:lnTo>
                  <a:pt x="4514849" y="139700"/>
                </a:lnTo>
                <a:lnTo>
                  <a:pt x="4522265" y="138202"/>
                </a:lnTo>
                <a:lnTo>
                  <a:pt x="4528320" y="134118"/>
                </a:lnTo>
                <a:lnTo>
                  <a:pt x="4532403" y="128062"/>
                </a:lnTo>
                <a:lnTo>
                  <a:pt x="4533899" y="120650"/>
                </a:lnTo>
                <a:lnTo>
                  <a:pt x="4532403" y="113237"/>
                </a:lnTo>
                <a:lnTo>
                  <a:pt x="4528320" y="107181"/>
                </a:lnTo>
                <a:lnTo>
                  <a:pt x="4522265" y="103097"/>
                </a:lnTo>
                <a:lnTo>
                  <a:pt x="4514849" y="101600"/>
                </a:lnTo>
                <a:close/>
              </a:path>
              <a:path w="6768465" h="243839">
                <a:moveTo>
                  <a:pt x="4667249" y="101600"/>
                </a:moveTo>
                <a:lnTo>
                  <a:pt x="4591049" y="101600"/>
                </a:lnTo>
                <a:lnTo>
                  <a:pt x="4583635" y="103097"/>
                </a:lnTo>
                <a:lnTo>
                  <a:pt x="4577579" y="107181"/>
                </a:lnTo>
                <a:lnTo>
                  <a:pt x="4573497" y="113237"/>
                </a:lnTo>
                <a:lnTo>
                  <a:pt x="4571999" y="120650"/>
                </a:lnTo>
                <a:lnTo>
                  <a:pt x="4573497" y="128062"/>
                </a:lnTo>
                <a:lnTo>
                  <a:pt x="4577579" y="134118"/>
                </a:lnTo>
                <a:lnTo>
                  <a:pt x="4583635" y="138202"/>
                </a:lnTo>
                <a:lnTo>
                  <a:pt x="4591049" y="139700"/>
                </a:lnTo>
                <a:lnTo>
                  <a:pt x="4667249" y="139700"/>
                </a:lnTo>
                <a:lnTo>
                  <a:pt x="4674665" y="138202"/>
                </a:lnTo>
                <a:lnTo>
                  <a:pt x="4680720" y="134118"/>
                </a:lnTo>
                <a:lnTo>
                  <a:pt x="4684803" y="128062"/>
                </a:lnTo>
                <a:lnTo>
                  <a:pt x="4686299" y="120650"/>
                </a:lnTo>
                <a:lnTo>
                  <a:pt x="4684803" y="113237"/>
                </a:lnTo>
                <a:lnTo>
                  <a:pt x="4680720" y="107181"/>
                </a:lnTo>
                <a:lnTo>
                  <a:pt x="4674665" y="103097"/>
                </a:lnTo>
                <a:lnTo>
                  <a:pt x="4667249" y="101600"/>
                </a:lnTo>
                <a:close/>
              </a:path>
              <a:path w="6768465" h="243839">
                <a:moveTo>
                  <a:pt x="4819649" y="101600"/>
                </a:moveTo>
                <a:lnTo>
                  <a:pt x="4743449" y="101600"/>
                </a:lnTo>
                <a:lnTo>
                  <a:pt x="4736035" y="103097"/>
                </a:lnTo>
                <a:lnTo>
                  <a:pt x="4729979" y="107181"/>
                </a:lnTo>
                <a:lnTo>
                  <a:pt x="4725897" y="113237"/>
                </a:lnTo>
                <a:lnTo>
                  <a:pt x="4724399" y="120650"/>
                </a:lnTo>
                <a:lnTo>
                  <a:pt x="4725897" y="128062"/>
                </a:lnTo>
                <a:lnTo>
                  <a:pt x="4729979" y="134118"/>
                </a:lnTo>
                <a:lnTo>
                  <a:pt x="4736035" y="138202"/>
                </a:lnTo>
                <a:lnTo>
                  <a:pt x="4743449" y="139700"/>
                </a:lnTo>
                <a:lnTo>
                  <a:pt x="4819649" y="139700"/>
                </a:lnTo>
                <a:lnTo>
                  <a:pt x="4827065" y="138202"/>
                </a:lnTo>
                <a:lnTo>
                  <a:pt x="4833120" y="134118"/>
                </a:lnTo>
                <a:lnTo>
                  <a:pt x="4837203" y="128062"/>
                </a:lnTo>
                <a:lnTo>
                  <a:pt x="4838699" y="120650"/>
                </a:lnTo>
                <a:lnTo>
                  <a:pt x="4837203" y="113237"/>
                </a:lnTo>
                <a:lnTo>
                  <a:pt x="4833120" y="107181"/>
                </a:lnTo>
                <a:lnTo>
                  <a:pt x="4827065" y="103097"/>
                </a:lnTo>
                <a:lnTo>
                  <a:pt x="4819649" y="101600"/>
                </a:lnTo>
                <a:close/>
              </a:path>
              <a:path w="6768465" h="243839">
                <a:moveTo>
                  <a:pt x="4972049" y="101600"/>
                </a:moveTo>
                <a:lnTo>
                  <a:pt x="4895849" y="101600"/>
                </a:lnTo>
                <a:lnTo>
                  <a:pt x="4888435" y="103097"/>
                </a:lnTo>
                <a:lnTo>
                  <a:pt x="4882379" y="107181"/>
                </a:lnTo>
                <a:lnTo>
                  <a:pt x="4878297" y="113237"/>
                </a:lnTo>
                <a:lnTo>
                  <a:pt x="4876799" y="120650"/>
                </a:lnTo>
                <a:lnTo>
                  <a:pt x="4878297" y="128062"/>
                </a:lnTo>
                <a:lnTo>
                  <a:pt x="4882379" y="134118"/>
                </a:lnTo>
                <a:lnTo>
                  <a:pt x="4888435" y="138202"/>
                </a:lnTo>
                <a:lnTo>
                  <a:pt x="4895849" y="139700"/>
                </a:lnTo>
                <a:lnTo>
                  <a:pt x="4972049" y="139700"/>
                </a:lnTo>
                <a:lnTo>
                  <a:pt x="4979465" y="138202"/>
                </a:lnTo>
                <a:lnTo>
                  <a:pt x="4985520" y="134118"/>
                </a:lnTo>
                <a:lnTo>
                  <a:pt x="4989603" y="128062"/>
                </a:lnTo>
                <a:lnTo>
                  <a:pt x="4991099" y="120650"/>
                </a:lnTo>
                <a:lnTo>
                  <a:pt x="4989603" y="113237"/>
                </a:lnTo>
                <a:lnTo>
                  <a:pt x="4985520" y="107181"/>
                </a:lnTo>
                <a:lnTo>
                  <a:pt x="4979465" y="103097"/>
                </a:lnTo>
                <a:lnTo>
                  <a:pt x="4972049" y="101600"/>
                </a:lnTo>
                <a:close/>
              </a:path>
              <a:path w="6768465" h="243839">
                <a:moveTo>
                  <a:pt x="5124449" y="101600"/>
                </a:moveTo>
                <a:lnTo>
                  <a:pt x="5048249" y="101600"/>
                </a:lnTo>
                <a:lnTo>
                  <a:pt x="5040835" y="103097"/>
                </a:lnTo>
                <a:lnTo>
                  <a:pt x="5034779" y="107181"/>
                </a:lnTo>
                <a:lnTo>
                  <a:pt x="5030697" y="113237"/>
                </a:lnTo>
                <a:lnTo>
                  <a:pt x="5029199" y="120650"/>
                </a:lnTo>
                <a:lnTo>
                  <a:pt x="5030697" y="128062"/>
                </a:lnTo>
                <a:lnTo>
                  <a:pt x="5034779" y="134118"/>
                </a:lnTo>
                <a:lnTo>
                  <a:pt x="5040835" y="138202"/>
                </a:lnTo>
                <a:lnTo>
                  <a:pt x="5048249" y="139700"/>
                </a:lnTo>
                <a:lnTo>
                  <a:pt x="5124449" y="139700"/>
                </a:lnTo>
                <a:lnTo>
                  <a:pt x="5131865" y="138202"/>
                </a:lnTo>
                <a:lnTo>
                  <a:pt x="5137920" y="134118"/>
                </a:lnTo>
                <a:lnTo>
                  <a:pt x="5142003" y="128062"/>
                </a:lnTo>
                <a:lnTo>
                  <a:pt x="5143499" y="120650"/>
                </a:lnTo>
                <a:lnTo>
                  <a:pt x="5142003" y="113237"/>
                </a:lnTo>
                <a:lnTo>
                  <a:pt x="5137920" y="107181"/>
                </a:lnTo>
                <a:lnTo>
                  <a:pt x="5131865" y="103097"/>
                </a:lnTo>
                <a:lnTo>
                  <a:pt x="5124449" y="101600"/>
                </a:lnTo>
                <a:close/>
              </a:path>
              <a:path w="6768465" h="243839">
                <a:moveTo>
                  <a:pt x="5276849" y="101600"/>
                </a:moveTo>
                <a:lnTo>
                  <a:pt x="5200649" y="101600"/>
                </a:lnTo>
                <a:lnTo>
                  <a:pt x="5193235" y="103097"/>
                </a:lnTo>
                <a:lnTo>
                  <a:pt x="5187179" y="107181"/>
                </a:lnTo>
                <a:lnTo>
                  <a:pt x="5183097" y="113237"/>
                </a:lnTo>
                <a:lnTo>
                  <a:pt x="5181599" y="120650"/>
                </a:lnTo>
                <a:lnTo>
                  <a:pt x="5183097" y="128062"/>
                </a:lnTo>
                <a:lnTo>
                  <a:pt x="5187179" y="134118"/>
                </a:lnTo>
                <a:lnTo>
                  <a:pt x="5193235" y="138202"/>
                </a:lnTo>
                <a:lnTo>
                  <a:pt x="5200649" y="139700"/>
                </a:lnTo>
                <a:lnTo>
                  <a:pt x="5276849" y="139700"/>
                </a:lnTo>
                <a:lnTo>
                  <a:pt x="5284265" y="138202"/>
                </a:lnTo>
                <a:lnTo>
                  <a:pt x="5290320" y="134118"/>
                </a:lnTo>
                <a:lnTo>
                  <a:pt x="5294403" y="128062"/>
                </a:lnTo>
                <a:lnTo>
                  <a:pt x="5295899" y="120650"/>
                </a:lnTo>
                <a:lnTo>
                  <a:pt x="5294403" y="113237"/>
                </a:lnTo>
                <a:lnTo>
                  <a:pt x="5290320" y="107181"/>
                </a:lnTo>
                <a:lnTo>
                  <a:pt x="5284265" y="103097"/>
                </a:lnTo>
                <a:lnTo>
                  <a:pt x="5276849" y="101600"/>
                </a:lnTo>
                <a:close/>
              </a:path>
              <a:path w="6768465" h="243839">
                <a:moveTo>
                  <a:pt x="5429249" y="101600"/>
                </a:moveTo>
                <a:lnTo>
                  <a:pt x="5353049" y="101600"/>
                </a:lnTo>
                <a:lnTo>
                  <a:pt x="5345635" y="103097"/>
                </a:lnTo>
                <a:lnTo>
                  <a:pt x="5339579" y="107181"/>
                </a:lnTo>
                <a:lnTo>
                  <a:pt x="5335497" y="113237"/>
                </a:lnTo>
                <a:lnTo>
                  <a:pt x="5333999" y="120650"/>
                </a:lnTo>
                <a:lnTo>
                  <a:pt x="5335497" y="128062"/>
                </a:lnTo>
                <a:lnTo>
                  <a:pt x="5339579" y="134118"/>
                </a:lnTo>
                <a:lnTo>
                  <a:pt x="5345635" y="138202"/>
                </a:lnTo>
                <a:lnTo>
                  <a:pt x="5353049" y="139700"/>
                </a:lnTo>
                <a:lnTo>
                  <a:pt x="5429249" y="139700"/>
                </a:lnTo>
                <a:lnTo>
                  <a:pt x="5436665" y="138202"/>
                </a:lnTo>
                <a:lnTo>
                  <a:pt x="5442720" y="134118"/>
                </a:lnTo>
                <a:lnTo>
                  <a:pt x="5446803" y="128062"/>
                </a:lnTo>
                <a:lnTo>
                  <a:pt x="5448299" y="120650"/>
                </a:lnTo>
                <a:lnTo>
                  <a:pt x="5446803" y="113237"/>
                </a:lnTo>
                <a:lnTo>
                  <a:pt x="5442720" y="107181"/>
                </a:lnTo>
                <a:lnTo>
                  <a:pt x="5436665" y="103097"/>
                </a:lnTo>
                <a:lnTo>
                  <a:pt x="5429249" y="101600"/>
                </a:lnTo>
                <a:close/>
              </a:path>
              <a:path w="6768465" h="243839">
                <a:moveTo>
                  <a:pt x="5581649" y="101600"/>
                </a:moveTo>
                <a:lnTo>
                  <a:pt x="5505449" y="101600"/>
                </a:lnTo>
                <a:lnTo>
                  <a:pt x="5498035" y="103097"/>
                </a:lnTo>
                <a:lnTo>
                  <a:pt x="5491979" y="107181"/>
                </a:lnTo>
                <a:lnTo>
                  <a:pt x="5487897" y="113237"/>
                </a:lnTo>
                <a:lnTo>
                  <a:pt x="5486399" y="120650"/>
                </a:lnTo>
                <a:lnTo>
                  <a:pt x="5487897" y="128062"/>
                </a:lnTo>
                <a:lnTo>
                  <a:pt x="5491979" y="134118"/>
                </a:lnTo>
                <a:lnTo>
                  <a:pt x="5498035" y="138202"/>
                </a:lnTo>
                <a:lnTo>
                  <a:pt x="5505449" y="139700"/>
                </a:lnTo>
                <a:lnTo>
                  <a:pt x="5581649" y="139700"/>
                </a:lnTo>
                <a:lnTo>
                  <a:pt x="5589065" y="138202"/>
                </a:lnTo>
                <a:lnTo>
                  <a:pt x="5595120" y="134118"/>
                </a:lnTo>
                <a:lnTo>
                  <a:pt x="5599203" y="128062"/>
                </a:lnTo>
                <a:lnTo>
                  <a:pt x="5600699" y="120650"/>
                </a:lnTo>
                <a:lnTo>
                  <a:pt x="5599203" y="113237"/>
                </a:lnTo>
                <a:lnTo>
                  <a:pt x="5595120" y="107181"/>
                </a:lnTo>
                <a:lnTo>
                  <a:pt x="5589065" y="103097"/>
                </a:lnTo>
                <a:lnTo>
                  <a:pt x="5581649" y="101600"/>
                </a:lnTo>
                <a:close/>
              </a:path>
              <a:path w="6768465" h="243839">
                <a:moveTo>
                  <a:pt x="5734049" y="101600"/>
                </a:moveTo>
                <a:lnTo>
                  <a:pt x="5657849" y="101600"/>
                </a:lnTo>
                <a:lnTo>
                  <a:pt x="5650435" y="103097"/>
                </a:lnTo>
                <a:lnTo>
                  <a:pt x="5644379" y="107181"/>
                </a:lnTo>
                <a:lnTo>
                  <a:pt x="5640297" y="113237"/>
                </a:lnTo>
                <a:lnTo>
                  <a:pt x="5638799" y="120650"/>
                </a:lnTo>
                <a:lnTo>
                  <a:pt x="5640297" y="128062"/>
                </a:lnTo>
                <a:lnTo>
                  <a:pt x="5644379" y="134118"/>
                </a:lnTo>
                <a:lnTo>
                  <a:pt x="5650435" y="138202"/>
                </a:lnTo>
                <a:lnTo>
                  <a:pt x="5657849" y="139700"/>
                </a:lnTo>
                <a:lnTo>
                  <a:pt x="5734049" y="139700"/>
                </a:lnTo>
                <a:lnTo>
                  <a:pt x="5741465" y="138202"/>
                </a:lnTo>
                <a:lnTo>
                  <a:pt x="5747520" y="134118"/>
                </a:lnTo>
                <a:lnTo>
                  <a:pt x="5751603" y="128062"/>
                </a:lnTo>
                <a:lnTo>
                  <a:pt x="5753099" y="120650"/>
                </a:lnTo>
                <a:lnTo>
                  <a:pt x="5751603" y="113237"/>
                </a:lnTo>
                <a:lnTo>
                  <a:pt x="5747520" y="107181"/>
                </a:lnTo>
                <a:lnTo>
                  <a:pt x="5741465" y="103097"/>
                </a:lnTo>
                <a:lnTo>
                  <a:pt x="5734049" y="101600"/>
                </a:lnTo>
                <a:close/>
              </a:path>
              <a:path w="6768465" h="243839">
                <a:moveTo>
                  <a:pt x="5886449" y="101600"/>
                </a:moveTo>
                <a:lnTo>
                  <a:pt x="5810249" y="101600"/>
                </a:lnTo>
                <a:lnTo>
                  <a:pt x="5802835" y="103097"/>
                </a:lnTo>
                <a:lnTo>
                  <a:pt x="5796779" y="107181"/>
                </a:lnTo>
                <a:lnTo>
                  <a:pt x="5792697" y="113237"/>
                </a:lnTo>
                <a:lnTo>
                  <a:pt x="5791199" y="120650"/>
                </a:lnTo>
                <a:lnTo>
                  <a:pt x="5792697" y="128062"/>
                </a:lnTo>
                <a:lnTo>
                  <a:pt x="5796779" y="134118"/>
                </a:lnTo>
                <a:lnTo>
                  <a:pt x="5802835" y="138202"/>
                </a:lnTo>
                <a:lnTo>
                  <a:pt x="5810249" y="139700"/>
                </a:lnTo>
                <a:lnTo>
                  <a:pt x="5886449" y="139700"/>
                </a:lnTo>
                <a:lnTo>
                  <a:pt x="5893865" y="138202"/>
                </a:lnTo>
                <a:lnTo>
                  <a:pt x="5899920" y="134118"/>
                </a:lnTo>
                <a:lnTo>
                  <a:pt x="5904003" y="128062"/>
                </a:lnTo>
                <a:lnTo>
                  <a:pt x="5905499" y="120650"/>
                </a:lnTo>
                <a:lnTo>
                  <a:pt x="5904003" y="113237"/>
                </a:lnTo>
                <a:lnTo>
                  <a:pt x="5899920" y="107181"/>
                </a:lnTo>
                <a:lnTo>
                  <a:pt x="5893865" y="103097"/>
                </a:lnTo>
                <a:lnTo>
                  <a:pt x="5886449" y="101600"/>
                </a:lnTo>
                <a:close/>
              </a:path>
              <a:path w="6768465" h="243839">
                <a:moveTo>
                  <a:pt x="6038849" y="101600"/>
                </a:moveTo>
                <a:lnTo>
                  <a:pt x="5962649" y="101600"/>
                </a:lnTo>
                <a:lnTo>
                  <a:pt x="5955235" y="103097"/>
                </a:lnTo>
                <a:lnTo>
                  <a:pt x="5949179" y="107181"/>
                </a:lnTo>
                <a:lnTo>
                  <a:pt x="5945097" y="113237"/>
                </a:lnTo>
                <a:lnTo>
                  <a:pt x="5943599" y="120650"/>
                </a:lnTo>
                <a:lnTo>
                  <a:pt x="5945097" y="128062"/>
                </a:lnTo>
                <a:lnTo>
                  <a:pt x="5949179" y="134118"/>
                </a:lnTo>
                <a:lnTo>
                  <a:pt x="5955235" y="138202"/>
                </a:lnTo>
                <a:lnTo>
                  <a:pt x="5962649" y="139700"/>
                </a:lnTo>
                <a:lnTo>
                  <a:pt x="6038849" y="139700"/>
                </a:lnTo>
                <a:lnTo>
                  <a:pt x="6046265" y="138202"/>
                </a:lnTo>
                <a:lnTo>
                  <a:pt x="6052320" y="134118"/>
                </a:lnTo>
                <a:lnTo>
                  <a:pt x="6056403" y="128062"/>
                </a:lnTo>
                <a:lnTo>
                  <a:pt x="6057899" y="120650"/>
                </a:lnTo>
                <a:lnTo>
                  <a:pt x="6056403" y="113237"/>
                </a:lnTo>
                <a:lnTo>
                  <a:pt x="6052320" y="107181"/>
                </a:lnTo>
                <a:lnTo>
                  <a:pt x="6046265" y="103097"/>
                </a:lnTo>
                <a:lnTo>
                  <a:pt x="6038849" y="101600"/>
                </a:lnTo>
                <a:close/>
              </a:path>
              <a:path w="6768465" h="243839">
                <a:moveTo>
                  <a:pt x="6191249" y="101600"/>
                </a:moveTo>
                <a:lnTo>
                  <a:pt x="6115049" y="101600"/>
                </a:lnTo>
                <a:lnTo>
                  <a:pt x="6107635" y="103097"/>
                </a:lnTo>
                <a:lnTo>
                  <a:pt x="6101579" y="107181"/>
                </a:lnTo>
                <a:lnTo>
                  <a:pt x="6097497" y="113237"/>
                </a:lnTo>
                <a:lnTo>
                  <a:pt x="6095999" y="120650"/>
                </a:lnTo>
                <a:lnTo>
                  <a:pt x="6097497" y="128062"/>
                </a:lnTo>
                <a:lnTo>
                  <a:pt x="6101579" y="134118"/>
                </a:lnTo>
                <a:lnTo>
                  <a:pt x="6107635" y="138202"/>
                </a:lnTo>
                <a:lnTo>
                  <a:pt x="6115049" y="139700"/>
                </a:lnTo>
                <a:lnTo>
                  <a:pt x="6191249" y="139700"/>
                </a:lnTo>
                <a:lnTo>
                  <a:pt x="6198665" y="138202"/>
                </a:lnTo>
                <a:lnTo>
                  <a:pt x="6204720" y="134118"/>
                </a:lnTo>
                <a:lnTo>
                  <a:pt x="6208803" y="128062"/>
                </a:lnTo>
                <a:lnTo>
                  <a:pt x="6210299" y="120650"/>
                </a:lnTo>
                <a:lnTo>
                  <a:pt x="6208803" y="113237"/>
                </a:lnTo>
                <a:lnTo>
                  <a:pt x="6204720" y="107181"/>
                </a:lnTo>
                <a:lnTo>
                  <a:pt x="6198665" y="103097"/>
                </a:lnTo>
                <a:lnTo>
                  <a:pt x="6191249" y="101600"/>
                </a:lnTo>
                <a:close/>
              </a:path>
              <a:path w="6768465" h="243839">
                <a:moveTo>
                  <a:pt x="6343649" y="101600"/>
                </a:moveTo>
                <a:lnTo>
                  <a:pt x="6267449" y="101600"/>
                </a:lnTo>
                <a:lnTo>
                  <a:pt x="6260035" y="103097"/>
                </a:lnTo>
                <a:lnTo>
                  <a:pt x="6253979" y="107181"/>
                </a:lnTo>
                <a:lnTo>
                  <a:pt x="6249897" y="113237"/>
                </a:lnTo>
                <a:lnTo>
                  <a:pt x="6248399" y="120650"/>
                </a:lnTo>
                <a:lnTo>
                  <a:pt x="6249897" y="128062"/>
                </a:lnTo>
                <a:lnTo>
                  <a:pt x="6253979" y="134118"/>
                </a:lnTo>
                <a:lnTo>
                  <a:pt x="6260035" y="138202"/>
                </a:lnTo>
                <a:lnTo>
                  <a:pt x="6267449" y="139700"/>
                </a:lnTo>
                <a:lnTo>
                  <a:pt x="6343649" y="139700"/>
                </a:lnTo>
                <a:lnTo>
                  <a:pt x="6351065" y="138202"/>
                </a:lnTo>
                <a:lnTo>
                  <a:pt x="6357120" y="134118"/>
                </a:lnTo>
                <a:lnTo>
                  <a:pt x="6361203" y="128062"/>
                </a:lnTo>
                <a:lnTo>
                  <a:pt x="6362699" y="120650"/>
                </a:lnTo>
                <a:lnTo>
                  <a:pt x="6361203" y="113237"/>
                </a:lnTo>
                <a:lnTo>
                  <a:pt x="6357120" y="107181"/>
                </a:lnTo>
                <a:lnTo>
                  <a:pt x="6351065" y="103097"/>
                </a:lnTo>
                <a:lnTo>
                  <a:pt x="6343649" y="101600"/>
                </a:lnTo>
                <a:close/>
              </a:path>
              <a:path w="6768465" h="243839">
                <a:moveTo>
                  <a:pt x="6496049" y="101600"/>
                </a:moveTo>
                <a:lnTo>
                  <a:pt x="6419849" y="101600"/>
                </a:lnTo>
                <a:lnTo>
                  <a:pt x="6412435" y="103097"/>
                </a:lnTo>
                <a:lnTo>
                  <a:pt x="6406379" y="107181"/>
                </a:lnTo>
                <a:lnTo>
                  <a:pt x="6402297" y="113237"/>
                </a:lnTo>
                <a:lnTo>
                  <a:pt x="6400799" y="120650"/>
                </a:lnTo>
                <a:lnTo>
                  <a:pt x="6402297" y="128062"/>
                </a:lnTo>
                <a:lnTo>
                  <a:pt x="6406379" y="134118"/>
                </a:lnTo>
                <a:lnTo>
                  <a:pt x="6412435" y="138202"/>
                </a:lnTo>
                <a:lnTo>
                  <a:pt x="6419849" y="139700"/>
                </a:lnTo>
                <a:lnTo>
                  <a:pt x="6496049" y="139700"/>
                </a:lnTo>
                <a:lnTo>
                  <a:pt x="6503465" y="138202"/>
                </a:lnTo>
                <a:lnTo>
                  <a:pt x="6509520" y="134118"/>
                </a:lnTo>
                <a:lnTo>
                  <a:pt x="6513603" y="128062"/>
                </a:lnTo>
                <a:lnTo>
                  <a:pt x="6515100" y="120650"/>
                </a:lnTo>
                <a:lnTo>
                  <a:pt x="6513603" y="113237"/>
                </a:lnTo>
                <a:lnTo>
                  <a:pt x="6509520" y="107181"/>
                </a:lnTo>
                <a:lnTo>
                  <a:pt x="6503465" y="103097"/>
                </a:lnTo>
                <a:lnTo>
                  <a:pt x="6496049" y="10160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 name="object 3"/>
          <p:cNvSpPr txBox="1"/>
          <p:nvPr/>
        </p:nvSpPr>
        <p:spPr>
          <a:xfrm>
            <a:off x="2932626" y="1427242"/>
            <a:ext cx="999173" cy="405765"/>
          </a:xfrm>
          <a:prstGeom prst="rect">
            <a:avLst/>
          </a:prstGeom>
        </p:spPr>
        <p:txBody>
          <a:bodyPr vert="horz" wrap="square" lIns="0" tIns="71120" rIns="0" bIns="0" rtlCol="0">
            <a:spAutoFit/>
          </a:bodyPr>
          <a:lstStyle/>
          <a:p>
            <a:pPr algn="ctr">
              <a:spcBef>
                <a:spcPts val="56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决策质量</a:t>
            </a:r>
            <a:endParaRPr sz="1050">
              <a:latin typeface="江城圆体 400W" panose="020B0800000000000000" pitchFamily="34" charset="-128"/>
              <a:ea typeface="江城圆体 400W" panose="020B0800000000000000" pitchFamily="34" charset="-128"/>
              <a:cs typeface="微软雅黑" panose="020B0503020204020204" charset="-122"/>
            </a:endParaRPr>
          </a:p>
          <a:p>
            <a:pPr algn="ctr">
              <a:spcBef>
                <a:spcPts val="390"/>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Quality of Decisions</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4" name="object 4"/>
          <p:cNvSpPr txBox="1"/>
          <p:nvPr/>
        </p:nvSpPr>
        <p:spPr>
          <a:xfrm>
            <a:off x="1733030" y="1492250"/>
            <a:ext cx="248920" cy="276860"/>
          </a:xfrm>
          <a:prstGeom prst="rect">
            <a:avLst/>
          </a:prstGeom>
        </p:spPr>
        <p:txBody>
          <a:bodyPr vert="horz" wrap="square" lIns="0" tIns="6350" rIns="0" bIns="0" rtlCol="0">
            <a:spAutoFit/>
          </a:bodyPr>
          <a:lstStyle/>
          <a:p>
            <a:pPr algn="ctr">
              <a:lnSpc>
                <a:spcPts val="1205"/>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差</a:t>
            </a:r>
            <a:endParaRPr sz="1050">
              <a:latin typeface="江城圆体 400W" panose="020B0800000000000000" pitchFamily="34" charset="-128"/>
              <a:ea typeface="江城圆体 400W" panose="020B0800000000000000" pitchFamily="34" charset="-128"/>
              <a:cs typeface="微软雅黑" panose="020B0503020204020204" charset="-122"/>
            </a:endParaRPr>
          </a:p>
          <a:p>
            <a:pPr algn="ctr">
              <a:lnSpc>
                <a:spcPts val="905"/>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Poor</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5" name="object 5"/>
          <p:cNvSpPr txBox="1"/>
          <p:nvPr/>
        </p:nvSpPr>
        <p:spPr>
          <a:xfrm>
            <a:off x="5446788" y="1492250"/>
            <a:ext cx="415925" cy="276860"/>
          </a:xfrm>
          <a:prstGeom prst="rect">
            <a:avLst/>
          </a:prstGeom>
        </p:spPr>
        <p:txBody>
          <a:bodyPr vert="horz" wrap="square" lIns="0" tIns="6350" rIns="0" bIns="0" rtlCol="0">
            <a:spAutoFit/>
          </a:bodyPr>
          <a:lstStyle/>
          <a:p>
            <a:pPr algn="ctr">
              <a:lnSpc>
                <a:spcPts val="1205"/>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最佳</a:t>
            </a:r>
            <a:endParaRPr sz="1050">
              <a:latin typeface="江城圆体 400W" panose="020B0800000000000000" pitchFamily="34" charset="-128"/>
              <a:ea typeface="江城圆体 400W" panose="020B0800000000000000" pitchFamily="34" charset="-128"/>
              <a:cs typeface="微软雅黑" panose="020B0503020204020204" charset="-122"/>
            </a:endParaRPr>
          </a:p>
          <a:p>
            <a:pPr algn="ctr">
              <a:lnSpc>
                <a:spcPts val="905"/>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Optimal</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6" name="object 6"/>
          <p:cNvSpPr/>
          <p:nvPr/>
        </p:nvSpPr>
        <p:spPr>
          <a:xfrm>
            <a:off x="1619065" y="1866900"/>
            <a:ext cx="121920" cy="2836863"/>
          </a:xfrm>
          <a:custGeom>
            <a:avLst/>
            <a:gdLst/>
            <a:ahLst/>
            <a:cxnLst/>
            <a:rect l="l" t="t" r="r" b="b"/>
            <a:pathLst>
              <a:path w="243839" h="5673725">
                <a:moveTo>
                  <a:pt x="14220" y="5429760"/>
                </a:moveTo>
                <a:lnTo>
                  <a:pt x="12015" y="5430277"/>
                </a:lnTo>
                <a:lnTo>
                  <a:pt x="2898" y="5434815"/>
                </a:lnTo>
                <a:lnTo>
                  <a:pt x="0" y="5443456"/>
                </a:lnTo>
                <a:lnTo>
                  <a:pt x="110802" y="5666060"/>
                </a:lnTo>
                <a:lnTo>
                  <a:pt x="113056" y="5668323"/>
                </a:lnTo>
                <a:lnTo>
                  <a:pt x="122943" y="5673289"/>
                </a:lnTo>
                <a:lnTo>
                  <a:pt x="131594" y="5670423"/>
                </a:lnTo>
                <a:lnTo>
                  <a:pt x="242802" y="5449004"/>
                </a:lnTo>
                <a:lnTo>
                  <a:pt x="243326" y="5446801"/>
                </a:lnTo>
                <a:lnTo>
                  <a:pt x="243249" y="5442997"/>
                </a:lnTo>
                <a:lnTo>
                  <a:pt x="242481" y="5435785"/>
                </a:lnTo>
                <a:lnTo>
                  <a:pt x="236382" y="5430160"/>
                </a:lnTo>
                <a:lnTo>
                  <a:pt x="141707" y="5429986"/>
                </a:lnTo>
                <a:lnTo>
                  <a:pt x="103670" y="5429920"/>
                </a:lnTo>
                <a:lnTo>
                  <a:pt x="14220" y="5429760"/>
                </a:lnTo>
                <a:close/>
              </a:path>
              <a:path w="243839" h="5673725">
                <a:moveTo>
                  <a:pt x="122880" y="5333991"/>
                </a:moveTo>
                <a:lnTo>
                  <a:pt x="103670" y="5429920"/>
                </a:lnTo>
                <a:lnTo>
                  <a:pt x="141712" y="5429920"/>
                </a:lnTo>
                <a:lnTo>
                  <a:pt x="141758" y="5429275"/>
                </a:lnTo>
                <a:lnTo>
                  <a:pt x="141882" y="5353006"/>
                </a:lnTo>
                <a:lnTo>
                  <a:pt x="140412" y="5345657"/>
                </a:lnTo>
                <a:lnTo>
                  <a:pt x="136340" y="5339595"/>
                </a:lnTo>
                <a:lnTo>
                  <a:pt x="130292" y="5335501"/>
                </a:lnTo>
                <a:lnTo>
                  <a:pt x="122880" y="5333991"/>
                </a:lnTo>
                <a:close/>
              </a:path>
              <a:path w="243839" h="5673725">
                <a:moveTo>
                  <a:pt x="123154" y="5181591"/>
                </a:moveTo>
                <a:lnTo>
                  <a:pt x="103946" y="5276875"/>
                </a:lnTo>
                <a:lnTo>
                  <a:pt x="105416" y="5284225"/>
                </a:lnTo>
                <a:lnTo>
                  <a:pt x="109488" y="5290287"/>
                </a:lnTo>
                <a:lnTo>
                  <a:pt x="115536" y="5294380"/>
                </a:lnTo>
                <a:lnTo>
                  <a:pt x="122948" y="5295891"/>
                </a:lnTo>
                <a:lnTo>
                  <a:pt x="130366" y="5294407"/>
                </a:lnTo>
                <a:lnTo>
                  <a:pt x="136428" y="5290336"/>
                </a:lnTo>
                <a:lnTo>
                  <a:pt x="140522" y="5284288"/>
                </a:lnTo>
                <a:lnTo>
                  <a:pt x="142032" y="5276875"/>
                </a:lnTo>
                <a:lnTo>
                  <a:pt x="142156" y="5200606"/>
                </a:lnTo>
                <a:lnTo>
                  <a:pt x="140686" y="5193257"/>
                </a:lnTo>
                <a:lnTo>
                  <a:pt x="136614" y="5187195"/>
                </a:lnTo>
                <a:lnTo>
                  <a:pt x="130566" y="5183101"/>
                </a:lnTo>
                <a:lnTo>
                  <a:pt x="123154" y="5181591"/>
                </a:lnTo>
                <a:close/>
              </a:path>
              <a:path w="243839" h="5673725">
                <a:moveTo>
                  <a:pt x="123428" y="5029192"/>
                </a:moveTo>
                <a:lnTo>
                  <a:pt x="104220" y="5124475"/>
                </a:lnTo>
                <a:lnTo>
                  <a:pt x="105690" y="5131825"/>
                </a:lnTo>
                <a:lnTo>
                  <a:pt x="109762" y="5137888"/>
                </a:lnTo>
                <a:lnTo>
                  <a:pt x="115810" y="5141981"/>
                </a:lnTo>
                <a:lnTo>
                  <a:pt x="123223" y="5143491"/>
                </a:lnTo>
                <a:lnTo>
                  <a:pt x="130640" y="5142007"/>
                </a:lnTo>
                <a:lnTo>
                  <a:pt x="136703" y="5137936"/>
                </a:lnTo>
                <a:lnTo>
                  <a:pt x="140796" y="5131888"/>
                </a:lnTo>
                <a:lnTo>
                  <a:pt x="142307" y="5124475"/>
                </a:lnTo>
                <a:lnTo>
                  <a:pt x="142430" y="5048208"/>
                </a:lnTo>
                <a:lnTo>
                  <a:pt x="140960" y="5040858"/>
                </a:lnTo>
                <a:lnTo>
                  <a:pt x="136888" y="5034795"/>
                </a:lnTo>
                <a:lnTo>
                  <a:pt x="130840" y="5030702"/>
                </a:lnTo>
                <a:lnTo>
                  <a:pt x="123428" y="5029192"/>
                </a:lnTo>
                <a:close/>
              </a:path>
              <a:path w="243839" h="5673725">
                <a:moveTo>
                  <a:pt x="123701" y="4876792"/>
                </a:moveTo>
                <a:lnTo>
                  <a:pt x="104495" y="4972076"/>
                </a:lnTo>
                <a:lnTo>
                  <a:pt x="105965" y="4979425"/>
                </a:lnTo>
                <a:lnTo>
                  <a:pt x="110036" y="4985488"/>
                </a:lnTo>
                <a:lnTo>
                  <a:pt x="116084" y="4989581"/>
                </a:lnTo>
                <a:lnTo>
                  <a:pt x="123497" y="4991092"/>
                </a:lnTo>
                <a:lnTo>
                  <a:pt x="130914" y="4989608"/>
                </a:lnTo>
                <a:lnTo>
                  <a:pt x="136977" y="4985536"/>
                </a:lnTo>
                <a:lnTo>
                  <a:pt x="141071" y="4979488"/>
                </a:lnTo>
                <a:lnTo>
                  <a:pt x="142581" y="4972076"/>
                </a:lnTo>
                <a:lnTo>
                  <a:pt x="142703" y="4895808"/>
                </a:lnTo>
                <a:lnTo>
                  <a:pt x="141234" y="4888459"/>
                </a:lnTo>
                <a:lnTo>
                  <a:pt x="137162" y="4882396"/>
                </a:lnTo>
                <a:lnTo>
                  <a:pt x="131114" y="4878302"/>
                </a:lnTo>
                <a:lnTo>
                  <a:pt x="123701" y="4876792"/>
                </a:lnTo>
                <a:close/>
              </a:path>
              <a:path w="243839" h="5673725">
                <a:moveTo>
                  <a:pt x="123976" y="4724392"/>
                </a:moveTo>
                <a:lnTo>
                  <a:pt x="104768" y="4819676"/>
                </a:lnTo>
                <a:lnTo>
                  <a:pt x="106238" y="4827025"/>
                </a:lnTo>
                <a:lnTo>
                  <a:pt x="110310" y="4833088"/>
                </a:lnTo>
                <a:lnTo>
                  <a:pt x="116358" y="4837181"/>
                </a:lnTo>
                <a:lnTo>
                  <a:pt x="123770" y="4838692"/>
                </a:lnTo>
                <a:lnTo>
                  <a:pt x="131188" y="4837208"/>
                </a:lnTo>
                <a:lnTo>
                  <a:pt x="137251" y="4833136"/>
                </a:lnTo>
                <a:lnTo>
                  <a:pt x="141344" y="4827088"/>
                </a:lnTo>
                <a:lnTo>
                  <a:pt x="142854" y="4819676"/>
                </a:lnTo>
                <a:lnTo>
                  <a:pt x="142978" y="4743408"/>
                </a:lnTo>
                <a:lnTo>
                  <a:pt x="141508" y="4736059"/>
                </a:lnTo>
                <a:lnTo>
                  <a:pt x="137436" y="4729996"/>
                </a:lnTo>
                <a:lnTo>
                  <a:pt x="131388" y="4725902"/>
                </a:lnTo>
                <a:lnTo>
                  <a:pt x="123976" y="4724392"/>
                </a:lnTo>
                <a:close/>
              </a:path>
              <a:path w="243839" h="5673725">
                <a:moveTo>
                  <a:pt x="124250" y="4571992"/>
                </a:moveTo>
                <a:lnTo>
                  <a:pt x="105042" y="4667276"/>
                </a:lnTo>
                <a:lnTo>
                  <a:pt x="106512" y="4674625"/>
                </a:lnTo>
                <a:lnTo>
                  <a:pt x="110584" y="4680688"/>
                </a:lnTo>
                <a:lnTo>
                  <a:pt x="116632" y="4684781"/>
                </a:lnTo>
                <a:lnTo>
                  <a:pt x="124044" y="4686292"/>
                </a:lnTo>
                <a:lnTo>
                  <a:pt x="131462" y="4684808"/>
                </a:lnTo>
                <a:lnTo>
                  <a:pt x="137525" y="4680736"/>
                </a:lnTo>
                <a:lnTo>
                  <a:pt x="141618" y="4674688"/>
                </a:lnTo>
                <a:lnTo>
                  <a:pt x="143129" y="4667276"/>
                </a:lnTo>
                <a:lnTo>
                  <a:pt x="143252" y="4591008"/>
                </a:lnTo>
                <a:lnTo>
                  <a:pt x="141782" y="4583659"/>
                </a:lnTo>
                <a:lnTo>
                  <a:pt x="137711" y="4577596"/>
                </a:lnTo>
                <a:lnTo>
                  <a:pt x="131663" y="4573502"/>
                </a:lnTo>
                <a:lnTo>
                  <a:pt x="124250" y="4571992"/>
                </a:lnTo>
                <a:close/>
              </a:path>
              <a:path w="243839" h="5673725">
                <a:moveTo>
                  <a:pt x="124524" y="4419592"/>
                </a:moveTo>
                <a:lnTo>
                  <a:pt x="105317" y="4514876"/>
                </a:lnTo>
                <a:lnTo>
                  <a:pt x="106787" y="4522226"/>
                </a:lnTo>
                <a:lnTo>
                  <a:pt x="110858" y="4528288"/>
                </a:lnTo>
                <a:lnTo>
                  <a:pt x="116906" y="4532382"/>
                </a:lnTo>
                <a:lnTo>
                  <a:pt x="124319" y="4533892"/>
                </a:lnTo>
                <a:lnTo>
                  <a:pt x="131736" y="4532408"/>
                </a:lnTo>
                <a:lnTo>
                  <a:pt x="137799" y="4528337"/>
                </a:lnTo>
                <a:lnTo>
                  <a:pt x="141892" y="4522289"/>
                </a:lnTo>
                <a:lnTo>
                  <a:pt x="143403" y="4514876"/>
                </a:lnTo>
                <a:lnTo>
                  <a:pt x="143526" y="4438608"/>
                </a:lnTo>
                <a:lnTo>
                  <a:pt x="142056" y="4431259"/>
                </a:lnTo>
                <a:lnTo>
                  <a:pt x="137985" y="4425196"/>
                </a:lnTo>
                <a:lnTo>
                  <a:pt x="131937" y="4421102"/>
                </a:lnTo>
                <a:lnTo>
                  <a:pt x="124524" y="4419592"/>
                </a:lnTo>
                <a:close/>
              </a:path>
              <a:path w="243839" h="5673725">
                <a:moveTo>
                  <a:pt x="124799" y="4267193"/>
                </a:moveTo>
                <a:lnTo>
                  <a:pt x="105591" y="4362476"/>
                </a:lnTo>
                <a:lnTo>
                  <a:pt x="107061" y="4369826"/>
                </a:lnTo>
                <a:lnTo>
                  <a:pt x="111133" y="4375889"/>
                </a:lnTo>
                <a:lnTo>
                  <a:pt x="117181" y="4379982"/>
                </a:lnTo>
                <a:lnTo>
                  <a:pt x="124593" y="4381492"/>
                </a:lnTo>
                <a:lnTo>
                  <a:pt x="132011" y="4380008"/>
                </a:lnTo>
                <a:lnTo>
                  <a:pt x="138073" y="4375937"/>
                </a:lnTo>
                <a:lnTo>
                  <a:pt x="142167" y="4369889"/>
                </a:lnTo>
                <a:lnTo>
                  <a:pt x="143677" y="4362476"/>
                </a:lnTo>
                <a:lnTo>
                  <a:pt x="143801" y="4286209"/>
                </a:lnTo>
                <a:lnTo>
                  <a:pt x="142331" y="4278859"/>
                </a:lnTo>
                <a:lnTo>
                  <a:pt x="138259" y="4272796"/>
                </a:lnTo>
                <a:lnTo>
                  <a:pt x="132211" y="4268703"/>
                </a:lnTo>
                <a:lnTo>
                  <a:pt x="124799" y="4267193"/>
                </a:lnTo>
                <a:close/>
              </a:path>
              <a:path w="243839" h="5673725">
                <a:moveTo>
                  <a:pt x="125073" y="4114793"/>
                </a:moveTo>
                <a:lnTo>
                  <a:pt x="105865" y="4210077"/>
                </a:lnTo>
                <a:lnTo>
                  <a:pt x="107335" y="4217427"/>
                </a:lnTo>
                <a:lnTo>
                  <a:pt x="111407" y="4223489"/>
                </a:lnTo>
                <a:lnTo>
                  <a:pt x="117455" y="4227583"/>
                </a:lnTo>
                <a:lnTo>
                  <a:pt x="124867" y="4229093"/>
                </a:lnTo>
                <a:lnTo>
                  <a:pt x="132285" y="4227609"/>
                </a:lnTo>
                <a:lnTo>
                  <a:pt x="138347" y="4223538"/>
                </a:lnTo>
                <a:lnTo>
                  <a:pt x="142441" y="4217490"/>
                </a:lnTo>
                <a:lnTo>
                  <a:pt x="143951" y="4210077"/>
                </a:lnTo>
                <a:lnTo>
                  <a:pt x="144075" y="4133809"/>
                </a:lnTo>
                <a:lnTo>
                  <a:pt x="142605" y="4126459"/>
                </a:lnTo>
                <a:lnTo>
                  <a:pt x="138533" y="4120397"/>
                </a:lnTo>
                <a:lnTo>
                  <a:pt x="132485" y="4116303"/>
                </a:lnTo>
                <a:lnTo>
                  <a:pt x="125073" y="4114793"/>
                </a:lnTo>
                <a:close/>
              </a:path>
              <a:path w="243839" h="5673725">
                <a:moveTo>
                  <a:pt x="125347" y="3962393"/>
                </a:moveTo>
                <a:lnTo>
                  <a:pt x="106139" y="4057677"/>
                </a:lnTo>
                <a:lnTo>
                  <a:pt x="107609" y="4065027"/>
                </a:lnTo>
                <a:lnTo>
                  <a:pt x="111681" y="4071089"/>
                </a:lnTo>
                <a:lnTo>
                  <a:pt x="117729" y="4075183"/>
                </a:lnTo>
                <a:lnTo>
                  <a:pt x="125141" y="4076693"/>
                </a:lnTo>
                <a:lnTo>
                  <a:pt x="132559" y="4075209"/>
                </a:lnTo>
                <a:lnTo>
                  <a:pt x="138622" y="4071138"/>
                </a:lnTo>
                <a:lnTo>
                  <a:pt x="142715" y="4065090"/>
                </a:lnTo>
                <a:lnTo>
                  <a:pt x="144226" y="4057677"/>
                </a:lnTo>
                <a:lnTo>
                  <a:pt x="144349" y="3981409"/>
                </a:lnTo>
                <a:lnTo>
                  <a:pt x="142879" y="3974060"/>
                </a:lnTo>
                <a:lnTo>
                  <a:pt x="138807" y="3967997"/>
                </a:lnTo>
                <a:lnTo>
                  <a:pt x="132760" y="3963904"/>
                </a:lnTo>
                <a:lnTo>
                  <a:pt x="125347" y="3962393"/>
                </a:lnTo>
                <a:close/>
              </a:path>
              <a:path w="243839" h="5673725">
                <a:moveTo>
                  <a:pt x="125622" y="3809993"/>
                </a:moveTo>
                <a:lnTo>
                  <a:pt x="106414" y="3905277"/>
                </a:lnTo>
                <a:lnTo>
                  <a:pt x="107884" y="3912627"/>
                </a:lnTo>
                <a:lnTo>
                  <a:pt x="111956" y="3918689"/>
                </a:lnTo>
                <a:lnTo>
                  <a:pt x="118004" y="3922783"/>
                </a:lnTo>
                <a:lnTo>
                  <a:pt x="125416" y="3924293"/>
                </a:lnTo>
                <a:lnTo>
                  <a:pt x="132833" y="3922809"/>
                </a:lnTo>
                <a:lnTo>
                  <a:pt x="138896" y="3918738"/>
                </a:lnTo>
                <a:lnTo>
                  <a:pt x="142990" y="3912690"/>
                </a:lnTo>
                <a:lnTo>
                  <a:pt x="144500" y="3905277"/>
                </a:lnTo>
                <a:lnTo>
                  <a:pt x="144624" y="3829009"/>
                </a:lnTo>
                <a:lnTo>
                  <a:pt x="143154" y="3821660"/>
                </a:lnTo>
                <a:lnTo>
                  <a:pt x="139082" y="3815597"/>
                </a:lnTo>
                <a:lnTo>
                  <a:pt x="133034" y="3811504"/>
                </a:lnTo>
                <a:lnTo>
                  <a:pt x="125622" y="3809993"/>
                </a:lnTo>
                <a:close/>
              </a:path>
              <a:path w="243839" h="5673725">
                <a:moveTo>
                  <a:pt x="125896" y="3657593"/>
                </a:moveTo>
                <a:lnTo>
                  <a:pt x="106688" y="3752877"/>
                </a:lnTo>
                <a:lnTo>
                  <a:pt x="108158" y="3760227"/>
                </a:lnTo>
                <a:lnTo>
                  <a:pt x="112229" y="3766290"/>
                </a:lnTo>
                <a:lnTo>
                  <a:pt x="118277" y="3770383"/>
                </a:lnTo>
                <a:lnTo>
                  <a:pt x="125690" y="3771893"/>
                </a:lnTo>
                <a:lnTo>
                  <a:pt x="133108" y="3770409"/>
                </a:lnTo>
                <a:lnTo>
                  <a:pt x="139170" y="3766338"/>
                </a:lnTo>
                <a:lnTo>
                  <a:pt x="143264" y="3760290"/>
                </a:lnTo>
                <a:lnTo>
                  <a:pt x="144774" y="3752877"/>
                </a:lnTo>
                <a:lnTo>
                  <a:pt x="144898" y="3676609"/>
                </a:lnTo>
                <a:lnTo>
                  <a:pt x="143427" y="3669260"/>
                </a:lnTo>
                <a:lnTo>
                  <a:pt x="139356" y="3663197"/>
                </a:lnTo>
                <a:lnTo>
                  <a:pt x="133308" y="3659104"/>
                </a:lnTo>
                <a:lnTo>
                  <a:pt x="125896" y="3657593"/>
                </a:lnTo>
                <a:close/>
              </a:path>
              <a:path w="243839" h="5673725">
                <a:moveTo>
                  <a:pt x="126169" y="3505194"/>
                </a:moveTo>
                <a:lnTo>
                  <a:pt x="106962" y="3600477"/>
                </a:lnTo>
                <a:lnTo>
                  <a:pt x="108432" y="3607827"/>
                </a:lnTo>
                <a:lnTo>
                  <a:pt x="112504" y="3613890"/>
                </a:lnTo>
                <a:lnTo>
                  <a:pt x="118552" y="3617983"/>
                </a:lnTo>
                <a:lnTo>
                  <a:pt x="125964" y="3619493"/>
                </a:lnTo>
                <a:lnTo>
                  <a:pt x="133382" y="3618010"/>
                </a:lnTo>
                <a:lnTo>
                  <a:pt x="139445" y="3613938"/>
                </a:lnTo>
                <a:lnTo>
                  <a:pt x="143538" y="3607890"/>
                </a:lnTo>
                <a:lnTo>
                  <a:pt x="145049" y="3600477"/>
                </a:lnTo>
                <a:lnTo>
                  <a:pt x="145171" y="3524210"/>
                </a:lnTo>
                <a:lnTo>
                  <a:pt x="143701" y="3516860"/>
                </a:lnTo>
                <a:lnTo>
                  <a:pt x="139630" y="3510798"/>
                </a:lnTo>
                <a:lnTo>
                  <a:pt x="133582" y="3506704"/>
                </a:lnTo>
                <a:lnTo>
                  <a:pt x="126169" y="3505194"/>
                </a:lnTo>
                <a:close/>
              </a:path>
              <a:path w="243839" h="5673725">
                <a:moveTo>
                  <a:pt x="126443" y="3352794"/>
                </a:moveTo>
                <a:lnTo>
                  <a:pt x="107236" y="3448079"/>
                </a:lnTo>
                <a:lnTo>
                  <a:pt x="108706" y="3455428"/>
                </a:lnTo>
                <a:lnTo>
                  <a:pt x="112778" y="3461490"/>
                </a:lnTo>
                <a:lnTo>
                  <a:pt x="118825" y="3465584"/>
                </a:lnTo>
                <a:lnTo>
                  <a:pt x="126238" y="3467094"/>
                </a:lnTo>
                <a:lnTo>
                  <a:pt x="133656" y="3465611"/>
                </a:lnTo>
                <a:lnTo>
                  <a:pt x="139719" y="3461539"/>
                </a:lnTo>
                <a:lnTo>
                  <a:pt x="143812" y="3455491"/>
                </a:lnTo>
                <a:lnTo>
                  <a:pt x="145322" y="3448079"/>
                </a:lnTo>
                <a:lnTo>
                  <a:pt x="145445" y="3371810"/>
                </a:lnTo>
                <a:lnTo>
                  <a:pt x="143975" y="3364461"/>
                </a:lnTo>
                <a:lnTo>
                  <a:pt x="139904" y="3358398"/>
                </a:lnTo>
                <a:lnTo>
                  <a:pt x="133856" y="3354305"/>
                </a:lnTo>
                <a:lnTo>
                  <a:pt x="126443" y="3352794"/>
                </a:lnTo>
                <a:close/>
              </a:path>
              <a:path w="243839" h="5673725">
                <a:moveTo>
                  <a:pt x="126718" y="3200394"/>
                </a:moveTo>
                <a:lnTo>
                  <a:pt x="107510" y="3295679"/>
                </a:lnTo>
                <a:lnTo>
                  <a:pt x="108980" y="3303028"/>
                </a:lnTo>
                <a:lnTo>
                  <a:pt x="113052" y="3309090"/>
                </a:lnTo>
                <a:lnTo>
                  <a:pt x="119100" y="3313184"/>
                </a:lnTo>
                <a:lnTo>
                  <a:pt x="126512" y="3314694"/>
                </a:lnTo>
                <a:lnTo>
                  <a:pt x="133930" y="3313211"/>
                </a:lnTo>
                <a:lnTo>
                  <a:pt x="139993" y="3309139"/>
                </a:lnTo>
                <a:lnTo>
                  <a:pt x="144086" y="3303091"/>
                </a:lnTo>
                <a:lnTo>
                  <a:pt x="145596" y="3295679"/>
                </a:lnTo>
                <a:lnTo>
                  <a:pt x="145720" y="3219410"/>
                </a:lnTo>
                <a:lnTo>
                  <a:pt x="144250" y="3212061"/>
                </a:lnTo>
                <a:lnTo>
                  <a:pt x="140178" y="3205998"/>
                </a:lnTo>
                <a:lnTo>
                  <a:pt x="134130" y="3201905"/>
                </a:lnTo>
                <a:lnTo>
                  <a:pt x="126718" y="3200394"/>
                </a:lnTo>
                <a:close/>
              </a:path>
              <a:path w="243839" h="5673725">
                <a:moveTo>
                  <a:pt x="126992" y="3047994"/>
                </a:moveTo>
                <a:lnTo>
                  <a:pt x="107784" y="3143279"/>
                </a:lnTo>
                <a:lnTo>
                  <a:pt x="109254" y="3150628"/>
                </a:lnTo>
                <a:lnTo>
                  <a:pt x="113326" y="3156690"/>
                </a:lnTo>
                <a:lnTo>
                  <a:pt x="119374" y="3160784"/>
                </a:lnTo>
                <a:lnTo>
                  <a:pt x="126786" y="3162294"/>
                </a:lnTo>
                <a:lnTo>
                  <a:pt x="134204" y="3160811"/>
                </a:lnTo>
                <a:lnTo>
                  <a:pt x="140266" y="3156739"/>
                </a:lnTo>
                <a:lnTo>
                  <a:pt x="144360" y="3150691"/>
                </a:lnTo>
                <a:lnTo>
                  <a:pt x="145870" y="3143279"/>
                </a:lnTo>
                <a:lnTo>
                  <a:pt x="145994" y="3067010"/>
                </a:lnTo>
                <a:lnTo>
                  <a:pt x="144524" y="3059661"/>
                </a:lnTo>
                <a:lnTo>
                  <a:pt x="140452" y="3053598"/>
                </a:lnTo>
                <a:lnTo>
                  <a:pt x="134404" y="3049505"/>
                </a:lnTo>
                <a:lnTo>
                  <a:pt x="126992" y="3047994"/>
                </a:lnTo>
                <a:close/>
              </a:path>
              <a:path w="243839" h="5673725">
                <a:moveTo>
                  <a:pt x="127266" y="2895594"/>
                </a:moveTo>
                <a:lnTo>
                  <a:pt x="108058" y="2990879"/>
                </a:lnTo>
                <a:lnTo>
                  <a:pt x="109528" y="2998228"/>
                </a:lnTo>
                <a:lnTo>
                  <a:pt x="113600" y="3004290"/>
                </a:lnTo>
                <a:lnTo>
                  <a:pt x="119648" y="3008384"/>
                </a:lnTo>
                <a:lnTo>
                  <a:pt x="127060" y="3009894"/>
                </a:lnTo>
                <a:lnTo>
                  <a:pt x="134478" y="3008411"/>
                </a:lnTo>
                <a:lnTo>
                  <a:pt x="140541" y="3004339"/>
                </a:lnTo>
                <a:lnTo>
                  <a:pt x="144634" y="2998291"/>
                </a:lnTo>
                <a:lnTo>
                  <a:pt x="146145" y="2990879"/>
                </a:lnTo>
                <a:lnTo>
                  <a:pt x="146268" y="2914610"/>
                </a:lnTo>
                <a:lnTo>
                  <a:pt x="144798" y="2907261"/>
                </a:lnTo>
                <a:lnTo>
                  <a:pt x="140726" y="2901198"/>
                </a:lnTo>
                <a:lnTo>
                  <a:pt x="134678" y="2897105"/>
                </a:lnTo>
                <a:lnTo>
                  <a:pt x="127266" y="2895594"/>
                </a:lnTo>
                <a:close/>
              </a:path>
              <a:path w="243839" h="5673725">
                <a:moveTo>
                  <a:pt x="127541" y="2743196"/>
                </a:moveTo>
                <a:lnTo>
                  <a:pt x="108333" y="2838479"/>
                </a:lnTo>
                <a:lnTo>
                  <a:pt x="109803" y="2845828"/>
                </a:lnTo>
                <a:lnTo>
                  <a:pt x="113875" y="2851891"/>
                </a:lnTo>
                <a:lnTo>
                  <a:pt x="119922" y="2855984"/>
                </a:lnTo>
                <a:lnTo>
                  <a:pt x="127335" y="2857494"/>
                </a:lnTo>
                <a:lnTo>
                  <a:pt x="134752" y="2856011"/>
                </a:lnTo>
                <a:lnTo>
                  <a:pt x="140815" y="2851939"/>
                </a:lnTo>
                <a:lnTo>
                  <a:pt x="144909" y="2845892"/>
                </a:lnTo>
                <a:lnTo>
                  <a:pt x="146419" y="2838479"/>
                </a:lnTo>
                <a:lnTo>
                  <a:pt x="146543" y="2762211"/>
                </a:lnTo>
                <a:lnTo>
                  <a:pt x="145073" y="2754861"/>
                </a:lnTo>
                <a:lnTo>
                  <a:pt x="141001" y="2748799"/>
                </a:lnTo>
                <a:lnTo>
                  <a:pt x="134953" y="2744705"/>
                </a:lnTo>
                <a:lnTo>
                  <a:pt x="127541" y="2743196"/>
                </a:lnTo>
                <a:close/>
              </a:path>
              <a:path w="243839" h="5673725">
                <a:moveTo>
                  <a:pt x="127815" y="2590796"/>
                </a:moveTo>
                <a:lnTo>
                  <a:pt x="108607" y="2686080"/>
                </a:lnTo>
                <a:lnTo>
                  <a:pt x="110077" y="2693429"/>
                </a:lnTo>
                <a:lnTo>
                  <a:pt x="114149" y="2699492"/>
                </a:lnTo>
                <a:lnTo>
                  <a:pt x="120197" y="2703585"/>
                </a:lnTo>
                <a:lnTo>
                  <a:pt x="127609" y="2705096"/>
                </a:lnTo>
                <a:lnTo>
                  <a:pt x="135027" y="2703611"/>
                </a:lnTo>
                <a:lnTo>
                  <a:pt x="141089" y="2699540"/>
                </a:lnTo>
                <a:lnTo>
                  <a:pt x="145183" y="2693492"/>
                </a:lnTo>
                <a:lnTo>
                  <a:pt x="146693" y="2686080"/>
                </a:lnTo>
                <a:lnTo>
                  <a:pt x="146817" y="2609811"/>
                </a:lnTo>
                <a:lnTo>
                  <a:pt x="145347" y="2602462"/>
                </a:lnTo>
                <a:lnTo>
                  <a:pt x="141275" y="2596399"/>
                </a:lnTo>
                <a:lnTo>
                  <a:pt x="135227" y="2592306"/>
                </a:lnTo>
                <a:lnTo>
                  <a:pt x="127815" y="2590796"/>
                </a:lnTo>
                <a:close/>
              </a:path>
              <a:path w="243839" h="5673725">
                <a:moveTo>
                  <a:pt x="128089" y="2438396"/>
                </a:moveTo>
                <a:lnTo>
                  <a:pt x="108881" y="2533680"/>
                </a:lnTo>
                <a:lnTo>
                  <a:pt x="110351" y="2541029"/>
                </a:lnTo>
                <a:lnTo>
                  <a:pt x="114423" y="2547092"/>
                </a:lnTo>
                <a:lnTo>
                  <a:pt x="120471" y="2551185"/>
                </a:lnTo>
                <a:lnTo>
                  <a:pt x="127883" y="2552696"/>
                </a:lnTo>
                <a:lnTo>
                  <a:pt x="135301" y="2551212"/>
                </a:lnTo>
                <a:lnTo>
                  <a:pt x="141364" y="2547140"/>
                </a:lnTo>
                <a:lnTo>
                  <a:pt x="145457" y="2541092"/>
                </a:lnTo>
                <a:lnTo>
                  <a:pt x="146968" y="2533680"/>
                </a:lnTo>
                <a:lnTo>
                  <a:pt x="147091" y="2457411"/>
                </a:lnTo>
                <a:lnTo>
                  <a:pt x="145621" y="2450062"/>
                </a:lnTo>
                <a:lnTo>
                  <a:pt x="141549" y="2444000"/>
                </a:lnTo>
                <a:lnTo>
                  <a:pt x="135501" y="2439906"/>
                </a:lnTo>
                <a:lnTo>
                  <a:pt x="128089" y="2438396"/>
                </a:lnTo>
                <a:close/>
              </a:path>
              <a:path w="243839" h="5673725">
                <a:moveTo>
                  <a:pt x="128363" y="2285996"/>
                </a:moveTo>
                <a:lnTo>
                  <a:pt x="109156" y="2381280"/>
                </a:lnTo>
                <a:lnTo>
                  <a:pt x="110626" y="2388629"/>
                </a:lnTo>
                <a:lnTo>
                  <a:pt x="114697" y="2394692"/>
                </a:lnTo>
                <a:lnTo>
                  <a:pt x="120745" y="2398785"/>
                </a:lnTo>
                <a:lnTo>
                  <a:pt x="128158" y="2400296"/>
                </a:lnTo>
                <a:lnTo>
                  <a:pt x="135575" y="2398812"/>
                </a:lnTo>
                <a:lnTo>
                  <a:pt x="141638" y="2394740"/>
                </a:lnTo>
                <a:lnTo>
                  <a:pt x="145732" y="2388692"/>
                </a:lnTo>
                <a:lnTo>
                  <a:pt x="147242" y="2381280"/>
                </a:lnTo>
                <a:lnTo>
                  <a:pt x="147365" y="2305011"/>
                </a:lnTo>
                <a:lnTo>
                  <a:pt x="145895" y="2297662"/>
                </a:lnTo>
                <a:lnTo>
                  <a:pt x="141824" y="2291600"/>
                </a:lnTo>
                <a:lnTo>
                  <a:pt x="135776" y="2287506"/>
                </a:lnTo>
                <a:lnTo>
                  <a:pt x="128363" y="2285996"/>
                </a:lnTo>
                <a:close/>
              </a:path>
              <a:path w="243839" h="5673725">
                <a:moveTo>
                  <a:pt x="128638" y="2133596"/>
                </a:moveTo>
                <a:lnTo>
                  <a:pt x="109430" y="2228880"/>
                </a:lnTo>
                <a:lnTo>
                  <a:pt x="110900" y="2236229"/>
                </a:lnTo>
                <a:lnTo>
                  <a:pt x="114971" y="2242292"/>
                </a:lnTo>
                <a:lnTo>
                  <a:pt x="121019" y="2246385"/>
                </a:lnTo>
                <a:lnTo>
                  <a:pt x="128432" y="2247896"/>
                </a:lnTo>
                <a:lnTo>
                  <a:pt x="135850" y="2246412"/>
                </a:lnTo>
                <a:lnTo>
                  <a:pt x="141912" y="2242340"/>
                </a:lnTo>
                <a:lnTo>
                  <a:pt x="146006" y="2236292"/>
                </a:lnTo>
                <a:lnTo>
                  <a:pt x="147516" y="2228880"/>
                </a:lnTo>
                <a:lnTo>
                  <a:pt x="147639" y="2152611"/>
                </a:lnTo>
                <a:lnTo>
                  <a:pt x="146169" y="2145262"/>
                </a:lnTo>
                <a:lnTo>
                  <a:pt x="142097" y="2139200"/>
                </a:lnTo>
                <a:lnTo>
                  <a:pt x="136050" y="2135106"/>
                </a:lnTo>
                <a:lnTo>
                  <a:pt x="128638" y="2133596"/>
                </a:lnTo>
                <a:close/>
              </a:path>
              <a:path w="243839" h="5673725">
                <a:moveTo>
                  <a:pt x="128911" y="1981196"/>
                </a:moveTo>
                <a:lnTo>
                  <a:pt x="109703" y="2076480"/>
                </a:lnTo>
                <a:lnTo>
                  <a:pt x="111174" y="2083830"/>
                </a:lnTo>
                <a:lnTo>
                  <a:pt x="115245" y="2089892"/>
                </a:lnTo>
                <a:lnTo>
                  <a:pt x="121293" y="2093985"/>
                </a:lnTo>
                <a:lnTo>
                  <a:pt x="128705" y="2095496"/>
                </a:lnTo>
                <a:lnTo>
                  <a:pt x="136123" y="2094012"/>
                </a:lnTo>
                <a:lnTo>
                  <a:pt x="142186" y="2089941"/>
                </a:lnTo>
                <a:lnTo>
                  <a:pt x="146280" y="2083893"/>
                </a:lnTo>
                <a:lnTo>
                  <a:pt x="147789" y="2076480"/>
                </a:lnTo>
                <a:lnTo>
                  <a:pt x="147913" y="2000211"/>
                </a:lnTo>
                <a:lnTo>
                  <a:pt x="146443" y="1992862"/>
                </a:lnTo>
                <a:lnTo>
                  <a:pt x="142372" y="1986800"/>
                </a:lnTo>
                <a:lnTo>
                  <a:pt x="136324" y="1982706"/>
                </a:lnTo>
                <a:lnTo>
                  <a:pt x="128911" y="1981196"/>
                </a:lnTo>
                <a:close/>
              </a:path>
              <a:path w="243839" h="5673725">
                <a:moveTo>
                  <a:pt x="129185" y="1828800"/>
                </a:moveTo>
                <a:lnTo>
                  <a:pt x="109977" y="1924081"/>
                </a:lnTo>
                <a:lnTo>
                  <a:pt x="111447" y="1931430"/>
                </a:lnTo>
                <a:lnTo>
                  <a:pt x="115519" y="1937493"/>
                </a:lnTo>
                <a:lnTo>
                  <a:pt x="121567" y="1941586"/>
                </a:lnTo>
                <a:lnTo>
                  <a:pt x="128979" y="1943097"/>
                </a:lnTo>
                <a:lnTo>
                  <a:pt x="136398" y="1941613"/>
                </a:lnTo>
                <a:lnTo>
                  <a:pt x="142460" y="1937541"/>
                </a:lnTo>
                <a:lnTo>
                  <a:pt x="146553" y="1931493"/>
                </a:lnTo>
                <a:lnTo>
                  <a:pt x="148064" y="1924081"/>
                </a:lnTo>
                <a:lnTo>
                  <a:pt x="148188" y="1847811"/>
                </a:lnTo>
                <a:lnTo>
                  <a:pt x="146717" y="1840460"/>
                </a:lnTo>
                <a:lnTo>
                  <a:pt x="142646" y="1834399"/>
                </a:lnTo>
                <a:lnTo>
                  <a:pt x="136598" y="1830307"/>
                </a:lnTo>
                <a:lnTo>
                  <a:pt x="129185" y="1828800"/>
                </a:lnTo>
                <a:close/>
              </a:path>
              <a:path w="243839" h="5673725">
                <a:moveTo>
                  <a:pt x="129459" y="1676400"/>
                </a:moveTo>
                <a:lnTo>
                  <a:pt x="110251" y="1771675"/>
                </a:lnTo>
                <a:lnTo>
                  <a:pt x="111722" y="1779032"/>
                </a:lnTo>
                <a:lnTo>
                  <a:pt x="115793" y="1785094"/>
                </a:lnTo>
                <a:lnTo>
                  <a:pt x="121841" y="1789187"/>
                </a:lnTo>
                <a:lnTo>
                  <a:pt x="129254" y="1790700"/>
                </a:lnTo>
                <a:lnTo>
                  <a:pt x="136672" y="1789213"/>
                </a:lnTo>
                <a:lnTo>
                  <a:pt x="142734" y="1785140"/>
                </a:lnTo>
                <a:lnTo>
                  <a:pt x="146828" y="1779091"/>
                </a:lnTo>
                <a:lnTo>
                  <a:pt x="148338" y="1771611"/>
                </a:lnTo>
                <a:lnTo>
                  <a:pt x="148462" y="1695411"/>
                </a:lnTo>
                <a:lnTo>
                  <a:pt x="146992" y="1688060"/>
                </a:lnTo>
                <a:lnTo>
                  <a:pt x="142920" y="1681999"/>
                </a:lnTo>
                <a:lnTo>
                  <a:pt x="136872" y="1677907"/>
                </a:lnTo>
                <a:lnTo>
                  <a:pt x="129459" y="1676400"/>
                </a:lnTo>
                <a:close/>
              </a:path>
              <a:path w="243839" h="5673725">
                <a:moveTo>
                  <a:pt x="129734" y="1524000"/>
                </a:moveTo>
                <a:lnTo>
                  <a:pt x="110525" y="1619275"/>
                </a:lnTo>
                <a:lnTo>
                  <a:pt x="111996" y="1626632"/>
                </a:lnTo>
                <a:lnTo>
                  <a:pt x="116068" y="1632694"/>
                </a:lnTo>
                <a:lnTo>
                  <a:pt x="122116" y="1636787"/>
                </a:lnTo>
                <a:lnTo>
                  <a:pt x="129528" y="1638300"/>
                </a:lnTo>
                <a:lnTo>
                  <a:pt x="136946" y="1636813"/>
                </a:lnTo>
                <a:lnTo>
                  <a:pt x="143008" y="1632740"/>
                </a:lnTo>
                <a:lnTo>
                  <a:pt x="147102" y="1626691"/>
                </a:lnTo>
                <a:lnTo>
                  <a:pt x="148612" y="1619211"/>
                </a:lnTo>
                <a:lnTo>
                  <a:pt x="148734" y="1543011"/>
                </a:lnTo>
                <a:lnTo>
                  <a:pt x="147266" y="1535665"/>
                </a:lnTo>
                <a:lnTo>
                  <a:pt x="143194" y="1529600"/>
                </a:lnTo>
                <a:lnTo>
                  <a:pt x="137146" y="1525507"/>
                </a:lnTo>
                <a:lnTo>
                  <a:pt x="129734" y="1524000"/>
                </a:lnTo>
                <a:close/>
              </a:path>
              <a:path w="243839" h="5673725">
                <a:moveTo>
                  <a:pt x="130008" y="1371600"/>
                </a:moveTo>
                <a:lnTo>
                  <a:pt x="110802" y="1466888"/>
                </a:lnTo>
                <a:lnTo>
                  <a:pt x="112270" y="1474232"/>
                </a:lnTo>
                <a:lnTo>
                  <a:pt x="116342" y="1480294"/>
                </a:lnTo>
                <a:lnTo>
                  <a:pt x="122390" y="1484387"/>
                </a:lnTo>
                <a:lnTo>
                  <a:pt x="129802" y="1485900"/>
                </a:lnTo>
                <a:lnTo>
                  <a:pt x="137220" y="1484413"/>
                </a:lnTo>
                <a:lnTo>
                  <a:pt x="143283" y="1480342"/>
                </a:lnTo>
                <a:lnTo>
                  <a:pt x="147376" y="1474296"/>
                </a:lnTo>
                <a:lnTo>
                  <a:pt x="148887" y="1466888"/>
                </a:lnTo>
                <a:lnTo>
                  <a:pt x="149009" y="1390611"/>
                </a:lnTo>
                <a:lnTo>
                  <a:pt x="147540" y="1383265"/>
                </a:lnTo>
                <a:lnTo>
                  <a:pt x="143468" y="1377200"/>
                </a:lnTo>
                <a:lnTo>
                  <a:pt x="137420" y="1373107"/>
                </a:lnTo>
                <a:lnTo>
                  <a:pt x="130008" y="1371600"/>
                </a:lnTo>
                <a:close/>
              </a:path>
              <a:path w="243839" h="5673725">
                <a:moveTo>
                  <a:pt x="130282" y="1219200"/>
                </a:moveTo>
                <a:lnTo>
                  <a:pt x="111076" y="1314488"/>
                </a:lnTo>
                <a:lnTo>
                  <a:pt x="112545" y="1321832"/>
                </a:lnTo>
                <a:lnTo>
                  <a:pt x="116616" y="1327894"/>
                </a:lnTo>
                <a:lnTo>
                  <a:pt x="122664" y="1331987"/>
                </a:lnTo>
                <a:lnTo>
                  <a:pt x="130077" y="1333500"/>
                </a:lnTo>
                <a:lnTo>
                  <a:pt x="137494" y="1332013"/>
                </a:lnTo>
                <a:lnTo>
                  <a:pt x="143557" y="1327942"/>
                </a:lnTo>
                <a:lnTo>
                  <a:pt x="147651" y="1321896"/>
                </a:lnTo>
                <a:lnTo>
                  <a:pt x="149161" y="1314488"/>
                </a:lnTo>
                <a:lnTo>
                  <a:pt x="149283" y="1238211"/>
                </a:lnTo>
                <a:lnTo>
                  <a:pt x="147814" y="1230865"/>
                </a:lnTo>
                <a:lnTo>
                  <a:pt x="143743" y="1224800"/>
                </a:lnTo>
                <a:lnTo>
                  <a:pt x="137695" y="1220707"/>
                </a:lnTo>
                <a:lnTo>
                  <a:pt x="130282" y="1219200"/>
                </a:lnTo>
                <a:close/>
              </a:path>
              <a:path w="243839" h="5673725">
                <a:moveTo>
                  <a:pt x="130557" y="1066800"/>
                </a:moveTo>
                <a:lnTo>
                  <a:pt x="111351" y="1162088"/>
                </a:lnTo>
                <a:lnTo>
                  <a:pt x="112819" y="1169432"/>
                </a:lnTo>
                <a:lnTo>
                  <a:pt x="116891" y="1175494"/>
                </a:lnTo>
                <a:lnTo>
                  <a:pt x="122939" y="1179587"/>
                </a:lnTo>
                <a:lnTo>
                  <a:pt x="130351" y="1181100"/>
                </a:lnTo>
                <a:lnTo>
                  <a:pt x="137769" y="1179613"/>
                </a:lnTo>
                <a:lnTo>
                  <a:pt x="143831" y="1175542"/>
                </a:lnTo>
                <a:lnTo>
                  <a:pt x="147925" y="1169496"/>
                </a:lnTo>
                <a:lnTo>
                  <a:pt x="149435" y="1162088"/>
                </a:lnTo>
                <a:lnTo>
                  <a:pt x="149557" y="1085811"/>
                </a:lnTo>
                <a:lnTo>
                  <a:pt x="148089" y="1078465"/>
                </a:lnTo>
                <a:lnTo>
                  <a:pt x="144017" y="1072400"/>
                </a:lnTo>
                <a:lnTo>
                  <a:pt x="137969" y="1068307"/>
                </a:lnTo>
                <a:lnTo>
                  <a:pt x="130557" y="1066800"/>
                </a:lnTo>
                <a:close/>
              </a:path>
              <a:path w="243839" h="5673725">
                <a:moveTo>
                  <a:pt x="130831" y="914400"/>
                </a:moveTo>
                <a:lnTo>
                  <a:pt x="111625" y="1009688"/>
                </a:lnTo>
                <a:lnTo>
                  <a:pt x="113093" y="1017032"/>
                </a:lnTo>
                <a:lnTo>
                  <a:pt x="117165" y="1023094"/>
                </a:lnTo>
                <a:lnTo>
                  <a:pt x="123213" y="1027187"/>
                </a:lnTo>
                <a:lnTo>
                  <a:pt x="130625" y="1028700"/>
                </a:lnTo>
                <a:lnTo>
                  <a:pt x="138043" y="1027213"/>
                </a:lnTo>
                <a:lnTo>
                  <a:pt x="144106" y="1023142"/>
                </a:lnTo>
                <a:lnTo>
                  <a:pt x="148199" y="1017096"/>
                </a:lnTo>
                <a:lnTo>
                  <a:pt x="149710" y="1009688"/>
                </a:lnTo>
                <a:lnTo>
                  <a:pt x="149832" y="933411"/>
                </a:lnTo>
                <a:lnTo>
                  <a:pt x="148363" y="926065"/>
                </a:lnTo>
                <a:lnTo>
                  <a:pt x="144291" y="920000"/>
                </a:lnTo>
                <a:lnTo>
                  <a:pt x="138243" y="915907"/>
                </a:lnTo>
                <a:lnTo>
                  <a:pt x="130831" y="914400"/>
                </a:lnTo>
                <a:close/>
              </a:path>
              <a:path w="243839" h="5673725">
                <a:moveTo>
                  <a:pt x="131105" y="762000"/>
                </a:moveTo>
                <a:lnTo>
                  <a:pt x="111899" y="857288"/>
                </a:lnTo>
                <a:lnTo>
                  <a:pt x="113367" y="864632"/>
                </a:lnTo>
                <a:lnTo>
                  <a:pt x="117439" y="870694"/>
                </a:lnTo>
                <a:lnTo>
                  <a:pt x="123487" y="874787"/>
                </a:lnTo>
                <a:lnTo>
                  <a:pt x="130900" y="876300"/>
                </a:lnTo>
                <a:lnTo>
                  <a:pt x="138317" y="874813"/>
                </a:lnTo>
                <a:lnTo>
                  <a:pt x="144380" y="870742"/>
                </a:lnTo>
                <a:lnTo>
                  <a:pt x="148473" y="864696"/>
                </a:lnTo>
                <a:lnTo>
                  <a:pt x="149984" y="857288"/>
                </a:lnTo>
                <a:lnTo>
                  <a:pt x="150106" y="781011"/>
                </a:lnTo>
                <a:lnTo>
                  <a:pt x="148637" y="773665"/>
                </a:lnTo>
                <a:lnTo>
                  <a:pt x="144565" y="767600"/>
                </a:lnTo>
                <a:lnTo>
                  <a:pt x="138518" y="763507"/>
                </a:lnTo>
                <a:lnTo>
                  <a:pt x="131105" y="762000"/>
                </a:lnTo>
                <a:close/>
              </a:path>
              <a:path w="243839" h="5673725">
                <a:moveTo>
                  <a:pt x="131378" y="609600"/>
                </a:moveTo>
                <a:lnTo>
                  <a:pt x="112174" y="704888"/>
                </a:lnTo>
                <a:lnTo>
                  <a:pt x="113642" y="712232"/>
                </a:lnTo>
                <a:lnTo>
                  <a:pt x="117713" y="718294"/>
                </a:lnTo>
                <a:lnTo>
                  <a:pt x="123761" y="722387"/>
                </a:lnTo>
                <a:lnTo>
                  <a:pt x="131173" y="723900"/>
                </a:lnTo>
                <a:lnTo>
                  <a:pt x="138591" y="722413"/>
                </a:lnTo>
                <a:lnTo>
                  <a:pt x="144654" y="718342"/>
                </a:lnTo>
                <a:lnTo>
                  <a:pt x="148747" y="712296"/>
                </a:lnTo>
                <a:lnTo>
                  <a:pt x="150257" y="704888"/>
                </a:lnTo>
                <a:lnTo>
                  <a:pt x="150379" y="628611"/>
                </a:lnTo>
                <a:lnTo>
                  <a:pt x="148911" y="621265"/>
                </a:lnTo>
                <a:lnTo>
                  <a:pt x="144839" y="615200"/>
                </a:lnTo>
                <a:lnTo>
                  <a:pt x="138791" y="611107"/>
                </a:lnTo>
                <a:lnTo>
                  <a:pt x="131378" y="609600"/>
                </a:lnTo>
                <a:close/>
              </a:path>
              <a:path w="243839" h="5673725">
                <a:moveTo>
                  <a:pt x="131653" y="457200"/>
                </a:moveTo>
                <a:lnTo>
                  <a:pt x="112447" y="552488"/>
                </a:lnTo>
                <a:lnTo>
                  <a:pt x="113915" y="559832"/>
                </a:lnTo>
                <a:lnTo>
                  <a:pt x="117987" y="565894"/>
                </a:lnTo>
                <a:lnTo>
                  <a:pt x="124035" y="569987"/>
                </a:lnTo>
                <a:lnTo>
                  <a:pt x="131447" y="571500"/>
                </a:lnTo>
                <a:lnTo>
                  <a:pt x="138865" y="570013"/>
                </a:lnTo>
                <a:lnTo>
                  <a:pt x="144928" y="565942"/>
                </a:lnTo>
                <a:lnTo>
                  <a:pt x="149021" y="559896"/>
                </a:lnTo>
                <a:lnTo>
                  <a:pt x="150531" y="552488"/>
                </a:lnTo>
                <a:lnTo>
                  <a:pt x="150653" y="476211"/>
                </a:lnTo>
                <a:lnTo>
                  <a:pt x="149185" y="468865"/>
                </a:lnTo>
                <a:lnTo>
                  <a:pt x="145114" y="462800"/>
                </a:lnTo>
                <a:lnTo>
                  <a:pt x="139066" y="458707"/>
                </a:lnTo>
                <a:lnTo>
                  <a:pt x="131653" y="457200"/>
                </a:lnTo>
                <a:close/>
              </a:path>
              <a:path w="243839" h="5673725">
                <a:moveTo>
                  <a:pt x="131927" y="304800"/>
                </a:moveTo>
                <a:lnTo>
                  <a:pt x="112721" y="400088"/>
                </a:lnTo>
                <a:lnTo>
                  <a:pt x="114189" y="407432"/>
                </a:lnTo>
                <a:lnTo>
                  <a:pt x="118261" y="413494"/>
                </a:lnTo>
                <a:lnTo>
                  <a:pt x="124309" y="417587"/>
                </a:lnTo>
                <a:lnTo>
                  <a:pt x="131721" y="419100"/>
                </a:lnTo>
                <a:lnTo>
                  <a:pt x="139140" y="417613"/>
                </a:lnTo>
                <a:lnTo>
                  <a:pt x="145202" y="413542"/>
                </a:lnTo>
                <a:lnTo>
                  <a:pt x="149295" y="407496"/>
                </a:lnTo>
                <a:lnTo>
                  <a:pt x="150806" y="400088"/>
                </a:lnTo>
                <a:lnTo>
                  <a:pt x="150928" y="323811"/>
                </a:lnTo>
                <a:lnTo>
                  <a:pt x="149459" y="316465"/>
                </a:lnTo>
                <a:lnTo>
                  <a:pt x="145387" y="310400"/>
                </a:lnTo>
                <a:lnTo>
                  <a:pt x="139339" y="306307"/>
                </a:lnTo>
                <a:lnTo>
                  <a:pt x="131927" y="304800"/>
                </a:lnTo>
                <a:close/>
              </a:path>
              <a:path w="243839" h="5673725">
                <a:moveTo>
                  <a:pt x="132201" y="152400"/>
                </a:moveTo>
                <a:lnTo>
                  <a:pt x="112995" y="247688"/>
                </a:lnTo>
                <a:lnTo>
                  <a:pt x="114464" y="255032"/>
                </a:lnTo>
                <a:lnTo>
                  <a:pt x="118535" y="261094"/>
                </a:lnTo>
                <a:lnTo>
                  <a:pt x="124583" y="265187"/>
                </a:lnTo>
                <a:lnTo>
                  <a:pt x="131996" y="266700"/>
                </a:lnTo>
                <a:lnTo>
                  <a:pt x="139413" y="265213"/>
                </a:lnTo>
                <a:lnTo>
                  <a:pt x="145476" y="261142"/>
                </a:lnTo>
                <a:lnTo>
                  <a:pt x="149569" y="255096"/>
                </a:lnTo>
                <a:lnTo>
                  <a:pt x="151080" y="247688"/>
                </a:lnTo>
                <a:lnTo>
                  <a:pt x="151202" y="171411"/>
                </a:lnTo>
                <a:lnTo>
                  <a:pt x="149733" y="164065"/>
                </a:lnTo>
                <a:lnTo>
                  <a:pt x="145662" y="158000"/>
                </a:lnTo>
                <a:lnTo>
                  <a:pt x="139614" y="153907"/>
                </a:lnTo>
                <a:lnTo>
                  <a:pt x="132201" y="152400"/>
                </a:lnTo>
                <a:close/>
              </a:path>
              <a:path w="243839" h="5673725">
                <a:moveTo>
                  <a:pt x="132476" y="0"/>
                </a:moveTo>
                <a:lnTo>
                  <a:pt x="113270" y="95288"/>
                </a:lnTo>
                <a:lnTo>
                  <a:pt x="114738" y="102632"/>
                </a:lnTo>
                <a:lnTo>
                  <a:pt x="118810" y="108694"/>
                </a:lnTo>
                <a:lnTo>
                  <a:pt x="124858" y="112787"/>
                </a:lnTo>
                <a:lnTo>
                  <a:pt x="132270" y="114300"/>
                </a:lnTo>
                <a:lnTo>
                  <a:pt x="139688" y="112813"/>
                </a:lnTo>
                <a:lnTo>
                  <a:pt x="145750" y="108742"/>
                </a:lnTo>
                <a:lnTo>
                  <a:pt x="149844" y="102696"/>
                </a:lnTo>
                <a:lnTo>
                  <a:pt x="151354" y="95288"/>
                </a:lnTo>
                <a:lnTo>
                  <a:pt x="151476" y="19011"/>
                </a:lnTo>
                <a:lnTo>
                  <a:pt x="150008" y="11665"/>
                </a:lnTo>
                <a:lnTo>
                  <a:pt x="145936" y="5600"/>
                </a:lnTo>
                <a:lnTo>
                  <a:pt x="139888" y="1507"/>
                </a:lnTo>
                <a:lnTo>
                  <a:pt x="132476"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 name="object 7"/>
          <p:cNvSpPr txBox="1"/>
          <p:nvPr/>
        </p:nvSpPr>
        <p:spPr>
          <a:xfrm>
            <a:off x="699349" y="4083050"/>
            <a:ext cx="944563" cy="276860"/>
          </a:xfrm>
          <a:prstGeom prst="rect">
            <a:avLst/>
          </a:prstGeom>
        </p:spPr>
        <p:txBody>
          <a:bodyPr vert="horz" wrap="square" lIns="0" tIns="6350" rIns="0" bIns="0" rtlCol="0">
            <a:spAutoFit/>
          </a:bodyPr>
          <a:lstStyle/>
          <a:p>
            <a:pPr marL="6350">
              <a:lnSpc>
                <a:spcPts val="1205"/>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每一步都按规则</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50800">
              <a:lnSpc>
                <a:spcPts val="905"/>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every step by rule</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8" name="object 8"/>
          <p:cNvSpPr txBox="1"/>
          <p:nvPr/>
        </p:nvSpPr>
        <p:spPr>
          <a:xfrm>
            <a:off x="894653" y="3467100"/>
            <a:ext cx="749618" cy="385445"/>
          </a:xfrm>
          <a:prstGeom prst="rect">
            <a:avLst/>
          </a:prstGeom>
        </p:spPr>
        <p:txBody>
          <a:bodyPr vert="horz" wrap="square" lIns="0" tIns="6350" rIns="0" bIns="0" rtlCol="0">
            <a:spAutoFit/>
          </a:bodyPr>
          <a:lstStyle/>
          <a:p>
            <a:pPr marL="210820">
              <a:lnSpc>
                <a:spcPts val="1230"/>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理解有限</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marR="8255" indent="375285">
              <a:lnSpc>
                <a:spcPts val="800"/>
              </a:lnSpc>
              <a:spcBef>
                <a:spcPts val="130"/>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limited understanding</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9" name="object 9"/>
          <p:cNvSpPr txBox="1"/>
          <p:nvPr/>
        </p:nvSpPr>
        <p:spPr>
          <a:xfrm>
            <a:off x="981904" y="2990850"/>
            <a:ext cx="655955" cy="276860"/>
          </a:xfrm>
          <a:prstGeom prst="rect">
            <a:avLst/>
          </a:prstGeom>
        </p:spPr>
        <p:txBody>
          <a:bodyPr vert="horz" wrap="square" lIns="0" tIns="6350" rIns="0" bIns="0" rtlCol="0">
            <a:spAutoFit/>
          </a:bodyPr>
          <a:lstStyle/>
          <a:p>
            <a:pPr marL="116840">
              <a:lnSpc>
                <a:spcPts val="1205"/>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有效使用</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a:lnSpc>
                <a:spcPts val="905"/>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eﬀective use</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0" name="object 10"/>
          <p:cNvSpPr txBox="1"/>
          <p:nvPr/>
        </p:nvSpPr>
        <p:spPr>
          <a:xfrm>
            <a:off x="739964" y="2476500"/>
            <a:ext cx="901065" cy="283210"/>
          </a:xfrm>
          <a:prstGeom prst="rect">
            <a:avLst/>
          </a:prstGeom>
        </p:spPr>
        <p:txBody>
          <a:bodyPr vert="horz" wrap="square" lIns="0" tIns="6350" rIns="0" bIns="0" rtlCol="0">
            <a:spAutoFit/>
          </a:bodyPr>
          <a:lstStyle/>
          <a:p>
            <a:pPr marL="95885">
              <a:lnSpc>
                <a:spcPts val="1230"/>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在语境中应用</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a:lnSpc>
                <a:spcPts val="930"/>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applies in context</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1" name="object 11"/>
          <p:cNvSpPr txBox="1"/>
          <p:nvPr/>
        </p:nvSpPr>
        <p:spPr>
          <a:xfrm>
            <a:off x="824625" y="1917700"/>
            <a:ext cx="816610" cy="283210"/>
          </a:xfrm>
          <a:prstGeom prst="rect">
            <a:avLst/>
          </a:prstGeom>
        </p:spPr>
        <p:txBody>
          <a:bodyPr vert="horz" wrap="square" lIns="0" tIns="6350" rIns="0" bIns="0" rtlCol="0">
            <a:spAutoFit/>
          </a:bodyPr>
          <a:lstStyle/>
          <a:p>
            <a:pPr marL="277495">
              <a:lnSpc>
                <a:spcPts val="1230"/>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无需规则</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a:lnSpc>
                <a:spcPts val="930"/>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no rules needed</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grpSp>
        <p:nvGrpSpPr>
          <p:cNvPr id="12" name="object 12"/>
          <p:cNvGrpSpPr/>
          <p:nvPr/>
        </p:nvGrpSpPr>
        <p:grpSpPr>
          <a:xfrm>
            <a:off x="1427309" y="1768557"/>
            <a:ext cx="3920808" cy="2892743"/>
            <a:chOff x="2854618" y="3537113"/>
            <a:chExt cx="7841615" cy="5785485"/>
          </a:xfrm>
        </p:grpSpPr>
        <p:sp>
          <p:nvSpPr>
            <p:cNvPr id="13" name="object 13"/>
            <p:cNvSpPr/>
            <p:nvPr/>
          </p:nvSpPr>
          <p:spPr>
            <a:xfrm>
              <a:off x="3556076" y="3537113"/>
              <a:ext cx="7139940" cy="5504180"/>
            </a:xfrm>
            <a:custGeom>
              <a:avLst/>
              <a:gdLst/>
              <a:ahLst/>
              <a:cxnLst/>
              <a:rect l="l" t="t" r="r" b="b"/>
              <a:pathLst>
                <a:path w="7139940" h="5504180">
                  <a:moveTo>
                    <a:pt x="6749328" y="0"/>
                  </a:moveTo>
                  <a:lnTo>
                    <a:pt x="6711922" y="19355"/>
                  </a:lnTo>
                  <a:lnTo>
                    <a:pt x="6707183" y="35405"/>
                  </a:lnTo>
                  <a:lnTo>
                    <a:pt x="6708879" y="49354"/>
                  </a:lnTo>
                  <a:lnTo>
                    <a:pt x="6715519" y="61773"/>
                  </a:lnTo>
                  <a:lnTo>
                    <a:pt x="6726679" y="71171"/>
                  </a:lnTo>
                  <a:lnTo>
                    <a:pt x="6956094" y="198883"/>
                  </a:lnTo>
                  <a:lnTo>
                    <a:pt x="6746120" y="199810"/>
                  </a:lnTo>
                  <a:lnTo>
                    <a:pt x="6608190" y="201840"/>
                  </a:lnTo>
                  <a:lnTo>
                    <a:pt x="6543112" y="203176"/>
                  </a:lnTo>
                  <a:lnTo>
                    <a:pt x="6480623" y="204725"/>
                  </a:lnTo>
                  <a:lnTo>
                    <a:pt x="6420721" y="206488"/>
                  </a:lnTo>
                  <a:lnTo>
                    <a:pt x="6363404" y="208466"/>
                  </a:lnTo>
                  <a:lnTo>
                    <a:pt x="6308669" y="210658"/>
                  </a:lnTo>
                  <a:lnTo>
                    <a:pt x="6256516" y="213065"/>
                  </a:lnTo>
                  <a:lnTo>
                    <a:pt x="6206942" y="215688"/>
                  </a:lnTo>
                  <a:lnTo>
                    <a:pt x="6159945" y="218526"/>
                  </a:lnTo>
                  <a:lnTo>
                    <a:pt x="6115523" y="221581"/>
                  </a:lnTo>
                  <a:lnTo>
                    <a:pt x="6073675" y="224852"/>
                  </a:lnTo>
                  <a:lnTo>
                    <a:pt x="6034398" y="228339"/>
                  </a:lnTo>
                  <a:lnTo>
                    <a:pt x="5963550" y="235966"/>
                  </a:lnTo>
                  <a:lnTo>
                    <a:pt x="5902965" y="244463"/>
                  </a:lnTo>
                  <a:lnTo>
                    <a:pt x="5846190" y="253744"/>
                  </a:lnTo>
                  <a:lnTo>
                    <a:pt x="5789742" y="263248"/>
                  </a:lnTo>
                  <a:lnTo>
                    <a:pt x="5733618" y="272977"/>
                  </a:lnTo>
                  <a:lnTo>
                    <a:pt x="5677818" y="282930"/>
                  </a:lnTo>
                  <a:lnTo>
                    <a:pt x="5622340" y="293106"/>
                  </a:lnTo>
                  <a:lnTo>
                    <a:pt x="5567183" y="303505"/>
                  </a:lnTo>
                  <a:lnTo>
                    <a:pt x="5512345" y="314128"/>
                  </a:lnTo>
                  <a:lnTo>
                    <a:pt x="5457824" y="324975"/>
                  </a:lnTo>
                  <a:lnTo>
                    <a:pt x="5403619" y="336044"/>
                  </a:lnTo>
                  <a:lnTo>
                    <a:pt x="5349729" y="347336"/>
                  </a:lnTo>
                  <a:lnTo>
                    <a:pt x="5296152" y="358851"/>
                  </a:lnTo>
                  <a:lnTo>
                    <a:pt x="5242887" y="370589"/>
                  </a:lnTo>
                  <a:lnTo>
                    <a:pt x="5189932" y="382549"/>
                  </a:lnTo>
                  <a:lnTo>
                    <a:pt x="5137285" y="394732"/>
                  </a:lnTo>
                  <a:lnTo>
                    <a:pt x="5084946" y="407137"/>
                  </a:lnTo>
                  <a:lnTo>
                    <a:pt x="5032913" y="419764"/>
                  </a:lnTo>
                  <a:lnTo>
                    <a:pt x="4981184" y="432613"/>
                  </a:lnTo>
                  <a:lnTo>
                    <a:pt x="4929758" y="445684"/>
                  </a:lnTo>
                  <a:lnTo>
                    <a:pt x="4878633" y="458976"/>
                  </a:lnTo>
                  <a:lnTo>
                    <a:pt x="4827808" y="472491"/>
                  </a:lnTo>
                  <a:lnTo>
                    <a:pt x="4777281" y="486226"/>
                  </a:lnTo>
                  <a:lnTo>
                    <a:pt x="4727052" y="500183"/>
                  </a:lnTo>
                  <a:lnTo>
                    <a:pt x="4677118" y="514361"/>
                  </a:lnTo>
                  <a:lnTo>
                    <a:pt x="4627478" y="528760"/>
                  </a:lnTo>
                  <a:lnTo>
                    <a:pt x="4578130" y="543380"/>
                  </a:lnTo>
                  <a:lnTo>
                    <a:pt x="4529074" y="558221"/>
                  </a:lnTo>
                  <a:lnTo>
                    <a:pt x="4480307" y="573282"/>
                  </a:lnTo>
                  <a:lnTo>
                    <a:pt x="4431828" y="588564"/>
                  </a:lnTo>
                  <a:lnTo>
                    <a:pt x="4383636" y="604066"/>
                  </a:lnTo>
                  <a:lnTo>
                    <a:pt x="4335729" y="619788"/>
                  </a:lnTo>
                  <a:lnTo>
                    <a:pt x="4288105" y="635730"/>
                  </a:lnTo>
                  <a:lnTo>
                    <a:pt x="4240764" y="651893"/>
                  </a:lnTo>
                  <a:lnTo>
                    <a:pt x="4193704" y="668275"/>
                  </a:lnTo>
                  <a:lnTo>
                    <a:pt x="4146923" y="684876"/>
                  </a:lnTo>
                  <a:lnTo>
                    <a:pt x="4100420" y="701697"/>
                  </a:lnTo>
                  <a:lnTo>
                    <a:pt x="4054193" y="718738"/>
                  </a:lnTo>
                  <a:lnTo>
                    <a:pt x="4008241" y="735997"/>
                  </a:lnTo>
                  <a:lnTo>
                    <a:pt x="3962562" y="753476"/>
                  </a:lnTo>
                  <a:lnTo>
                    <a:pt x="3917155" y="771174"/>
                  </a:lnTo>
                  <a:lnTo>
                    <a:pt x="3872019" y="789090"/>
                  </a:lnTo>
                  <a:lnTo>
                    <a:pt x="3827151" y="807225"/>
                  </a:lnTo>
                  <a:lnTo>
                    <a:pt x="3782551" y="825579"/>
                  </a:lnTo>
                  <a:lnTo>
                    <a:pt x="3738217" y="844151"/>
                  </a:lnTo>
                  <a:lnTo>
                    <a:pt x="3694148" y="862941"/>
                  </a:lnTo>
                  <a:lnTo>
                    <a:pt x="3650342" y="881950"/>
                  </a:lnTo>
                  <a:lnTo>
                    <a:pt x="3606797" y="901176"/>
                  </a:lnTo>
                  <a:lnTo>
                    <a:pt x="3563513" y="920620"/>
                  </a:lnTo>
                  <a:lnTo>
                    <a:pt x="3520487" y="940282"/>
                  </a:lnTo>
                  <a:lnTo>
                    <a:pt x="3477718" y="960162"/>
                  </a:lnTo>
                  <a:lnTo>
                    <a:pt x="3435205" y="980259"/>
                  </a:lnTo>
                  <a:lnTo>
                    <a:pt x="3392946" y="1000573"/>
                  </a:lnTo>
                  <a:lnTo>
                    <a:pt x="3350940" y="1021104"/>
                  </a:lnTo>
                  <a:lnTo>
                    <a:pt x="3309186" y="1041852"/>
                  </a:lnTo>
                  <a:lnTo>
                    <a:pt x="3267681" y="1062817"/>
                  </a:lnTo>
                  <a:lnTo>
                    <a:pt x="3226424" y="1083999"/>
                  </a:lnTo>
                  <a:lnTo>
                    <a:pt x="3185414" y="1105398"/>
                  </a:lnTo>
                  <a:lnTo>
                    <a:pt x="3144650" y="1127013"/>
                  </a:lnTo>
                  <a:lnTo>
                    <a:pt x="3104130" y="1148844"/>
                  </a:lnTo>
                  <a:lnTo>
                    <a:pt x="3063852" y="1170891"/>
                  </a:lnTo>
                  <a:lnTo>
                    <a:pt x="3023815" y="1193154"/>
                  </a:lnTo>
                  <a:lnTo>
                    <a:pt x="2984018" y="1215634"/>
                  </a:lnTo>
                  <a:lnTo>
                    <a:pt x="2944458" y="1238329"/>
                  </a:lnTo>
                  <a:lnTo>
                    <a:pt x="2905135" y="1261239"/>
                  </a:lnTo>
                  <a:lnTo>
                    <a:pt x="2866048" y="1284366"/>
                  </a:lnTo>
                  <a:lnTo>
                    <a:pt x="2827193" y="1307707"/>
                  </a:lnTo>
                  <a:lnTo>
                    <a:pt x="2783686" y="1334261"/>
                  </a:lnTo>
                  <a:lnTo>
                    <a:pt x="2740516" y="1361047"/>
                  </a:lnTo>
                  <a:lnTo>
                    <a:pt x="2697677" y="1388068"/>
                  </a:lnTo>
                  <a:lnTo>
                    <a:pt x="2655161" y="1415328"/>
                  </a:lnTo>
                  <a:lnTo>
                    <a:pt x="2612962" y="1442831"/>
                  </a:lnTo>
                  <a:lnTo>
                    <a:pt x="2571072" y="1470581"/>
                  </a:lnTo>
                  <a:lnTo>
                    <a:pt x="2529483" y="1498582"/>
                  </a:lnTo>
                  <a:lnTo>
                    <a:pt x="2488190" y="1526837"/>
                  </a:lnTo>
                  <a:lnTo>
                    <a:pt x="2447184" y="1555352"/>
                  </a:lnTo>
                  <a:lnTo>
                    <a:pt x="2406459" y="1584128"/>
                  </a:lnTo>
                  <a:lnTo>
                    <a:pt x="2366007" y="1613171"/>
                  </a:lnTo>
                  <a:lnTo>
                    <a:pt x="2325822" y="1642484"/>
                  </a:lnTo>
                  <a:lnTo>
                    <a:pt x="2285896" y="1672070"/>
                  </a:lnTo>
                  <a:lnTo>
                    <a:pt x="2246221" y="1701935"/>
                  </a:lnTo>
                  <a:lnTo>
                    <a:pt x="2206792" y="1732082"/>
                  </a:lnTo>
                  <a:lnTo>
                    <a:pt x="2167600" y="1762514"/>
                  </a:lnTo>
                  <a:lnTo>
                    <a:pt x="2128639" y="1793236"/>
                  </a:lnTo>
                  <a:lnTo>
                    <a:pt x="2089902" y="1824251"/>
                  </a:lnTo>
                  <a:lnTo>
                    <a:pt x="2051381" y="1855563"/>
                  </a:lnTo>
                  <a:lnTo>
                    <a:pt x="2013069" y="1887176"/>
                  </a:lnTo>
                  <a:lnTo>
                    <a:pt x="1974959" y="1919095"/>
                  </a:lnTo>
                  <a:lnTo>
                    <a:pt x="1937043" y="1951322"/>
                  </a:lnTo>
                  <a:lnTo>
                    <a:pt x="1899316" y="1983862"/>
                  </a:lnTo>
                  <a:lnTo>
                    <a:pt x="1861769" y="2016719"/>
                  </a:lnTo>
                  <a:lnTo>
                    <a:pt x="1824396" y="2049896"/>
                  </a:lnTo>
                  <a:lnTo>
                    <a:pt x="1787189" y="2083397"/>
                  </a:lnTo>
                  <a:lnTo>
                    <a:pt x="1750141" y="2117227"/>
                  </a:lnTo>
                  <a:lnTo>
                    <a:pt x="1713245" y="2151389"/>
                  </a:lnTo>
                  <a:lnTo>
                    <a:pt x="1676494" y="2185887"/>
                  </a:lnTo>
                  <a:lnTo>
                    <a:pt x="1639881" y="2220725"/>
                  </a:lnTo>
                  <a:lnTo>
                    <a:pt x="1603399" y="2255906"/>
                  </a:lnTo>
                  <a:lnTo>
                    <a:pt x="1567040" y="2291435"/>
                  </a:lnTo>
                  <a:lnTo>
                    <a:pt x="1530797" y="2327316"/>
                  </a:lnTo>
                  <a:lnTo>
                    <a:pt x="1494664" y="2363551"/>
                  </a:lnTo>
                  <a:lnTo>
                    <a:pt x="1458632" y="2400146"/>
                  </a:lnTo>
                  <a:lnTo>
                    <a:pt x="1422696" y="2437105"/>
                  </a:lnTo>
                  <a:lnTo>
                    <a:pt x="1386847" y="2474430"/>
                  </a:lnTo>
                  <a:lnTo>
                    <a:pt x="1351079" y="2512126"/>
                  </a:lnTo>
                  <a:lnTo>
                    <a:pt x="1315384" y="2550196"/>
                  </a:lnTo>
                  <a:lnTo>
                    <a:pt x="1279756" y="2588645"/>
                  </a:lnTo>
                  <a:lnTo>
                    <a:pt x="1244187" y="2627477"/>
                  </a:lnTo>
                  <a:lnTo>
                    <a:pt x="1208670" y="2666695"/>
                  </a:lnTo>
                  <a:lnTo>
                    <a:pt x="1173198" y="2706303"/>
                  </a:lnTo>
                  <a:lnTo>
                    <a:pt x="1137763" y="2746306"/>
                  </a:lnTo>
                  <a:lnTo>
                    <a:pt x="1102360" y="2786706"/>
                  </a:lnTo>
                  <a:lnTo>
                    <a:pt x="1066980" y="2827508"/>
                  </a:lnTo>
                  <a:lnTo>
                    <a:pt x="1031616" y="2868715"/>
                  </a:lnTo>
                  <a:lnTo>
                    <a:pt x="996261" y="2910333"/>
                  </a:lnTo>
                  <a:lnTo>
                    <a:pt x="964220" y="2948765"/>
                  </a:lnTo>
                  <a:lnTo>
                    <a:pt x="932647" y="2987690"/>
                  </a:lnTo>
                  <a:lnTo>
                    <a:pt x="901545" y="3027098"/>
                  </a:lnTo>
                  <a:lnTo>
                    <a:pt x="870914" y="3066979"/>
                  </a:lnTo>
                  <a:lnTo>
                    <a:pt x="840756" y="3107322"/>
                  </a:lnTo>
                  <a:lnTo>
                    <a:pt x="811074" y="3148118"/>
                  </a:lnTo>
                  <a:lnTo>
                    <a:pt x="781868" y="3189357"/>
                  </a:lnTo>
                  <a:lnTo>
                    <a:pt x="753142" y="3231027"/>
                  </a:lnTo>
                  <a:lnTo>
                    <a:pt x="724896" y="3273120"/>
                  </a:lnTo>
                  <a:lnTo>
                    <a:pt x="697132" y="3315625"/>
                  </a:lnTo>
                  <a:lnTo>
                    <a:pt x="669852" y="3358532"/>
                  </a:lnTo>
                  <a:lnTo>
                    <a:pt x="643057" y="3401830"/>
                  </a:lnTo>
                  <a:lnTo>
                    <a:pt x="616751" y="3445510"/>
                  </a:lnTo>
                  <a:lnTo>
                    <a:pt x="590933" y="3489562"/>
                  </a:lnTo>
                  <a:lnTo>
                    <a:pt x="565606" y="3533975"/>
                  </a:lnTo>
                  <a:lnTo>
                    <a:pt x="540772" y="3578739"/>
                  </a:lnTo>
                  <a:lnTo>
                    <a:pt x="516432" y="3623844"/>
                  </a:lnTo>
                  <a:lnTo>
                    <a:pt x="492588" y="3669280"/>
                  </a:lnTo>
                  <a:lnTo>
                    <a:pt x="469242" y="3715038"/>
                  </a:lnTo>
                  <a:lnTo>
                    <a:pt x="446396" y="3761105"/>
                  </a:lnTo>
                  <a:lnTo>
                    <a:pt x="424051" y="3807474"/>
                  </a:lnTo>
                  <a:lnTo>
                    <a:pt x="402209" y="3854133"/>
                  </a:lnTo>
                  <a:lnTo>
                    <a:pt x="380872" y="3901072"/>
                  </a:lnTo>
                  <a:lnTo>
                    <a:pt x="360042" y="3948282"/>
                  </a:lnTo>
                  <a:lnTo>
                    <a:pt x="339719" y="3995752"/>
                  </a:lnTo>
                  <a:lnTo>
                    <a:pt x="319907" y="4043471"/>
                  </a:lnTo>
                  <a:lnTo>
                    <a:pt x="300607" y="4091431"/>
                  </a:lnTo>
                  <a:lnTo>
                    <a:pt x="281820" y="4139620"/>
                  </a:lnTo>
                  <a:lnTo>
                    <a:pt x="263548" y="4188029"/>
                  </a:lnTo>
                  <a:lnTo>
                    <a:pt x="245794" y="4236647"/>
                  </a:lnTo>
                  <a:lnTo>
                    <a:pt x="228558" y="4285465"/>
                  </a:lnTo>
                  <a:lnTo>
                    <a:pt x="210327" y="4339030"/>
                  </a:lnTo>
                  <a:lnTo>
                    <a:pt x="192818" y="4392565"/>
                  </a:lnTo>
                  <a:lnTo>
                    <a:pt x="176037" y="4446021"/>
                  </a:lnTo>
                  <a:lnTo>
                    <a:pt x="159987" y="4499351"/>
                  </a:lnTo>
                  <a:lnTo>
                    <a:pt x="144674" y="4552506"/>
                  </a:lnTo>
                  <a:lnTo>
                    <a:pt x="130102" y="4605440"/>
                  </a:lnTo>
                  <a:lnTo>
                    <a:pt x="116277" y="4658105"/>
                  </a:lnTo>
                  <a:lnTo>
                    <a:pt x="103202" y="4710453"/>
                  </a:lnTo>
                  <a:lnTo>
                    <a:pt x="90883" y="4762436"/>
                  </a:lnTo>
                  <a:lnTo>
                    <a:pt x="79324" y="4814007"/>
                  </a:lnTo>
                  <a:lnTo>
                    <a:pt x="68531" y="4865118"/>
                  </a:lnTo>
                  <a:lnTo>
                    <a:pt x="58507" y="4915722"/>
                  </a:lnTo>
                  <a:lnTo>
                    <a:pt x="49258" y="4965770"/>
                  </a:lnTo>
                  <a:lnTo>
                    <a:pt x="40788" y="5015216"/>
                  </a:lnTo>
                  <a:lnTo>
                    <a:pt x="33102" y="5064012"/>
                  </a:lnTo>
                  <a:lnTo>
                    <a:pt x="26205" y="5112109"/>
                  </a:lnTo>
                  <a:lnTo>
                    <a:pt x="20102" y="5159461"/>
                  </a:lnTo>
                  <a:lnTo>
                    <a:pt x="14797" y="5206019"/>
                  </a:lnTo>
                  <a:lnTo>
                    <a:pt x="10296" y="5251736"/>
                  </a:lnTo>
                  <a:lnTo>
                    <a:pt x="6602" y="5296565"/>
                  </a:lnTo>
                  <a:lnTo>
                    <a:pt x="3720" y="5340458"/>
                  </a:lnTo>
                  <a:lnTo>
                    <a:pt x="1656" y="5383366"/>
                  </a:lnTo>
                  <a:lnTo>
                    <a:pt x="415" y="5425243"/>
                  </a:lnTo>
                  <a:lnTo>
                    <a:pt x="0" y="5466041"/>
                  </a:lnTo>
                  <a:lnTo>
                    <a:pt x="2994" y="5480872"/>
                  </a:lnTo>
                  <a:lnTo>
                    <a:pt x="11159" y="5492982"/>
                  </a:lnTo>
                  <a:lnTo>
                    <a:pt x="23270" y="5501147"/>
                  </a:lnTo>
                  <a:lnTo>
                    <a:pt x="38100" y="5504141"/>
                  </a:lnTo>
                  <a:lnTo>
                    <a:pt x="52930" y="5501147"/>
                  </a:lnTo>
                  <a:lnTo>
                    <a:pt x="65040" y="5492982"/>
                  </a:lnTo>
                  <a:lnTo>
                    <a:pt x="73205" y="5480872"/>
                  </a:lnTo>
                  <a:lnTo>
                    <a:pt x="76200" y="5466041"/>
                  </a:lnTo>
                  <a:lnTo>
                    <a:pt x="76643" y="5424611"/>
                  </a:lnTo>
                  <a:lnTo>
                    <a:pt x="77968" y="5382000"/>
                  </a:lnTo>
                  <a:lnTo>
                    <a:pt x="80172" y="5338264"/>
                  </a:lnTo>
                  <a:lnTo>
                    <a:pt x="83248" y="5293456"/>
                  </a:lnTo>
                  <a:lnTo>
                    <a:pt x="87191" y="5247631"/>
                  </a:lnTo>
                  <a:lnTo>
                    <a:pt x="91996" y="5200842"/>
                  </a:lnTo>
                  <a:lnTo>
                    <a:pt x="97657" y="5153143"/>
                  </a:lnTo>
                  <a:lnTo>
                    <a:pt x="104171" y="5104590"/>
                  </a:lnTo>
                  <a:lnTo>
                    <a:pt x="111531" y="5055235"/>
                  </a:lnTo>
                  <a:lnTo>
                    <a:pt x="119732" y="5005133"/>
                  </a:lnTo>
                  <a:lnTo>
                    <a:pt x="128769" y="4954338"/>
                  </a:lnTo>
                  <a:lnTo>
                    <a:pt x="138637" y="4902905"/>
                  </a:lnTo>
                  <a:lnTo>
                    <a:pt x="149331" y="4850886"/>
                  </a:lnTo>
                  <a:lnTo>
                    <a:pt x="160846" y="4798337"/>
                  </a:lnTo>
                  <a:lnTo>
                    <a:pt x="173175" y="4745312"/>
                  </a:lnTo>
                  <a:lnTo>
                    <a:pt x="186315" y="4691864"/>
                  </a:lnTo>
                  <a:lnTo>
                    <a:pt x="200260" y="4638048"/>
                  </a:lnTo>
                  <a:lnTo>
                    <a:pt x="215005" y="4583918"/>
                  </a:lnTo>
                  <a:lnTo>
                    <a:pt x="230545" y="4529527"/>
                  </a:lnTo>
                  <a:lnTo>
                    <a:pt x="246874" y="4474931"/>
                  </a:lnTo>
                  <a:lnTo>
                    <a:pt x="263987" y="4420183"/>
                  </a:lnTo>
                  <a:lnTo>
                    <a:pt x="281879" y="4365337"/>
                  </a:lnTo>
                  <a:lnTo>
                    <a:pt x="300545" y="4310448"/>
                  </a:lnTo>
                  <a:lnTo>
                    <a:pt x="317493" y="4262446"/>
                  </a:lnTo>
                  <a:lnTo>
                    <a:pt x="334950" y="4214642"/>
                  </a:lnTo>
                  <a:lnTo>
                    <a:pt x="352914" y="4167045"/>
                  </a:lnTo>
                  <a:lnTo>
                    <a:pt x="371384" y="4119667"/>
                  </a:lnTo>
                  <a:lnTo>
                    <a:pt x="390357" y="4072516"/>
                  </a:lnTo>
                  <a:lnTo>
                    <a:pt x="409832" y="4025604"/>
                  </a:lnTo>
                  <a:lnTo>
                    <a:pt x="429806" y="3978939"/>
                  </a:lnTo>
                  <a:lnTo>
                    <a:pt x="450279" y="3932533"/>
                  </a:lnTo>
                  <a:lnTo>
                    <a:pt x="471249" y="3886395"/>
                  </a:lnTo>
                  <a:lnTo>
                    <a:pt x="492712" y="3840535"/>
                  </a:lnTo>
                  <a:lnTo>
                    <a:pt x="514669" y="3794963"/>
                  </a:lnTo>
                  <a:lnTo>
                    <a:pt x="537116" y="3749689"/>
                  </a:lnTo>
                  <a:lnTo>
                    <a:pt x="560052" y="3704724"/>
                  </a:lnTo>
                  <a:lnTo>
                    <a:pt x="583475" y="3660077"/>
                  </a:lnTo>
                  <a:lnTo>
                    <a:pt x="607384" y="3615759"/>
                  </a:lnTo>
                  <a:lnTo>
                    <a:pt x="631777" y="3571779"/>
                  </a:lnTo>
                  <a:lnTo>
                    <a:pt x="656651" y="3528147"/>
                  </a:lnTo>
                  <a:lnTo>
                    <a:pt x="682005" y="3484874"/>
                  </a:lnTo>
                  <a:lnTo>
                    <a:pt x="707837" y="3441970"/>
                  </a:lnTo>
                  <a:lnTo>
                    <a:pt x="734146" y="3399444"/>
                  </a:lnTo>
                  <a:lnTo>
                    <a:pt x="760929" y="3357307"/>
                  </a:lnTo>
                  <a:lnTo>
                    <a:pt x="788184" y="3315569"/>
                  </a:lnTo>
                  <a:lnTo>
                    <a:pt x="815911" y="3274239"/>
                  </a:lnTo>
                  <a:lnTo>
                    <a:pt x="844107" y="3233329"/>
                  </a:lnTo>
                  <a:lnTo>
                    <a:pt x="872769" y="3192847"/>
                  </a:lnTo>
                  <a:lnTo>
                    <a:pt x="901898" y="3152804"/>
                  </a:lnTo>
                  <a:lnTo>
                    <a:pt x="931490" y="3113210"/>
                  </a:lnTo>
                  <a:lnTo>
                    <a:pt x="961543" y="3074075"/>
                  </a:lnTo>
                  <a:lnTo>
                    <a:pt x="992057" y="3035408"/>
                  </a:lnTo>
                  <a:lnTo>
                    <a:pt x="1023028" y="2997221"/>
                  </a:lnTo>
                  <a:lnTo>
                    <a:pt x="1054456" y="2959524"/>
                  </a:lnTo>
                  <a:lnTo>
                    <a:pt x="1089498" y="2918274"/>
                  </a:lnTo>
                  <a:lnTo>
                    <a:pt x="1124547" y="2877432"/>
                  </a:lnTo>
                  <a:lnTo>
                    <a:pt x="1159609" y="2836995"/>
                  </a:lnTo>
                  <a:lnTo>
                    <a:pt x="1194692" y="2796959"/>
                  </a:lnTo>
                  <a:lnTo>
                    <a:pt x="1229802" y="2757319"/>
                  </a:lnTo>
                  <a:lnTo>
                    <a:pt x="1264948" y="2718072"/>
                  </a:lnTo>
                  <a:lnTo>
                    <a:pt x="1300135" y="2679214"/>
                  </a:lnTo>
                  <a:lnTo>
                    <a:pt x="1335372" y="2640741"/>
                  </a:lnTo>
                  <a:lnTo>
                    <a:pt x="1370665" y="2602649"/>
                  </a:lnTo>
                  <a:lnTo>
                    <a:pt x="1406021" y="2564934"/>
                  </a:lnTo>
                  <a:lnTo>
                    <a:pt x="1441447" y="2527593"/>
                  </a:lnTo>
                  <a:lnTo>
                    <a:pt x="1476951" y="2490621"/>
                  </a:lnTo>
                  <a:lnTo>
                    <a:pt x="1512540" y="2454014"/>
                  </a:lnTo>
                  <a:lnTo>
                    <a:pt x="1548221" y="2417770"/>
                  </a:lnTo>
                  <a:lnTo>
                    <a:pt x="1584000" y="2381883"/>
                  </a:lnTo>
                  <a:lnTo>
                    <a:pt x="1619885" y="2346350"/>
                  </a:lnTo>
                  <a:lnTo>
                    <a:pt x="1655883" y="2311167"/>
                  </a:lnTo>
                  <a:lnTo>
                    <a:pt x="1692002" y="2276330"/>
                  </a:lnTo>
                  <a:lnTo>
                    <a:pt x="1728247" y="2241835"/>
                  </a:lnTo>
                  <a:lnTo>
                    <a:pt x="1764627" y="2207679"/>
                  </a:lnTo>
                  <a:lnTo>
                    <a:pt x="1801149" y="2173857"/>
                  </a:lnTo>
                  <a:lnTo>
                    <a:pt x="1837819" y="2140366"/>
                  </a:lnTo>
                  <a:lnTo>
                    <a:pt x="1874644" y="2107201"/>
                  </a:lnTo>
                  <a:lnTo>
                    <a:pt x="1911633" y="2074360"/>
                  </a:lnTo>
                  <a:lnTo>
                    <a:pt x="1948791" y="2041837"/>
                  </a:lnTo>
                  <a:lnTo>
                    <a:pt x="1986126" y="2009629"/>
                  </a:lnTo>
                  <a:lnTo>
                    <a:pt x="2023646" y="1977733"/>
                  </a:lnTo>
                  <a:lnTo>
                    <a:pt x="2061356" y="1946143"/>
                  </a:lnTo>
                  <a:lnTo>
                    <a:pt x="2099265" y="1914858"/>
                  </a:lnTo>
                  <a:lnTo>
                    <a:pt x="2137379" y="1883871"/>
                  </a:lnTo>
                  <a:lnTo>
                    <a:pt x="2175706" y="1853180"/>
                  </a:lnTo>
                  <a:lnTo>
                    <a:pt x="2214252" y="1822781"/>
                  </a:lnTo>
                  <a:lnTo>
                    <a:pt x="2253025" y="1792670"/>
                  </a:lnTo>
                  <a:lnTo>
                    <a:pt x="2292032" y="1762842"/>
                  </a:lnTo>
                  <a:lnTo>
                    <a:pt x="2331279" y="1733295"/>
                  </a:lnTo>
                  <a:lnTo>
                    <a:pt x="2370775" y="1704024"/>
                  </a:lnTo>
                  <a:lnTo>
                    <a:pt x="2410526" y="1675025"/>
                  </a:lnTo>
                  <a:lnTo>
                    <a:pt x="2450539" y="1646295"/>
                  </a:lnTo>
                  <a:lnTo>
                    <a:pt x="2490821" y="1617829"/>
                  </a:lnTo>
                  <a:lnTo>
                    <a:pt x="2531380" y="1589623"/>
                  </a:lnTo>
                  <a:lnTo>
                    <a:pt x="2572222" y="1561675"/>
                  </a:lnTo>
                  <a:lnTo>
                    <a:pt x="2613355" y="1533979"/>
                  </a:lnTo>
                  <a:lnTo>
                    <a:pt x="2654786" y="1506532"/>
                  </a:lnTo>
                  <a:lnTo>
                    <a:pt x="2696521" y="1479330"/>
                  </a:lnTo>
                  <a:lnTo>
                    <a:pt x="2738569" y="1452370"/>
                  </a:lnTo>
                  <a:lnTo>
                    <a:pt x="2780935" y="1425646"/>
                  </a:lnTo>
                  <a:lnTo>
                    <a:pt x="2823628" y="1399156"/>
                  </a:lnTo>
                  <a:lnTo>
                    <a:pt x="2866654" y="1372896"/>
                  </a:lnTo>
                  <a:lnTo>
                    <a:pt x="2905712" y="1349435"/>
                  </a:lnTo>
                  <a:lnTo>
                    <a:pt x="2945010" y="1326193"/>
                  </a:lnTo>
                  <a:lnTo>
                    <a:pt x="2984550" y="1303171"/>
                  </a:lnTo>
                  <a:lnTo>
                    <a:pt x="3024333" y="1280368"/>
                  </a:lnTo>
                  <a:lnTo>
                    <a:pt x="3064360" y="1257785"/>
                  </a:lnTo>
                  <a:lnTo>
                    <a:pt x="3104634" y="1235422"/>
                  </a:lnTo>
                  <a:lnTo>
                    <a:pt x="3145156" y="1213279"/>
                  </a:lnTo>
                  <a:lnTo>
                    <a:pt x="3185927" y="1191356"/>
                  </a:lnTo>
                  <a:lnTo>
                    <a:pt x="3226949" y="1169653"/>
                  </a:lnTo>
                  <a:lnTo>
                    <a:pt x="3268224" y="1148171"/>
                  </a:lnTo>
                  <a:lnTo>
                    <a:pt x="3309752" y="1126910"/>
                  </a:lnTo>
                  <a:lnTo>
                    <a:pt x="3351536" y="1105869"/>
                  </a:lnTo>
                  <a:lnTo>
                    <a:pt x="3393577" y="1085050"/>
                  </a:lnTo>
                  <a:lnTo>
                    <a:pt x="3435877" y="1064451"/>
                  </a:lnTo>
                  <a:lnTo>
                    <a:pt x="3478437" y="1044074"/>
                  </a:lnTo>
                  <a:lnTo>
                    <a:pt x="3521259" y="1023918"/>
                  </a:lnTo>
                  <a:lnTo>
                    <a:pt x="3564345" y="1003984"/>
                  </a:lnTo>
                  <a:lnTo>
                    <a:pt x="3607695" y="984271"/>
                  </a:lnTo>
                  <a:lnTo>
                    <a:pt x="3651312" y="964780"/>
                  </a:lnTo>
                  <a:lnTo>
                    <a:pt x="3695196" y="945511"/>
                  </a:lnTo>
                  <a:lnTo>
                    <a:pt x="3739351" y="926465"/>
                  </a:lnTo>
                  <a:lnTo>
                    <a:pt x="3783776" y="907640"/>
                  </a:lnTo>
                  <a:lnTo>
                    <a:pt x="3828474" y="889038"/>
                  </a:lnTo>
                  <a:lnTo>
                    <a:pt x="3873447" y="870659"/>
                  </a:lnTo>
                  <a:lnTo>
                    <a:pt x="3918695" y="852502"/>
                  </a:lnTo>
                  <a:lnTo>
                    <a:pt x="3964221" y="834568"/>
                  </a:lnTo>
                  <a:lnTo>
                    <a:pt x="4010025" y="816857"/>
                  </a:lnTo>
                  <a:lnTo>
                    <a:pt x="4056110" y="799370"/>
                  </a:lnTo>
                  <a:lnTo>
                    <a:pt x="4102477" y="782106"/>
                  </a:lnTo>
                  <a:lnTo>
                    <a:pt x="4149128" y="765065"/>
                  </a:lnTo>
                  <a:lnTo>
                    <a:pt x="4196063" y="748247"/>
                  </a:lnTo>
                  <a:lnTo>
                    <a:pt x="4243286" y="731654"/>
                  </a:lnTo>
                  <a:lnTo>
                    <a:pt x="4290796" y="715284"/>
                  </a:lnTo>
                  <a:lnTo>
                    <a:pt x="4338597" y="699139"/>
                  </a:lnTo>
                  <a:lnTo>
                    <a:pt x="4386688" y="683218"/>
                  </a:lnTo>
                  <a:lnTo>
                    <a:pt x="4435073" y="667521"/>
                  </a:lnTo>
                  <a:lnTo>
                    <a:pt x="4483752" y="652048"/>
                  </a:lnTo>
                  <a:lnTo>
                    <a:pt x="4532727" y="636801"/>
                  </a:lnTo>
                  <a:lnTo>
                    <a:pt x="4582000" y="621778"/>
                  </a:lnTo>
                  <a:lnTo>
                    <a:pt x="4631572" y="606980"/>
                  </a:lnTo>
                  <a:lnTo>
                    <a:pt x="4681444" y="592407"/>
                  </a:lnTo>
                  <a:lnTo>
                    <a:pt x="4731619" y="578059"/>
                  </a:lnTo>
                  <a:lnTo>
                    <a:pt x="4782098" y="563937"/>
                  </a:lnTo>
                  <a:lnTo>
                    <a:pt x="4832882" y="550040"/>
                  </a:lnTo>
                  <a:lnTo>
                    <a:pt x="4883973" y="536369"/>
                  </a:lnTo>
                  <a:lnTo>
                    <a:pt x="4935372" y="522924"/>
                  </a:lnTo>
                  <a:lnTo>
                    <a:pt x="4987081" y="509705"/>
                  </a:lnTo>
                  <a:lnTo>
                    <a:pt x="5039102" y="496712"/>
                  </a:lnTo>
                  <a:lnTo>
                    <a:pt x="5091436" y="483945"/>
                  </a:lnTo>
                  <a:lnTo>
                    <a:pt x="5144085" y="471404"/>
                  </a:lnTo>
                  <a:lnTo>
                    <a:pt x="5197050" y="459091"/>
                  </a:lnTo>
                  <a:lnTo>
                    <a:pt x="5250333" y="447004"/>
                  </a:lnTo>
                  <a:lnTo>
                    <a:pt x="5303935" y="435143"/>
                  </a:lnTo>
                  <a:lnTo>
                    <a:pt x="5357858" y="423510"/>
                  </a:lnTo>
                  <a:lnTo>
                    <a:pt x="5412103" y="412104"/>
                  </a:lnTo>
                  <a:lnTo>
                    <a:pt x="5466672" y="400926"/>
                  </a:lnTo>
                  <a:lnTo>
                    <a:pt x="5521567" y="389974"/>
                  </a:lnTo>
                  <a:lnTo>
                    <a:pt x="5576790" y="379251"/>
                  </a:lnTo>
                  <a:lnTo>
                    <a:pt x="5632340" y="368755"/>
                  </a:lnTo>
                  <a:lnTo>
                    <a:pt x="5688221" y="358487"/>
                  </a:lnTo>
                  <a:lnTo>
                    <a:pt x="5744434" y="348447"/>
                  </a:lnTo>
                  <a:lnTo>
                    <a:pt x="5800980" y="338636"/>
                  </a:lnTo>
                  <a:lnTo>
                    <a:pt x="5857862" y="329053"/>
                  </a:lnTo>
                  <a:lnTo>
                    <a:pt x="5915079" y="319698"/>
                  </a:lnTo>
                  <a:lnTo>
                    <a:pt x="5978077" y="310961"/>
                  </a:lnTo>
                  <a:lnTo>
                    <a:pt x="6052808" y="303154"/>
                  </a:lnTo>
                  <a:lnTo>
                    <a:pt x="6094569" y="299600"/>
                  </a:lnTo>
                  <a:lnTo>
                    <a:pt x="6139257" y="296280"/>
                  </a:lnTo>
                  <a:lnTo>
                    <a:pt x="6186870" y="293194"/>
                  </a:lnTo>
                  <a:lnTo>
                    <a:pt x="6237407" y="290342"/>
                  </a:lnTo>
                  <a:lnTo>
                    <a:pt x="6290866" y="287724"/>
                  </a:lnTo>
                  <a:lnTo>
                    <a:pt x="6347244" y="285342"/>
                  </a:lnTo>
                  <a:lnTo>
                    <a:pt x="6406540" y="283194"/>
                  </a:lnTo>
                  <a:lnTo>
                    <a:pt x="6468752" y="281282"/>
                  </a:lnTo>
                  <a:lnTo>
                    <a:pt x="6533877" y="279606"/>
                  </a:lnTo>
                  <a:lnTo>
                    <a:pt x="6601915" y="278167"/>
                  </a:lnTo>
                  <a:lnTo>
                    <a:pt x="6672862" y="276963"/>
                  </a:lnTo>
                  <a:lnTo>
                    <a:pt x="6746717" y="275997"/>
                  </a:lnTo>
                  <a:lnTo>
                    <a:pt x="6956437" y="275070"/>
                  </a:lnTo>
                  <a:lnTo>
                    <a:pt x="6728160" y="404800"/>
                  </a:lnTo>
                  <a:lnTo>
                    <a:pt x="6716746" y="414733"/>
                  </a:lnTo>
                  <a:lnTo>
                    <a:pt x="6710251" y="427816"/>
                  </a:lnTo>
                  <a:lnTo>
                    <a:pt x="6709137" y="442380"/>
                  </a:lnTo>
                  <a:lnTo>
                    <a:pt x="6713861" y="456756"/>
                  </a:lnTo>
                  <a:lnTo>
                    <a:pt x="6723792" y="468167"/>
                  </a:lnTo>
                  <a:lnTo>
                    <a:pt x="6736875" y="474660"/>
                  </a:lnTo>
                  <a:lnTo>
                    <a:pt x="6751438" y="475776"/>
                  </a:lnTo>
                  <a:lnTo>
                    <a:pt x="6765811" y="471056"/>
                  </a:lnTo>
                  <a:lnTo>
                    <a:pt x="7120520" y="269457"/>
                  </a:lnTo>
                  <a:lnTo>
                    <a:pt x="7135022" y="254917"/>
                  </a:lnTo>
                  <a:lnTo>
                    <a:pt x="7139794" y="236160"/>
                  </a:lnTo>
                  <a:lnTo>
                    <a:pt x="7134856" y="217447"/>
                  </a:lnTo>
                  <a:lnTo>
                    <a:pt x="7120225" y="203036"/>
                  </a:lnTo>
                  <a:lnTo>
                    <a:pt x="6763743" y="4598"/>
                  </a:lnTo>
                  <a:lnTo>
                    <a:pt x="6749328" y="0"/>
                  </a:lnTo>
                  <a:close/>
                </a:path>
              </a:pathLst>
            </a:custGeom>
            <a:solidFill>
              <a:srgbClr val="3068E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14" name="object 14"/>
            <p:cNvPicPr/>
            <p:nvPr/>
          </p:nvPicPr>
          <p:blipFill>
            <a:blip r:embed="rId2" cstate="print"/>
            <a:stretch>
              <a:fillRect/>
            </a:stretch>
          </p:blipFill>
          <p:spPr>
            <a:xfrm>
              <a:off x="3207760" y="6386040"/>
              <a:ext cx="1790700" cy="1790700"/>
            </a:xfrm>
            <a:prstGeom prst="rect">
              <a:avLst/>
            </a:prstGeom>
          </p:spPr>
        </p:pic>
        <p:sp>
          <p:nvSpPr>
            <p:cNvPr id="15" name="object 15"/>
            <p:cNvSpPr/>
            <p:nvPr/>
          </p:nvSpPr>
          <p:spPr>
            <a:xfrm>
              <a:off x="4654334" y="3824261"/>
              <a:ext cx="4154804" cy="2510790"/>
            </a:xfrm>
            <a:custGeom>
              <a:avLst/>
              <a:gdLst/>
              <a:ahLst/>
              <a:cxnLst/>
              <a:rect l="l" t="t" r="r" b="b"/>
              <a:pathLst>
                <a:path w="4154804" h="2510790">
                  <a:moveTo>
                    <a:pt x="304342" y="2358618"/>
                  </a:moveTo>
                  <a:lnTo>
                    <a:pt x="296583" y="2310523"/>
                  </a:lnTo>
                  <a:lnTo>
                    <a:pt x="274980" y="2268753"/>
                  </a:lnTo>
                  <a:lnTo>
                    <a:pt x="242036" y="2235809"/>
                  </a:lnTo>
                  <a:lnTo>
                    <a:pt x="200266" y="2214207"/>
                  </a:lnTo>
                  <a:lnTo>
                    <a:pt x="152171" y="2206447"/>
                  </a:lnTo>
                  <a:lnTo>
                    <a:pt x="104076" y="2214207"/>
                  </a:lnTo>
                  <a:lnTo>
                    <a:pt x="62306" y="2235809"/>
                  </a:lnTo>
                  <a:lnTo>
                    <a:pt x="29362" y="2268753"/>
                  </a:lnTo>
                  <a:lnTo>
                    <a:pt x="7759" y="2310523"/>
                  </a:lnTo>
                  <a:lnTo>
                    <a:pt x="0" y="2358618"/>
                  </a:lnTo>
                  <a:lnTo>
                    <a:pt x="7759" y="2406726"/>
                  </a:lnTo>
                  <a:lnTo>
                    <a:pt x="29362" y="2448496"/>
                  </a:lnTo>
                  <a:lnTo>
                    <a:pt x="62306" y="2481427"/>
                  </a:lnTo>
                  <a:lnTo>
                    <a:pt x="104076" y="2503030"/>
                  </a:lnTo>
                  <a:lnTo>
                    <a:pt x="152171" y="2510790"/>
                  </a:lnTo>
                  <a:lnTo>
                    <a:pt x="200266" y="2503030"/>
                  </a:lnTo>
                  <a:lnTo>
                    <a:pt x="242036" y="2481427"/>
                  </a:lnTo>
                  <a:lnTo>
                    <a:pt x="274980" y="2448496"/>
                  </a:lnTo>
                  <a:lnTo>
                    <a:pt x="296583" y="2406726"/>
                  </a:lnTo>
                  <a:lnTo>
                    <a:pt x="304342" y="2358618"/>
                  </a:lnTo>
                  <a:close/>
                </a:path>
                <a:path w="4154804" h="2510790">
                  <a:moveTo>
                    <a:pt x="1769986" y="1133805"/>
                  </a:moveTo>
                  <a:lnTo>
                    <a:pt x="1762239" y="1085710"/>
                  </a:lnTo>
                  <a:lnTo>
                    <a:pt x="1740636" y="1043940"/>
                  </a:lnTo>
                  <a:lnTo>
                    <a:pt x="1707692" y="1010996"/>
                  </a:lnTo>
                  <a:lnTo>
                    <a:pt x="1665922" y="989393"/>
                  </a:lnTo>
                  <a:lnTo>
                    <a:pt x="1617814" y="981633"/>
                  </a:lnTo>
                  <a:lnTo>
                    <a:pt x="1569720" y="989393"/>
                  </a:lnTo>
                  <a:lnTo>
                    <a:pt x="1527949" y="1010996"/>
                  </a:lnTo>
                  <a:lnTo>
                    <a:pt x="1495005" y="1043940"/>
                  </a:lnTo>
                  <a:lnTo>
                    <a:pt x="1473403" y="1085710"/>
                  </a:lnTo>
                  <a:lnTo>
                    <a:pt x="1465643" y="1133805"/>
                  </a:lnTo>
                  <a:lnTo>
                    <a:pt x="1473403" y="1181912"/>
                  </a:lnTo>
                  <a:lnTo>
                    <a:pt x="1495005" y="1223683"/>
                  </a:lnTo>
                  <a:lnTo>
                    <a:pt x="1527949" y="1256626"/>
                  </a:lnTo>
                  <a:lnTo>
                    <a:pt x="1569720" y="1278229"/>
                  </a:lnTo>
                  <a:lnTo>
                    <a:pt x="1617814" y="1285989"/>
                  </a:lnTo>
                  <a:lnTo>
                    <a:pt x="1665922" y="1278229"/>
                  </a:lnTo>
                  <a:lnTo>
                    <a:pt x="1707692" y="1256626"/>
                  </a:lnTo>
                  <a:lnTo>
                    <a:pt x="1740636" y="1223683"/>
                  </a:lnTo>
                  <a:lnTo>
                    <a:pt x="1762239" y="1181912"/>
                  </a:lnTo>
                  <a:lnTo>
                    <a:pt x="1769986" y="1133805"/>
                  </a:lnTo>
                  <a:close/>
                </a:path>
                <a:path w="4154804" h="2510790">
                  <a:moveTo>
                    <a:pt x="4154233" y="152171"/>
                  </a:moveTo>
                  <a:lnTo>
                    <a:pt x="4146473" y="104076"/>
                  </a:lnTo>
                  <a:lnTo>
                    <a:pt x="4124871" y="62306"/>
                  </a:lnTo>
                  <a:lnTo>
                    <a:pt x="4091940" y="29362"/>
                  </a:lnTo>
                  <a:lnTo>
                    <a:pt x="4050157" y="7759"/>
                  </a:lnTo>
                  <a:lnTo>
                    <a:pt x="4002062" y="0"/>
                  </a:lnTo>
                  <a:lnTo>
                    <a:pt x="3953967" y="7759"/>
                  </a:lnTo>
                  <a:lnTo>
                    <a:pt x="3912197" y="29362"/>
                  </a:lnTo>
                  <a:lnTo>
                    <a:pt x="3879253" y="62306"/>
                  </a:lnTo>
                  <a:lnTo>
                    <a:pt x="3857650" y="104076"/>
                  </a:lnTo>
                  <a:lnTo>
                    <a:pt x="3849890" y="152171"/>
                  </a:lnTo>
                  <a:lnTo>
                    <a:pt x="3857650" y="200279"/>
                  </a:lnTo>
                  <a:lnTo>
                    <a:pt x="3879253" y="242049"/>
                  </a:lnTo>
                  <a:lnTo>
                    <a:pt x="3912197" y="274993"/>
                  </a:lnTo>
                  <a:lnTo>
                    <a:pt x="3953967" y="296595"/>
                  </a:lnTo>
                  <a:lnTo>
                    <a:pt x="4002062" y="304342"/>
                  </a:lnTo>
                  <a:lnTo>
                    <a:pt x="4050157" y="296595"/>
                  </a:lnTo>
                  <a:lnTo>
                    <a:pt x="4091940" y="274993"/>
                  </a:lnTo>
                  <a:lnTo>
                    <a:pt x="4124871" y="242049"/>
                  </a:lnTo>
                  <a:lnTo>
                    <a:pt x="4146473" y="200279"/>
                  </a:lnTo>
                  <a:lnTo>
                    <a:pt x="4154233" y="152171"/>
                  </a:lnTo>
                  <a:close/>
                </a:path>
              </a:pathLst>
            </a:custGeom>
            <a:solidFill>
              <a:srgbClr val="E1E1E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16" name="object 16"/>
            <p:cNvPicPr/>
            <p:nvPr/>
          </p:nvPicPr>
          <p:blipFill>
            <a:blip r:embed="rId2" cstate="print"/>
            <a:stretch>
              <a:fillRect/>
            </a:stretch>
          </p:blipFill>
          <p:spPr>
            <a:xfrm>
              <a:off x="2854618" y="7531498"/>
              <a:ext cx="1790700" cy="1790700"/>
            </a:xfrm>
            <a:prstGeom prst="rect">
              <a:avLst/>
            </a:prstGeom>
          </p:spPr>
        </p:pic>
      </p:grpSp>
      <p:sp>
        <p:nvSpPr>
          <p:cNvPr id="17" name="object 17"/>
          <p:cNvSpPr txBox="1"/>
          <p:nvPr/>
        </p:nvSpPr>
        <p:spPr>
          <a:xfrm>
            <a:off x="1936476" y="4122065"/>
            <a:ext cx="925195" cy="167640"/>
          </a:xfrm>
          <a:prstGeom prst="rect">
            <a:avLst/>
          </a:prstGeom>
        </p:spPr>
        <p:txBody>
          <a:bodyPr vert="horz" wrap="square" lIns="0" tIns="6350" rIns="0" bIns="0" rtlCol="0">
            <a:spAutoFit/>
          </a:bodyPr>
          <a:lstStyle/>
          <a:p>
            <a:pPr marL="6350">
              <a:spcBef>
                <a:spcPts val="50"/>
              </a:spcBef>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1、新手Novice</a:t>
            </a:r>
            <a:endParaRPr sz="1050"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18" name="object 18"/>
          <p:cNvSpPr txBox="1"/>
          <p:nvPr/>
        </p:nvSpPr>
        <p:spPr>
          <a:xfrm>
            <a:off x="2126945" y="3564067"/>
            <a:ext cx="2052002" cy="167640"/>
          </a:xfrm>
          <a:prstGeom prst="rect">
            <a:avLst/>
          </a:prstGeom>
        </p:spPr>
        <p:txBody>
          <a:bodyPr vert="horz" wrap="square" lIns="0" tIns="6350" rIns="0" bIns="0" rtlCol="0">
            <a:spAutoFit/>
          </a:bodyPr>
          <a:lstStyle/>
          <a:p>
            <a:pPr marL="6350">
              <a:spcBef>
                <a:spcPts val="50"/>
              </a:spcBef>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2、高级新手 Advanced Beginner</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19" name="object 19"/>
          <p:cNvSpPr txBox="1"/>
          <p:nvPr/>
        </p:nvSpPr>
        <p:spPr>
          <a:xfrm>
            <a:off x="2535405" y="3016364"/>
            <a:ext cx="1357948" cy="167640"/>
          </a:xfrm>
          <a:prstGeom prst="rect">
            <a:avLst/>
          </a:prstGeom>
        </p:spPr>
        <p:txBody>
          <a:bodyPr vert="horz" wrap="square" lIns="0" tIns="6350" rIns="0" bIns="0" rtlCol="0">
            <a:spAutoFit/>
          </a:bodyPr>
          <a:lstStyle/>
          <a:p>
            <a:pPr marL="6350">
              <a:spcBef>
                <a:spcPts val="50"/>
              </a:spcBef>
            </a:pPr>
            <a:r>
              <a:rPr sz="1050"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3、胜任者 Competent</a:t>
            </a:r>
            <a:endParaRPr sz="105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20" name="object 20"/>
          <p:cNvSpPr txBox="1"/>
          <p:nvPr/>
        </p:nvSpPr>
        <p:spPr>
          <a:xfrm>
            <a:off x="3250266" y="2393741"/>
            <a:ext cx="1267143" cy="167640"/>
          </a:xfrm>
          <a:prstGeom prst="rect">
            <a:avLst/>
          </a:prstGeom>
        </p:spPr>
        <p:txBody>
          <a:bodyPr vert="horz" wrap="square" lIns="0" tIns="6350" rIns="0" bIns="0" rtlCol="0">
            <a:spAutoFit/>
          </a:bodyPr>
          <a:lstStyle/>
          <a:p>
            <a:pPr marL="6350">
              <a:spcBef>
                <a:spcPts val="50"/>
              </a:spcBef>
            </a:pPr>
            <a:r>
              <a:rPr sz="1050"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4、精通者 Proficient</a:t>
            </a:r>
            <a:endParaRPr sz="105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21" name="object 21"/>
          <p:cNvSpPr txBox="1"/>
          <p:nvPr/>
        </p:nvSpPr>
        <p:spPr>
          <a:xfrm>
            <a:off x="4274961" y="2045291"/>
            <a:ext cx="938530" cy="167640"/>
          </a:xfrm>
          <a:prstGeom prst="rect">
            <a:avLst/>
          </a:prstGeom>
        </p:spPr>
        <p:txBody>
          <a:bodyPr vert="horz" wrap="square" lIns="0" tIns="6350" rIns="0" bIns="0" rtlCol="0">
            <a:spAutoFit/>
          </a:bodyPr>
          <a:lstStyle/>
          <a:p>
            <a:pPr marL="6350">
              <a:spcBef>
                <a:spcPts val="50"/>
              </a:spcBef>
            </a:pPr>
            <a:r>
              <a:rPr sz="1050"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5、专家 Expert</a:t>
            </a:r>
            <a:endParaRPr sz="105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22" name="object 22"/>
          <p:cNvSpPr txBox="1"/>
          <p:nvPr/>
        </p:nvSpPr>
        <p:spPr>
          <a:xfrm>
            <a:off x="2652934" y="886625"/>
            <a:ext cx="1558556" cy="443865"/>
          </a:xfrm>
          <a:prstGeom prst="rect">
            <a:avLst/>
          </a:prstGeom>
        </p:spPr>
        <p:txBody>
          <a:bodyPr vert="horz" wrap="square" lIns="0" tIns="84138" rIns="0" bIns="0" rtlCol="0">
            <a:spAutoFit/>
          </a:bodyPr>
          <a:lstStyle/>
          <a:p>
            <a:pPr algn="ctr">
              <a:lnSpc>
                <a:spcPts val="1675"/>
              </a:lnSpc>
            </a:pPr>
            <a:r>
              <a:rPr sz="1500" b="1" dirty="0" err="1">
                <a:solidFill>
                  <a:srgbClr val="212121"/>
                </a:solidFill>
                <a:latin typeface="江城圆体 600W" panose="020B0800000000000000" pitchFamily="34" charset="-128"/>
                <a:ea typeface="江城圆体 600W" panose="020B0800000000000000" pitchFamily="34" charset="-128"/>
                <a:cs typeface="微软雅黑" panose="020B0503020204020204" charset="-122"/>
              </a:rPr>
              <a:t>从新手到专家</a:t>
            </a:r>
            <a:endParaRPr sz="1500" b="1" dirty="0">
              <a:latin typeface="江城圆体 600W" panose="020B0800000000000000" pitchFamily="34" charset="-128"/>
              <a:ea typeface="江城圆体 600W" panose="020B0800000000000000" pitchFamily="34" charset="-128"/>
              <a:cs typeface="微软雅黑" panose="020B0503020204020204" charset="-122"/>
            </a:endParaRPr>
          </a:p>
          <a:p>
            <a:pPr algn="ctr">
              <a:lnSpc>
                <a:spcPts val="1135"/>
              </a:lnSpc>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From Novice to Expert</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23" name="object 23"/>
          <p:cNvSpPr/>
          <p:nvPr/>
        </p:nvSpPr>
        <p:spPr>
          <a:xfrm>
            <a:off x="692150" y="5162550"/>
            <a:ext cx="1619250" cy="273050"/>
          </a:xfrm>
          <a:custGeom>
            <a:avLst/>
            <a:gdLst/>
            <a:ahLst/>
            <a:cxnLst/>
            <a:rect l="l" t="t" r="r" b="b"/>
            <a:pathLst>
              <a:path w="3238500" h="546100">
                <a:moveTo>
                  <a:pt x="2965450" y="0"/>
                </a:moveTo>
                <a:lnTo>
                  <a:pt x="273050" y="0"/>
                </a:lnTo>
                <a:lnTo>
                  <a:pt x="223968" y="4399"/>
                </a:lnTo>
                <a:lnTo>
                  <a:pt x="177774" y="17082"/>
                </a:lnTo>
                <a:lnTo>
                  <a:pt x="135236" y="37279"/>
                </a:lnTo>
                <a:lnTo>
                  <a:pt x="97127" y="64218"/>
                </a:lnTo>
                <a:lnTo>
                  <a:pt x="64218" y="97127"/>
                </a:lnTo>
                <a:lnTo>
                  <a:pt x="37279" y="135236"/>
                </a:lnTo>
                <a:lnTo>
                  <a:pt x="17082" y="177774"/>
                </a:lnTo>
                <a:lnTo>
                  <a:pt x="4399" y="223968"/>
                </a:lnTo>
                <a:lnTo>
                  <a:pt x="0" y="273050"/>
                </a:lnTo>
                <a:lnTo>
                  <a:pt x="4399" y="322131"/>
                </a:lnTo>
                <a:lnTo>
                  <a:pt x="17082" y="368325"/>
                </a:lnTo>
                <a:lnTo>
                  <a:pt x="37279" y="410863"/>
                </a:lnTo>
                <a:lnTo>
                  <a:pt x="64218" y="448972"/>
                </a:lnTo>
                <a:lnTo>
                  <a:pt x="97127" y="481881"/>
                </a:lnTo>
                <a:lnTo>
                  <a:pt x="135236" y="508820"/>
                </a:lnTo>
                <a:lnTo>
                  <a:pt x="177774" y="529017"/>
                </a:lnTo>
                <a:lnTo>
                  <a:pt x="223968" y="541700"/>
                </a:lnTo>
                <a:lnTo>
                  <a:pt x="273050" y="546100"/>
                </a:lnTo>
                <a:lnTo>
                  <a:pt x="2965450" y="546100"/>
                </a:lnTo>
                <a:lnTo>
                  <a:pt x="3014531" y="541700"/>
                </a:lnTo>
                <a:lnTo>
                  <a:pt x="3060725" y="529017"/>
                </a:lnTo>
                <a:lnTo>
                  <a:pt x="3103263" y="508820"/>
                </a:lnTo>
                <a:lnTo>
                  <a:pt x="3141372" y="481881"/>
                </a:lnTo>
                <a:lnTo>
                  <a:pt x="3174281" y="448972"/>
                </a:lnTo>
                <a:lnTo>
                  <a:pt x="3201220" y="410863"/>
                </a:lnTo>
                <a:lnTo>
                  <a:pt x="3221417" y="368325"/>
                </a:lnTo>
                <a:lnTo>
                  <a:pt x="3234100" y="322131"/>
                </a:lnTo>
                <a:lnTo>
                  <a:pt x="3238500" y="273050"/>
                </a:lnTo>
                <a:lnTo>
                  <a:pt x="3234100" y="223968"/>
                </a:lnTo>
                <a:lnTo>
                  <a:pt x="3221417" y="177774"/>
                </a:lnTo>
                <a:lnTo>
                  <a:pt x="3201220" y="135236"/>
                </a:lnTo>
                <a:lnTo>
                  <a:pt x="3174281" y="97127"/>
                </a:lnTo>
                <a:lnTo>
                  <a:pt x="3141372" y="64218"/>
                </a:lnTo>
                <a:lnTo>
                  <a:pt x="3103263" y="37279"/>
                </a:lnTo>
                <a:lnTo>
                  <a:pt x="3060725" y="17082"/>
                </a:lnTo>
                <a:lnTo>
                  <a:pt x="3014531" y="4399"/>
                </a:lnTo>
                <a:lnTo>
                  <a:pt x="29654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4" name="object 24"/>
          <p:cNvSpPr/>
          <p:nvPr/>
        </p:nvSpPr>
        <p:spPr>
          <a:xfrm>
            <a:off x="692150" y="6788150"/>
            <a:ext cx="1619250" cy="273050"/>
          </a:xfrm>
          <a:custGeom>
            <a:avLst/>
            <a:gdLst/>
            <a:ahLst/>
            <a:cxnLst/>
            <a:rect l="l" t="t" r="r" b="b"/>
            <a:pathLst>
              <a:path w="3238500" h="546100">
                <a:moveTo>
                  <a:pt x="2965450" y="0"/>
                </a:moveTo>
                <a:lnTo>
                  <a:pt x="273050" y="0"/>
                </a:lnTo>
                <a:lnTo>
                  <a:pt x="223968" y="4399"/>
                </a:lnTo>
                <a:lnTo>
                  <a:pt x="177774" y="17082"/>
                </a:lnTo>
                <a:lnTo>
                  <a:pt x="135236" y="37279"/>
                </a:lnTo>
                <a:lnTo>
                  <a:pt x="97127" y="64218"/>
                </a:lnTo>
                <a:lnTo>
                  <a:pt x="64218" y="97127"/>
                </a:lnTo>
                <a:lnTo>
                  <a:pt x="37279" y="135236"/>
                </a:lnTo>
                <a:lnTo>
                  <a:pt x="17082" y="177774"/>
                </a:lnTo>
                <a:lnTo>
                  <a:pt x="4399" y="223968"/>
                </a:lnTo>
                <a:lnTo>
                  <a:pt x="0" y="273050"/>
                </a:lnTo>
                <a:lnTo>
                  <a:pt x="4399" y="322131"/>
                </a:lnTo>
                <a:lnTo>
                  <a:pt x="17082" y="368325"/>
                </a:lnTo>
                <a:lnTo>
                  <a:pt x="37279" y="410863"/>
                </a:lnTo>
                <a:lnTo>
                  <a:pt x="64218" y="448972"/>
                </a:lnTo>
                <a:lnTo>
                  <a:pt x="97127" y="481881"/>
                </a:lnTo>
                <a:lnTo>
                  <a:pt x="135236" y="508820"/>
                </a:lnTo>
                <a:lnTo>
                  <a:pt x="177774" y="529017"/>
                </a:lnTo>
                <a:lnTo>
                  <a:pt x="223968" y="541700"/>
                </a:lnTo>
                <a:lnTo>
                  <a:pt x="273050" y="546100"/>
                </a:lnTo>
                <a:lnTo>
                  <a:pt x="2965450" y="546100"/>
                </a:lnTo>
                <a:lnTo>
                  <a:pt x="3014531" y="541700"/>
                </a:lnTo>
                <a:lnTo>
                  <a:pt x="3060725" y="529017"/>
                </a:lnTo>
                <a:lnTo>
                  <a:pt x="3103263" y="508820"/>
                </a:lnTo>
                <a:lnTo>
                  <a:pt x="3141372" y="481881"/>
                </a:lnTo>
                <a:lnTo>
                  <a:pt x="3174281" y="448972"/>
                </a:lnTo>
                <a:lnTo>
                  <a:pt x="3201220" y="410863"/>
                </a:lnTo>
                <a:lnTo>
                  <a:pt x="3221417" y="368325"/>
                </a:lnTo>
                <a:lnTo>
                  <a:pt x="3234100" y="322131"/>
                </a:lnTo>
                <a:lnTo>
                  <a:pt x="3238500" y="273050"/>
                </a:lnTo>
                <a:lnTo>
                  <a:pt x="3234100" y="223968"/>
                </a:lnTo>
                <a:lnTo>
                  <a:pt x="3221417" y="177774"/>
                </a:lnTo>
                <a:lnTo>
                  <a:pt x="3201220" y="135236"/>
                </a:lnTo>
                <a:lnTo>
                  <a:pt x="3174281" y="97127"/>
                </a:lnTo>
                <a:lnTo>
                  <a:pt x="3141372" y="64218"/>
                </a:lnTo>
                <a:lnTo>
                  <a:pt x="3103263" y="37279"/>
                </a:lnTo>
                <a:lnTo>
                  <a:pt x="3060725" y="17082"/>
                </a:lnTo>
                <a:lnTo>
                  <a:pt x="3014531" y="4399"/>
                </a:lnTo>
                <a:lnTo>
                  <a:pt x="29654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 name="object 25"/>
          <p:cNvSpPr txBox="1"/>
          <p:nvPr/>
        </p:nvSpPr>
        <p:spPr>
          <a:xfrm>
            <a:off x="787400" y="5219700"/>
            <a:ext cx="5385118" cy="1188085"/>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1、「新手」阶段</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a:spcBef>
                <a:spcPts val="20"/>
              </a:spcBef>
            </a:pPr>
            <a:endParaRPr sz="775" dirty="0">
              <a:latin typeface="江城圆体 400W" panose="020B0800000000000000" pitchFamily="34" charset="-128"/>
              <a:ea typeface="江城圆体 400W" panose="020B0800000000000000" pitchFamily="34" charset="-128"/>
              <a:cs typeface="微软雅黑" panose="020B0503020204020204" charset="-122"/>
            </a:endParaRPr>
          </a:p>
          <a:p>
            <a:pPr marL="6350" marR="2540" algn="just">
              <a:lnSpc>
                <a:spcPct val="13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在这个阶段，学习者首先在老师的指导下，把目标任务分解为他们在没有相关技能的前提下能够辨认的与语境无关的步骤或程序，然后，向学习者提供相应的操作规则，这些规则与学习者的关系就像电脑与其程序的关系一样，是一种执行与被执行的关系。这时，学习者只是规则或信息的消费者，只知道根据规则进行操作，但操作起来很笨拙。</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26" name="object 26"/>
          <p:cNvSpPr txBox="1"/>
          <p:nvPr/>
        </p:nvSpPr>
        <p:spPr>
          <a:xfrm>
            <a:off x="787400" y="6840225"/>
            <a:ext cx="5388610" cy="1636395"/>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2、「高级新手」阶段</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a:spcBef>
                <a:spcPts val="20"/>
              </a:spcBef>
            </a:pPr>
            <a:endParaRPr sz="775" dirty="0">
              <a:latin typeface="江城圆体 400W" panose="020B0800000000000000" pitchFamily="34" charset="-128"/>
              <a:ea typeface="江城圆体 400W" panose="020B0800000000000000" pitchFamily="34" charset="-128"/>
              <a:cs typeface="微软雅黑" panose="020B0503020204020204" charset="-122"/>
            </a:endParaRPr>
          </a:p>
          <a:p>
            <a:pPr marL="6350" marR="2540" algn="just">
              <a:lnSpc>
                <a:spcPct val="13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当学习者掌握了处理现实情况的某些实际经验，开始对相关语境有了一定的理解时，他们就能够注意目标域中有意义的其他先例。他们在充分观摩了大量的范例之后，学会了辨认新的问题，这时，指导准则就会涉及根据经验可辨别的新的情境因素，也涉及新手可辨别的客观上明确的非情境特征。德雷福斯认为，在这个阶段，不管是远程教育还是面授，学习都是以分析思维来进行的。这时，学习者掌握了一定的技能，获得了处理实际情况的经验和能力，开始根据自己的需要和兴趣关注与任务相关的其他问题，有了初步融入情境的感觉。</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27" name="object 27"/>
          <p:cNvSpPr txBox="1"/>
          <p:nvPr/>
        </p:nvSpPr>
        <p:spPr>
          <a:xfrm>
            <a:off x="1543292" y="4695825"/>
            <a:ext cx="292735" cy="287020"/>
          </a:xfrm>
          <a:prstGeom prst="rect">
            <a:avLst/>
          </a:prstGeom>
        </p:spPr>
        <p:txBody>
          <a:bodyPr vert="horz" wrap="square" lIns="0" tIns="6350" rIns="0" bIns="0" rtlCol="0">
            <a:spAutoFit/>
          </a:bodyPr>
          <a:lstStyle/>
          <a:p>
            <a:pPr marL="6350">
              <a:lnSpc>
                <a:spcPts val="1245"/>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规则</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12065">
              <a:lnSpc>
                <a:spcPts val="945"/>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Rules</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pic>
        <p:nvPicPr>
          <p:cNvPr id="28" name="object 28"/>
          <p:cNvPicPr/>
          <p:nvPr/>
        </p:nvPicPr>
        <p:blipFill>
          <a:blip r:embed="rId3" cstate="print"/>
          <a:stretch>
            <a:fillRect/>
          </a:stretch>
        </p:blipFill>
        <p:spPr>
          <a:xfrm>
            <a:off x="3189837" y="8851900"/>
            <a:ext cx="486698" cy="292100"/>
          </a:xfrm>
          <a:prstGeom prst="rect">
            <a:avLst/>
          </a:prstGeom>
        </p:spPr>
      </p:pic>
      <p:sp>
        <p:nvSpPr>
          <p:cNvPr id="29"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012310" y="1828800"/>
            <a:ext cx="3384233" cy="121920"/>
          </a:xfrm>
          <a:custGeom>
            <a:avLst/>
            <a:gdLst/>
            <a:ahLst/>
            <a:cxnLst/>
            <a:rect l="l" t="t" r="r" b="b"/>
            <a:pathLst>
              <a:path w="6768465" h="243839">
                <a:moveTo>
                  <a:pt x="6541343" y="0"/>
                </a:moveTo>
                <a:lnTo>
                  <a:pt x="6531159" y="0"/>
                </a:lnTo>
                <a:lnTo>
                  <a:pt x="6524715" y="6438"/>
                </a:lnTo>
                <a:lnTo>
                  <a:pt x="6524715" y="229133"/>
                </a:lnTo>
                <a:lnTo>
                  <a:pt x="6525235" y="231343"/>
                </a:lnTo>
                <a:lnTo>
                  <a:pt x="6529790" y="240449"/>
                </a:lnTo>
                <a:lnTo>
                  <a:pt x="6538436" y="243332"/>
                </a:lnTo>
                <a:lnTo>
                  <a:pt x="6760841" y="132130"/>
                </a:lnTo>
                <a:lnTo>
                  <a:pt x="6763099" y="129870"/>
                </a:lnTo>
                <a:lnTo>
                  <a:pt x="6768047" y="119976"/>
                </a:lnTo>
                <a:lnTo>
                  <a:pt x="6765165" y="111328"/>
                </a:lnTo>
                <a:lnTo>
                  <a:pt x="6543548" y="520"/>
                </a:lnTo>
                <a:lnTo>
                  <a:pt x="6541343" y="0"/>
                </a:lnTo>
                <a:close/>
              </a:path>
              <a:path w="6768465" h="243839">
                <a:moveTo>
                  <a:pt x="95250" y="101600"/>
                </a:moveTo>
                <a:lnTo>
                  <a:pt x="19050" y="101600"/>
                </a:lnTo>
                <a:lnTo>
                  <a:pt x="11635" y="103097"/>
                </a:lnTo>
                <a:lnTo>
                  <a:pt x="5579" y="107181"/>
                </a:lnTo>
                <a:lnTo>
                  <a:pt x="1497" y="113237"/>
                </a:lnTo>
                <a:lnTo>
                  <a:pt x="0" y="120650"/>
                </a:lnTo>
                <a:lnTo>
                  <a:pt x="1497" y="128062"/>
                </a:lnTo>
                <a:lnTo>
                  <a:pt x="5579" y="134118"/>
                </a:lnTo>
                <a:lnTo>
                  <a:pt x="11635" y="138202"/>
                </a:lnTo>
                <a:lnTo>
                  <a:pt x="19050" y="139700"/>
                </a:lnTo>
                <a:lnTo>
                  <a:pt x="95250" y="139700"/>
                </a:lnTo>
                <a:lnTo>
                  <a:pt x="102665" y="138202"/>
                </a:lnTo>
                <a:lnTo>
                  <a:pt x="108720" y="134118"/>
                </a:lnTo>
                <a:lnTo>
                  <a:pt x="112803" y="128062"/>
                </a:lnTo>
                <a:lnTo>
                  <a:pt x="114300" y="120650"/>
                </a:lnTo>
                <a:lnTo>
                  <a:pt x="112803" y="113237"/>
                </a:lnTo>
                <a:lnTo>
                  <a:pt x="108720" y="107181"/>
                </a:lnTo>
                <a:lnTo>
                  <a:pt x="102665" y="103097"/>
                </a:lnTo>
                <a:lnTo>
                  <a:pt x="95250" y="101600"/>
                </a:lnTo>
                <a:close/>
              </a:path>
              <a:path w="6768465" h="243839">
                <a:moveTo>
                  <a:pt x="247650" y="101600"/>
                </a:moveTo>
                <a:lnTo>
                  <a:pt x="171450" y="101600"/>
                </a:lnTo>
                <a:lnTo>
                  <a:pt x="164035" y="103097"/>
                </a:lnTo>
                <a:lnTo>
                  <a:pt x="157979" y="107181"/>
                </a:lnTo>
                <a:lnTo>
                  <a:pt x="153897" y="113237"/>
                </a:lnTo>
                <a:lnTo>
                  <a:pt x="152400" y="120650"/>
                </a:lnTo>
                <a:lnTo>
                  <a:pt x="153897" y="128062"/>
                </a:lnTo>
                <a:lnTo>
                  <a:pt x="157979" y="134118"/>
                </a:lnTo>
                <a:lnTo>
                  <a:pt x="164035" y="138202"/>
                </a:lnTo>
                <a:lnTo>
                  <a:pt x="171450" y="139700"/>
                </a:lnTo>
                <a:lnTo>
                  <a:pt x="247650" y="139700"/>
                </a:lnTo>
                <a:lnTo>
                  <a:pt x="255065" y="138202"/>
                </a:lnTo>
                <a:lnTo>
                  <a:pt x="261120" y="134118"/>
                </a:lnTo>
                <a:lnTo>
                  <a:pt x="265203" y="128062"/>
                </a:lnTo>
                <a:lnTo>
                  <a:pt x="266700" y="120650"/>
                </a:lnTo>
                <a:lnTo>
                  <a:pt x="265203" y="113237"/>
                </a:lnTo>
                <a:lnTo>
                  <a:pt x="261120" y="107181"/>
                </a:lnTo>
                <a:lnTo>
                  <a:pt x="255065" y="103097"/>
                </a:lnTo>
                <a:lnTo>
                  <a:pt x="247650" y="101600"/>
                </a:lnTo>
                <a:close/>
              </a:path>
              <a:path w="6768465" h="243839">
                <a:moveTo>
                  <a:pt x="400050" y="101600"/>
                </a:moveTo>
                <a:lnTo>
                  <a:pt x="323850" y="101600"/>
                </a:lnTo>
                <a:lnTo>
                  <a:pt x="316435" y="103097"/>
                </a:lnTo>
                <a:lnTo>
                  <a:pt x="310379" y="107181"/>
                </a:lnTo>
                <a:lnTo>
                  <a:pt x="306297" y="113237"/>
                </a:lnTo>
                <a:lnTo>
                  <a:pt x="304800" y="120650"/>
                </a:lnTo>
                <a:lnTo>
                  <a:pt x="306297" y="128062"/>
                </a:lnTo>
                <a:lnTo>
                  <a:pt x="310379" y="134118"/>
                </a:lnTo>
                <a:lnTo>
                  <a:pt x="316435" y="138202"/>
                </a:lnTo>
                <a:lnTo>
                  <a:pt x="323850" y="139700"/>
                </a:lnTo>
                <a:lnTo>
                  <a:pt x="400050" y="139700"/>
                </a:lnTo>
                <a:lnTo>
                  <a:pt x="407465" y="138202"/>
                </a:lnTo>
                <a:lnTo>
                  <a:pt x="413520" y="134118"/>
                </a:lnTo>
                <a:lnTo>
                  <a:pt x="417603" y="128062"/>
                </a:lnTo>
                <a:lnTo>
                  <a:pt x="419100" y="120650"/>
                </a:lnTo>
                <a:lnTo>
                  <a:pt x="417603" y="113237"/>
                </a:lnTo>
                <a:lnTo>
                  <a:pt x="413520" y="107181"/>
                </a:lnTo>
                <a:lnTo>
                  <a:pt x="407465" y="103097"/>
                </a:lnTo>
                <a:lnTo>
                  <a:pt x="400050" y="101600"/>
                </a:lnTo>
                <a:close/>
              </a:path>
              <a:path w="6768465" h="243839">
                <a:moveTo>
                  <a:pt x="552450" y="101600"/>
                </a:moveTo>
                <a:lnTo>
                  <a:pt x="476250" y="101600"/>
                </a:lnTo>
                <a:lnTo>
                  <a:pt x="468835" y="103097"/>
                </a:lnTo>
                <a:lnTo>
                  <a:pt x="462779" y="107181"/>
                </a:lnTo>
                <a:lnTo>
                  <a:pt x="458697" y="113237"/>
                </a:lnTo>
                <a:lnTo>
                  <a:pt x="457200" y="120650"/>
                </a:lnTo>
                <a:lnTo>
                  <a:pt x="458697" y="128062"/>
                </a:lnTo>
                <a:lnTo>
                  <a:pt x="462779" y="134118"/>
                </a:lnTo>
                <a:lnTo>
                  <a:pt x="468835" y="138202"/>
                </a:lnTo>
                <a:lnTo>
                  <a:pt x="476250" y="139700"/>
                </a:lnTo>
                <a:lnTo>
                  <a:pt x="552450" y="139700"/>
                </a:lnTo>
                <a:lnTo>
                  <a:pt x="559865" y="138202"/>
                </a:lnTo>
                <a:lnTo>
                  <a:pt x="565920" y="134118"/>
                </a:lnTo>
                <a:lnTo>
                  <a:pt x="570003" y="128062"/>
                </a:lnTo>
                <a:lnTo>
                  <a:pt x="571500" y="120650"/>
                </a:lnTo>
                <a:lnTo>
                  <a:pt x="570003" y="113237"/>
                </a:lnTo>
                <a:lnTo>
                  <a:pt x="565920" y="107181"/>
                </a:lnTo>
                <a:lnTo>
                  <a:pt x="559865" y="103097"/>
                </a:lnTo>
                <a:lnTo>
                  <a:pt x="552450" y="101600"/>
                </a:lnTo>
                <a:close/>
              </a:path>
              <a:path w="6768465" h="243839">
                <a:moveTo>
                  <a:pt x="704850" y="101600"/>
                </a:moveTo>
                <a:lnTo>
                  <a:pt x="628650" y="101600"/>
                </a:lnTo>
                <a:lnTo>
                  <a:pt x="621235" y="103097"/>
                </a:lnTo>
                <a:lnTo>
                  <a:pt x="615179" y="107181"/>
                </a:lnTo>
                <a:lnTo>
                  <a:pt x="611097" y="113237"/>
                </a:lnTo>
                <a:lnTo>
                  <a:pt x="609600" y="120650"/>
                </a:lnTo>
                <a:lnTo>
                  <a:pt x="611097" y="128062"/>
                </a:lnTo>
                <a:lnTo>
                  <a:pt x="615179" y="134118"/>
                </a:lnTo>
                <a:lnTo>
                  <a:pt x="621235" y="138202"/>
                </a:lnTo>
                <a:lnTo>
                  <a:pt x="628650" y="139700"/>
                </a:lnTo>
                <a:lnTo>
                  <a:pt x="704850" y="139700"/>
                </a:lnTo>
                <a:lnTo>
                  <a:pt x="712265" y="138202"/>
                </a:lnTo>
                <a:lnTo>
                  <a:pt x="718320" y="134118"/>
                </a:lnTo>
                <a:lnTo>
                  <a:pt x="722403" y="128062"/>
                </a:lnTo>
                <a:lnTo>
                  <a:pt x="723900" y="120650"/>
                </a:lnTo>
                <a:lnTo>
                  <a:pt x="722403" y="113237"/>
                </a:lnTo>
                <a:lnTo>
                  <a:pt x="718320" y="107181"/>
                </a:lnTo>
                <a:lnTo>
                  <a:pt x="712265" y="103097"/>
                </a:lnTo>
                <a:lnTo>
                  <a:pt x="704850" y="101600"/>
                </a:lnTo>
                <a:close/>
              </a:path>
              <a:path w="6768465" h="243839">
                <a:moveTo>
                  <a:pt x="857250" y="101600"/>
                </a:moveTo>
                <a:lnTo>
                  <a:pt x="781050" y="101600"/>
                </a:lnTo>
                <a:lnTo>
                  <a:pt x="773635" y="103097"/>
                </a:lnTo>
                <a:lnTo>
                  <a:pt x="767579" y="107181"/>
                </a:lnTo>
                <a:lnTo>
                  <a:pt x="763497" y="113237"/>
                </a:lnTo>
                <a:lnTo>
                  <a:pt x="762000" y="120650"/>
                </a:lnTo>
                <a:lnTo>
                  <a:pt x="763497" y="128062"/>
                </a:lnTo>
                <a:lnTo>
                  <a:pt x="767579" y="134118"/>
                </a:lnTo>
                <a:lnTo>
                  <a:pt x="773635" y="138202"/>
                </a:lnTo>
                <a:lnTo>
                  <a:pt x="781050" y="139700"/>
                </a:lnTo>
                <a:lnTo>
                  <a:pt x="857250" y="139700"/>
                </a:lnTo>
                <a:lnTo>
                  <a:pt x="864665" y="138202"/>
                </a:lnTo>
                <a:lnTo>
                  <a:pt x="870720" y="134118"/>
                </a:lnTo>
                <a:lnTo>
                  <a:pt x="874803" y="128062"/>
                </a:lnTo>
                <a:lnTo>
                  <a:pt x="876300" y="120650"/>
                </a:lnTo>
                <a:lnTo>
                  <a:pt x="874803" y="113237"/>
                </a:lnTo>
                <a:lnTo>
                  <a:pt x="870720" y="107181"/>
                </a:lnTo>
                <a:lnTo>
                  <a:pt x="864665" y="103097"/>
                </a:lnTo>
                <a:lnTo>
                  <a:pt x="857250" y="101600"/>
                </a:lnTo>
                <a:close/>
              </a:path>
              <a:path w="6768465" h="243839">
                <a:moveTo>
                  <a:pt x="1009650" y="101600"/>
                </a:moveTo>
                <a:lnTo>
                  <a:pt x="933450" y="101600"/>
                </a:lnTo>
                <a:lnTo>
                  <a:pt x="926035" y="103097"/>
                </a:lnTo>
                <a:lnTo>
                  <a:pt x="919979" y="107181"/>
                </a:lnTo>
                <a:lnTo>
                  <a:pt x="915897" y="113237"/>
                </a:lnTo>
                <a:lnTo>
                  <a:pt x="914400" y="120650"/>
                </a:lnTo>
                <a:lnTo>
                  <a:pt x="915897" y="128062"/>
                </a:lnTo>
                <a:lnTo>
                  <a:pt x="919979" y="134118"/>
                </a:lnTo>
                <a:lnTo>
                  <a:pt x="926035" y="138202"/>
                </a:lnTo>
                <a:lnTo>
                  <a:pt x="933450" y="139700"/>
                </a:lnTo>
                <a:lnTo>
                  <a:pt x="1009650" y="139700"/>
                </a:lnTo>
                <a:lnTo>
                  <a:pt x="1017065" y="138202"/>
                </a:lnTo>
                <a:lnTo>
                  <a:pt x="1023120" y="134118"/>
                </a:lnTo>
                <a:lnTo>
                  <a:pt x="1027203" y="128062"/>
                </a:lnTo>
                <a:lnTo>
                  <a:pt x="1028700" y="120650"/>
                </a:lnTo>
                <a:lnTo>
                  <a:pt x="1027203" y="113237"/>
                </a:lnTo>
                <a:lnTo>
                  <a:pt x="1023120" y="107181"/>
                </a:lnTo>
                <a:lnTo>
                  <a:pt x="1017065" y="103097"/>
                </a:lnTo>
                <a:lnTo>
                  <a:pt x="1009650" y="101600"/>
                </a:lnTo>
                <a:close/>
              </a:path>
              <a:path w="6768465" h="243839">
                <a:moveTo>
                  <a:pt x="1162050" y="101600"/>
                </a:moveTo>
                <a:lnTo>
                  <a:pt x="1085850" y="101600"/>
                </a:lnTo>
                <a:lnTo>
                  <a:pt x="1078435" y="103097"/>
                </a:lnTo>
                <a:lnTo>
                  <a:pt x="1072379" y="107181"/>
                </a:lnTo>
                <a:lnTo>
                  <a:pt x="1068297" y="113237"/>
                </a:lnTo>
                <a:lnTo>
                  <a:pt x="1066800" y="120650"/>
                </a:lnTo>
                <a:lnTo>
                  <a:pt x="1068297" y="128062"/>
                </a:lnTo>
                <a:lnTo>
                  <a:pt x="1072379" y="134118"/>
                </a:lnTo>
                <a:lnTo>
                  <a:pt x="1078435" y="138202"/>
                </a:lnTo>
                <a:lnTo>
                  <a:pt x="1085850" y="139700"/>
                </a:lnTo>
                <a:lnTo>
                  <a:pt x="1162050" y="139700"/>
                </a:lnTo>
                <a:lnTo>
                  <a:pt x="1169465" y="138202"/>
                </a:lnTo>
                <a:lnTo>
                  <a:pt x="1175520" y="134118"/>
                </a:lnTo>
                <a:lnTo>
                  <a:pt x="1179603" y="128062"/>
                </a:lnTo>
                <a:lnTo>
                  <a:pt x="1181100" y="120650"/>
                </a:lnTo>
                <a:lnTo>
                  <a:pt x="1179603" y="113237"/>
                </a:lnTo>
                <a:lnTo>
                  <a:pt x="1175520" y="107181"/>
                </a:lnTo>
                <a:lnTo>
                  <a:pt x="1169465" y="103097"/>
                </a:lnTo>
                <a:lnTo>
                  <a:pt x="1162050" y="101600"/>
                </a:lnTo>
                <a:close/>
              </a:path>
              <a:path w="6768465" h="243839">
                <a:moveTo>
                  <a:pt x="1314450" y="101600"/>
                </a:moveTo>
                <a:lnTo>
                  <a:pt x="1238250" y="101600"/>
                </a:lnTo>
                <a:lnTo>
                  <a:pt x="1230835" y="103097"/>
                </a:lnTo>
                <a:lnTo>
                  <a:pt x="1224779" y="107181"/>
                </a:lnTo>
                <a:lnTo>
                  <a:pt x="1220697" y="113237"/>
                </a:lnTo>
                <a:lnTo>
                  <a:pt x="1219200" y="120650"/>
                </a:lnTo>
                <a:lnTo>
                  <a:pt x="1220697" y="128062"/>
                </a:lnTo>
                <a:lnTo>
                  <a:pt x="1224779" y="134118"/>
                </a:lnTo>
                <a:lnTo>
                  <a:pt x="1230835" y="138202"/>
                </a:lnTo>
                <a:lnTo>
                  <a:pt x="1238250" y="139700"/>
                </a:lnTo>
                <a:lnTo>
                  <a:pt x="1314450" y="139700"/>
                </a:lnTo>
                <a:lnTo>
                  <a:pt x="1321865" y="138202"/>
                </a:lnTo>
                <a:lnTo>
                  <a:pt x="1327920" y="134118"/>
                </a:lnTo>
                <a:lnTo>
                  <a:pt x="1332003" y="128062"/>
                </a:lnTo>
                <a:lnTo>
                  <a:pt x="1333500" y="120650"/>
                </a:lnTo>
                <a:lnTo>
                  <a:pt x="1332003" y="113237"/>
                </a:lnTo>
                <a:lnTo>
                  <a:pt x="1327920" y="107181"/>
                </a:lnTo>
                <a:lnTo>
                  <a:pt x="1321865" y="103097"/>
                </a:lnTo>
                <a:lnTo>
                  <a:pt x="1314450" y="101600"/>
                </a:lnTo>
                <a:close/>
              </a:path>
              <a:path w="6768465" h="243839">
                <a:moveTo>
                  <a:pt x="1466850" y="101600"/>
                </a:moveTo>
                <a:lnTo>
                  <a:pt x="1390650" y="101600"/>
                </a:lnTo>
                <a:lnTo>
                  <a:pt x="1383235" y="103097"/>
                </a:lnTo>
                <a:lnTo>
                  <a:pt x="1377179" y="107181"/>
                </a:lnTo>
                <a:lnTo>
                  <a:pt x="1373097" y="113237"/>
                </a:lnTo>
                <a:lnTo>
                  <a:pt x="1371600" y="120650"/>
                </a:lnTo>
                <a:lnTo>
                  <a:pt x="1373097" y="128062"/>
                </a:lnTo>
                <a:lnTo>
                  <a:pt x="1377179" y="134118"/>
                </a:lnTo>
                <a:lnTo>
                  <a:pt x="1383235" y="138202"/>
                </a:lnTo>
                <a:lnTo>
                  <a:pt x="1390650" y="139700"/>
                </a:lnTo>
                <a:lnTo>
                  <a:pt x="1466850" y="139700"/>
                </a:lnTo>
                <a:lnTo>
                  <a:pt x="1474265" y="138202"/>
                </a:lnTo>
                <a:lnTo>
                  <a:pt x="1480320" y="134118"/>
                </a:lnTo>
                <a:lnTo>
                  <a:pt x="1484403" y="128062"/>
                </a:lnTo>
                <a:lnTo>
                  <a:pt x="1485900" y="120650"/>
                </a:lnTo>
                <a:lnTo>
                  <a:pt x="1484403" y="113237"/>
                </a:lnTo>
                <a:lnTo>
                  <a:pt x="1480320" y="107181"/>
                </a:lnTo>
                <a:lnTo>
                  <a:pt x="1474265" y="103097"/>
                </a:lnTo>
                <a:lnTo>
                  <a:pt x="1466850" y="101600"/>
                </a:lnTo>
                <a:close/>
              </a:path>
              <a:path w="6768465" h="243839">
                <a:moveTo>
                  <a:pt x="1619250" y="101600"/>
                </a:moveTo>
                <a:lnTo>
                  <a:pt x="1543050" y="101600"/>
                </a:lnTo>
                <a:lnTo>
                  <a:pt x="1535635" y="103097"/>
                </a:lnTo>
                <a:lnTo>
                  <a:pt x="1529579" y="107181"/>
                </a:lnTo>
                <a:lnTo>
                  <a:pt x="1525497" y="113237"/>
                </a:lnTo>
                <a:lnTo>
                  <a:pt x="1524000" y="120650"/>
                </a:lnTo>
                <a:lnTo>
                  <a:pt x="1525497" y="128062"/>
                </a:lnTo>
                <a:lnTo>
                  <a:pt x="1529579" y="134118"/>
                </a:lnTo>
                <a:lnTo>
                  <a:pt x="1535635" y="138202"/>
                </a:lnTo>
                <a:lnTo>
                  <a:pt x="1543050" y="139700"/>
                </a:lnTo>
                <a:lnTo>
                  <a:pt x="1619250" y="139700"/>
                </a:lnTo>
                <a:lnTo>
                  <a:pt x="1626665" y="138202"/>
                </a:lnTo>
                <a:lnTo>
                  <a:pt x="1632720" y="134118"/>
                </a:lnTo>
                <a:lnTo>
                  <a:pt x="1636803" y="128062"/>
                </a:lnTo>
                <a:lnTo>
                  <a:pt x="1638300" y="120650"/>
                </a:lnTo>
                <a:lnTo>
                  <a:pt x="1636803" y="113237"/>
                </a:lnTo>
                <a:lnTo>
                  <a:pt x="1632720" y="107181"/>
                </a:lnTo>
                <a:lnTo>
                  <a:pt x="1626665" y="103097"/>
                </a:lnTo>
                <a:lnTo>
                  <a:pt x="1619250" y="101600"/>
                </a:lnTo>
                <a:close/>
              </a:path>
              <a:path w="6768465" h="243839">
                <a:moveTo>
                  <a:pt x="1771650" y="101600"/>
                </a:moveTo>
                <a:lnTo>
                  <a:pt x="1695450" y="101600"/>
                </a:lnTo>
                <a:lnTo>
                  <a:pt x="1688035" y="103097"/>
                </a:lnTo>
                <a:lnTo>
                  <a:pt x="1681979" y="107181"/>
                </a:lnTo>
                <a:lnTo>
                  <a:pt x="1677897" y="113237"/>
                </a:lnTo>
                <a:lnTo>
                  <a:pt x="1676400" y="120650"/>
                </a:lnTo>
                <a:lnTo>
                  <a:pt x="1677897" y="128062"/>
                </a:lnTo>
                <a:lnTo>
                  <a:pt x="1681979" y="134118"/>
                </a:lnTo>
                <a:lnTo>
                  <a:pt x="1688035" y="138202"/>
                </a:lnTo>
                <a:lnTo>
                  <a:pt x="1695450" y="139700"/>
                </a:lnTo>
                <a:lnTo>
                  <a:pt x="1771650" y="139700"/>
                </a:lnTo>
                <a:lnTo>
                  <a:pt x="1779065" y="138202"/>
                </a:lnTo>
                <a:lnTo>
                  <a:pt x="1785120" y="134118"/>
                </a:lnTo>
                <a:lnTo>
                  <a:pt x="1789203" y="128062"/>
                </a:lnTo>
                <a:lnTo>
                  <a:pt x="1790700" y="120650"/>
                </a:lnTo>
                <a:lnTo>
                  <a:pt x="1789203" y="113237"/>
                </a:lnTo>
                <a:lnTo>
                  <a:pt x="1785120" y="107181"/>
                </a:lnTo>
                <a:lnTo>
                  <a:pt x="1779065" y="103097"/>
                </a:lnTo>
                <a:lnTo>
                  <a:pt x="1771650" y="101600"/>
                </a:lnTo>
                <a:close/>
              </a:path>
              <a:path w="6768465" h="243839">
                <a:moveTo>
                  <a:pt x="1924050" y="101600"/>
                </a:moveTo>
                <a:lnTo>
                  <a:pt x="1847850" y="101600"/>
                </a:lnTo>
                <a:lnTo>
                  <a:pt x="1840435" y="103097"/>
                </a:lnTo>
                <a:lnTo>
                  <a:pt x="1834379" y="107181"/>
                </a:lnTo>
                <a:lnTo>
                  <a:pt x="1830297" y="113237"/>
                </a:lnTo>
                <a:lnTo>
                  <a:pt x="1828800" y="120650"/>
                </a:lnTo>
                <a:lnTo>
                  <a:pt x="1830297" y="128062"/>
                </a:lnTo>
                <a:lnTo>
                  <a:pt x="1834379" y="134118"/>
                </a:lnTo>
                <a:lnTo>
                  <a:pt x="1840435" y="138202"/>
                </a:lnTo>
                <a:lnTo>
                  <a:pt x="1847850" y="139700"/>
                </a:lnTo>
                <a:lnTo>
                  <a:pt x="1924050" y="139700"/>
                </a:lnTo>
                <a:lnTo>
                  <a:pt x="1931465" y="138202"/>
                </a:lnTo>
                <a:lnTo>
                  <a:pt x="1937520" y="134118"/>
                </a:lnTo>
                <a:lnTo>
                  <a:pt x="1941603" y="128062"/>
                </a:lnTo>
                <a:lnTo>
                  <a:pt x="1943100" y="120650"/>
                </a:lnTo>
                <a:lnTo>
                  <a:pt x="1941603" y="113237"/>
                </a:lnTo>
                <a:lnTo>
                  <a:pt x="1937520" y="107181"/>
                </a:lnTo>
                <a:lnTo>
                  <a:pt x="1931465" y="103097"/>
                </a:lnTo>
                <a:lnTo>
                  <a:pt x="1924050" y="101600"/>
                </a:lnTo>
                <a:close/>
              </a:path>
              <a:path w="6768465" h="243839">
                <a:moveTo>
                  <a:pt x="2076450" y="101600"/>
                </a:moveTo>
                <a:lnTo>
                  <a:pt x="2000250" y="101600"/>
                </a:lnTo>
                <a:lnTo>
                  <a:pt x="1992835" y="103097"/>
                </a:lnTo>
                <a:lnTo>
                  <a:pt x="1986779" y="107181"/>
                </a:lnTo>
                <a:lnTo>
                  <a:pt x="1982697" y="113237"/>
                </a:lnTo>
                <a:lnTo>
                  <a:pt x="1981200" y="120650"/>
                </a:lnTo>
                <a:lnTo>
                  <a:pt x="1982697" y="128062"/>
                </a:lnTo>
                <a:lnTo>
                  <a:pt x="1986779" y="134118"/>
                </a:lnTo>
                <a:lnTo>
                  <a:pt x="1992835" y="138202"/>
                </a:lnTo>
                <a:lnTo>
                  <a:pt x="2000250" y="139700"/>
                </a:lnTo>
                <a:lnTo>
                  <a:pt x="2076450" y="139700"/>
                </a:lnTo>
                <a:lnTo>
                  <a:pt x="2083865" y="138202"/>
                </a:lnTo>
                <a:lnTo>
                  <a:pt x="2089920" y="134118"/>
                </a:lnTo>
                <a:lnTo>
                  <a:pt x="2094003" y="128062"/>
                </a:lnTo>
                <a:lnTo>
                  <a:pt x="2095500" y="120650"/>
                </a:lnTo>
                <a:lnTo>
                  <a:pt x="2094003" y="113237"/>
                </a:lnTo>
                <a:lnTo>
                  <a:pt x="2089920" y="107181"/>
                </a:lnTo>
                <a:lnTo>
                  <a:pt x="2083865" y="103097"/>
                </a:lnTo>
                <a:lnTo>
                  <a:pt x="2076450" y="101600"/>
                </a:lnTo>
                <a:close/>
              </a:path>
              <a:path w="6768465" h="243839">
                <a:moveTo>
                  <a:pt x="2228850" y="101600"/>
                </a:moveTo>
                <a:lnTo>
                  <a:pt x="2152650" y="101600"/>
                </a:lnTo>
                <a:lnTo>
                  <a:pt x="2145235" y="103097"/>
                </a:lnTo>
                <a:lnTo>
                  <a:pt x="2139179" y="107181"/>
                </a:lnTo>
                <a:lnTo>
                  <a:pt x="2135097" y="113237"/>
                </a:lnTo>
                <a:lnTo>
                  <a:pt x="2133600" y="120650"/>
                </a:lnTo>
                <a:lnTo>
                  <a:pt x="2135097" y="128062"/>
                </a:lnTo>
                <a:lnTo>
                  <a:pt x="2139179" y="134118"/>
                </a:lnTo>
                <a:lnTo>
                  <a:pt x="2145235" y="138202"/>
                </a:lnTo>
                <a:lnTo>
                  <a:pt x="2152650" y="139700"/>
                </a:lnTo>
                <a:lnTo>
                  <a:pt x="2228850" y="139700"/>
                </a:lnTo>
                <a:lnTo>
                  <a:pt x="2236265" y="138202"/>
                </a:lnTo>
                <a:lnTo>
                  <a:pt x="2242320" y="134118"/>
                </a:lnTo>
                <a:lnTo>
                  <a:pt x="2246403" y="128062"/>
                </a:lnTo>
                <a:lnTo>
                  <a:pt x="2247900" y="120650"/>
                </a:lnTo>
                <a:lnTo>
                  <a:pt x="2246403" y="113237"/>
                </a:lnTo>
                <a:lnTo>
                  <a:pt x="2242320" y="107181"/>
                </a:lnTo>
                <a:lnTo>
                  <a:pt x="2236265" y="103097"/>
                </a:lnTo>
                <a:lnTo>
                  <a:pt x="2228850" y="101600"/>
                </a:lnTo>
                <a:close/>
              </a:path>
              <a:path w="6768465" h="243839">
                <a:moveTo>
                  <a:pt x="2381250" y="101600"/>
                </a:moveTo>
                <a:lnTo>
                  <a:pt x="2305050" y="101600"/>
                </a:lnTo>
                <a:lnTo>
                  <a:pt x="2297635" y="103097"/>
                </a:lnTo>
                <a:lnTo>
                  <a:pt x="2291579" y="107181"/>
                </a:lnTo>
                <a:lnTo>
                  <a:pt x="2287497" y="113237"/>
                </a:lnTo>
                <a:lnTo>
                  <a:pt x="2286000" y="120650"/>
                </a:lnTo>
                <a:lnTo>
                  <a:pt x="2287497" y="128062"/>
                </a:lnTo>
                <a:lnTo>
                  <a:pt x="2291579" y="134118"/>
                </a:lnTo>
                <a:lnTo>
                  <a:pt x="2297635" y="138202"/>
                </a:lnTo>
                <a:lnTo>
                  <a:pt x="2305050" y="139700"/>
                </a:lnTo>
                <a:lnTo>
                  <a:pt x="2381250" y="139700"/>
                </a:lnTo>
                <a:lnTo>
                  <a:pt x="2388665" y="138202"/>
                </a:lnTo>
                <a:lnTo>
                  <a:pt x="2394720" y="134118"/>
                </a:lnTo>
                <a:lnTo>
                  <a:pt x="2398803" y="128062"/>
                </a:lnTo>
                <a:lnTo>
                  <a:pt x="2400300" y="120650"/>
                </a:lnTo>
                <a:lnTo>
                  <a:pt x="2398803" y="113237"/>
                </a:lnTo>
                <a:lnTo>
                  <a:pt x="2394720" y="107181"/>
                </a:lnTo>
                <a:lnTo>
                  <a:pt x="2388665" y="103097"/>
                </a:lnTo>
                <a:lnTo>
                  <a:pt x="2381250" y="101600"/>
                </a:lnTo>
                <a:close/>
              </a:path>
              <a:path w="6768465" h="243839">
                <a:moveTo>
                  <a:pt x="2533649" y="101600"/>
                </a:moveTo>
                <a:lnTo>
                  <a:pt x="2457450" y="101600"/>
                </a:lnTo>
                <a:lnTo>
                  <a:pt x="2450035" y="103097"/>
                </a:lnTo>
                <a:lnTo>
                  <a:pt x="2443979" y="107181"/>
                </a:lnTo>
                <a:lnTo>
                  <a:pt x="2439897" y="113237"/>
                </a:lnTo>
                <a:lnTo>
                  <a:pt x="2438400" y="120650"/>
                </a:lnTo>
                <a:lnTo>
                  <a:pt x="2439897" y="128062"/>
                </a:lnTo>
                <a:lnTo>
                  <a:pt x="2443979" y="134118"/>
                </a:lnTo>
                <a:lnTo>
                  <a:pt x="2450035" y="138202"/>
                </a:lnTo>
                <a:lnTo>
                  <a:pt x="2457450" y="139700"/>
                </a:lnTo>
                <a:lnTo>
                  <a:pt x="2533649" y="139700"/>
                </a:lnTo>
                <a:lnTo>
                  <a:pt x="2541065" y="138202"/>
                </a:lnTo>
                <a:lnTo>
                  <a:pt x="2547120" y="134118"/>
                </a:lnTo>
                <a:lnTo>
                  <a:pt x="2551203" y="128062"/>
                </a:lnTo>
                <a:lnTo>
                  <a:pt x="2552699" y="120650"/>
                </a:lnTo>
                <a:lnTo>
                  <a:pt x="2551203" y="113237"/>
                </a:lnTo>
                <a:lnTo>
                  <a:pt x="2547120" y="107181"/>
                </a:lnTo>
                <a:lnTo>
                  <a:pt x="2541065" y="103097"/>
                </a:lnTo>
                <a:lnTo>
                  <a:pt x="2533649" y="101600"/>
                </a:lnTo>
                <a:close/>
              </a:path>
              <a:path w="6768465" h="243839">
                <a:moveTo>
                  <a:pt x="2686049" y="101600"/>
                </a:moveTo>
                <a:lnTo>
                  <a:pt x="2609849" y="101600"/>
                </a:lnTo>
                <a:lnTo>
                  <a:pt x="2602435" y="103097"/>
                </a:lnTo>
                <a:lnTo>
                  <a:pt x="2596379" y="107181"/>
                </a:lnTo>
                <a:lnTo>
                  <a:pt x="2592297" y="113237"/>
                </a:lnTo>
                <a:lnTo>
                  <a:pt x="2590799" y="120650"/>
                </a:lnTo>
                <a:lnTo>
                  <a:pt x="2592297" y="128062"/>
                </a:lnTo>
                <a:lnTo>
                  <a:pt x="2596379" y="134118"/>
                </a:lnTo>
                <a:lnTo>
                  <a:pt x="2602435" y="138202"/>
                </a:lnTo>
                <a:lnTo>
                  <a:pt x="2609849" y="139700"/>
                </a:lnTo>
                <a:lnTo>
                  <a:pt x="2686049" y="139700"/>
                </a:lnTo>
                <a:lnTo>
                  <a:pt x="2693465" y="138202"/>
                </a:lnTo>
                <a:lnTo>
                  <a:pt x="2699520" y="134118"/>
                </a:lnTo>
                <a:lnTo>
                  <a:pt x="2703603" y="128062"/>
                </a:lnTo>
                <a:lnTo>
                  <a:pt x="2705099" y="120650"/>
                </a:lnTo>
                <a:lnTo>
                  <a:pt x="2703603" y="113237"/>
                </a:lnTo>
                <a:lnTo>
                  <a:pt x="2699520" y="107181"/>
                </a:lnTo>
                <a:lnTo>
                  <a:pt x="2693465" y="103097"/>
                </a:lnTo>
                <a:lnTo>
                  <a:pt x="2686049" y="101600"/>
                </a:lnTo>
                <a:close/>
              </a:path>
              <a:path w="6768465" h="243839">
                <a:moveTo>
                  <a:pt x="2838449" y="101600"/>
                </a:moveTo>
                <a:lnTo>
                  <a:pt x="2762249" y="101600"/>
                </a:lnTo>
                <a:lnTo>
                  <a:pt x="2754835" y="103097"/>
                </a:lnTo>
                <a:lnTo>
                  <a:pt x="2748779" y="107181"/>
                </a:lnTo>
                <a:lnTo>
                  <a:pt x="2744697" y="113237"/>
                </a:lnTo>
                <a:lnTo>
                  <a:pt x="2743199" y="120650"/>
                </a:lnTo>
                <a:lnTo>
                  <a:pt x="2744697" y="128062"/>
                </a:lnTo>
                <a:lnTo>
                  <a:pt x="2748779" y="134118"/>
                </a:lnTo>
                <a:lnTo>
                  <a:pt x="2754835" y="138202"/>
                </a:lnTo>
                <a:lnTo>
                  <a:pt x="2762249" y="139700"/>
                </a:lnTo>
                <a:lnTo>
                  <a:pt x="2838449" y="139700"/>
                </a:lnTo>
                <a:lnTo>
                  <a:pt x="2845865" y="138202"/>
                </a:lnTo>
                <a:lnTo>
                  <a:pt x="2851920" y="134118"/>
                </a:lnTo>
                <a:lnTo>
                  <a:pt x="2856003" y="128062"/>
                </a:lnTo>
                <a:lnTo>
                  <a:pt x="2857499" y="120650"/>
                </a:lnTo>
                <a:lnTo>
                  <a:pt x="2856003" y="113237"/>
                </a:lnTo>
                <a:lnTo>
                  <a:pt x="2851920" y="107181"/>
                </a:lnTo>
                <a:lnTo>
                  <a:pt x="2845865" y="103097"/>
                </a:lnTo>
                <a:lnTo>
                  <a:pt x="2838449" y="101600"/>
                </a:lnTo>
                <a:close/>
              </a:path>
              <a:path w="6768465" h="243839">
                <a:moveTo>
                  <a:pt x="2990849" y="101600"/>
                </a:moveTo>
                <a:lnTo>
                  <a:pt x="2914649" y="101600"/>
                </a:lnTo>
                <a:lnTo>
                  <a:pt x="2907235" y="103097"/>
                </a:lnTo>
                <a:lnTo>
                  <a:pt x="2901179" y="107181"/>
                </a:lnTo>
                <a:lnTo>
                  <a:pt x="2897097" y="113237"/>
                </a:lnTo>
                <a:lnTo>
                  <a:pt x="2895599" y="120650"/>
                </a:lnTo>
                <a:lnTo>
                  <a:pt x="2897097" y="128062"/>
                </a:lnTo>
                <a:lnTo>
                  <a:pt x="2901179" y="134118"/>
                </a:lnTo>
                <a:lnTo>
                  <a:pt x="2907235" y="138202"/>
                </a:lnTo>
                <a:lnTo>
                  <a:pt x="2914649" y="139700"/>
                </a:lnTo>
                <a:lnTo>
                  <a:pt x="2990849" y="139700"/>
                </a:lnTo>
                <a:lnTo>
                  <a:pt x="2998265" y="138202"/>
                </a:lnTo>
                <a:lnTo>
                  <a:pt x="3004320" y="134118"/>
                </a:lnTo>
                <a:lnTo>
                  <a:pt x="3008403" y="128062"/>
                </a:lnTo>
                <a:lnTo>
                  <a:pt x="3009899" y="120650"/>
                </a:lnTo>
                <a:lnTo>
                  <a:pt x="3008403" y="113237"/>
                </a:lnTo>
                <a:lnTo>
                  <a:pt x="3004320" y="107181"/>
                </a:lnTo>
                <a:lnTo>
                  <a:pt x="2998265" y="103097"/>
                </a:lnTo>
                <a:lnTo>
                  <a:pt x="2990849" y="101600"/>
                </a:lnTo>
                <a:close/>
              </a:path>
              <a:path w="6768465" h="243839">
                <a:moveTo>
                  <a:pt x="3143249" y="101600"/>
                </a:moveTo>
                <a:lnTo>
                  <a:pt x="3067049" y="101600"/>
                </a:lnTo>
                <a:lnTo>
                  <a:pt x="3059635" y="103097"/>
                </a:lnTo>
                <a:lnTo>
                  <a:pt x="3053579" y="107181"/>
                </a:lnTo>
                <a:lnTo>
                  <a:pt x="3049497" y="113237"/>
                </a:lnTo>
                <a:lnTo>
                  <a:pt x="3047999" y="120650"/>
                </a:lnTo>
                <a:lnTo>
                  <a:pt x="3049497" y="128062"/>
                </a:lnTo>
                <a:lnTo>
                  <a:pt x="3053579" y="134118"/>
                </a:lnTo>
                <a:lnTo>
                  <a:pt x="3059635" y="138202"/>
                </a:lnTo>
                <a:lnTo>
                  <a:pt x="3067049" y="139700"/>
                </a:lnTo>
                <a:lnTo>
                  <a:pt x="3143249" y="139700"/>
                </a:lnTo>
                <a:lnTo>
                  <a:pt x="3150665" y="138202"/>
                </a:lnTo>
                <a:lnTo>
                  <a:pt x="3156720" y="134118"/>
                </a:lnTo>
                <a:lnTo>
                  <a:pt x="3160803" y="128062"/>
                </a:lnTo>
                <a:lnTo>
                  <a:pt x="3162299" y="120650"/>
                </a:lnTo>
                <a:lnTo>
                  <a:pt x="3160803" y="113237"/>
                </a:lnTo>
                <a:lnTo>
                  <a:pt x="3156720" y="107181"/>
                </a:lnTo>
                <a:lnTo>
                  <a:pt x="3150665" y="103097"/>
                </a:lnTo>
                <a:lnTo>
                  <a:pt x="3143249" y="101600"/>
                </a:lnTo>
                <a:close/>
              </a:path>
              <a:path w="6768465" h="243839">
                <a:moveTo>
                  <a:pt x="3295649" y="101600"/>
                </a:moveTo>
                <a:lnTo>
                  <a:pt x="3219449" y="101600"/>
                </a:lnTo>
                <a:lnTo>
                  <a:pt x="3212035" y="103097"/>
                </a:lnTo>
                <a:lnTo>
                  <a:pt x="3205979" y="107181"/>
                </a:lnTo>
                <a:lnTo>
                  <a:pt x="3201897" y="113237"/>
                </a:lnTo>
                <a:lnTo>
                  <a:pt x="3200399" y="120650"/>
                </a:lnTo>
                <a:lnTo>
                  <a:pt x="3201897" y="128062"/>
                </a:lnTo>
                <a:lnTo>
                  <a:pt x="3205979" y="134118"/>
                </a:lnTo>
                <a:lnTo>
                  <a:pt x="3212035" y="138202"/>
                </a:lnTo>
                <a:lnTo>
                  <a:pt x="3219449" y="139700"/>
                </a:lnTo>
                <a:lnTo>
                  <a:pt x="3295649" y="139700"/>
                </a:lnTo>
                <a:lnTo>
                  <a:pt x="3303065" y="138202"/>
                </a:lnTo>
                <a:lnTo>
                  <a:pt x="3309120" y="134118"/>
                </a:lnTo>
                <a:lnTo>
                  <a:pt x="3313203" y="128062"/>
                </a:lnTo>
                <a:lnTo>
                  <a:pt x="3314699" y="120650"/>
                </a:lnTo>
                <a:lnTo>
                  <a:pt x="3313203" y="113237"/>
                </a:lnTo>
                <a:lnTo>
                  <a:pt x="3309120" y="107181"/>
                </a:lnTo>
                <a:lnTo>
                  <a:pt x="3303065" y="103097"/>
                </a:lnTo>
                <a:lnTo>
                  <a:pt x="3295649" y="101600"/>
                </a:lnTo>
                <a:close/>
              </a:path>
              <a:path w="6768465" h="243839">
                <a:moveTo>
                  <a:pt x="3448049" y="101600"/>
                </a:moveTo>
                <a:lnTo>
                  <a:pt x="3371849" y="101600"/>
                </a:lnTo>
                <a:lnTo>
                  <a:pt x="3364435" y="103097"/>
                </a:lnTo>
                <a:lnTo>
                  <a:pt x="3358379" y="107181"/>
                </a:lnTo>
                <a:lnTo>
                  <a:pt x="3354297" y="113237"/>
                </a:lnTo>
                <a:lnTo>
                  <a:pt x="3352799" y="120650"/>
                </a:lnTo>
                <a:lnTo>
                  <a:pt x="3354297" y="128062"/>
                </a:lnTo>
                <a:lnTo>
                  <a:pt x="3358379" y="134118"/>
                </a:lnTo>
                <a:lnTo>
                  <a:pt x="3364435" y="138202"/>
                </a:lnTo>
                <a:lnTo>
                  <a:pt x="3371849" y="139700"/>
                </a:lnTo>
                <a:lnTo>
                  <a:pt x="3448049" y="139700"/>
                </a:lnTo>
                <a:lnTo>
                  <a:pt x="3455465" y="138202"/>
                </a:lnTo>
                <a:lnTo>
                  <a:pt x="3461520" y="134118"/>
                </a:lnTo>
                <a:lnTo>
                  <a:pt x="3465603" y="128062"/>
                </a:lnTo>
                <a:lnTo>
                  <a:pt x="3467099" y="120650"/>
                </a:lnTo>
                <a:lnTo>
                  <a:pt x="3465603" y="113237"/>
                </a:lnTo>
                <a:lnTo>
                  <a:pt x="3461520" y="107181"/>
                </a:lnTo>
                <a:lnTo>
                  <a:pt x="3455465" y="103097"/>
                </a:lnTo>
                <a:lnTo>
                  <a:pt x="3448049" y="101600"/>
                </a:lnTo>
                <a:close/>
              </a:path>
              <a:path w="6768465" h="243839">
                <a:moveTo>
                  <a:pt x="3600449" y="101600"/>
                </a:moveTo>
                <a:lnTo>
                  <a:pt x="3524249" y="101600"/>
                </a:lnTo>
                <a:lnTo>
                  <a:pt x="3516835" y="103097"/>
                </a:lnTo>
                <a:lnTo>
                  <a:pt x="3510779" y="107181"/>
                </a:lnTo>
                <a:lnTo>
                  <a:pt x="3506697" y="113237"/>
                </a:lnTo>
                <a:lnTo>
                  <a:pt x="3505199" y="120650"/>
                </a:lnTo>
                <a:lnTo>
                  <a:pt x="3506697" y="128062"/>
                </a:lnTo>
                <a:lnTo>
                  <a:pt x="3510779" y="134118"/>
                </a:lnTo>
                <a:lnTo>
                  <a:pt x="3516835" y="138202"/>
                </a:lnTo>
                <a:lnTo>
                  <a:pt x="3524249" y="139700"/>
                </a:lnTo>
                <a:lnTo>
                  <a:pt x="3600449" y="139700"/>
                </a:lnTo>
                <a:lnTo>
                  <a:pt x="3607865" y="138202"/>
                </a:lnTo>
                <a:lnTo>
                  <a:pt x="3613920" y="134118"/>
                </a:lnTo>
                <a:lnTo>
                  <a:pt x="3618003" y="128062"/>
                </a:lnTo>
                <a:lnTo>
                  <a:pt x="3619499" y="120650"/>
                </a:lnTo>
                <a:lnTo>
                  <a:pt x="3618003" y="113237"/>
                </a:lnTo>
                <a:lnTo>
                  <a:pt x="3613920" y="107181"/>
                </a:lnTo>
                <a:lnTo>
                  <a:pt x="3607865" y="103097"/>
                </a:lnTo>
                <a:lnTo>
                  <a:pt x="3600449" y="101600"/>
                </a:lnTo>
                <a:close/>
              </a:path>
              <a:path w="6768465" h="243839">
                <a:moveTo>
                  <a:pt x="3752849" y="101600"/>
                </a:moveTo>
                <a:lnTo>
                  <a:pt x="3676649" y="101600"/>
                </a:lnTo>
                <a:lnTo>
                  <a:pt x="3669235" y="103097"/>
                </a:lnTo>
                <a:lnTo>
                  <a:pt x="3663179" y="107181"/>
                </a:lnTo>
                <a:lnTo>
                  <a:pt x="3659097" y="113237"/>
                </a:lnTo>
                <a:lnTo>
                  <a:pt x="3657599" y="120650"/>
                </a:lnTo>
                <a:lnTo>
                  <a:pt x="3659097" y="128062"/>
                </a:lnTo>
                <a:lnTo>
                  <a:pt x="3663179" y="134118"/>
                </a:lnTo>
                <a:lnTo>
                  <a:pt x="3669235" y="138202"/>
                </a:lnTo>
                <a:lnTo>
                  <a:pt x="3676649" y="139700"/>
                </a:lnTo>
                <a:lnTo>
                  <a:pt x="3752849" y="139700"/>
                </a:lnTo>
                <a:lnTo>
                  <a:pt x="3760265" y="138202"/>
                </a:lnTo>
                <a:lnTo>
                  <a:pt x="3766320" y="134118"/>
                </a:lnTo>
                <a:lnTo>
                  <a:pt x="3770403" y="128062"/>
                </a:lnTo>
                <a:lnTo>
                  <a:pt x="3771899" y="120650"/>
                </a:lnTo>
                <a:lnTo>
                  <a:pt x="3770403" y="113237"/>
                </a:lnTo>
                <a:lnTo>
                  <a:pt x="3766320" y="107181"/>
                </a:lnTo>
                <a:lnTo>
                  <a:pt x="3760265" y="103097"/>
                </a:lnTo>
                <a:lnTo>
                  <a:pt x="3752849" y="101600"/>
                </a:lnTo>
                <a:close/>
              </a:path>
              <a:path w="6768465" h="243839">
                <a:moveTo>
                  <a:pt x="3905249" y="101600"/>
                </a:moveTo>
                <a:lnTo>
                  <a:pt x="3829049" y="101600"/>
                </a:lnTo>
                <a:lnTo>
                  <a:pt x="3821635" y="103097"/>
                </a:lnTo>
                <a:lnTo>
                  <a:pt x="3815579" y="107181"/>
                </a:lnTo>
                <a:lnTo>
                  <a:pt x="3811497" y="113237"/>
                </a:lnTo>
                <a:lnTo>
                  <a:pt x="3809999" y="120650"/>
                </a:lnTo>
                <a:lnTo>
                  <a:pt x="3811497" y="128062"/>
                </a:lnTo>
                <a:lnTo>
                  <a:pt x="3815579" y="134118"/>
                </a:lnTo>
                <a:lnTo>
                  <a:pt x="3821635" y="138202"/>
                </a:lnTo>
                <a:lnTo>
                  <a:pt x="3829049" y="139700"/>
                </a:lnTo>
                <a:lnTo>
                  <a:pt x="3905249" y="139700"/>
                </a:lnTo>
                <a:lnTo>
                  <a:pt x="3912665" y="138202"/>
                </a:lnTo>
                <a:lnTo>
                  <a:pt x="3918720" y="134118"/>
                </a:lnTo>
                <a:lnTo>
                  <a:pt x="3922803" y="128062"/>
                </a:lnTo>
                <a:lnTo>
                  <a:pt x="3924299" y="120650"/>
                </a:lnTo>
                <a:lnTo>
                  <a:pt x="3922803" y="113237"/>
                </a:lnTo>
                <a:lnTo>
                  <a:pt x="3918720" y="107181"/>
                </a:lnTo>
                <a:lnTo>
                  <a:pt x="3912665" y="103097"/>
                </a:lnTo>
                <a:lnTo>
                  <a:pt x="3905249" y="101600"/>
                </a:lnTo>
                <a:close/>
              </a:path>
              <a:path w="6768465" h="243839">
                <a:moveTo>
                  <a:pt x="4057649" y="101600"/>
                </a:moveTo>
                <a:lnTo>
                  <a:pt x="3981449" y="101600"/>
                </a:lnTo>
                <a:lnTo>
                  <a:pt x="3974035" y="103097"/>
                </a:lnTo>
                <a:lnTo>
                  <a:pt x="3967979" y="107181"/>
                </a:lnTo>
                <a:lnTo>
                  <a:pt x="3963897" y="113237"/>
                </a:lnTo>
                <a:lnTo>
                  <a:pt x="3962399" y="120650"/>
                </a:lnTo>
                <a:lnTo>
                  <a:pt x="3963897" y="128062"/>
                </a:lnTo>
                <a:lnTo>
                  <a:pt x="3967979" y="134118"/>
                </a:lnTo>
                <a:lnTo>
                  <a:pt x="3974035" y="138202"/>
                </a:lnTo>
                <a:lnTo>
                  <a:pt x="3981449" y="139700"/>
                </a:lnTo>
                <a:lnTo>
                  <a:pt x="4057649" y="139700"/>
                </a:lnTo>
                <a:lnTo>
                  <a:pt x="4065065" y="138202"/>
                </a:lnTo>
                <a:lnTo>
                  <a:pt x="4071120" y="134118"/>
                </a:lnTo>
                <a:lnTo>
                  <a:pt x="4075203" y="128062"/>
                </a:lnTo>
                <a:lnTo>
                  <a:pt x="4076699" y="120650"/>
                </a:lnTo>
                <a:lnTo>
                  <a:pt x="4075203" y="113237"/>
                </a:lnTo>
                <a:lnTo>
                  <a:pt x="4071120" y="107181"/>
                </a:lnTo>
                <a:lnTo>
                  <a:pt x="4065065" y="103097"/>
                </a:lnTo>
                <a:lnTo>
                  <a:pt x="4057649" y="101600"/>
                </a:lnTo>
                <a:close/>
              </a:path>
              <a:path w="6768465" h="243839">
                <a:moveTo>
                  <a:pt x="4210049" y="101600"/>
                </a:moveTo>
                <a:lnTo>
                  <a:pt x="4133849" y="101600"/>
                </a:lnTo>
                <a:lnTo>
                  <a:pt x="4126435" y="103097"/>
                </a:lnTo>
                <a:lnTo>
                  <a:pt x="4120379" y="107181"/>
                </a:lnTo>
                <a:lnTo>
                  <a:pt x="4116297" y="113237"/>
                </a:lnTo>
                <a:lnTo>
                  <a:pt x="4114799" y="120650"/>
                </a:lnTo>
                <a:lnTo>
                  <a:pt x="4116297" y="128062"/>
                </a:lnTo>
                <a:lnTo>
                  <a:pt x="4120379" y="134118"/>
                </a:lnTo>
                <a:lnTo>
                  <a:pt x="4126435" y="138202"/>
                </a:lnTo>
                <a:lnTo>
                  <a:pt x="4133849" y="139700"/>
                </a:lnTo>
                <a:lnTo>
                  <a:pt x="4210049" y="139700"/>
                </a:lnTo>
                <a:lnTo>
                  <a:pt x="4217465" y="138202"/>
                </a:lnTo>
                <a:lnTo>
                  <a:pt x="4223520" y="134118"/>
                </a:lnTo>
                <a:lnTo>
                  <a:pt x="4227603" y="128062"/>
                </a:lnTo>
                <a:lnTo>
                  <a:pt x="4229099" y="120650"/>
                </a:lnTo>
                <a:lnTo>
                  <a:pt x="4227603" y="113237"/>
                </a:lnTo>
                <a:lnTo>
                  <a:pt x="4223520" y="107181"/>
                </a:lnTo>
                <a:lnTo>
                  <a:pt x="4217465" y="103097"/>
                </a:lnTo>
                <a:lnTo>
                  <a:pt x="4210049" y="101600"/>
                </a:lnTo>
                <a:close/>
              </a:path>
              <a:path w="6768465" h="243839">
                <a:moveTo>
                  <a:pt x="4362449" y="101600"/>
                </a:moveTo>
                <a:lnTo>
                  <a:pt x="4286249" y="101600"/>
                </a:lnTo>
                <a:lnTo>
                  <a:pt x="4278835" y="103097"/>
                </a:lnTo>
                <a:lnTo>
                  <a:pt x="4272779" y="107181"/>
                </a:lnTo>
                <a:lnTo>
                  <a:pt x="4268697" y="113237"/>
                </a:lnTo>
                <a:lnTo>
                  <a:pt x="4267199" y="120650"/>
                </a:lnTo>
                <a:lnTo>
                  <a:pt x="4268697" y="128062"/>
                </a:lnTo>
                <a:lnTo>
                  <a:pt x="4272779" y="134118"/>
                </a:lnTo>
                <a:lnTo>
                  <a:pt x="4278835" y="138202"/>
                </a:lnTo>
                <a:lnTo>
                  <a:pt x="4286249" y="139700"/>
                </a:lnTo>
                <a:lnTo>
                  <a:pt x="4362449" y="139700"/>
                </a:lnTo>
                <a:lnTo>
                  <a:pt x="4369865" y="138202"/>
                </a:lnTo>
                <a:lnTo>
                  <a:pt x="4375920" y="134118"/>
                </a:lnTo>
                <a:lnTo>
                  <a:pt x="4380003" y="128062"/>
                </a:lnTo>
                <a:lnTo>
                  <a:pt x="4381499" y="120650"/>
                </a:lnTo>
                <a:lnTo>
                  <a:pt x="4380003" y="113237"/>
                </a:lnTo>
                <a:lnTo>
                  <a:pt x="4375920" y="107181"/>
                </a:lnTo>
                <a:lnTo>
                  <a:pt x="4369865" y="103097"/>
                </a:lnTo>
                <a:lnTo>
                  <a:pt x="4362449" y="101600"/>
                </a:lnTo>
                <a:close/>
              </a:path>
              <a:path w="6768465" h="243839">
                <a:moveTo>
                  <a:pt x="4514849" y="101600"/>
                </a:moveTo>
                <a:lnTo>
                  <a:pt x="4438649" y="101600"/>
                </a:lnTo>
                <a:lnTo>
                  <a:pt x="4431235" y="103097"/>
                </a:lnTo>
                <a:lnTo>
                  <a:pt x="4425179" y="107181"/>
                </a:lnTo>
                <a:lnTo>
                  <a:pt x="4421097" y="113237"/>
                </a:lnTo>
                <a:lnTo>
                  <a:pt x="4419599" y="120650"/>
                </a:lnTo>
                <a:lnTo>
                  <a:pt x="4421097" y="128062"/>
                </a:lnTo>
                <a:lnTo>
                  <a:pt x="4425179" y="134118"/>
                </a:lnTo>
                <a:lnTo>
                  <a:pt x="4431235" y="138202"/>
                </a:lnTo>
                <a:lnTo>
                  <a:pt x="4438649" y="139700"/>
                </a:lnTo>
                <a:lnTo>
                  <a:pt x="4514849" y="139700"/>
                </a:lnTo>
                <a:lnTo>
                  <a:pt x="4522265" y="138202"/>
                </a:lnTo>
                <a:lnTo>
                  <a:pt x="4528320" y="134118"/>
                </a:lnTo>
                <a:lnTo>
                  <a:pt x="4532403" y="128062"/>
                </a:lnTo>
                <a:lnTo>
                  <a:pt x="4533899" y="120650"/>
                </a:lnTo>
                <a:lnTo>
                  <a:pt x="4532403" y="113237"/>
                </a:lnTo>
                <a:lnTo>
                  <a:pt x="4528320" y="107181"/>
                </a:lnTo>
                <a:lnTo>
                  <a:pt x="4522265" y="103097"/>
                </a:lnTo>
                <a:lnTo>
                  <a:pt x="4514849" y="101600"/>
                </a:lnTo>
                <a:close/>
              </a:path>
              <a:path w="6768465" h="243839">
                <a:moveTo>
                  <a:pt x="4667249" y="101600"/>
                </a:moveTo>
                <a:lnTo>
                  <a:pt x="4591049" y="101600"/>
                </a:lnTo>
                <a:lnTo>
                  <a:pt x="4583635" y="103097"/>
                </a:lnTo>
                <a:lnTo>
                  <a:pt x="4577579" y="107181"/>
                </a:lnTo>
                <a:lnTo>
                  <a:pt x="4573497" y="113237"/>
                </a:lnTo>
                <a:lnTo>
                  <a:pt x="4571999" y="120650"/>
                </a:lnTo>
                <a:lnTo>
                  <a:pt x="4573497" y="128062"/>
                </a:lnTo>
                <a:lnTo>
                  <a:pt x="4577579" y="134118"/>
                </a:lnTo>
                <a:lnTo>
                  <a:pt x="4583635" y="138202"/>
                </a:lnTo>
                <a:lnTo>
                  <a:pt x="4591049" y="139700"/>
                </a:lnTo>
                <a:lnTo>
                  <a:pt x="4667249" y="139700"/>
                </a:lnTo>
                <a:lnTo>
                  <a:pt x="4674665" y="138202"/>
                </a:lnTo>
                <a:lnTo>
                  <a:pt x="4680720" y="134118"/>
                </a:lnTo>
                <a:lnTo>
                  <a:pt x="4684803" y="128062"/>
                </a:lnTo>
                <a:lnTo>
                  <a:pt x="4686299" y="120650"/>
                </a:lnTo>
                <a:lnTo>
                  <a:pt x="4684803" y="113237"/>
                </a:lnTo>
                <a:lnTo>
                  <a:pt x="4680720" y="107181"/>
                </a:lnTo>
                <a:lnTo>
                  <a:pt x="4674665" y="103097"/>
                </a:lnTo>
                <a:lnTo>
                  <a:pt x="4667249" y="101600"/>
                </a:lnTo>
                <a:close/>
              </a:path>
              <a:path w="6768465" h="243839">
                <a:moveTo>
                  <a:pt x="4819649" y="101600"/>
                </a:moveTo>
                <a:lnTo>
                  <a:pt x="4743449" y="101600"/>
                </a:lnTo>
                <a:lnTo>
                  <a:pt x="4736035" y="103097"/>
                </a:lnTo>
                <a:lnTo>
                  <a:pt x="4729979" y="107181"/>
                </a:lnTo>
                <a:lnTo>
                  <a:pt x="4725897" y="113237"/>
                </a:lnTo>
                <a:lnTo>
                  <a:pt x="4724399" y="120650"/>
                </a:lnTo>
                <a:lnTo>
                  <a:pt x="4725897" y="128062"/>
                </a:lnTo>
                <a:lnTo>
                  <a:pt x="4729979" y="134118"/>
                </a:lnTo>
                <a:lnTo>
                  <a:pt x="4736035" y="138202"/>
                </a:lnTo>
                <a:lnTo>
                  <a:pt x="4743449" y="139700"/>
                </a:lnTo>
                <a:lnTo>
                  <a:pt x="4819649" y="139700"/>
                </a:lnTo>
                <a:lnTo>
                  <a:pt x="4827065" y="138202"/>
                </a:lnTo>
                <a:lnTo>
                  <a:pt x="4833120" y="134118"/>
                </a:lnTo>
                <a:lnTo>
                  <a:pt x="4837203" y="128062"/>
                </a:lnTo>
                <a:lnTo>
                  <a:pt x="4838699" y="120650"/>
                </a:lnTo>
                <a:lnTo>
                  <a:pt x="4837203" y="113237"/>
                </a:lnTo>
                <a:lnTo>
                  <a:pt x="4833120" y="107181"/>
                </a:lnTo>
                <a:lnTo>
                  <a:pt x="4827065" y="103097"/>
                </a:lnTo>
                <a:lnTo>
                  <a:pt x="4819649" y="101600"/>
                </a:lnTo>
                <a:close/>
              </a:path>
              <a:path w="6768465" h="243839">
                <a:moveTo>
                  <a:pt x="4972049" y="101600"/>
                </a:moveTo>
                <a:lnTo>
                  <a:pt x="4895849" y="101600"/>
                </a:lnTo>
                <a:lnTo>
                  <a:pt x="4888435" y="103097"/>
                </a:lnTo>
                <a:lnTo>
                  <a:pt x="4882379" y="107181"/>
                </a:lnTo>
                <a:lnTo>
                  <a:pt x="4878297" y="113237"/>
                </a:lnTo>
                <a:lnTo>
                  <a:pt x="4876799" y="120650"/>
                </a:lnTo>
                <a:lnTo>
                  <a:pt x="4878297" y="128062"/>
                </a:lnTo>
                <a:lnTo>
                  <a:pt x="4882379" y="134118"/>
                </a:lnTo>
                <a:lnTo>
                  <a:pt x="4888435" y="138202"/>
                </a:lnTo>
                <a:lnTo>
                  <a:pt x="4895849" y="139700"/>
                </a:lnTo>
                <a:lnTo>
                  <a:pt x="4972049" y="139700"/>
                </a:lnTo>
                <a:lnTo>
                  <a:pt x="4979465" y="138202"/>
                </a:lnTo>
                <a:lnTo>
                  <a:pt x="4985520" y="134118"/>
                </a:lnTo>
                <a:lnTo>
                  <a:pt x="4989603" y="128062"/>
                </a:lnTo>
                <a:lnTo>
                  <a:pt x="4991099" y="120650"/>
                </a:lnTo>
                <a:lnTo>
                  <a:pt x="4989603" y="113237"/>
                </a:lnTo>
                <a:lnTo>
                  <a:pt x="4985520" y="107181"/>
                </a:lnTo>
                <a:lnTo>
                  <a:pt x="4979465" y="103097"/>
                </a:lnTo>
                <a:lnTo>
                  <a:pt x="4972049" y="101600"/>
                </a:lnTo>
                <a:close/>
              </a:path>
              <a:path w="6768465" h="243839">
                <a:moveTo>
                  <a:pt x="5124449" y="101600"/>
                </a:moveTo>
                <a:lnTo>
                  <a:pt x="5048249" y="101600"/>
                </a:lnTo>
                <a:lnTo>
                  <a:pt x="5040835" y="103097"/>
                </a:lnTo>
                <a:lnTo>
                  <a:pt x="5034779" y="107181"/>
                </a:lnTo>
                <a:lnTo>
                  <a:pt x="5030697" y="113237"/>
                </a:lnTo>
                <a:lnTo>
                  <a:pt x="5029199" y="120650"/>
                </a:lnTo>
                <a:lnTo>
                  <a:pt x="5030697" y="128062"/>
                </a:lnTo>
                <a:lnTo>
                  <a:pt x="5034779" y="134118"/>
                </a:lnTo>
                <a:lnTo>
                  <a:pt x="5040835" y="138202"/>
                </a:lnTo>
                <a:lnTo>
                  <a:pt x="5048249" y="139700"/>
                </a:lnTo>
                <a:lnTo>
                  <a:pt x="5124449" y="139700"/>
                </a:lnTo>
                <a:lnTo>
                  <a:pt x="5131865" y="138202"/>
                </a:lnTo>
                <a:lnTo>
                  <a:pt x="5137920" y="134118"/>
                </a:lnTo>
                <a:lnTo>
                  <a:pt x="5142003" y="128062"/>
                </a:lnTo>
                <a:lnTo>
                  <a:pt x="5143499" y="120650"/>
                </a:lnTo>
                <a:lnTo>
                  <a:pt x="5142003" y="113237"/>
                </a:lnTo>
                <a:lnTo>
                  <a:pt x="5137920" y="107181"/>
                </a:lnTo>
                <a:lnTo>
                  <a:pt x="5131865" y="103097"/>
                </a:lnTo>
                <a:lnTo>
                  <a:pt x="5124449" y="101600"/>
                </a:lnTo>
                <a:close/>
              </a:path>
              <a:path w="6768465" h="243839">
                <a:moveTo>
                  <a:pt x="5276849" y="101600"/>
                </a:moveTo>
                <a:lnTo>
                  <a:pt x="5200649" y="101600"/>
                </a:lnTo>
                <a:lnTo>
                  <a:pt x="5193235" y="103097"/>
                </a:lnTo>
                <a:lnTo>
                  <a:pt x="5187179" y="107181"/>
                </a:lnTo>
                <a:lnTo>
                  <a:pt x="5183097" y="113237"/>
                </a:lnTo>
                <a:lnTo>
                  <a:pt x="5181599" y="120650"/>
                </a:lnTo>
                <a:lnTo>
                  <a:pt x="5183097" y="128062"/>
                </a:lnTo>
                <a:lnTo>
                  <a:pt x="5187179" y="134118"/>
                </a:lnTo>
                <a:lnTo>
                  <a:pt x="5193235" y="138202"/>
                </a:lnTo>
                <a:lnTo>
                  <a:pt x="5200649" y="139700"/>
                </a:lnTo>
                <a:lnTo>
                  <a:pt x="5276849" y="139700"/>
                </a:lnTo>
                <a:lnTo>
                  <a:pt x="5284265" y="138202"/>
                </a:lnTo>
                <a:lnTo>
                  <a:pt x="5290320" y="134118"/>
                </a:lnTo>
                <a:lnTo>
                  <a:pt x="5294403" y="128062"/>
                </a:lnTo>
                <a:lnTo>
                  <a:pt x="5295899" y="120650"/>
                </a:lnTo>
                <a:lnTo>
                  <a:pt x="5294403" y="113237"/>
                </a:lnTo>
                <a:lnTo>
                  <a:pt x="5290320" y="107181"/>
                </a:lnTo>
                <a:lnTo>
                  <a:pt x="5284265" y="103097"/>
                </a:lnTo>
                <a:lnTo>
                  <a:pt x="5276849" y="101600"/>
                </a:lnTo>
                <a:close/>
              </a:path>
              <a:path w="6768465" h="243839">
                <a:moveTo>
                  <a:pt x="5429249" y="101600"/>
                </a:moveTo>
                <a:lnTo>
                  <a:pt x="5353049" y="101600"/>
                </a:lnTo>
                <a:lnTo>
                  <a:pt x="5345635" y="103097"/>
                </a:lnTo>
                <a:lnTo>
                  <a:pt x="5339579" y="107181"/>
                </a:lnTo>
                <a:lnTo>
                  <a:pt x="5335497" y="113237"/>
                </a:lnTo>
                <a:lnTo>
                  <a:pt x="5333999" y="120650"/>
                </a:lnTo>
                <a:lnTo>
                  <a:pt x="5335497" y="128062"/>
                </a:lnTo>
                <a:lnTo>
                  <a:pt x="5339579" y="134118"/>
                </a:lnTo>
                <a:lnTo>
                  <a:pt x="5345635" y="138202"/>
                </a:lnTo>
                <a:lnTo>
                  <a:pt x="5353049" y="139700"/>
                </a:lnTo>
                <a:lnTo>
                  <a:pt x="5429249" y="139700"/>
                </a:lnTo>
                <a:lnTo>
                  <a:pt x="5436665" y="138202"/>
                </a:lnTo>
                <a:lnTo>
                  <a:pt x="5442720" y="134118"/>
                </a:lnTo>
                <a:lnTo>
                  <a:pt x="5446803" y="128062"/>
                </a:lnTo>
                <a:lnTo>
                  <a:pt x="5448299" y="120650"/>
                </a:lnTo>
                <a:lnTo>
                  <a:pt x="5446803" y="113237"/>
                </a:lnTo>
                <a:lnTo>
                  <a:pt x="5442720" y="107181"/>
                </a:lnTo>
                <a:lnTo>
                  <a:pt x="5436665" y="103097"/>
                </a:lnTo>
                <a:lnTo>
                  <a:pt x="5429249" y="101600"/>
                </a:lnTo>
                <a:close/>
              </a:path>
              <a:path w="6768465" h="243839">
                <a:moveTo>
                  <a:pt x="5581649" y="101600"/>
                </a:moveTo>
                <a:lnTo>
                  <a:pt x="5505449" y="101600"/>
                </a:lnTo>
                <a:lnTo>
                  <a:pt x="5498035" y="103097"/>
                </a:lnTo>
                <a:lnTo>
                  <a:pt x="5491979" y="107181"/>
                </a:lnTo>
                <a:lnTo>
                  <a:pt x="5487897" y="113237"/>
                </a:lnTo>
                <a:lnTo>
                  <a:pt x="5486399" y="120650"/>
                </a:lnTo>
                <a:lnTo>
                  <a:pt x="5487897" y="128062"/>
                </a:lnTo>
                <a:lnTo>
                  <a:pt x="5491979" y="134118"/>
                </a:lnTo>
                <a:lnTo>
                  <a:pt x="5498035" y="138202"/>
                </a:lnTo>
                <a:lnTo>
                  <a:pt x="5505449" y="139700"/>
                </a:lnTo>
                <a:lnTo>
                  <a:pt x="5581649" y="139700"/>
                </a:lnTo>
                <a:lnTo>
                  <a:pt x="5589065" y="138202"/>
                </a:lnTo>
                <a:lnTo>
                  <a:pt x="5595120" y="134118"/>
                </a:lnTo>
                <a:lnTo>
                  <a:pt x="5599203" y="128062"/>
                </a:lnTo>
                <a:lnTo>
                  <a:pt x="5600699" y="120650"/>
                </a:lnTo>
                <a:lnTo>
                  <a:pt x="5599203" y="113237"/>
                </a:lnTo>
                <a:lnTo>
                  <a:pt x="5595120" y="107181"/>
                </a:lnTo>
                <a:lnTo>
                  <a:pt x="5589065" y="103097"/>
                </a:lnTo>
                <a:lnTo>
                  <a:pt x="5581649" y="101600"/>
                </a:lnTo>
                <a:close/>
              </a:path>
              <a:path w="6768465" h="243839">
                <a:moveTo>
                  <a:pt x="5734049" y="101600"/>
                </a:moveTo>
                <a:lnTo>
                  <a:pt x="5657849" y="101600"/>
                </a:lnTo>
                <a:lnTo>
                  <a:pt x="5650435" y="103097"/>
                </a:lnTo>
                <a:lnTo>
                  <a:pt x="5644379" y="107181"/>
                </a:lnTo>
                <a:lnTo>
                  <a:pt x="5640297" y="113237"/>
                </a:lnTo>
                <a:lnTo>
                  <a:pt x="5638799" y="120650"/>
                </a:lnTo>
                <a:lnTo>
                  <a:pt x="5640297" y="128062"/>
                </a:lnTo>
                <a:lnTo>
                  <a:pt x="5644379" y="134118"/>
                </a:lnTo>
                <a:lnTo>
                  <a:pt x="5650435" y="138202"/>
                </a:lnTo>
                <a:lnTo>
                  <a:pt x="5657849" y="139700"/>
                </a:lnTo>
                <a:lnTo>
                  <a:pt x="5734049" y="139700"/>
                </a:lnTo>
                <a:lnTo>
                  <a:pt x="5741465" y="138202"/>
                </a:lnTo>
                <a:lnTo>
                  <a:pt x="5747520" y="134118"/>
                </a:lnTo>
                <a:lnTo>
                  <a:pt x="5751603" y="128062"/>
                </a:lnTo>
                <a:lnTo>
                  <a:pt x="5753099" y="120650"/>
                </a:lnTo>
                <a:lnTo>
                  <a:pt x="5751603" y="113237"/>
                </a:lnTo>
                <a:lnTo>
                  <a:pt x="5747520" y="107181"/>
                </a:lnTo>
                <a:lnTo>
                  <a:pt x="5741465" y="103097"/>
                </a:lnTo>
                <a:lnTo>
                  <a:pt x="5734049" y="101600"/>
                </a:lnTo>
                <a:close/>
              </a:path>
              <a:path w="6768465" h="243839">
                <a:moveTo>
                  <a:pt x="5886449" y="101600"/>
                </a:moveTo>
                <a:lnTo>
                  <a:pt x="5810249" y="101600"/>
                </a:lnTo>
                <a:lnTo>
                  <a:pt x="5802835" y="103097"/>
                </a:lnTo>
                <a:lnTo>
                  <a:pt x="5796779" y="107181"/>
                </a:lnTo>
                <a:lnTo>
                  <a:pt x="5792697" y="113237"/>
                </a:lnTo>
                <a:lnTo>
                  <a:pt x="5791199" y="120650"/>
                </a:lnTo>
                <a:lnTo>
                  <a:pt x="5792697" y="128062"/>
                </a:lnTo>
                <a:lnTo>
                  <a:pt x="5796779" y="134118"/>
                </a:lnTo>
                <a:lnTo>
                  <a:pt x="5802835" y="138202"/>
                </a:lnTo>
                <a:lnTo>
                  <a:pt x="5810249" y="139700"/>
                </a:lnTo>
                <a:lnTo>
                  <a:pt x="5886449" y="139700"/>
                </a:lnTo>
                <a:lnTo>
                  <a:pt x="5893865" y="138202"/>
                </a:lnTo>
                <a:lnTo>
                  <a:pt x="5899920" y="134118"/>
                </a:lnTo>
                <a:lnTo>
                  <a:pt x="5904003" y="128062"/>
                </a:lnTo>
                <a:lnTo>
                  <a:pt x="5905499" y="120650"/>
                </a:lnTo>
                <a:lnTo>
                  <a:pt x="5904003" y="113237"/>
                </a:lnTo>
                <a:lnTo>
                  <a:pt x="5899920" y="107181"/>
                </a:lnTo>
                <a:lnTo>
                  <a:pt x="5893865" y="103097"/>
                </a:lnTo>
                <a:lnTo>
                  <a:pt x="5886449" y="101600"/>
                </a:lnTo>
                <a:close/>
              </a:path>
              <a:path w="6768465" h="243839">
                <a:moveTo>
                  <a:pt x="6038849" y="101600"/>
                </a:moveTo>
                <a:lnTo>
                  <a:pt x="5962649" y="101600"/>
                </a:lnTo>
                <a:lnTo>
                  <a:pt x="5955235" y="103097"/>
                </a:lnTo>
                <a:lnTo>
                  <a:pt x="5949179" y="107181"/>
                </a:lnTo>
                <a:lnTo>
                  <a:pt x="5945097" y="113237"/>
                </a:lnTo>
                <a:lnTo>
                  <a:pt x="5943599" y="120650"/>
                </a:lnTo>
                <a:lnTo>
                  <a:pt x="5945097" y="128062"/>
                </a:lnTo>
                <a:lnTo>
                  <a:pt x="5949179" y="134118"/>
                </a:lnTo>
                <a:lnTo>
                  <a:pt x="5955235" y="138202"/>
                </a:lnTo>
                <a:lnTo>
                  <a:pt x="5962649" y="139700"/>
                </a:lnTo>
                <a:lnTo>
                  <a:pt x="6038849" y="139700"/>
                </a:lnTo>
                <a:lnTo>
                  <a:pt x="6046265" y="138202"/>
                </a:lnTo>
                <a:lnTo>
                  <a:pt x="6052320" y="134118"/>
                </a:lnTo>
                <a:lnTo>
                  <a:pt x="6056403" y="128062"/>
                </a:lnTo>
                <a:lnTo>
                  <a:pt x="6057899" y="120650"/>
                </a:lnTo>
                <a:lnTo>
                  <a:pt x="6056403" y="113237"/>
                </a:lnTo>
                <a:lnTo>
                  <a:pt x="6052320" y="107181"/>
                </a:lnTo>
                <a:lnTo>
                  <a:pt x="6046265" y="103097"/>
                </a:lnTo>
                <a:lnTo>
                  <a:pt x="6038849" y="101600"/>
                </a:lnTo>
                <a:close/>
              </a:path>
              <a:path w="6768465" h="243839">
                <a:moveTo>
                  <a:pt x="6191249" y="101600"/>
                </a:moveTo>
                <a:lnTo>
                  <a:pt x="6115049" y="101600"/>
                </a:lnTo>
                <a:lnTo>
                  <a:pt x="6107635" y="103097"/>
                </a:lnTo>
                <a:lnTo>
                  <a:pt x="6101579" y="107181"/>
                </a:lnTo>
                <a:lnTo>
                  <a:pt x="6097497" y="113237"/>
                </a:lnTo>
                <a:lnTo>
                  <a:pt x="6095999" y="120650"/>
                </a:lnTo>
                <a:lnTo>
                  <a:pt x="6097497" y="128062"/>
                </a:lnTo>
                <a:lnTo>
                  <a:pt x="6101579" y="134118"/>
                </a:lnTo>
                <a:lnTo>
                  <a:pt x="6107635" y="138202"/>
                </a:lnTo>
                <a:lnTo>
                  <a:pt x="6115049" y="139700"/>
                </a:lnTo>
                <a:lnTo>
                  <a:pt x="6191249" y="139700"/>
                </a:lnTo>
                <a:lnTo>
                  <a:pt x="6198665" y="138202"/>
                </a:lnTo>
                <a:lnTo>
                  <a:pt x="6204720" y="134118"/>
                </a:lnTo>
                <a:lnTo>
                  <a:pt x="6208803" y="128062"/>
                </a:lnTo>
                <a:lnTo>
                  <a:pt x="6210299" y="120650"/>
                </a:lnTo>
                <a:lnTo>
                  <a:pt x="6208803" y="113237"/>
                </a:lnTo>
                <a:lnTo>
                  <a:pt x="6204720" y="107181"/>
                </a:lnTo>
                <a:lnTo>
                  <a:pt x="6198665" y="103097"/>
                </a:lnTo>
                <a:lnTo>
                  <a:pt x="6191249" y="101600"/>
                </a:lnTo>
                <a:close/>
              </a:path>
              <a:path w="6768465" h="243839">
                <a:moveTo>
                  <a:pt x="6343649" y="101600"/>
                </a:moveTo>
                <a:lnTo>
                  <a:pt x="6267449" y="101600"/>
                </a:lnTo>
                <a:lnTo>
                  <a:pt x="6260035" y="103097"/>
                </a:lnTo>
                <a:lnTo>
                  <a:pt x="6253979" y="107181"/>
                </a:lnTo>
                <a:lnTo>
                  <a:pt x="6249897" y="113237"/>
                </a:lnTo>
                <a:lnTo>
                  <a:pt x="6248399" y="120650"/>
                </a:lnTo>
                <a:lnTo>
                  <a:pt x="6249897" y="128062"/>
                </a:lnTo>
                <a:lnTo>
                  <a:pt x="6253979" y="134118"/>
                </a:lnTo>
                <a:lnTo>
                  <a:pt x="6260035" y="138202"/>
                </a:lnTo>
                <a:lnTo>
                  <a:pt x="6267449" y="139700"/>
                </a:lnTo>
                <a:lnTo>
                  <a:pt x="6343649" y="139700"/>
                </a:lnTo>
                <a:lnTo>
                  <a:pt x="6351065" y="138202"/>
                </a:lnTo>
                <a:lnTo>
                  <a:pt x="6357120" y="134118"/>
                </a:lnTo>
                <a:lnTo>
                  <a:pt x="6361203" y="128062"/>
                </a:lnTo>
                <a:lnTo>
                  <a:pt x="6362699" y="120650"/>
                </a:lnTo>
                <a:lnTo>
                  <a:pt x="6361203" y="113237"/>
                </a:lnTo>
                <a:lnTo>
                  <a:pt x="6357120" y="107181"/>
                </a:lnTo>
                <a:lnTo>
                  <a:pt x="6351065" y="103097"/>
                </a:lnTo>
                <a:lnTo>
                  <a:pt x="6343649" y="101600"/>
                </a:lnTo>
                <a:close/>
              </a:path>
              <a:path w="6768465" h="243839">
                <a:moveTo>
                  <a:pt x="6496049" y="101600"/>
                </a:moveTo>
                <a:lnTo>
                  <a:pt x="6419849" y="101600"/>
                </a:lnTo>
                <a:lnTo>
                  <a:pt x="6412435" y="103097"/>
                </a:lnTo>
                <a:lnTo>
                  <a:pt x="6406379" y="107181"/>
                </a:lnTo>
                <a:lnTo>
                  <a:pt x="6402297" y="113237"/>
                </a:lnTo>
                <a:lnTo>
                  <a:pt x="6400799" y="120650"/>
                </a:lnTo>
                <a:lnTo>
                  <a:pt x="6402297" y="128062"/>
                </a:lnTo>
                <a:lnTo>
                  <a:pt x="6406379" y="134118"/>
                </a:lnTo>
                <a:lnTo>
                  <a:pt x="6412435" y="138202"/>
                </a:lnTo>
                <a:lnTo>
                  <a:pt x="6419849" y="139700"/>
                </a:lnTo>
                <a:lnTo>
                  <a:pt x="6496049" y="139700"/>
                </a:lnTo>
                <a:lnTo>
                  <a:pt x="6503465" y="138202"/>
                </a:lnTo>
                <a:lnTo>
                  <a:pt x="6509520" y="134118"/>
                </a:lnTo>
                <a:lnTo>
                  <a:pt x="6513603" y="128062"/>
                </a:lnTo>
                <a:lnTo>
                  <a:pt x="6515100" y="120650"/>
                </a:lnTo>
                <a:lnTo>
                  <a:pt x="6513603" y="113237"/>
                </a:lnTo>
                <a:lnTo>
                  <a:pt x="6509520" y="107181"/>
                </a:lnTo>
                <a:lnTo>
                  <a:pt x="6503465" y="103097"/>
                </a:lnTo>
                <a:lnTo>
                  <a:pt x="6496049" y="10160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 name="object 3"/>
          <p:cNvSpPr txBox="1"/>
          <p:nvPr/>
        </p:nvSpPr>
        <p:spPr>
          <a:xfrm>
            <a:off x="2932626" y="1653461"/>
            <a:ext cx="999173" cy="375920"/>
          </a:xfrm>
          <a:prstGeom prst="rect">
            <a:avLst/>
          </a:prstGeom>
        </p:spPr>
        <p:txBody>
          <a:bodyPr vert="horz" wrap="square" lIns="0" tIns="54610" rIns="0" bIns="0" rtlCol="0">
            <a:spAutoFit/>
          </a:bodyPr>
          <a:lstStyle/>
          <a:p>
            <a:pPr algn="ctr">
              <a:spcBef>
                <a:spcPts val="430"/>
              </a:spcBef>
            </a:pPr>
            <a:r>
              <a:rPr sz="105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决策质量</a:t>
            </a:r>
            <a:endParaRPr sz="1050">
              <a:latin typeface="江城圆体 400W" panose="020B0800000000000000" pitchFamily="34" charset="-128"/>
              <a:ea typeface="江城圆体 400W" panose="020B0800000000000000" pitchFamily="34" charset="-128"/>
              <a:cs typeface="微软雅黑" panose="020B0503020204020204" charset="-122"/>
            </a:endParaRPr>
          </a:p>
          <a:p>
            <a:pPr algn="ctr">
              <a:spcBef>
                <a:spcPts val="290"/>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Quality of</a:t>
            </a:r>
            <a:r>
              <a:rPr sz="800" spc="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Decisions</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4" name="object 4"/>
          <p:cNvSpPr txBox="1"/>
          <p:nvPr/>
        </p:nvSpPr>
        <p:spPr>
          <a:xfrm>
            <a:off x="1726680" y="1708150"/>
            <a:ext cx="248920" cy="276860"/>
          </a:xfrm>
          <a:prstGeom prst="rect">
            <a:avLst/>
          </a:prstGeom>
        </p:spPr>
        <p:txBody>
          <a:bodyPr vert="horz" wrap="square" lIns="0" tIns="6350" rIns="0" bIns="0" rtlCol="0">
            <a:spAutoFit/>
          </a:bodyPr>
          <a:lstStyle/>
          <a:p>
            <a:pPr algn="ctr">
              <a:lnSpc>
                <a:spcPts val="1205"/>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差</a:t>
            </a:r>
            <a:endParaRPr sz="1050">
              <a:latin typeface="江城圆体 400W" panose="020B0800000000000000" pitchFamily="34" charset="-128"/>
              <a:ea typeface="江城圆体 400W" panose="020B0800000000000000" pitchFamily="34" charset="-128"/>
              <a:cs typeface="微软雅黑" panose="020B0503020204020204" charset="-122"/>
            </a:endParaRPr>
          </a:p>
          <a:p>
            <a:pPr algn="ctr">
              <a:lnSpc>
                <a:spcPts val="905"/>
              </a:lnSpc>
            </a:pPr>
            <a:r>
              <a:rPr sz="80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Poor</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5" name="object 5"/>
          <p:cNvSpPr txBox="1"/>
          <p:nvPr/>
        </p:nvSpPr>
        <p:spPr>
          <a:xfrm>
            <a:off x="5402338" y="1701800"/>
            <a:ext cx="415925" cy="283210"/>
          </a:xfrm>
          <a:prstGeom prst="rect">
            <a:avLst/>
          </a:prstGeom>
        </p:spPr>
        <p:txBody>
          <a:bodyPr vert="horz" wrap="square" lIns="0" tIns="6350" rIns="0" bIns="0" rtlCol="0">
            <a:spAutoFit/>
          </a:bodyPr>
          <a:lstStyle/>
          <a:p>
            <a:pPr algn="ctr">
              <a:lnSpc>
                <a:spcPts val="1230"/>
              </a:lnSpc>
              <a:spcBef>
                <a:spcPts val="50"/>
              </a:spcBef>
            </a:pPr>
            <a:r>
              <a:rPr sz="1050" spc="-1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最佳</a:t>
            </a:r>
            <a:endParaRPr sz="1050">
              <a:latin typeface="江城圆体 400W" panose="020B0800000000000000" pitchFamily="34" charset="-128"/>
              <a:ea typeface="江城圆体 400W" panose="020B0800000000000000" pitchFamily="34" charset="-128"/>
              <a:cs typeface="微软雅黑" panose="020B0503020204020204" charset="-122"/>
            </a:endParaRPr>
          </a:p>
          <a:p>
            <a:pPr algn="ctr">
              <a:lnSpc>
                <a:spcPts val="930"/>
              </a:lnSpc>
            </a:pPr>
            <a:r>
              <a:rPr sz="8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Optimal</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6" name="object 6"/>
          <p:cNvSpPr/>
          <p:nvPr/>
        </p:nvSpPr>
        <p:spPr>
          <a:xfrm>
            <a:off x="1612715" y="2070100"/>
            <a:ext cx="121920" cy="2836863"/>
          </a:xfrm>
          <a:custGeom>
            <a:avLst/>
            <a:gdLst/>
            <a:ahLst/>
            <a:cxnLst/>
            <a:rect l="l" t="t" r="r" b="b"/>
            <a:pathLst>
              <a:path w="243839" h="5673725">
                <a:moveTo>
                  <a:pt x="14220" y="5429760"/>
                </a:moveTo>
                <a:lnTo>
                  <a:pt x="12015" y="5430277"/>
                </a:lnTo>
                <a:lnTo>
                  <a:pt x="2898" y="5434815"/>
                </a:lnTo>
                <a:lnTo>
                  <a:pt x="0" y="5443456"/>
                </a:lnTo>
                <a:lnTo>
                  <a:pt x="110802" y="5666060"/>
                </a:lnTo>
                <a:lnTo>
                  <a:pt x="113056" y="5668323"/>
                </a:lnTo>
                <a:lnTo>
                  <a:pt x="122943" y="5673289"/>
                </a:lnTo>
                <a:lnTo>
                  <a:pt x="131594" y="5670423"/>
                </a:lnTo>
                <a:lnTo>
                  <a:pt x="242802" y="5449004"/>
                </a:lnTo>
                <a:lnTo>
                  <a:pt x="243326" y="5446801"/>
                </a:lnTo>
                <a:lnTo>
                  <a:pt x="243249" y="5442997"/>
                </a:lnTo>
                <a:lnTo>
                  <a:pt x="242481" y="5435785"/>
                </a:lnTo>
                <a:lnTo>
                  <a:pt x="236382" y="5430160"/>
                </a:lnTo>
                <a:lnTo>
                  <a:pt x="141707" y="5429986"/>
                </a:lnTo>
                <a:lnTo>
                  <a:pt x="103670" y="5429920"/>
                </a:lnTo>
                <a:lnTo>
                  <a:pt x="14220" y="5429760"/>
                </a:lnTo>
                <a:close/>
              </a:path>
              <a:path w="243839" h="5673725">
                <a:moveTo>
                  <a:pt x="122880" y="5333991"/>
                </a:moveTo>
                <a:lnTo>
                  <a:pt x="103670" y="5429920"/>
                </a:lnTo>
                <a:lnTo>
                  <a:pt x="141712" y="5429920"/>
                </a:lnTo>
                <a:lnTo>
                  <a:pt x="141758" y="5429275"/>
                </a:lnTo>
                <a:lnTo>
                  <a:pt x="141882" y="5353006"/>
                </a:lnTo>
                <a:lnTo>
                  <a:pt x="140412" y="5345657"/>
                </a:lnTo>
                <a:lnTo>
                  <a:pt x="136340" y="5339595"/>
                </a:lnTo>
                <a:lnTo>
                  <a:pt x="130292" y="5335501"/>
                </a:lnTo>
                <a:lnTo>
                  <a:pt x="122880" y="5333991"/>
                </a:lnTo>
                <a:close/>
              </a:path>
              <a:path w="243839" h="5673725">
                <a:moveTo>
                  <a:pt x="123154" y="5181591"/>
                </a:moveTo>
                <a:lnTo>
                  <a:pt x="103946" y="5276875"/>
                </a:lnTo>
                <a:lnTo>
                  <a:pt x="105416" y="5284225"/>
                </a:lnTo>
                <a:lnTo>
                  <a:pt x="109488" y="5290287"/>
                </a:lnTo>
                <a:lnTo>
                  <a:pt x="115536" y="5294380"/>
                </a:lnTo>
                <a:lnTo>
                  <a:pt x="122948" y="5295891"/>
                </a:lnTo>
                <a:lnTo>
                  <a:pt x="130366" y="5294407"/>
                </a:lnTo>
                <a:lnTo>
                  <a:pt x="136428" y="5290336"/>
                </a:lnTo>
                <a:lnTo>
                  <a:pt x="140522" y="5284288"/>
                </a:lnTo>
                <a:lnTo>
                  <a:pt x="142032" y="5276875"/>
                </a:lnTo>
                <a:lnTo>
                  <a:pt x="142156" y="5200606"/>
                </a:lnTo>
                <a:lnTo>
                  <a:pt x="140686" y="5193257"/>
                </a:lnTo>
                <a:lnTo>
                  <a:pt x="136614" y="5187195"/>
                </a:lnTo>
                <a:lnTo>
                  <a:pt x="130566" y="5183101"/>
                </a:lnTo>
                <a:lnTo>
                  <a:pt x="123154" y="5181591"/>
                </a:lnTo>
                <a:close/>
              </a:path>
              <a:path w="243839" h="5673725">
                <a:moveTo>
                  <a:pt x="123428" y="5029192"/>
                </a:moveTo>
                <a:lnTo>
                  <a:pt x="104220" y="5124475"/>
                </a:lnTo>
                <a:lnTo>
                  <a:pt x="105690" y="5131825"/>
                </a:lnTo>
                <a:lnTo>
                  <a:pt x="109762" y="5137888"/>
                </a:lnTo>
                <a:lnTo>
                  <a:pt x="115810" y="5141981"/>
                </a:lnTo>
                <a:lnTo>
                  <a:pt x="123223" y="5143491"/>
                </a:lnTo>
                <a:lnTo>
                  <a:pt x="130640" y="5142007"/>
                </a:lnTo>
                <a:lnTo>
                  <a:pt x="136703" y="5137936"/>
                </a:lnTo>
                <a:lnTo>
                  <a:pt x="140796" y="5131888"/>
                </a:lnTo>
                <a:lnTo>
                  <a:pt x="142307" y="5124475"/>
                </a:lnTo>
                <a:lnTo>
                  <a:pt x="142430" y="5048208"/>
                </a:lnTo>
                <a:lnTo>
                  <a:pt x="140960" y="5040858"/>
                </a:lnTo>
                <a:lnTo>
                  <a:pt x="136888" y="5034795"/>
                </a:lnTo>
                <a:lnTo>
                  <a:pt x="130840" y="5030702"/>
                </a:lnTo>
                <a:lnTo>
                  <a:pt x="123428" y="5029192"/>
                </a:lnTo>
                <a:close/>
              </a:path>
              <a:path w="243839" h="5673725">
                <a:moveTo>
                  <a:pt x="123701" y="4876792"/>
                </a:moveTo>
                <a:lnTo>
                  <a:pt x="104495" y="4972076"/>
                </a:lnTo>
                <a:lnTo>
                  <a:pt x="105965" y="4979425"/>
                </a:lnTo>
                <a:lnTo>
                  <a:pt x="110036" y="4985488"/>
                </a:lnTo>
                <a:lnTo>
                  <a:pt x="116084" y="4989581"/>
                </a:lnTo>
                <a:lnTo>
                  <a:pt x="123497" y="4991092"/>
                </a:lnTo>
                <a:lnTo>
                  <a:pt x="130914" y="4989608"/>
                </a:lnTo>
                <a:lnTo>
                  <a:pt x="136977" y="4985536"/>
                </a:lnTo>
                <a:lnTo>
                  <a:pt x="141071" y="4979488"/>
                </a:lnTo>
                <a:lnTo>
                  <a:pt x="142581" y="4972076"/>
                </a:lnTo>
                <a:lnTo>
                  <a:pt x="142703" y="4895808"/>
                </a:lnTo>
                <a:lnTo>
                  <a:pt x="141234" y="4888459"/>
                </a:lnTo>
                <a:lnTo>
                  <a:pt x="137162" y="4882396"/>
                </a:lnTo>
                <a:lnTo>
                  <a:pt x="131114" y="4878302"/>
                </a:lnTo>
                <a:lnTo>
                  <a:pt x="123701" y="4876792"/>
                </a:lnTo>
                <a:close/>
              </a:path>
              <a:path w="243839" h="5673725">
                <a:moveTo>
                  <a:pt x="123976" y="4724392"/>
                </a:moveTo>
                <a:lnTo>
                  <a:pt x="104768" y="4819676"/>
                </a:lnTo>
                <a:lnTo>
                  <a:pt x="106238" y="4827025"/>
                </a:lnTo>
                <a:lnTo>
                  <a:pt x="110310" y="4833088"/>
                </a:lnTo>
                <a:lnTo>
                  <a:pt x="116358" y="4837181"/>
                </a:lnTo>
                <a:lnTo>
                  <a:pt x="123770" y="4838692"/>
                </a:lnTo>
                <a:lnTo>
                  <a:pt x="131188" y="4837208"/>
                </a:lnTo>
                <a:lnTo>
                  <a:pt x="137251" y="4833136"/>
                </a:lnTo>
                <a:lnTo>
                  <a:pt x="141344" y="4827088"/>
                </a:lnTo>
                <a:lnTo>
                  <a:pt x="142854" y="4819676"/>
                </a:lnTo>
                <a:lnTo>
                  <a:pt x="142978" y="4743408"/>
                </a:lnTo>
                <a:lnTo>
                  <a:pt x="141508" y="4736059"/>
                </a:lnTo>
                <a:lnTo>
                  <a:pt x="137436" y="4729996"/>
                </a:lnTo>
                <a:lnTo>
                  <a:pt x="131388" y="4725902"/>
                </a:lnTo>
                <a:lnTo>
                  <a:pt x="123976" y="4724392"/>
                </a:lnTo>
                <a:close/>
              </a:path>
              <a:path w="243839" h="5673725">
                <a:moveTo>
                  <a:pt x="124250" y="4571992"/>
                </a:moveTo>
                <a:lnTo>
                  <a:pt x="105042" y="4667276"/>
                </a:lnTo>
                <a:lnTo>
                  <a:pt x="106512" y="4674625"/>
                </a:lnTo>
                <a:lnTo>
                  <a:pt x="110584" y="4680688"/>
                </a:lnTo>
                <a:lnTo>
                  <a:pt x="116632" y="4684781"/>
                </a:lnTo>
                <a:lnTo>
                  <a:pt x="124044" y="4686292"/>
                </a:lnTo>
                <a:lnTo>
                  <a:pt x="131462" y="4684808"/>
                </a:lnTo>
                <a:lnTo>
                  <a:pt x="137525" y="4680736"/>
                </a:lnTo>
                <a:lnTo>
                  <a:pt x="141618" y="4674688"/>
                </a:lnTo>
                <a:lnTo>
                  <a:pt x="143129" y="4667276"/>
                </a:lnTo>
                <a:lnTo>
                  <a:pt x="143252" y="4591008"/>
                </a:lnTo>
                <a:lnTo>
                  <a:pt x="141782" y="4583659"/>
                </a:lnTo>
                <a:lnTo>
                  <a:pt x="137711" y="4577596"/>
                </a:lnTo>
                <a:lnTo>
                  <a:pt x="131663" y="4573502"/>
                </a:lnTo>
                <a:lnTo>
                  <a:pt x="124250" y="4571992"/>
                </a:lnTo>
                <a:close/>
              </a:path>
              <a:path w="243839" h="5673725">
                <a:moveTo>
                  <a:pt x="124524" y="4419592"/>
                </a:moveTo>
                <a:lnTo>
                  <a:pt x="105317" y="4514876"/>
                </a:lnTo>
                <a:lnTo>
                  <a:pt x="106787" y="4522226"/>
                </a:lnTo>
                <a:lnTo>
                  <a:pt x="110858" y="4528288"/>
                </a:lnTo>
                <a:lnTo>
                  <a:pt x="116906" y="4532382"/>
                </a:lnTo>
                <a:lnTo>
                  <a:pt x="124319" y="4533892"/>
                </a:lnTo>
                <a:lnTo>
                  <a:pt x="131736" y="4532408"/>
                </a:lnTo>
                <a:lnTo>
                  <a:pt x="137799" y="4528337"/>
                </a:lnTo>
                <a:lnTo>
                  <a:pt x="141892" y="4522289"/>
                </a:lnTo>
                <a:lnTo>
                  <a:pt x="143403" y="4514876"/>
                </a:lnTo>
                <a:lnTo>
                  <a:pt x="143526" y="4438608"/>
                </a:lnTo>
                <a:lnTo>
                  <a:pt x="142056" y="4431259"/>
                </a:lnTo>
                <a:lnTo>
                  <a:pt x="137985" y="4425196"/>
                </a:lnTo>
                <a:lnTo>
                  <a:pt x="131937" y="4421102"/>
                </a:lnTo>
                <a:lnTo>
                  <a:pt x="124524" y="4419592"/>
                </a:lnTo>
                <a:close/>
              </a:path>
              <a:path w="243839" h="5673725">
                <a:moveTo>
                  <a:pt x="124799" y="4267193"/>
                </a:moveTo>
                <a:lnTo>
                  <a:pt x="105591" y="4362476"/>
                </a:lnTo>
                <a:lnTo>
                  <a:pt x="107061" y="4369826"/>
                </a:lnTo>
                <a:lnTo>
                  <a:pt x="111133" y="4375889"/>
                </a:lnTo>
                <a:lnTo>
                  <a:pt x="117181" y="4379982"/>
                </a:lnTo>
                <a:lnTo>
                  <a:pt x="124593" y="4381492"/>
                </a:lnTo>
                <a:lnTo>
                  <a:pt x="132011" y="4380008"/>
                </a:lnTo>
                <a:lnTo>
                  <a:pt x="138073" y="4375937"/>
                </a:lnTo>
                <a:lnTo>
                  <a:pt x="142167" y="4369889"/>
                </a:lnTo>
                <a:lnTo>
                  <a:pt x="143677" y="4362476"/>
                </a:lnTo>
                <a:lnTo>
                  <a:pt x="143801" y="4286209"/>
                </a:lnTo>
                <a:lnTo>
                  <a:pt x="142331" y="4278859"/>
                </a:lnTo>
                <a:lnTo>
                  <a:pt x="138259" y="4272796"/>
                </a:lnTo>
                <a:lnTo>
                  <a:pt x="132211" y="4268703"/>
                </a:lnTo>
                <a:lnTo>
                  <a:pt x="124799" y="4267193"/>
                </a:lnTo>
                <a:close/>
              </a:path>
              <a:path w="243839" h="5673725">
                <a:moveTo>
                  <a:pt x="125073" y="4114793"/>
                </a:moveTo>
                <a:lnTo>
                  <a:pt x="105865" y="4210077"/>
                </a:lnTo>
                <a:lnTo>
                  <a:pt x="107335" y="4217427"/>
                </a:lnTo>
                <a:lnTo>
                  <a:pt x="111407" y="4223489"/>
                </a:lnTo>
                <a:lnTo>
                  <a:pt x="117455" y="4227583"/>
                </a:lnTo>
                <a:lnTo>
                  <a:pt x="124867" y="4229093"/>
                </a:lnTo>
                <a:lnTo>
                  <a:pt x="132285" y="4227609"/>
                </a:lnTo>
                <a:lnTo>
                  <a:pt x="138347" y="4223538"/>
                </a:lnTo>
                <a:lnTo>
                  <a:pt x="142441" y="4217490"/>
                </a:lnTo>
                <a:lnTo>
                  <a:pt x="143951" y="4210077"/>
                </a:lnTo>
                <a:lnTo>
                  <a:pt x="144075" y="4133809"/>
                </a:lnTo>
                <a:lnTo>
                  <a:pt x="142605" y="4126459"/>
                </a:lnTo>
                <a:lnTo>
                  <a:pt x="138533" y="4120397"/>
                </a:lnTo>
                <a:lnTo>
                  <a:pt x="132485" y="4116303"/>
                </a:lnTo>
                <a:lnTo>
                  <a:pt x="125073" y="4114793"/>
                </a:lnTo>
                <a:close/>
              </a:path>
              <a:path w="243839" h="5673725">
                <a:moveTo>
                  <a:pt x="125347" y="3962393"/>
                </a:moveTo>
                <a:lnTo>
                  <a:pt x="106139" y="4057677"/>
                </a:lnTo>
                <a:lnTo>
                  <a:pt x="107609" y="4065027"/>
                </a:lnTo>
                <a:lnTo>
                  <a:pt x="111681" y="4071089"/>
                </a:lnTo>
                <a:lnTo>
                  <a:pt x="117729" y="4075183"/>
                </a:lnTo>
                <a:lnTo>
                  <a:pt x="125141" y="4076693"/>
                </a:lnTo>
                <a:lnTo>
                  <a:pt x="132559" y="4075209"/>
                </a:lnTo>
                <a:lnTo>
                  <a:pt x="138622" y="4071138"/>
                </a:lnTo>
                <a:lnTo>
                  <a:pt x="142715" y="4065090"/>
                </a:lnTo>
                <a:lnTo>
                  <a:pt x="144226" y="4057677"/>
                </a:lnTo>
                <a:lnTo>
                  <a:pt x="144349" y="3981409"/>
                </a:lnTo>
                <a:lnTo>
                  <a:pt x="142879" y="3974060"/>
                </a:lnTo>
                <a:lnTo>
                  <a:pt x="138807" y="3967997"/>
                </a:lnTo>
                <a:lnTo>
                  <a:pt x="132760" y="3963904"/>
                </a:lnTo>
                <a:lnTo>
                  <a:pt x="125347" y="3962393"/>
                </a:lnTo>
                <a:close/>
              </a:path>
              <a:path w="243839" h="5673725">
                <a:moveTo>
                  <a:pt x="125622" y="3809993"/>
                </a:moveTo>
                <a:lnTo>
                  <a:pt x="106414" y="3905277"/>
                </a:lnTo>
                <a:lnTo>
                  <a:pt x="107884" y="3912627"/>
                </a:lnTo>
                <a:lnTo>
                  <a:pt x="111956" y="3918689"/>
                </a:lnTo>
                <a:lnTo>
                  <a:pt x="118004" y="3922783"/>
                </a:lnTo>
                <a:lnTo>
                  <a:pt x="125416" y="3924293"/>
                </a:lnTo>
                <a:lnTo>
                  <a:pt x="132833" y="3922809"/>
                </a:lnTo>
                <a:lnTo>
                  <a:pt x="138896" y="3918738"/>
                </a:lnTo>
                <a:lnTo>
                  <a:pt x="142990" y="3912690"/>
                </a:lnTo>
                <a:lnTo>
                  <a:pt x="144500" y="3905277"/>
                </a:lnTo>
                <a:lnTo>
                  <a:pt x="144624" y="3829009"/>
                </a:lnTo>
                <a:lnTo>
                  <a:pt x="143154" y="3821660"/>
                </a:lnTo>
                <a:lnTo>
                  <a:pt x="139082" y="3815597"/>
                </a:lnTo>
                <a:lnTo>
                  <a:pt x="133034" y="3811504"/>
                </a:lnTo>
                <a:lnTo>
                  <a:pt x="125622" y="3809993"/>
                </a:lnTo>
                <a:close/>
              </a:path>
              <a:path w="243839" h="5673725">
                <a:moveTo>
                  <a:pt x="125896" y="3657593"/>
                </a:moveTo>
                <a:lnTo>
                  <a:pt x="106688" y="3752877"/>
                </a:lnTo>
                <a:lnTo>
                  <a:pt x="108158" y="3760227"/>
                </a:lnTo>
                <a:lnTo>
                  <a:pt x="112229" y="3766290"/>
                </a:lnTo>
                <a:lnTo>
                  <a:pt x="118277" y="3770383"/>
                </a:lnTo>
                <a:lnTo>
                  <a:pt x="125690" y="3771893"/>
                </a:lnTo>
                <a:lnTo>
                  <a:pt x="133108" y="3770409"/>
                </a:lnTo>
                <a:lnTo>
                  <a:pt x="139170" y="3766338"/>
                </a:lnTo>
                <a:lnTo>
                  <a:pt x="143264" y="3760290"/>
                </a:lnTo>
                <a:lnTo>
                  <a:pt x="144774" y="3752877"/>
                </a:lnTo>
                <a:lnTo>
                  <a:pt x="144898" y="3676609"/>
                </a:lnTo>
                <a:lnTo>
                  <a:pt x="143427" y="3669260"/>
                </a:lnTo>
                <a:lnTo>
                  <a:pt x="139356" y="3663197"/>
                </a:lnTo>
                <a:lnTo>
                  <a:pt x="133308" y="3659104"/>
                </a:lnTo>
                <a:lnTo>
                  <a:pt x="125896" y="3657593"/>
                </a:lnTo>
                <a:close/>
              </a:path>
              <a:path w="243839" h="5673725">
                <a:moveTo>
                  <a:pt x="126169" y="3505194"/>
                </a:moveTo>
                <a:lnTo>
                  <a:pt x="106962" y="3600477"/>
                </a:lnTo>
                <a:lnTo>
                  <a:pt x="108432" y="3607827"/>
                </a:lnTo>
                <a:lnTo>
                  <a:pt x="112504" y="3613890"/>
                </a:lnTo>
                <a:lnTo>
                  <a:pt x="118552" y="3617983"/>
                </a:lnTo>
                <a:lnTo>
                  <a:pt x="125964" y="3619493"/>
                </a:lnTo>
                <a:lnTo>
                  <a:pt x="133382" y="3618010"/>
                </a:lnTo>
                <a:lnTo>
                  <a:pt x="139445" y="3613938"/>
                </a:lnTo>
                <a:lnTo>
                  <a:pt x="143538" y="3607890"/>
                </a:lnTo>
                <a:lnTo>
                  <a:pt x="145049" y="3600477"/>
                </a:lnTo>
                <a:lnTo>
                  <a:pt x="145171" y="3524210"/>
                </a:lnTo>
                <a:lnTo>
                  <a:pt x="143701" y="3516860"/>
                </a:lnTo>
                <a:lnTo>
                  <a:pt x="139630" y="3510798"/>
                </a:lnTo>
                <a:lnTo>
                  <a:pt x="133582" y="3506704"/>
                </a:lnTo>
                <a:lnTo>
                  <a:pt x="126169" y="3505194"/>
                </a:lnTo>
                <a:close/>
              </a:path>
              <a:path w="243839" h="5673725">
                <a:moveTo>
                  <a:pt x="126443" y="3352794"/>
                </a:moveTo>
                <a:lnTo>
                  <a:pt x="107236" y="3448079"/>
                </a:lnTo>
                <a:lnTo>
                  <a:pt x="108706" y="3455428"/>
                </a:lnTo>
                <a:lnTo>
                  <a:pt x="112778" y="3461490"/>
                </a:lnTo>
                <a:lnTo>
                  <a:pt x="118825" y="3465584"/>
                </a:lnTo>
                <a:lnTo>
                  <a:pt x="126238" y="3467094"/>
                </a:lnTo>
                <a:lnTo>
                  <a:pt x="133656" y="3465611"/>
                </a:lnTo>
                <a:lnTo>
                  <a:pt x="139719" y="3461539"/>
                </a:lnTo>
                <a:lnTo>
                  <a:pt x="143812" y="3455491"/>
                </a:lnTo>
                <a:lnTo>
                  <a:pt x="145322" y="3448079"/>
                </a:lnTo>
                <a:lnTo>
                  <a:pt x="145445" y="3371810"/>
                </a:lnTo>
                <a:lnTo>
                  <a:pt x="143975" y="3364461"/>
                </a:lnTo>
                <a:lnTo>
                  <a:pt x="139904" y="3358398"/>
                </a:lnTo>
                <a:lnTo>
                  <a:pt x="133856" y="3354305"/>
                </a:lnTo>
                <a:lnTo>
                  <a:pt x="126443" y="3352794"/>
                </a:lnTo>
                <a:close/>
              </a:path>
              <a:path w="243839" h="5673725">
                <a:moveTo>
                  <a:pt x="126718" y="3200394"/>
                </a:moveTo>
                <a:lnTo>
                  <a:pt x="107510" y="3295679"/>
                </a:lnTo>
                <a:lnTo>
                  <a:pt x="108980" y="3303028"/>
                </a:lnTo>
                <a:lnTo>
                  <a:pt x="113052" y="3309090"/>
                </a:lnTo>
                <a:lnTo>
                  <a:pt x="119100" y="3313184"/>
                </a:lnTo>
                <a:lnTo>
                  <a:pt x="126512" y="3314694"/>
                </a:lnTo>
                <a:lnTo>
                  <a:pt x="133930" y="3313211"/>
                </a:lnTo>
                <a:lnTo>
                  <a:pt x="139993" y="3309139"/>
                </a:lnTo>
                <a:lnTo>
                  <a:pt x="144086" y="3303091"/>
                </a:lnTo>
                <a:lnTo>
                  <a:pt x="145596" y="3295679"/>
                </a:lnTo>
                <a:lnTo>
                  <a:pt x="145720" y="3219410"/>
                </a:lnTo>
                <a:lnTo>
                  <a:pt x="144250" y="3212061"/>
                </a:lnTo>
                <a:lnTo>
                  <a:pt x="140178" y="3205998"/>
                </a:lnTo>
                <a:lnTo>
                  <a:pt x="134130" y="3201905"/>
                </a:lnTo>
                <a:lnTo>
                  <a:pt x="126718" y="3200394"/>
                </a:lnTo>
                <a:close/>
              </a:path>
              <a:path w="243839" h="5673725">
                <a:moveTo>
                  <a:pt x="126992" y="3047994"/>
                </a:moveTo>
                <a:lnTo>
                  <a:pt x="107784" y="3143279"/>
                </a:lnTo>
                <a:lnTo>
                  <a:pt x="109254" y="3150628"/>
                </a:lnTo>
                <a:lnTo>
                  <a:pt x="113326" y="3156690"/>
                </a:lnTo>
                <a:lnTo>
                  <a:pt x="119374" y="3160784"/>
                </a:lnTo>
                <a:lnTo>
                  <a:pt x="126786" y="3162294"/>
                </a:lnTo>
                <a:lnTo>
                  <a:pt x="134204" y="3160811"/>
                </a:lnTo>
                <a:lnTo>
                  <a:pt x="140266" y="3156739"/>
                </a:lnTo>
                <a:lnTo>
                  <a:pt x="144360" y="3150691"/>
                </a:lnTo>
                <a:lnTo>
                  <a:pt x="145870" y="3143279"/>
                </a:lnTo>
                <a:lnTo>
                  <a:pt x="145994" y="3067010"/>
                </a:lnTo>
                <a:lnTo>
                  <a:pt x="144524" y="3059661"/>
                </a:lnTo>
                <a:lnTo>
                  <a:pt x="140452" y="3053598"/>
                </a:lnTo>
                <a:lnTo>
                  <a:pt x="134404" y="3049505"/>
                </a:lnTo>
                <a:lnTo>
                  <a:pt x="126992" y="3047994"/>
                </a:lnTo>
                <a:close/>
              </a:path>
              <a:path w="243839" h="5673725">
                <a:moveTo>
                  <a:pt x="127266" y="2895594"/>
                </a:moveTo>
                <a:lnTo>
                  <a:pt x="108058" y="2990879"/>
                </a:lnTo>
                <a:lnTo>
                  <a:pt x="109528" y="2998228"/>
                </a:lnTo>
                <a:lnTo>
                  <a:pt x="113600" y="3004290"/>
                </a:lnTo>
                <a:lnTo>
                  <a:pt x="119648" y="3008384"/>
                </a:lnTo>
                <a:lnTo>
                  <a:pt x="127060" y="3009894"/>
                </a:lnTo>
                <a:lnTo>
                  <a:pt x="134478" y="3008411"/>
                </a:lnTo>
                <a:lnTo>
                  <a:pt x="140541" y="3004339"/>
                </a:lnTo>
                <a:lnTo>
                  <a:pt x="144634" y="2998291"/>
                </a:lnTo>
                <a:lnTo>
                  <a:pt x="146145" y="2990879"/>
                </a:lnTo>
                <a:lnTo>
                  <a:pt x="146268" y="2914610"/>
                </a:lnTo>
                <a:lnTo>
                  <a:pt x="144798" y="2907261"/>
                </a:lnTo>
                <a:lnTo>
                  <a:pt x="140726" y="2901198"/>
                </a:lnTo>
                <a:lnTo>
                  <a:pt x="134678" y="2897105"/>
                </a:lnTo>
                <a:lnTo>
                  <a:pt x="127266" y="2895594"/>
                </a:lnTo>
                <a:close/>
              </a:path>
              <a:path w="243839" h="5673725">
                <a:moveTo>
                  <a:pt x="127541" y="2743196"/>
                </a:moveTo>
                <a:lnTo>
                  <a:pt x="108333" y="2838479"/>
                </a:lnTo>
                <a:lnTo>
                  <a:pt x="109803" y="2845828"/>
                </a:lnTo>
                <a:lnTo>
                  <a:pt x="113875" y="2851891"/>
                </a:lnTo>
                <a:lnTo>
                  <a:pt x="119922" y="2855984"/>
                </a:lnTo>
                <a:lnTo>
                  <a:pt x="127335" y="2857494"/>
                </a:lnTo>
                <a:lnTo>
                  <a:pt x="134752" y="2856011"/>
                </a:lnTo>
                <a:lnTo>
                  <a:pt x="140815" y="2851939"/>
                </a:lnTo>
                <a:lnTo>
                  <a:pt x="144909" y="2845892"/>
                </a:lnTo>
                <a:lnTo>
                  <a:pt x="146419" y="2838479"/>
                </a:lnTo>
                <a:lnTo>
                  <a:pt x="146543" y="2762211"/>
                </a:lnTo>
                <a:lnTo>
                  <a:pt x="145073" y="2754861"/>
                </a:lnTo>
                <a:lnTo>
                  <a:pt x="141001" y="2748799"/>
                </a:lnTo>
                <a:lnTo>
                  <a:pt x="134953" y="2744705"/>
                </a:lnTo>
                <a:lnTo>
                  <a:pt x="127541" y="2743196"/>
                </a:lnTo>
                <a:close/>
              </a:path>
              <a:path w="243839" h="5673725">
                <a:moveTo>
                  <a:pt x="127815" y="2590796"/>
                </a:moveTo>
                <a:lnTo>
                  <a:pt x="108607" y="2686080"/>
                </a:lnTo>
                <a:lnTo>
                  <a:pt x="110077" y="2693429"/>
                </a:lnTo>
                <a:lnTo>
                  <a:pt x="114149" y="2699492"/>
                </a:lnTo>
                <a:lnTo>
                  <a:pt x="120197" y="2703585"/>
                </a:lnTo>
                <a:lnTo>
                  <a:pt x="127609" y="2705096"/>
                </a:lnTo>
                <a:lnTo>
                  <a:pt x="135027" y="2703611"/>
                </a:lnTo>
                <a:lnTo>
                  <a:pt x="141089" y="2699540"/>
                </a:lnTo>
                <a:lnTo>
                  <a:pt x="145183" y="2693492"/>
                </a:lnTo>
                <a:lnTo>
                  <a:pt x="146693" y="2686080"/>
                </a:lnTo>
                <a:lnTo>
                  <a:pt x="146817" y="2609811"/>
                </a:lnTo>
                <a:lnTo>
                  <a:pt x="145347" y="2602462"/>
                </a:lnTo>
                <a:lnTo>
                  <a:pt x="141275" y="2596399"/>
                </a:lnTo>
                <a:lnTo>
                  <a:pt x="135227" y="2592306"/>
                </a:lnTo>
                <a:lnTo>
                  <a:pt x="127815" y="2590796"/>
                </a:lnTo>
                <a:close/>
              </a:path>
              <a:path w="243839" h="5673725">
                <a:moveTo>
                  <a:pt x="128089" y="2438396"/>
                </a:moveTo>
                <a:lnTo>
                  <a:pt x="108881" y="2533680"/>
                </a:lnTo>
                <a:lnTo>
                  <a:pt x="110351" y="2541029"/>
                </a:lnTo>
                <a:lnTo>
                  <a:pt x="114423" y="2547092"/>
                </a:lnTo>
                <a:lnTo>
                  <a:pt x="120471" y="2551185"/>
                </a:lnTo>
                <a:lnTo>
                  <a:pt x="127883" y="2552696"/>
                </a:lnTo>
                <a:lnTo>
                  <a:pt x="135301" y="2551212"/>
                </a:lnTo>
                <a:lnTo>
                  <a:pt x="141364" y="2547140"/>
                </a:lnTo>
                <a:lnTo>
                  <a:pt x="145457" y="2541092"/>
                </a:lnTo>
                <a:lnTo>
                  <a:pt x="146968" y="2533680"/>
                </a:lnTo>
                <a:lnTo>
                  <a:pt x="147091" y="2457411"/>
                </a:lnTo>
                <a:lnTo>
                  <a:pt x="145621" y="2450062"/>
                </a:lnTo>
                <a:lnTo>
                  <a:pt x="141549" y="2444000"/>
                </a:lnTo>
                <a:lnTo>
                  <a:pt x="135501" y="2439906"/>
                </a:lnTo>
                <a:lnTo>
                  <a:pt x="128089" y="2438396"/>
                </a:lnTo>
                <a:close/>
              </a:path>
              <a:path w="243839" h="5673725">
                <a:moveTo>
                  <a:pt x="128363" y="2285996"/>
                </a:moveTo>
                <a:lnTo>
                  <a:pt x="109156" y="2381280"/>
                </a:lnTo>
                <a:lnTo>
                  <a:pt x="110626" y="2388629"/>
                </a:lnTo>
                <a:lnTo>
                  <a:pt x="114697" y="2394692"/>
                </a:lnTo>
                <a:lnTo>
                  <a:pt x="120745" y="2398785"/>
                </a:lnTo>
                <a:lnTo>
                  <a:pt x="128158" y="2400296"/>
                </a:lnTo>
                <a:lnTo>
                  <a:pt x="135575" y="2398812"/>
                </a:lnTo>
                <a:lnTo>
                  <a:pt x="141638" y="2394740"/>
                </a:lnTo>
                <a:lnTo>
                  <a:pt x="145732" y="2388692"/>
                </a:lnTo>
                <a:lnTo>
                  <a:pt x="147242" y="2381280"/>
                </a:lnTo>
                <a:lnTo>
                  <a:pt x="147365" y="2305011"/>
                </a:lnTo>
                <a:lnTo>
                  <a:pt x="145895" y="2297662"/>
                </a:lnTo>
                <a:lnTo>
                  <a:pt x="141824" y="2291600"/>
                </a:lnTo>
                <a:lnTo>
                  <a:pt x="135776" y="2287506"/>
                </a:lnTo>
                <a:lnTo>
                  <a:pt x="128363" y="2285996"/>
                </a:lnTo>
                <a:close/>
              </a:path>
              <a:path w="243839" h="5673725">
                <a:moveTo>
                  <a:pt x="128638" y="2133596"/>
                </a:moveTo>
                <a:lnTo>
                  <a:pt x="109430" y="2228880"/>
                </a:lnTo>
                <a:lnTo>
                  <a:pt x="110900" y="2236229"/>
                </a:lnTo>
                <a:lnTo>
                  <a:pt x="114971" y="2242292"/>
                </a:lnTo>
                <a:lnTo>
                  <a:pt x="121019" y="2246385"/>
                </a:lnTo>
                <a:lnTo>
                  <a:pt x="128432" y="2247896"/>
                </a:lnTo>
                <a:lnTo>
                  <a:pt x="135850" y="2246412"/>
                </a:lnTo>
                <a:lnTo>
                  <a:pt x="141912" y="2242340"/>
                </a:lnTo>
                <a:lnTo>
                  <a:pt x="146006" y="2236292"/>
                </a:lnTo>
                <a:lnTo>
                  <a:pt x="147516" y="2228880"/>
                </a:lnTo>
                <a:lnTo>
                  <a:pt x="147639" y="2152611"/>
                </a:lnTo>
                <a:lnTo>
                  <a:pt x="146169" y="2145262"/>
                </a:lnTo>
                <a:lnTo>
                  <a:pt x="142097" y="2139200"/>
                </a:lnTo>
                <a:lnTo>
                  <a:pt x="136050" y="2135106"/>
                </a:lnTo>
                <a:lnTo>
                  <a:pt x="128638" y="2133596"/>
                </a:lnTo>
                <a:close/>
              </a:path>
              <a:path w="243839" h="5673725">
                <a:moveTo>
                  <a:pt x="128911" y="1981196"/>
                </a:moveTo>
                <a:lnTo>
                  <a:pt x="109703" y="2076480"/>
                </a:lnTo>
                <a:lnTo>
                  <a:pt x="111174" y="2083830"/>
                </a:lnTo>
                <a:lnTo>
                  <a:pt x="115245" y="2089892"/>
                </a:lnTo>
                <a:lnTo>
                  <a:pt x="121293" y="2093985"/>
                </a:lnTo>
                <a:lnTo>
                  <a:pt x="128705" y="2095496"/>
                </a:lnTo>
                <a:lnTo>
                  <a:pt x="136123" y="2094012"/>
                </a:lnTo>
                <a:lnTo>
                  <a:pt x="142186" y="2089941"/>
                </a:lnTo>
                <a:lnTo>
                  <a:pt x="146280" y="2083893"/>
                </a:lnTo>
                <a:lnTo>
                  <a:pt x="147789" y="2076480"/>
                </a:lnTo>
                <a:lnTo>
                  <a:pt x="147913" y="2000211"/>
                </a:lnTo>
                <a:lnTo>
                  <a:pt x="146443" y="1992862"/>
                </a:lnTo>
                <a:lnTo>
                  <a:pt x="142372" y="1986800"/>
                </a:lnTo>
                <a:lnTo>
                  <a:pt x="136324" y="1982706"/>
                </a:lnTo>
                <a:lnTo>
                  <a:pt x="128911" y="1981196"/>
                </a:lnTo>
                <a:close/>
              </a:path>
              <a:path w="243839" h="5673725">
                <a:moveTo>
                  <a:pt x="129185" y="1828797"/>
                </a:moveTo>
                <a:lnTo>
                  <a:pt x="109977" y="1924081"/>
                </a:lnTo>
                <a:lnTo>
                  <a:pt x="111447" y="1931430"/>
                </a:lnTo>
                <a:lnTo>
                  <a:pt x="115519" y="1937493"/>
                </a:lnTo>
                <a:lnTo>
                  <a:pt x="121567" y="1941586"/>
                </a:lnTo>
                <a:lnTo>
                  <a:pt x="128979" y="1943097"/>
                </a:lnTo>
                <a:lnTo>
                  <a:pt x="136398" y="1941613"/>
                </a:lnTo>
                <a:lnTo>
                  <a:pt x="142460" y="1937541"/>
                </a:lnTo>
                <a:lnTo>
                  <a:pt x="146553" y="1931493"/>
                </a:lnTo>
                <a:lnTo>
                  <a:pt x="148064" y="1924081"/>
                </a:lnTo>
                <a:lnTo>
                  <a:pt x="148187" y="1847813"/>
                </a:lnTo>
                <a:lnTo>
                  <a:pt x="146717" y="1840463"/>
                </a:lnTo>
                <a:lnTo>
                  <a:pt x="142646" y="1834401"/>
                </a:lnTo>
                <a:lnTo>
                  <a:pt x="136598" y="1830307"/>
                </a:lnTo>
                <a:lnTo>
                  <a:pt x="129185" y="1828797"/>
                </a:lnTo>
                <a:close/>
              </a:path>
              <a:path w="243839" h="5673725">
                <a:moveTo>
                  <a:pt x="129459" y="1676397"/>
                </a:moveTo>
                <a:lnTo>
                  <a:pt x="110252" y="1771681"/>
                </a:lnTo>
                <a:lnTo>
                  <a:pt x="111722" y="1779030"/>
                </a:lnTo>
                <a:lnTo>
                  <a:pt x="115793" y="1785093"/>
                </a:lnTo>
                <a:lnTo>
                  <a:pt x="121841" y="1789186"/>
                </a:lnTo>
                <a:lnTo>
                  <a:pt x="129254" y="1790697"/>
                </a:lnTo>
                <a:lnTo>
                  <a:pt x="136672" y="1789213"/>
                </a:lnTo>
                <a:lnTo>
                  <a:pt x="142734" y="1785142"/>
                </a:lnTo>
                <a:lnTo>
                  <a:pt x="146828" y="1779094"/>
                </a:lnTo>
                <a:lnTo>
                  <a:pt x="148338" y="1771681"/>
                </a:lnTo>
                <a:lnTo>
                  <a:pt x="148461" y="1695413"/>
                </a:lnTo>
                <a:lnTo>
                  <a:pt x="146992" y="1688064"/>
                </a:lnTo>
                <a:lnTo>
                  <a:pt x="142920" y="1682001"/>
                </a:lnTo>
                <a:lnTo>
                  <a:pt x="136872" y="1677907"/>
                </a:lnTo>
                <a:lnTo>
                  <a:pt x="129459" y="1676397"/>
                </a:lnTo>
                <a:close/>
              </a:path>
              <a:path w="243839" h="5673725">
                <a:moveTo>
                  <a:pt x="129734" y="1523997"/>
                </a:moveTo>
                <a:lnTo>
                  <a:pt x="110526" y="1619281"/>
                </a:lnTo>
                <a:lnTo>
                  <a:pt x="111996" y="1626630"/>
                </a:lnTo>
                <a:lnTo>
                  <a:pt x="116068" y="1632693"/>
                </a:lnTo>
                <a:lnTo>
                  <a:pt x="122116" y="1636786"/>
                </a:lnTo>
                <a:lnTo>
                  <a:pt x="129528" y="1638297"/>
                </a:lnTo>
                <a:lnTo>
                  <a:pt x="136946" y="1636813"/>
                </a:lnTo>
                <a:lnTo>
                  <a:pt x="143008" y="1632742"/>
                </a:lnTo>
                <a:lnTo>
                  <a:pt x="147102" y="1626694"/>
                </a:lnTo>
                <a:lnTo>
                  <a:pt x="148612" y="1619281"/>
                </a:lnTo>
                <a:lnTo>
                  <a:pt x="148736" y="1543013"/>
                </a:lnTo>
                <a:lnTo>
                  <a:pt x="147266" y="1535664"/>
                </a:lnTo>
                <a:lnTo>
                  <a:pt x="143194" y="1529601"/>
                </a:lnTo>
                <a:lnTo>
                  <a:pt x="137146" y="1525507"/>
                </a:lnTo>
                <a:lnTo>
                  <a:pt x="129734" y="1523997"/>
                </a:lnTo>
                <a:close/>
              </a:path>
              <a:path w="243839" h="5673725">
                <a:moveTo>
                  <a:pt x="130008" y="1371600"/>
                </a:moveTo>
                <a:lnTo>
                  <a:pt x="110800" y="1466881"/>
                </a:lnTo>
                <a:lnTo>
                  <a:pt x="112270" y="1474230"/>
                </a:lnTo>
                <a:lnTo>
                  <a:pt x="116342" y="1480293"/>
                </a:lnTo>
                <a:lnTo>
                  <a:pt x="122390" y="1484386"/>
                </a:lnTo>
                <a:lnTo>
                  <a:pt x="129802" y="1485897"/>
                </a:lnTo>
                <a:lnTo>
                  <a:pt x="137220" y="1484413"/>
                </a:lnTo>
                <a:lnTo>
                  <a:pt x="143283" y="1480342"/>
                </a:lnTo>
                <a:lnTo>
                  <a:pt x="147376" y="1474294"/>
                </a:lnTo>
                <a:lnTo>
                  <a:pt x="148887" y="1466881"/>
                </a:lnTo>
                <a:lnTo>
                  <a:pt x="149009" y="1390611"/>
                </a:lnTo>
                <a:lnTo>
                  <a:pt x="147540" y="1383265"/>
                </a:lnTo>
                <a:lnTo>
                  <a:pt x="143468" y="1377200"/>
                </a:lnTo>
                <a:lnTo>
                  <a:pt x="137420" y="1373107"/>
                </a:lnTo>
                <a:lnTo>
                  <a:pt x="130008" y="1371600"/>
                </a:lnTo>
                <a:close/>
              </a:path>
              <a:path w="243839" h="5673725">
                <a:moveTo>
                  <a:pt x="130282" y="1219200"/>
                </a:moveTo>
                <a:lnTo>
                  <a:pt x="111076" y="1314488"/>
                </a:lnTo>
                <a:lnTo>
                  <a:pt x="112545" y="1321832"/>
                </a:lnTo>
                <a:lnTo>
                  <a:pt x="116616" y="1327894"/>
                </a:lnTo>
                <a:lnTo>
                  <a:pt x="122664" y="1331987"/>
                </a:lnTo>
                <a:lnTo>
                  <a:pt x="130077" y="1333500"/>
                </a:lnTo>
                <a:lnTo>
                  <a:pt x="137494" y="1332013"/>
                </a:lnTo>
                <a:lnTo>
                  <a:pt x="143557" y="1327942"/>
                </a:lnTo>
                <a:lnTo>
                  <a:pt x="147651" y="1321896"/>
                </a:lnTo>
                <a:lnTo>
                  <a:pt x="149161" y="1314488"/>
                </a:lnTo>
                <a:lnTo>
                  <a:pt x="149283" y="1238211"/>
                </a:lnTo>
                <a:lnTo>
                  <a:pt x="147814" y="1230865"/>
                </a:lnTo>
                <a:lnTo>
                  <a:pt x="143743" y="1224800"/>
                </a:lnTo>
                <a:lnTo>
                  <a:pt x="137695" y="1220707"/>
                </a:lnTo>
                <a:lnTo>
                  <a:pt x="130282" y="1219200"/>
                </a:lnTo>
                <a:close/>
              </a:path>
              <a:path w="243839" h="5673725">
                <a:moveTo>
                  <a:pt x="130557" y="1066800"/>
                </a:moveTo>
                <a:lnTo>
                  <a:pt x="111351" y="1162088"/>
                </a:lnTo>
                <a:lnTo>
                  <a:pt x="112819" y="1169432"/>
                </a:lnTo>
                <a:lnTo>
                  <a:pt x="116891" y="1175494"/>
                </a:lnTo>
                <a:lnTo>
                  <a:pt x="122939" y="1179587"/>
                </a:lnTo>
                <a:lnTo>
                  <a:pt x="130351" y="1181100"/>
                </a:lnTo>
                <a:lnTo>
                  <a:pt x="137769" y="1179613"/>
                </a:lnTo>
                <a:lnTo>
                  <a:pt x="143831" y="1175542"/>
                </a:lnTo>
                <a:lnTo>
                  <a:pt x="147925" y="1169496"/>
                </a:lnTo>
                <a:lnTo>
                  <a:pt x="149435" y="1162088"/>
                </a:lnTo>
                <a:lnTo>
                  <a:pt x="149557" y="1085811"/>
                </a:lnTo>
                <a:lnTo>
                  <a:pt x="148089" y="1078465"/>
                </a:lnTo>
                <a:lnTo>
                  <a:pt x="144017" y="1072400"/>
                </a:lnTo>
                <a:lnTo>
                  <a:pt x="137969" y="1068307"/>
                </a:lnTo>
                <a:lnTo>
                  <a:pt x="130557" y="1066800"/>
                </a:lnTo>
                <a:close/>
              </a:path>
              <a:path w="243839" h="5673725">
                <a:moveTo>
                  <a:pt x="130831" y="914400"/>
                </a:moveTo>
                <a:lnTo>
                  <a:pt x="111625" y="1009688"/>
                </a:lnTo>
                <a:lnTo>
                  <a:pt x="113093" y="1017032"/>
                </a:lnTo>
                <a:lnTo>
                  <a:pt x="117165" y="1023094"/>
                </a:lnTo>
                <a:lnTo>
                  <a:pt x="123213" y="1027187"/>
                </a:lnTo>
                <a:lnTo>
                  <a:pt x="130625" y="1028700"/>
                </a:lnTo>
                <a:lnTo>
                  <a:pt x="138043" y="1027213"/>
                </a:lnTo>
                <a:lnTo>
                  <a:pt x="144106" y="1023142"/>
                </a:lnTo>
                <a:lnTo>
                  <a:pt x="148199" y="1017096"/>
                </a:lnTo>
                <a:lnTo>
                  <a:pt x="149710" y="1009688"/>
                </a:lnTo>
                <a:lnTo>
                  <a:pt x="149832" y="933411"/>
                </a:lnTo>
                <a:lnTo>
                  <a:pt x="148363" y="926065"/>
                </a:lnTo>
                <a:lnTo>
                  <a:pt x="144291" y="920000"/>
                </a:lnTo>
                <a:lnTo>
                  <a:pt x="138243" y="915907"/>
                </a:lnTo>
                <a:lnTo>
                  <a:pt x="130831" y="914400"/>
                </a:lnTo>
                <a:close/>
              </a:path>
              <a:path w="243839" h="5673725">
                <a:moveTo>
                  <a:pt x="131105" y="762000"/>
                </a:moveTo>
                <a:lnTo>
                  <a:pt x="111899" y="857288"/>
                </a:lnTo>
                <a:lnTo>
                  <a:pt x="113367" y="864632"/>
                </a:lnTo>
                <a:lnTo>
                  <a:pt x="117439" y="870694"/>
                </a:lnTo>
                <a:lnTo>
                  <a:pt x="123487" y="874787"/>
                </a:lnTo>
                <a:lnTo>
                  <a:pt x="130900" y="876300"/>
                </a:lnTo>
                <a:lnTo>
                  <a:pt x="138317" y="874813"/>
                </a:lnTo>
                <a:lnTo>
                  <a:pt x="144380" y="870742"/>
                </a:lnTo>
                <a:lnTo>
                  <a:pt x="148473" y="864696"/>
                </a:lnTo>
                <a:lnTo>
                  <a:pt x="149984" y="857288"/>
                </a:lnTo>
                <a:lnTo>
                  <a:pt x="150106" y="781011"/>
                </a:lnTo>
                <a:lnTo>
                  <a:pt x="148637" y="773665"/>
                </a:lnTo>
                <a:lnTo>
                  <a:pt x="144565" y="767600"/>
                </a:lnTo>
                <a:lnTo>
                  <a:pt x="138518" y="763507"/>
                </a:lnTo>
                <a:lnTo>
                  <a:pt x="131105" y="762000"/>
                </a:lnTo>
                <a:close/>
              </a:path>
              <a:path w="243839" h="5673725">
                <a:moveTo>
                  <a:pt x="131378" y="609600"/>
                </a:moveTo>
                <a:lnTo>
                  <a:pt x="112174" y="704888"/>
                </a:lnTo>
                <a:lnTo>
                  <a:pt x="113642" y="712232"/>
                </a:lnTo>
                <a:lnTo>
                  <a:pt x="117713" y="718294"/>
                </a:lnTo>
                <a:lnTo>
                  <a:pt x="123761" y="722387"/>
                </a:lnTo>
                <a:lnTo>
                  <a:pt x="131173" y="723900"/>
                </a:lnTo>
                <a:lnTo>
                  <a:pt x="138591" y="722413"/>
                </a:lnTo>
                <a:lnTo>
                  <a:pt x="144654" y="718342"/>
                </a:lnTo>
                <a:lnTo>
                  <a:pt x="148747" y="712296"/>
                </a:lnTo>
                <a:lnTo>
                  <a:pt x="150257" y="704888"/>
                </a:lnTo>
                <a:lnTo>
                  <a:pt x="150379" y="628611"/>
                </a:lnTo>
                <a:lnTo>
                  <a:pt x="148911" y="621265"/>
                </a:lnTo>
                <a:lnTo>
                  <a:pt x="144839" y="615200"/>
                </a:lnTo>
                <a:lnTo>
                  <a:pt x="138791" y="611107"/>
                </a:lnTo>
                <a:lnTo>
                  <a:pt x="131378" y="609600"/>
                </a:lnTo>
                <a:close/>
              </a:path>
              <a:path w="243839" h="5673725">
                <a:moveTo>
                  <a:pt x="131653" y="457200"/>
                </a:moveTo>
                <a:lnTo>
                  <a:pt x="112447" y="552488"/>
                </a:lnTo>
                <a:lnTo>
                  <a:pt x="113915" y="559832"/>
                </a:lnTo>
                <a:lnTo>
                  <a:pt x="117987" y="565894"/>
                </a:lnTo>
                <a:lnTo>
                  <a:pt x="124035" y="569987"/>
                </a:lnTo>
                <a:lnTo>
                  <a:pt x="131447" y="571500"/>
                </a:lnTo>
                <a:lnTo>
                  <a:pt x="138865" y="570013"/>
                </a:lnTo>
                <a:lnTo>
                  <a:pt x="144928" y="565942"/>
                </a:lnTo>
                <a:lnTo>
                  <a:pt x="149021" y="559896"/>
                </a:lnTo>
                <a:lnTo>
                  <a:pt x="150531" y="552488"/>
                </a:lnTo>
                <a:lnTo>
                  <a:pt x="150653" y="476211"/>
                </a:lnTo>
                <a:lnTo>
                  <a:pt x="149185" y="468865"/>
                </a:lnTo>
                <a:lnTo>
                  <a:pt x="145114" y="462800"/>
                </a:lnTo>
                <a:lnTo>
                  <a:pt x="139066" y="458707"/>
                </a:lnTo>
                <a:lnTo>
                  <a:pt x="131653" y="457200"/>
                </a:lnTo>
                <a:close/>
              </a:path>
              <a:path w="243839" h="5673725">
                <a:moveTo>
                  <a:pt x="131927" y="304800"/>
                </a:moveTo>
                <a:lnTo>
                  <a:pt x="112721" y="400088"/>
                </a:lnTo>
                <a:lnTo>
                  <a:pt x="114189" y="407432"/>
                </a:lnTo>
                <a:lnTo>
                  <a:pt x="118261" y="413494"/>
                </a:lnTo>
                <a:lnTo>
                  <a:pt x="124309" y="417587"/>
                </a:lnTo>
                <a:lnTo>
                  <a:pt x="131721" y="419100"/>
                </a:lnTo>
                <a:lnTo>
                  <a:pt x="139140" y="417613"/>
                </a:lnTo>
                <a:lnTo>
                  <a:pt x="145202" y="413542"/>
                </a:lnTo>
                <a:lnTo>
                  <a:pt x="149295" y="407496"/>
                </a:lnTo>
                <a:lnTo>
                  <a:pt x="150806" y="400088"/>
                </a:lnTo>
                <a:lnTo>
                  <a:pt x="150928" y="323811"/>
                </a:lnTo>
                <a:lnTo>
                  <a:pt x="149459" y="316465"/>
                </a:lnTo>
                <a:lnTo>
                  <a:pt x="145387" y="310400"/>
                </a:lnTo>
                <a:lnTo>
                  <a:pt x="139339" y="306307"/>
                </a:lnTo>
                <a:lnTo>
                  <a:pt x="131927" y="304800"/>
                </a:lnTo>
                <a:close/>
              </a:path>
              <a:path w="243839" h="5673725">
                <a:moveTo>
                  <a:pt x="132201" y="152400"/>
                </a:moveTo>
                <a:lnTo>
                  <a:pt x="112995" y="247688"/>
                </a:lnTo>
                <a:lnTo>
                  <a:pt x="114464" y="255032"/>
                </a:lnTo>
                <a:lnTo>
                  <a:pt x="118535" y="261094"/>
                </a:lnTo>
                <a:lnTo>
                  <a:pt x="124583" y="265187"/>
                </a:lnTo>
                <a:lnTo>
                  <a:pt x="131996" y="266700"/>
                </a:lnTo>
                <a:lnTo>
                  <a:pt x="139413" y="265213"/>
                </a:lnTo>
                <a:lnTo>
                  <a:pt x="145476" y="261142"/>
                </a:lnTo>
                <a:lnTo>
                  <a:pt x="149569" y="255096"/>
                </a:lnTo>
                <a:lnTo>
                  <a:pt x="151080" y="247688"/>
                </a:lnTo>
                <a:lnTo>
                  <a:pt x="151202" y="171411"/>
                </a:lnTo>
                <a:lnTo>
                  <a:pt x="149733" y="164065"/>
                </a:lnTo>
                <a:lnTo>
                  <a:pt x="145662" y="158000"/>
                </a:lnTo>
                <a:lnTo>
                  <a:pt x="139614" y="153907"/>
                </a:lnTo>
                <a:lnTo>
                  <a:pt x="132201" y="152400"/>
                </a:lnTo>
                <a:close/>
              </a:path>
              <a:path w="243839" h="5673725">
                <a:moveTo>
                  <a:pt x="132476" y="0"/>
                </a:moveTo>
                <a:lnTo>
                  <a:pt x="113270" y="95288"/>
                </a:lnTo>
                <a:lnTo>
                  <a:pt x="114738" y="102632"/>
                </a:lnTo>
                <a:lnTo>
                  <a:pt x="118810" y="108694"/>
                </a:lnTo>
                <a:lnTo>
                  <a:pt x="124858" y="112787"/>
                </a:lnTo>
                <a:lnTo>
                  <a:pt x="132270" y="114300"/>
                </a:lnTo>
                <a:lnTo>
                  <a:pt x="139688" y="112813"/>
                </a:lnTo>
                <a:lnTo>
                  <a:pt x="145750" y="108742"/>
                </a:lnTo>
                <a:lnTo>
                  <a:pt x="149844" y="102696"/>
                </a:lnTo>
                <a:lnTo>
                  <a:pt x="151354" y="95288"/>
                </a:lnTo>
                <a:lnTo>
                  <a:pt x="151476" y="19011"/>
                </a:lnTo>
                <a:lnTo>
                  <a:pt x="150008" y="11665"/>
                </a:lnTo>
                <a:lnTo>
                  <a:pt x="145936" y="5600"/>
                </a:lnTo>
                <a:lnTo>
                  <a:pt x="139888" y="1507"/>
                </a:lnTo>
                <a:lnTo>
                  <a:pt x="132476"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 name="object 7"/>
          <p:cNvSpPr txBox="1"/>
          <p:nvPr/>
        </p:nvSpPr>
        <p:spPr>
          <a:xfrm>
            <a:off x="692999" y="4286250"/>
            <a:ext cx="944563" cy="276860"/>
          </a:xfrm>
          <a:prstGeom prst="rect">
            <a:avLst/>
          </a:prstGeom>
        </p:spPr>
        <p:txBody>
          <a:bodyPr vert="horz" wrap="square" lIns="0" tIns="6350" rIns="0" bIns="0" rtlCol="0">
            <a:spAutoFit/>
          </a:bodyPr>
          <a:lstStyle/>
          <a:p>
            <a:pPr marL="6350">
              <a:lnSpc>
                <a:spcPts val="1205"/>
              </a:lnSpc>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每一步都按规则</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44450">
              <a:lnSpc>
                <a:spcPts val="905"/>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every</a:t>
            </a:r>
            <a:r>
              <a:rPr sz="8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step</a:t>
            </a:r>
            <a:r>
              <a:rPr sz="800" spc="-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by</a:t>
            </a:r>
            <a:r>
              <a:rPr sz="800" spc="-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rule</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8" name="object 8"/>
          <p:cNvSpPr txBox="1"/>
          <p:nvPr/>
        </p:nvSpPr>
        <p:spPr>
          <a:xfrm>
            <a:off x="894653" y="3670300"/>
            <a:ext cx="743903" cy="379095"/>
          </a:xfrm>
          <a:prstGeom prst="rect">
            <a:avLst/>
          </a:prstGeom>
        </p:spPr>
        <p:txBody>
          <a:bodyPr vert="horz" wrap="square" lIns="0" tIns="6350" rIns="0" bIns="0" rtlCol="0">
            <a:spAutoFit/>
          </a:bodyPr>
          <a:lstStyle/>
          <a:p>
            <a:pPr marL="198120">
              <a:lnSpc>
                <a:spcPts val="1205"/>
              </a:lnSpc>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理解有限</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marR="2540" indent="375285">
              <a:lnSpc>
                <a:spcPts val="800"/>
              </a:lnSpc>
              <a:spcBef>
                <a:spcPts val="105"/>
              </a:spcBef>
            </a:pPr>
            <a:r>
              <a:rPr sz="8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limited understanding</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9" name="object 9"/>
          <p:cNvSpPr txBox="1"/>
          <p:nvPr/>
        </p:nvSpPr>
        <p:spPr>
          <a:xfrm>
            <a:off x="981904" y="3194050"/>
            <a:ext cx="649605" cy="276860"/>
          </a:xfrm>
          <a:prstGeom prst="rect">
            <a:avLst/>
          </a:prstGeom>
        </p:spPr>
        <p:txBody>
          <a:bodyPr vert="horz" wrap="square" lIns="0" tIns="6350" rIns="0" bIns="0" rtlCol="0">
            <a:spAutoFit/>
          </a:bodyPr>
          <a:lstStyle/>
          <a:p>
            <a:pPr marL="110490">
              <a:lnSpc>
                <a:spcPts val="1205"/>
              </a:lnSpc>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有效使用</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a:lnSpc>
                <a:spcPts val="905"/>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eﬀective</a:t>
            </a:r>
            <a:r>
              <a:rPr sz="800" spc="5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spc="-2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use</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0" name="object 10"/>
          <p:cNvSpPr txBox="1"/>
          <p:nvPr/>
        </p:nvSpPr>
        <p:spPr>
          <a:xfrm>
            <a:off x="733614" y="2679700"/>
            <a:ext cx="901065" cy="289560"/>
          </a:xfrm>
          <a:prstGeom prst="rect">
            <a:avLst/>
          </a:prstGeom>
        </p:spPr>
        <p:txBody>
          <a:bodyPr vert="horz" wrap="square" lIns="0" tIns="6350" rIns="0" bIns="0" rtlCol="0">
            <a:spAutoFit/>
          </a:bodyPr>
          <a:lstStyle/>
          <a:p>
            <a:pPr marL="95885">
              <a:lnSpc>
                <a:spcPts val="1255"/>
              </a:lnSpc>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在语境中应用</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a:lnSpc>
                <a:spcPts val="955"/>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applies</a:t>
            </a:r>
            <a:r>
              <a:rPr sz="800" spc="2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in</a:t>
            </a:r>
            <a:r>
              <a:rPr sz="800" spc="2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context</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1" name="object 11"/>
          <p:cNvSpPr txBox="1"/>
          <p:nvPr/>
        </p:nvSpPr>
        <p:spPr>
          <a:xfrm>
            <a:off x="818275" y="2120900"/>
            <a:ext cx="816610" cy="276860"/>
          </a:xfrm>
          <a:prstGeom prst="rect">
            <a:avLst/>
          </a:prstGeom>
        </p:spPr>
        <p:txBody>
          <a:bodyPr vert="horz" wrap="square" lIns="0" tIns="6350" rIns="0" bIns="0" rtlCol="0">
            <a:spAutoFit/>
          </a:bodyPr>
          <a:lstStyle/>
          <a:p>
            <a:pPr marL="277495">
              <a:lnSpc>
                <a:spcPts val="1205"/>
              </a:lnSpc>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无需规则</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a:lnSpc>
                <a:spcPts val="905"/>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no</a:t>
            </a:r>
            <a:r>
              <a:rPr sz="800" spc="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rules</a:t>
            </a:r>
            <a:r>
              <a:rPr sz="800" spc="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needed</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grpSp>
        <p:nvGrpSpPr>
          <p:cNvPr id="12" name="object 12"/>
          <p:cNvGrpSpPr/>
          <p:nvPr/>
        </p:nvGrpSpPr>
        <p:grpSpPr>
          <a:xfrm>
            <a:off x="1750159" y="1971757"/>
            <a:ext cx="3591560" cy="2752090"/>
            <a:chOff x="3500318" y="3943513"/>
            <a:chExt cx="7183120" cy="5504180"/>
          </a:xfrm>
        </p:grpSpPr>
        <p:sp>
          <p:nvSpPr>
            <p:cNvPr id="13" name="object 13"/>
            <p:cNvSpPr/>
            <p:nvPr/>
          </p:nvSpPr>
          <p:spPr>
            <a:xfrm>
              <a:off x="3543376" y="3943513"/>
              <a:ext cx="7139940" cy="5504180"/>
            </a:xfrm>
            <a:custGeom>
              <a:avLst/>
              <a:gdLst/>
              <a:ahLst/>
              <a:cxnLst/>
              <a:rect l="l" t="t" r="r" b="b"/>
              <a:pathLst>
                <a:path w="7139940" h="5504180">
                  <a:moveTo>
                    <a:pt x="6749328" y="0"/>
                  </a:moveTo>
                  <a:lnTo>
                    <a:pt x="6711922" y="19355"/>
                  </a:lnTo>
                  <a:lnTo>
                    <a:pt x="6707183" y="35405"/>
                  </a:lnTo>
                  <a:lnTo>
                    <a:pt x="6708879" y="49354"/>
                  </a:lnTo>
                  <a:lnTo>
                    <a:pt x="6715519" y="61773"/>
                  </a:lnTo>
                  <a:lnTo>
                    <a:pt x="6726679" y="71171"/>
                  </a:lnTo>
                  <a:lnTo>
                    <a:pt x="6956094" y="198883"/>
                  </a:lnTo>
                  <a:lnTo>
                    <a:pt x="6746120" y="199810"/>
                  </a:lnTo>
                  <a:lnTo>
                    <a:pt x="6608190" y="201840"/>
                  </a:lnTo>
                  <a:lnTo>
                    <a:pt x="6543112" y="203176"/>
                  </a:lnTo>
                  <a:lnTo>
                    <a:pt x="6480623" y="204725"/>
                  </a:lnTo>
                  <a:lnTo>
                    <a:pt x="6420721" y="206488"/>
                  </a:lnTo>
                  <a:lnTo>
                    <a:pt x="6363404" y="208466"/>
                  </a:lnTo>
                  <a:lnTo>
                    <a:pt x="6308669" y="210658"/>
                  </a:lnTo>
                  <a:lnTo>
                    <a:pt x="6256516" y="213065"/>
                  </a:lnTo>
                  <a:lnTo>
                    <a:pt x="6206942" y="215688"/>
                  </a:lnTo>
                  <a:lnTo>
                    <a:pt x="6159945" y="218526"/>
                  </a:lnTo>
                  <a:lnTo>
                    <a:pt x="6115523" y="221581"/>
                  </a:lnTo>
                  <a:lnTo>
                    <a:pt x="6073675" y="224852"/>
                  </a:lnTo>
                  <a:lnTo>
                    <a:pt x="6034398" y="228339"/>
                  </a:lnTo>
                  <a:lnTo>
                    <a:pt x="5963550" y="235966"/>
                  </a:lnTo>
                  <a:lnTo>
                    <a:pt x="5902965" y="244463"/>
                  </a:lnTo>
                  <a:lnTo>
                    <a:pt x="5846190" y="253744"/>
                  </a:lnTo>
                  <a:lnTo>
                    <a:pt x="5789742" y="263248"/>
                  </a:lnTo>
                  <a:lnTo>
                    <a:pt x="5733618" y="272977"/>
                  </a:lnTo>
                  <a:lnTo>
                    <a:pt x="5677818" y="282930"/>
                  </a:lnTo>
                  <a:lnTo>
                    <a:pt x="5622340" y="293106"/>
                  </a:lnTo>
                  <a:lnTo>
                    <a:pt x="5567183" y="303505"/>
                  </a:lnTo>
                  <a:lnTo>
                    <a:pt x="5512345" y="314128"/>
                  </a:lnTo>
                  <a:lnTo>
                    <a:pt x="5457824" y="324975"/>
                  </a:lnTo>
                  <a:lnTo>
                    <a:pt x="5403619" y="336044"/>
                  </a:lnTo>
                  <a:lnTo>
                    <a:pt x="5349729" y="347336"/>
                  </a:lnTo>
                  <a:lnTo>
                    <a:pt x="5296152" y="358851"/>
                  </a:lnTo>
                  <a:lnTo>
                    <a:pt x="5242887" y="370589"/>
                  </a:lnTo>
                  <a:lnTo>
                    <a:pt x="5189932" y="382549"/>
                  </a:lnTo>
                  <a:lnTo>
                    <a:pt x="5137285" y="394732"/>
                  </a:lnTo>
                  <a:lnTo>
                    <a:pt x="5084946" y="407137"/>
                  </a:lnTo>
                  <a:lnTo>
                    <a:pt x="5032913" y="419764"/>
                  </a:lnTo>
                  <a:lnTo>
                    <a:pt x="4981184" y="432613"/>
                  </a:lnTo>
                  <a:lnTo>
                    <a:pt x="4929758" y="445684"/>
                  </a:lnTo>
                  <a:lnTo>
                    <a:pt x="4878633" y="458976"/>
                  </a:lnTo>
                  <a:lnTo>
                    <a:pt x="4827808" y="472491"/>
                  </a:lnTo>
                  <a:lnTo>
                    <a:pt x="4777281" y="486226"/>
                  </a:lnTo>
                  <a:lnTo>
                    <a:pt x="4727052" y="500183"/>
                  </a:lnTo>
                  <a:lnTo>
                    <a:pt x="4677118" y="514361"/>
                  </a:lnTo>
                  <a:lnTo>
                    <a:pt x="4627478" y="528760"/>
                  </a:lnTo>
                  <a:lnTo>
                    <a:pt x="4578130" y="543380"/>
                  </a:lnTo>
                  <a:lnTo>
                    <a:pt x="4529074" y="558221"/>
                  </a:lnTo>
                  <a:lnTo>
                    <a:pt x="4480307" y="573282"/>
                  </a:lnTo>
                  <a:lnTo>
                    <a:pt x="4431828" y="588564"/>
                  </a:lnTo>
                  <a:lnTo>
                    <a:pt x="4383636" y="604066"/>
                  </a:lnTo>
                  <a:lnTo>
                    <a:pt x="4335729" y="619788"/>
                  </a:lnTo>
                  <a:lnTo>
                    <a:pt x="4288105" y="635730"/>
                  </a:lnTo>
                  <a:lnTo>
                    <a:pt x="4240764" y="651893"/>
                  </a:lnTo>
                  <a:lnTo>
                    <a:pt x="4193704" y="668275"/>
                  </a:lnTo>
                  <a:lnTo>
                    <a:pt x="4146923" y="684876"/>
                  </a:lnTo>
                  <a:lnTo>
                    <a:pt x="4100420" y="701697"/>
                  </a:lnTo>
                  <a:lnTo>
                    <a:pt x="4054193" y="718738"/>
                  </a:lnTo>
                  <a:lnTo>
                    <a:pt x="4008241" y="735997"/>
                  </a:lnTo>
                  <a:lnTo>
                    <a:pt x="3962562" y="753476"/>
                  </a:lnTo>
                  <a:lnTo>
                    <a:pt x="3917155" y="771174"/>
                  </a:lnTo>
                  <a:lnTo>
                    <a:pt x="3872019" y="789090"/>
                  </a:lnTo>
                  <a:lnTo>
                    <a:pt x="3827151" y="807225"/>
                  </a:lnTo>
                  <a:lnTo>
                    <a:pt x="3782551" y="825579"/>
                  </a:lnTo>
                  <a:lnTo>
                    <a:pt x="3738217" y="844151"/>
                  </a:lnTo>
                  <a:lnTo>
                    <a:pt x="3694148" y="862941"/>
                  </a:lnTo>
                  <a:lnTo>
                    <a:pt x="3650342" y="881950"/>
                  </a:lnTo>
                  <a:lnTo>
                    <a:pt x="3606797" y="901176"/>
                  </a:lnTo>
                  <a:lnTo>
                    <a:pt x="3563513" y="920620"/>
                  </a:lnTo>
                  <a:lnTo>
                    <a:pt x="3520487" y="940282"/>
                  </a:lnTo>
                  <a:lnTo>
                    <a:pt x="3477718" y="960162"/>
                  </a:lnTo>
                  <a:lnTo>
                    <a:pt x="3435205" y="980259"/>
                  </a:lnTo>
                  <a:lnTo>
                    <a:pt x="3392946" y="1000573"/>
                  </a:lnTo>
                  <a:lnTo>
                    <a:pt x="3350940" y="1021104"/>
                  </a:lnTo>
                  <a:lnTo>
                    <a:pt x="3309186" y="1041852"/>
                  </a:lnTo>
                  <a:lnTo>
                    <a:pt x="3267681" y="1062817"/>
                  </a:lnTo>
                  <a:lnTo>
                    <a:pt x="3226424" y="1083999"/>
                  </a:lnTo>
                  <a:lnTo>
                    <a:pt x="3185414" y="1105398"/>
                  </a:lnTo>
                  <a:lnTo>
                    <a:pt x="3144650" y="1127013"/>
                  </a:lnTo>
                  <a:lnTo>
                    <a:pt x="3104130" y="1148844"/>
                  </a:lnTo>
                  <a:lnTo>
                    <a:pt x="3063852" y="1170891"/>
                  </a:lnTo>
                  <a:lnTo>
                    <a:pt x="3023815" y="1193154"/>
                  </a:lnTo>
                  <a:lnTo>
                    <a:pt x="2984018" y="1215634"/>
                  </a:lnTo>
                  <a:lnTo>
                    <a:pt x="2944458" y="1238329"/>
                  </a:lnTo>
                  <a:lnTo>
                    <a:pt x="2905135" y="1261239"/>
                  </a:lnTo>
                  <a:lnTo>
                    <a:pt x="2866048" y="1284366"/>
                  </a:lnTo>
                  <a:lnTo>
                    <a:pt x="2827193" y="1307707"/>
                  </a:lnTo>
                  <a:lnTo>
                    <a:pt x="2783686" y="1334262"/>
                  </a:lnTo>
                  <a:lnTo>
                    <a:pt x="2740516" y="1361047"/>
                  </a:lnTo>
                  <a:lnTo>
                    <a:pt x="2697677" y="1388069"/>
                  </a:lnTo>
                  <a:lnTo>
                    <a:pt x="2655161" y="1415329"/>
                  </a:lnTo>
                  <a:lnTo>
                    <a:pt x="2612962" y="1442832"/>
                  </a:lnTo>
                  <a:lnTo>
                    <a:pt x="2571072" y="1470583"/>
                  </a:lnTo>
                  <a:lnTo>
                    <a:pt x="2529483" y="1498584"/>
                  </a:lnTo>
                  <a:lnTo>
                    <a:pt x="2488190" y="1526839"/>
                  </a:lnTo>
                  <a:lnTo>
                    <a:pt x="2447184" y="1555353"/>
                  </a:lnTo>
                  <a:lnTo>
                    <a:pt x="2406459" y="1584130"/>
                  </a:lnTo>
                  <a:lnTo>
                    <a:pt x="2366007" y="1613173"/>
                  </a:lnTo>
                  <a:lnTo>
                    <a:pt x="2325822" y="1642486"/>
                  </a:lnTo>
                  <a:lnTo>
                    <a:pt x="2285896" y="1672073"/>
                  </a:lnTo>
                  <a:lnTo>
                    <a:pt x="2246221" y="1701937"/>
                  </a:lnTo>
                  <a:lnTo>
                    <a:pt x="2206792" y="1732084"/>
                  </a:lnTo>
                  <a:lnTo>
                    <a:pt x="2167600" y="1762516"/>
                  </a:lnTo>
                  <a:lnTo>
                    <a:pt x="2128639" y="1793238"/>
                  </a:lnTo>
                  <a:lnTo>
                    <a:pt x="2089902" y="1824253"/>
                  </a:lnTo>
                  <a:lnTo>
                    <a:pt x="2051381" y="1855565"/>
                  </a:lnTo>
                  <a:lnTo>
                    <a:pt x="2013069" y="1887178"/>
                  </a:lnTo>
                  <a:lnTo>
                    <a:pt x="1974959" y="1919097"/>
                  </a:lnTo>
                  <a:lnTo>
                    <a:pt x="1937043" y="1951324"/>
                  </a:lnTo>
                  <a:lnTo>
                    <a:pt x="1899316" y="1983864"/>
                  </a:lnTo>
                  <a:lnTo>
                    <a:pt x="1861769" y="2016721"/>
                  </a:lnTo>
                  <a:lnTo>
                    <a:pt x="1824396" y="2049898"/>
                  </a:lnTo>
                  <a:lnTo>
                    <a:pt x="1787189" y="2083399"/>
                  </a:lnTo>
                  <a:lnTo>
                    <a:pt x="1750141" y="2117229"/>
                  </a:lnTo>
                  <a:lnTo>
                    <a:pt x="1713245" y="2151391"/>
                  </a:lnTo>
                  <a:lnTo>
                    <a:pt x="1676494" y="2185888"/>
                  </a:lnTo>
                  <a:lnTo>
                    <a:pt x="1639881" y="2220726"/>
                  </a:lnTo>
                  <a:lnTo>
                    <a:pt x="1603399" y="2255907"/>
                  </a:lnTo>
                  <a:lnTo>
                    <a:pt x="1567040" y="2291436"/>
                  </a:lnTo>
                  <a:lnTo>
                    <a:pt x="1530797" y="2327317"/>
                  </a:lnTo>
                  <a:lnTo>
                    <a:pt x="1494664" y="2363552"/>
                  </a:lnTo>
                  <a:lnTo>
                    <a:pt x="1458632" y="2400147"/>
                  </a:lnTo>
                  <a:lnTo>
                    <a:pt x="1422696" y="2437105"/>
                  </a:lnTo>
                  <a:lnTo>
                    <a:pt x="1386847" y="2474430"/>
                  </a:lnTo>
                  <a:lnTo>
                    <a:pt x="1351079" y="2512126"/>
                  </a:lnTo>
                  <a:lnTo>
                    <a:pt x="1315384" y="2550197"/>
                  </a:lnTo>
                  <a:lnTo>
                    <a:pt x="1279756" y="2588646"/>
                  </a:lnTo>
                  <a:lnTo>
                    <a:pt x="1244187" y="2627477"/>
                  </a:lnTo>
                  <a:lnTo>
                    <a:pt x="1208670" y="2666695"/>
                  </a:lnTo>
                  <a:lnTo>
                    <a:pt x="1173198" y="2706303"/>
                  </a:lnTo>
                  <a:lnTo>
                    <a:pt x="1137763" y="2746306"/>
                  </a:lnTo>
                  <a:lnTo>
                    <a:pt x="1102360" y="2786706"/>
                  </a:lnTo>
                  <a:lnTo>
                    <a:pt x="1066980" y="2827508"/>
                  </a:lnTo>
                  <a:lnTo>
                    <a:pt x="1031616" y="2868715"/>
                  </a:lnTo>
                  <a:lnTo>
                    <a:pt x="996261" y="2910333"/>
                  </a:lnTo>
                  <a:lnTo>
                    <a:pt x="964220" y="2948765"/>
                  </a:lnTo>
                  <a:lnTo>
                    <a:pt x="932647" y="2987690"/>
                  </a:lnTo>
                  <a:lnTo>
                    <a:pt x="901545" y="3027098"/>
                  </a:lnTo>
                  <a:lnTo>
                    <a:pt x="870914" y="3066979"/>
                  </a:lnTo>
                  <a:lnTo>
                    <a:pt x="840756" y="3107322"/>
                  </a:lnTo>
                  <a:lnTo>
                    <a:pt x="811074" y="3148118"/>
                  </a:lnTo>
                  <a:lnTo>
                    <a:pt x="781868" y="3189357"/>
                  </a:lnTo>
                  <a:lnTo>
                    <a:pt x="753142" y="3231027"/>
                  </a:lnTo>
                  <a:lnTo>
                    <a:pt x="724896" y="3273120"/>
                  </a:lnTo>
                  <a:lnTo>
                    <a:pt x="697132" y="3315625"/>
                  </a:lnTo>
                  <a:lnTo>
                    <a:pt x="669852" y="3358532"/>
                  </a:lnTo>
                  <a:lnTo>
                    <a:pt x="643057" y="3401830"/>
                  </a:lnTo>
                  <a:lnTo>
                    <a:pt x="616751" y="3445510"/>
                  </a:lnTo>
                  <a:lnTo>
                    <a:pt x="590933" y="3489562"/>
                  </a:lnTo>
                  <a:lnTo>
                    <a:pt x="565606" y="3533975"/>
                  </a:lnTo>
                  <a:lnTo>
                    <a:pt x="540772" y="3578739"/>
                  </a:lnTo>
                  <a:lnTo>
                    <a:pt x="516432" y="3623844"/>
                  </a:lnTo>
                  <a:lnTo>
                    <a:pt x="492588" y="3669280"/>
                  </a:lnTo>
                  <a:lnTo>
                    <a:pt x="469242" y="3715038"/>
                  </a:lnTo>
                  <a:lnTo>
                    <a:pt x="446396" y="3761105"/>
                  </a:lnTo>
                  <a:lnTo>
                    <a:pt x="424051" y="3807474"/>
                  </a:lnTo>
                  <a:lnTo>
                    <a:pt x="402209" y="3854133"/>
                  </a:lnTo>
                  <a:lnTo>
                    <a:pt x="380872" y="3901072"/>
                  </a:lnTo>
                  <a:lnTo>
                    <a:pt x="360042" y="3948282"/>
                  </a:lnTo>
                  <a:lnTo>
                    <a:pt x="339719" y="3995752"/>
                  </a:lnTo>
                  <a:lnTo>
                    <a:pt x="319907" y="4043471"/>
                  </a:lnTo>
                  <a:lnTo>
                    <a:pt x="300607" y="4091431"/>
                  </a:lnTo>
                  <a:lnTo>
                    <a:pt x="281820" y="4139620"/>
                  </a:lnTo>
                  <a:lnTo>
                    <a:pt x="263548" y="4188029"/>
                  </a:lnTo>
                  <a:lnTo>
                    <a:pt x="245794" y="4236647"/>
                  </a:lnTo>
                  <a:lnTo>
                    <a:pt x="228558" y="4285465"/>
                  </a:lnTo>
                  <a:lnTo>
                    <a:pt x="210327" y="4339030"/>
                  </a:lnTo>
                  <a:lnTo>
                    <a:pt x="192818" y="4392565"/>
                  </a:lnTo>
                  <a:lnTo>
                    <a:pt x="176037" y="4446021"/>
                  </a:lnTo>
                  <a:lnTo>
                    <a:pt x="159987" y="4499351"/>
                  </a:lnTo>
                  <a:lnTo>
                    <a:pt x="144674" y="4552506"/>
                  </a:lnTo>
                  <a:lnTo>
                    <a:pt x="130102" y="4605440"/>
                  </a:lnTo>
                  <a:lnTo>
                    <a:pt x="116277" y="4658105"/>
                  </a:lnTo>
                  <a:lnTo>
                    <a:pt x="103202" y="4710453"/>
                  </a:lnTo>
                  <a:lnTo>
                    <a:pt x="90883" y="4762436"/>
                  </a:lnTo>
                  <a:lnTo>
                    <a:pt x="79324" y="4814007"/>
                  </a:lnTo>
                  <a:lnTo>
                    <a:pt x="68531" y="4865118"/>
                  </a:lnTo>
                  <a:lnTo>
                    <a:pt x="58507" y="4915722"/>
                  </a:lnTo>
                  <a:lnTo>
                    <a:pt x="49258" y="4965770"/>
                  </a:lnTo>
                  <a:lnTo>
                    <a:pt x="40788" y="5015216"/>
                  </a:lnTo>
                  <a:lnTo>
                    <a:pt x="33102" y="5064012"/>
                  </a:lnTo>
                  <a:lnTo>
                    <a:pt x="26205" y="5112109"/>
                  </a:lnTo>
                  <a:lnTo>
                    <a:pt x="20102" y="5159461"/>
                  </a:lnTo>
                  <a:lnTo>
                    <a:pt x="14797" y="5206019"/>
                  </a:lnTo>
                  <a:lnTo>
                    <a:pt x="10296" y="5251736"/>
                  </a:lnTo>
                  <a:lnTo>
                    <a:pt x="6602" y="5296565"/>
                  </a:lnTo>
                  <a:lnTo>
                    <a:pt x="3720" y="5340458"/>
                  </a:lnTo>
                  <a:lnTo>
                    <a:pt x="1656" y="5383366"/>
                  </a:lnTo>
                  <a:lnTo>
                    <a:pt x="415" y="5425243"/>
                  </a:lnTo>
                  <a:lnTo>
                    <a:pt x="0" y="5466041"/>
                  </a:lnTo>
                  <a:lnTo>
                    <a:pt x="2994" y="5480872"/>
                  </a:lnTo>
                  <a:lnTo>
                    <a:pt x="11159" y="5492982"/>
                  </a:lnTo>
                  <a:lnTo>
                    <a:pt x="23270" y="5501147"/>
                  </a:lnTo>
                  <a:lnTo>
                    <a:pt x="38100" y="5504141"/>
                  </a:lnTo>
                  <a:lnTo>
                    <a:pt x="52930" y="5501147"/>
                  </a:lnTo>
                  <a:lnTo>
                    <a:pt x="65040" y="5492982"/>
                  </a:lnTo>
                  <a:lnTo>
                    <a:pt x="73205" y="5480872"/>
                  </a:lnTo>
                  <a:lnTo>
                    <a:pt x="76200" y="5466041"/>
                  </a:lnTo>
                  <a:lnTo>
                    <a:pt x="76643" y="5424611"/>
                  </a:lnTo>
                  <a:lnTo>
                    <a:pt x="77968" y="5382000"/>
                  </a:lnTo>
                  <a:lnTo>
                    <a:pt x="80172" y="5338264"/>
                  </a:lnTo>
                  <a:lnTo>
                    <a:pt x="83248" y="5293456"/>
                  </a:lnTo>
                  <a:lnTo>
                    <a:pt x="87191" y="5247631"/>
                  </a:lnTo>
                  <a:lnTo>
                    <a:pt x="91996" y="5200842"/>
                  </a:lnTo>
                  <a:lnTo>
                    <a:pt x="97657" y="5153143"/>
                  </a:lnTo>
                  <a:lnTo>
                    <a:pt x="104171" y="5104590"/>
                  </a:lnTo>
                  <a:lnTo>
                    <a:pt x="111531" y="5055235"/>
                  </a:lnTo>
                  <a:lnTo>
                    <a:pt x="119732" y="5005133"/>
                  </a:lnTo>
                  <a:lnTo>
                    <a:pt x="128769" y="4954338"/>
                  </a:lnTo>
                  <a:lnTo>
                    <a:pt x="138637" y="4902905"/>
                  </a:lnTo>
                  <a:lnTo>
                    <a:pt x="149331" y="4850886"/>
                  </a:lnTo>
                  <a:lnTo>
                    <a:pt x="160846" y="4798337"/>
                  </a:lnTo>
                  <a:lnTo>
                    <a:pt x="173175" y="4745312"/>
                  </a:lnTo>
                  <a:lnTo>
                    <a:pt x="186315" y="4691864"/>
                  </a:lnTo>
                  <a:lnTo>
                    <a:pt x="200260" y="4638048"/>
                  </a:lnTo>
                  <a:lnTo>
                    <a:pt x="215005" y="4583918"/>
                  </a:lnTo>
                  <a:lnTo>
                    <a:pt x="230545" y="4529527"/>
                  </a:lnTo>
                  <a:lnTo>
                    <a:pt x="246874" y="4474931"/>
                  </a:lnTo>
                  <a:lnTo>
                    <a:pt x="263987" y="4420183"/>
                  </a:lnTo>
                  <a:lnTo>
                    <a:pt x="281879" y="4365337"/>
                  </a:lnTo>
                  <a:lnTo>
                    <a:pt x="300545" y="4310448"/>
                  </a:lnTo>
                  <a:lnTo>
                    <a:pt x="317493" y="4262446"/>
                  </a:lnTo>
                  <a:lnTo>
                    <a:pt x="334950" y="4214642"/>
                  </a:lnTo>
                  <a:lnTo>
                    <a:pt x="352914" y="4167045"/>
                  </a:lnTo>
                  <a:lnTo>
                    <a:pt x="371384" y="4119667"/>
                  </a:lnTo>
                  <a:lnTo>
                    <a:pt x="390357" y="4072516"/>
                  </a:lnTo>
                  <a:lnTo>
                    <a:pt x="409832" y="4025604"/>
                  </a:lnTo>
                  <a:lnTo>
                    <a:pt x="429806" y="3978939"/>
                  </a:lnTo>
                  <a:lnTo>
                    <a:pt x="450279" y="3932533"/>
                  </a:lnTo>
                  <a:lnTo>
                    <a:pt x="471249" y="3886395"/>
                  </a:lnTo>
                  <a:lnTo>
                    <a:pt x="492712" y="3840535"/>
                  </a:lnTo>
                  <a:lnTo>
                    <a:pt x="514669" y="3794963"/>
                  </a:lnTo>
                  <a:lnTo>
                    <a:pt x="537116" y="3749689"/>
                  </a:lnTo>
                  <a:lnTo>
                    <a:pt x="560052" y="3704724"/>
                  </a:lnTo>
                  <a:lnTo>
                    <a:pt x="583475" y="3660077"/>
                  </a:lnTo>
                  <a:lnTo>
                    <a:pt x="607384" y="3615759"/>
                  </a:lnTo>
                  <a:lnTo>
                    <a:pt x="631777" y="3571779"/>
                  </a:lnTo>
                  <a:lnTo>
                    <a:pt x="656651" y="3528147"/>
                  </a:lnTo>
                  <a:lnTo>
                    <a:pt x="682005" y="3484874"/>
                  </a:lnTo>
                  <a:lnTo>
                    <a:pt x="707837" y="3441970"/>
                  </a:lnTo>
                  <a:lnTo>
                    <a:pt x="734146" y="3399444"/>
                  </a:lnTo>
                  <a:lnTo>
                    <a:pt x="760929" y="3357307"/>
                  </a:lnTo>
                  <a:lnTo>
                    <a:pt x="788184" y="3315569"/>
                  </a:lnTo>
                  <a:lnTo>
                    <a:pt x="815911" y="3274239"/>
                  </a:lnTo>
                  <a:lnTo>
                    <a:pt x="844107" y="3233329"/>
                  </a:lnTo>
                  <a:lnTo>
                    <a:pt x="872769" y="3192847"/>
                  </a:lnTo>
                  <a:lnTo>
                    <a:pt x="901898" y="3152804"/>
                  </a:lnTo>
                  <a:lnTo>
                    <a:pt x="931490" y="3113210"/>
                  </a:lnTo>
                  <a:lnTo>
                    <a:pt x="961543" y="3074075"/>
                  </a:lnTo>
                  <a:lnTo>
                    <a:pt x="992057" y="3035408"/>
                  </a:lnTo>
                  <a:lnTo>
                    <a:pt x="1023028" y="2997221"/>
                  </a:lnTo>
                  <a:lnTo>
                    <a:pt x="1054456" y="2959524"/>
                  </a:lnTo>
                  <a:lnTo>
                    <a:pt x="1089498" y="2918274"/>
                  </a:lnTo>
                  <a:lnTo>
                    <a:pt x="1124547" y="2877432"/>
                  </a:lnTo>
                  <a:lnTo>
                    <a:pt x="1159609" y="2836995"/>
                  </a:lnTo>
                  <a:lnTo>
                    <a:pt x="1194692" y="2796959"/>
                  </a:lnTo>
                  <a:lnTo>
                    <a:pt x="1229802" y="2757319"/>
                  </a:lnTo>
                  <a:lnTo>
                    <a:pt x="1264948" y="2718072"/>
                  </a:lnTo>
                  <a:lnTo>
                    <a:pt x="1300135" y="2679214"/>
                  </a:lnTo>
                  <a:lnTo>
                    <a:pt x="1335372" y="2640741"/>
                  </a:lnTo>
                  <a:lnTo>
                    <a:pt x="1370665" y="2602649"/>
                  </a:lnTo>
                  <a:lnTo>
                    <a:pt x="1406021" y="2564934"/>
                  </a:lnTo>
                  <a:lnTo>
                    <a:pt x="1441447" y="2527593"/>
                  </a:lnTo>
                  <a:lnTo>
                    <a:pt x="1476951" y="2490621"/>
                  </a:lnTo>
                  <a:lnTo>
                    <a:pt x="1512540" y="2454015"/>
                  </a:lnTo>
                  <a:lnTo>
                    <a:pt x="1548221" y="2417770"/>
                  </a:lnTo>
                  <a:lnTo>
                    <a:pt x="1584000" y="2381883"/>
                  </a:lnTo>
                  <a:lnTo>
                    <a:pt x="1619885" y="2346350"/>
                  </a:lnTo>
                  <a:lnTo>
                    <a:pt x="1655883" y="2311167"/>
                  </a:lnTo>
                  <a:lnTo>
                    <a:pt x="1692002" y="2276330"/>
                  </a:lnTo>
                  <a:lnTo>
                    <a:pt x="1728247" y="2241836"/>
                  </a:lnTo>
                  <a:lnTo>
                    <a:pt x="1764627" y="2207680"/>
                  </a:lnTo>
                  <a:lnTo>
                    <a:pt x="1801149" y="2173858"/>
                  </a:lnTo>
                  <a:lnTo>
                    <a:pt x="1837819" y="2140367"/>
                  </a:lnTo>
                  <a:lnTo>
                    <a:pt x="1874644" y="2107202"/>
                  </a:lnTo>
                  <a:lnTo>
                    <a:pt x="1911633" y="2074361"/>
                  </a:lnTo>
                  <a:lnTo>
                    <a:pt x="1948791" y="2041838"/>
                  </a:lnTo>
                  <a:lnTo>
                    <a:pt x="1986126" y="2009630"/>
                  </a:lnTo>
                  <a:lnTo>
                    <a:pt x="2023646" y="1977734"/>
                  </a:lnTo>
                  <a:lnTo>
                    <a:pt x="2061356" y="1946145"/>
                  </a:lnTo>
                  <a:lnTo>
                    <a:pt x="2099265" y="1914859"/>
                  </a:lnTo>
                  <a:lnTo>
                    <a:pt x="2137379" y="1883872"/>
                  </a:lnTo>
                  <a:lnTo>
                    <a:pt x="2175706" y="1853181"/>
                  </a:lnTo>
                  <a:lnTo>
                    <a:pt x="2214252" y="1822782"/>
                  </a:lnTo>
                  <a:lnTo>
                    <a:pt x="2253025" y="1792671"/>
                  </a:lnTo>
                  <a:lnTo>
                    <a:pt x="2292032" y="1762844"/>
                  </a:lnTo>
                  <a:lnTo>
                    <a:pt x="2331279" y="1733296"/>
                  </a:lnTo>
                  <a:lnTo>
                    <a:pt x="2370775" y="1704025"/>
                  </a:lnTo>
                  <a:lnTo>
                    <a:pt x="2410526" y="1675026"/>
                  </a:lnTo>
                  <a:lnTo>
                    <a:pt x="2450539" y="1646296"/>
                  </a:lnTo>
                  <a:lnTo>
                    <a:pt x="2490821" y="1617830"/>
                  </a:lnTo>
                  <a:lnTo>
                    <a:pt x="2531380" y="1589624"/>
                  </a:lnTo>
                  <a:lnTo>
                    <a:pt x="2572222" y="1561675"/>
                  </a:lnTo>
                  <a:lnTo>
                    <a:pt x="2613355" y="1533980"/>
                  </a:lnTo>
                  <a:lnTo>
                    <a:pt x="2654786" y="1506533"/>
                  </a:lnTo>
                  <a:lnTo>
                    <a:pt x="2696521" y="1479331"/>
                  </a:lnTo>
                  <a:lnTo>
                    <a:pt x="2738569" y="1452370"/>
                  </a:lnTo>
                  <a:lnTo>
                    <a:pt x="2780935" y="1425647"/>
                  </a:lnTo>
                  <a:lnTo>
                    <a:pt x="2823628" y="1399157"/>
                  </a:lnTo>
                  <a:lnTo>
                    <a:pt x="2866654" y="1372896"/>
                  </a:lnTo>
                  <a:lnTo>
                    <a:pt x="2905712" y="1349435"/>
                  </a:lnTo>
                  <a:lnTo>
                    <a:pt x="2945010" y="1326193"/>
                  </a:lnTo>
                  <a:lnTo>
                    <a:pt x="2984550" y="1303171"/>
                  </a:lnTo>
                  <a:lnTo>
                    <a:pt x="3024333" y="1280368"/>
                  </a:lnTo>
                  <a:lnTo>
                    <a:pt x="3064360" y="1257785"/>
                  </a:lnTo>
                  <a:lnTo>
                    <a:pt x="3104634" y="1235422"/>
                  </a:lnTo>
                  <a:lnTo>
                    <a:pt x="3145156" y="1213279"/>
                  </a:lnTo>
                  <a:lnTo>
                    <a:pt x="3185927" y="1191356"/>
                  </a:lnTo>
                  <a:lnTo>
                    <a:pt x="3226949" y="1169653"/>
                  </a:lnTo>
                  <a:lnTo>
                    <a:pt x="3268224" y="1148171"/>
                  </a:lnTo>
                  <a:lnTo>
                    <a:pt x="3309752" y="1126910"/>
                  </a:lnTo>
                  <a:lnTo>
                    <a:pt x="3351536" y="1105869"/>
                  </a:lnTo>
                  <a:lnTo>
                    <a:pt x="3393577" y="1085050"/>
                  </a:lnTo>
                  <a:lnTo>
                    <a:pt x="3435877" y="1064451"/>
                  </a:lnTo>
                  <a:lnTo>
                    <a:pt x="3478437" y="1044074"/>
                  </a:lnTo>
                  <a:lnTo>
                    <a:pt x="3521259" y="1023918"/>
                  </a:lnTo>
                  <a:lnTo>
                    <a:pt x="3564345" y="1003984"/>
                  </a:lnTo>
                  <a:lnTo>
                    <a:pt x="3607695" y="984271"/>
                  </a:lnTo>
                  <a:lnTo>
                    <a:pt x="3651312" y="964780"/>
                  </a:lnTo>
                  <a:lnTo>
                    <a:pt x="3695196" y="945511"/>
                  </a:lnTo>
                  <a:lnTo>
                    <a:pt x="3739351" y="926465"/>
                  </a:lnTo>
                  <a:lnTo>
                    <a:pt x="3783776" y="907640"/>
                  </a:lnTo>
                  <a:lnTo>
                    <a:pt x="3828474" y="889038"/>
                  </a:lnTo>
                  <a:lnTo>
                    <a:pt x="3873447" y="870659"/>
                  </a:lnTo>
                  <a:lnTo>
                    <a:pt x="3918695" y="852502"/>
                  </a:lnTo>
                  <a:lnTo>
                    <a:pt x="3964221" y="834568"/>
                  </a:lnTo>
                  <a:lnTo>
                    <a:pt x="4010025" y="816857"/>
                  </a:lnTo>
                  <a:lnTo>
                    <a:pt x="4056110" y="799370"/>
                  </a:lnTo>
                  <a:lnTo>
                    <a:pt x="4102477" y="782106"/>
                  </a:lnTo>
                  <a:lnTo>
                    <a:pt x="4149128" y="765065"/>
                  </a:lnTo>
                  <a:lnTo>
                    <a:pt x="4196063" y="748247"/>
                  </a:lnTo>
                  <a:lnTo>
                    <a:pt x="4243286" y="731654"/>
                  </a:lnTo>
                  <a:lnTo>
                    <a:pt x="4290796" y="715284"/>
                  </a:lnTo>
                  <a:lnTo>
                    <a:pt x="4338597" y="699139"/>
                  </a:lnTo>
                  <a:lnTo>
                    <a:pt x="4386688" y="683218"/>
                  </a:lnTo>
                  <a:lnTo>
                    <a:pt x="4435073" y="667521"/>
                  </a:lnTo>
                  <a:lnTo>
                    <a:pt x="4483752" y="652048"/>
                  </a:lnTo>
                  <a:lnTo>
                    <a:pt x="4532727" y="636801"/>
                  </a:lnTo>
                  <a:lnTo>
                    <a:pt x="4582000" y="621778"/>
                  </a:lnTo>
                  <a:lnTo>
                    <a:pt x="4631572" y="606980"/>
                  </a:lnTo>
                  <a:lnTo>
                    <a:pt x="4681444" y="592407"/>
                  </a:lnTo>
                  <a:lnTo>
                    <a:pt x="4731619" y="578059"/>
                  </a:lnTo>
                  <a:lnTo>
                    <a:pt x="4782098" y="563937"/>
                  </a:lnTo>
                  <a:lnTo>
                    <a:pt x="4832882" y="550040"/>
                  </a:lnTo>
                  <a:lnTo>
                    <a:pt x="4883973" y="536369"/>
                  </a:lnTo>
                  <a:lnTo>
                    <a:pt x="4935372" y="522924"/>
                  </a:lnTo>
                  <a:lnTo>
                    <a:pt x="4987081" y="509705"/>
                  </a:lnTo>
                  <a:lnTo>
                    <a:pt x="5039102" y="496712"/>
                  </a:lnTo>
                  <a:lnTo>
                    <a:pt x="5091436" y="483945"/>
                  </a:lnTo>
                  <a:lnTo>
                    <a:pt x="5144085" y="471404"/>
                  </a:lnTo>
                  <a:lnTo>
                    <a:pt x="5197050" y="459091"/>
                  </a:lnTo>
                  <a:lnTo>
                    <a:pt x="5250333" y="447004"/>
                  </a:lnTo>
                  <a:lnTo>
                    <a:pt x="5303935" y="435143"/>
                  </a:lnTo>
                  <a:lnTo>
                    <a:pt x="5357858" y="423510"/>
                  </a:lnTo>
                  <a:lnTo>
                    <a:pt x="5412103" y="412104"/>
                  </a:lnTo>
                  <a:lnTo>
                    <a:pt x="5466672" y="400926"/>
                  </a:lnTo>
                  <a:lnTo>
                    <a:pt x="5521567" y="389974"/>
                  </a:lnTo>
                  <a:lnTo>
                    <a:pt x="5576790" y="379251"/>
                  </a:lnTo>
                  <a:lnTo>
                    <a:pt x="5632340" y="368755"/>
                  </a:lnTo>
                  <a:lnTo>
                    <a:pt x="5688221" y="358487"/>
                  </a:lnTo>
                  <a:lnTo>
                    <a:pt x="5744434" y="348447"/>
                  </a:lnTo>
                  <a:lnTo>
                    <a:pt x="5800980" y="338636"/>
                  </a:lnTo>
                  <a:lnTo>
                    <a:pt x="5857862" y="329053"/>
                  </a:lnTo>
                  <a:lnTo>
                    <a:pt x="5915079" y="319698"/>
                  </a:lnTo>
                  <a:lnTo>
                    <a:pt x="5978077" y="310961"/>
                  </a:lnTo>
                  <a:lnTo>
                    <a:pt x="6052808" y="303154"/>
                  </a:lnTo>
                  <a:lnTo>
                    <a:pt x="6094569" y="299600"/>
                  </a:lnTo>
                  <a:lnTo>
                    <a:pt x="6139257" y="296280"/>
                  </a:lnTo>
                  <a:lnTo>
                    <a:pt x="6186870" y="293194"/>
                  </a:lnTo>
                  <a:lnTo>
                    <a:pt x="6237407" y="290342"/>
                  </a:lnTo>
                  <a:lnTo>
                    <a:pt x="6290866" y="287724"/>
                  </a:lnTo>
                  <a:lnTo>
                    <a:pt x="6347244" y="285342"/>
                  </a:lnTo>
                  <a:lnTo>
                    <a:pt x="6406540" y="283194"/>
                  </a:lnTo>
                  <a:lnTo>
                    <a:pt x="6468752" y="281282"/>
                  </a:lnTo>
                  <a:lnTo>
                    <a:pt x="6533877" y="279606"/>
                  </a:lnTo>
                  <a:lnTo>
                    <a:pt x="6601915" y="278167"/>
                  </a:lnTo>
                  <a:lnTo>
                    <a:pt x="6672862" y="276963"/>
                  </a:lnTo>
                  <a:lnTo>
                    <a:pt x="6746717" y="275997"/>
                  </a:lnTo>
                  <a:lnTo>
                    <a:pt x="6956437" y="275070"/>
                  </a:lnTo>
                  <a:lnTo>
                    <a:pt x="6728160" y="404800"/>
                  </a:lnTo>
                  <a:lnTo>
                    <a:pt x="6716746" y="414733"/>
                  </a:lnTo>
                  <a:lnTo>
                    <a:pt x="6710251" y="427816"/>
                  </a:lnTo>
                  <a:lnTo>
                    <a:pt x="6709137" y="442380"/>
                  </a:lnTo>
                  <a:lnTo>
                    <a:pt x="6713861" y="456756"/>
                  </a:lnTo>
                  <a:lnTo>
                    <a:pt x="6723792" y="468167"/>
                  </a:lnTo>
                  <a:lnTo>
                    <a:pt x="6736875" y="474660"/>
                  </a:lnTo>
                  <a:lnTo>
                    <a:pt x="6751438" y="475776"/>
                  </a:lnTo>
                  <a:lnTo>
                    <a:pt x="6765811" y="471056"/>
                  </a:lnTo>
                  <a:lnTo>
                    <a:pt x="7120520" y="269457"/>
                  </a:lnTo>
                  <a:lnTo>
                    <a:pt x="7135022" y="254917"/>
                  </a:lnTo>
                  <a:lnTo>
                    <a:pt x="7139794" y="236160"/>
                  </a:lnTo>
                  <a:lnTo>
                    <a:pt x="7134856" y="217447"/>
                  </a:lnTo>
                  <a:lnTo>
                    <a:pt x="7120225" y="203036"/>
                  </a:lnTo>
                  <a:lnTo>
                    <a:pt x="6763743" y="4598"/>
                  </a:lnTo>
                  <a:lnTo>
                    <a:pt x="6749328" y="0"/>
                  </a:lnTo>
                  <a:close/>
                </a:path>
              </a:pathLst>
            </a:custGeom>
            <a:solidFill>
              <a:srgbClr val="3068E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4" name="object 14"/>
            <p:cNvSpPr/>
            <p:nvPr/>
          </p:nvSpPr>
          <p:spPr>
            <a:xfrm>
              <a:off x="3804660" y="7700166"/>
              <a:ext cx="304800" cy="304800"/>
            </a:xfrm>
            <a:custGeom>
              <a:avLst/>
              <a:gdLst/>
              <a:ahLst/>
              <a:cxnLst/>
              <a:rect l="l" t="t" r="r" b="b"/>
              <a:pathLst>
                <a:path w="304800" h="304800">
                  <a:moveTo>
                    <a:pt x="152171" y="0"/>
                  </a:moveTo>
                  <a:lnTo>
                    <a:pt x="104073" y="7757"/>
                  </a:lnTo>
                  <a:lnTo>
                    <a:pt x="62300" y="29360"/>
                  </a:lnTo>
                  <a:lnTo>
                    <a:pt x="29360" y="62300"/>
                  </a:lnTo>
                  <a:lnTo>
                    <a:pt x="7757" y="104073"/>
                  </a:lnTo>
                  <a:lnTo>
                    <a:pt x="0" y="152171"/>
                  </a:lnTo>
                  <a:lnTo>
                    <a:pt x="7757" y="200269"/>
                  </a:lnTo>
                  <a:lnTo>
                    <a:pt x="29360" y="242041"/>
                  </a:lnTo>
                  <a:lnTo>
                    <a:pt x="62300" y="274982"/>
                  </a:lnTo>
                  <a:lnTo>
                    <a:pt x="104073" y="296585"/>
                  </a:lnTo>
                  <a:lnTo>
                    <a:pt x="152171" y="304342"/>
                  </a:lnTo>
                  <a:lnTo>
                    <a:pt x="200268" y="296585"/>
                  </a:lnTo>
                  <a:lnTo>
                    <a:pt x="242040" y="274982"/>
                  </a:lnTo>
                  <a:lnTo>
                    <a:pt x="274981" y="242041"/>
                  </a:lnTo>
                  <a:lnTo>
                    <a:pt x="296583" y="200269"/>
                  </a:lnTo>
                  <a:lnTo>
                    <a:pt x="304341" y="152171"/>
                  </a:lnTo>
                  <a:lnTo>
                    <a:pt x="296583" y="104073"/>
                  </a:lnTo>
                  <a:lnTo>
                    <a:pt x="274981" y="62300"/>
                  </a:lnTo>
                  <a:lnTo>
                    <a:pt x="242040" y="29360"/>
                  </a:lnTo>
                  <a:lnTo>
                    <a:pt x="200268" y="7757"/>
                  </a:lnTo>
                  <a:lnTo>
                    <a:pt x="152171" y="0"/>
                  </a:lnTo>
                  <a:close/>
                </a:path>
              </a:pathLst>
            </a:custGeom>
            <a:solidFill>
              <a:srgbClr val="E1E1E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15" name="object 15"/>
            <p:cNvPicPr/>
            <p:nvPr/>
          </p:nvPicPr>
          <p:blipFill>
            <a:blip r:embed="rId2" cstate="print"/>
            <a:stretch>
              <a:fillRect/>
            </a:stretch>
          </p:blipFill>
          <p:spPr>
            <a:xfrm>
              <a:off x="3841311" y="5636778"/>
              <a:ext cx="1905000" cy="1905000"/>
            </a:xfrm>
            <a:prstGeom prst="rect">
              <a:avLst/>
            </a:prstGeom>
          </p:spPr>
        </p:pic>
        <p:sp>
          <p:nvSpPr>
            <p:cNvPr id="16" name="object 16"/>
            <p:cNvSpPr/>
            <p:nvPr/>
          </p:nvSpPr>
          <p:spPr>
            <a:xfrm>
              <a:off x="3500310" y="4230661"/>
              <a:ext cx="5295900" cy="4727575"/>
            </a:xfrm>
            <a:custGeom>
              <a:avLst/>
              <a:gdLst/>
              <a:ahLst/>
              <a:cxnLst/>
              <a:rect l="l" t="t" r="r" b="b"/>
              <a:pathLst>
                <a:path w="5295900" h="4727575">
                  <a:moveTo>
                    <a:pt x="304342" y="4575289"/>
                  </a:moveTo>
                  <a:lnTo>
                    <a:pt x="296583" y="4527194"/>
                  </a:lnTo>
                  <a:lnTo>
                    <a:pt x="274980" y="4485411"/>
                  </a:lnTo>
                  <a:lnTo>
                    <a:pt x="242049" y="4452480"/>
                  </a:lnTo>
                  <a:lnTo>
                    <a:pt x="200266" y="4430877"/>
                  </a:lnTo>
                  <a:lnTo>
                    <a:pt x="152171" y="4423118"/>
                  </a:lnTo>
                  <a:lnTo>
                    <a:pt x="104076" y="4430877"/>
                  </a:lnTo>
                  <a:lnTo>
                    <a:pt x="62306" y="4452480"/>
                  </a:lnTo>
                  <a:lnTo>
                    <a:pt x="29362" y="4485411"/>
                  </a:lnTo>
                  <a:lnTo>
                    <a:pt x="7759" y="4527194"/>
                  </a:lnTo>
                  <a:lnTo>
                    <a:pt x="0" y="4575289"/>
                  </a:lnTo>
                  <a:lnTo>
                    <a:pt x="7759" y="4623384"/>
                  </a:lnTo>
                  <a:lnTo>
                    <a:pt x="29362" y="4665154"/>
                  </a:lnTo>
                  <a:lnTo>
                    <a:pt x="62306" y="4698098"/>
                  </a:lnTo>
                  <a:lnTo>
                    <a:pt x="104076" y="4719701"/>
                  </a:lnTo>
                  <a:lnTo>
                    <a:pt x="152171" y="4727460"/>
                  </a:lnTo>
                  <a:lnTo>
                    <a:pt x="200266" y="4719701"/>
                  </a:lnTo>
                  <a:lnTo>
                    <a:pt x="242049" y="4698098"/>
                  </a:lnTo>
                  <a:lnTo>
                    <a:pt x="274980" y="4665154"/>
                  </a:lnTo>
                  <a:lnTo>
                    <a:pt x="296583" y="4623384"/>
                  </a:lnTo>
                  <a:lnTo>
                    <a:pt x="304342" y="4575289"/>
                  </a:lnTo>
                  <a:close/>
                </a:path>
                <a:path w="5295900" h="4727575">
                  <a:moveTo>
                    <a:pt x="2911310" y="1133805"/>
                  </a:moveTo>
                  <a:lnTo>
                    <a:pt x="2903563" y="1085710"/>
                  </a:lnTo>
                  <a:lnTo>
                    <a:pt x="2881960" y="1043940"/>
                  </a:lnTo>
                  <a:lnTo>
                    <a:pt x="2849016" y="1010996"/>
                  </a:lnTo>
                  <a:lnTo>
                    <a:pt x="2807246" y="989393"/>
                  </a:lnTo>
                  <a:lnTo>
                    <a:pt x="2759138" y="981633"/>
                  </a:lnTo>
                  <a:lnTo>
                    <a:pt x="2711043" y="989393"/>
                  </a:lnTo>
                  <a:lnTo>
                    <a:pt x="2669273" y="1010996"/>
                  </a:lnTo>
                  <a:lnTo>
                    <a:pt x="2636329" y="1043940"/>
                  </a:lnTo>
                  <a:lnTo>
                    <a:pt x="2614726" y="1085710"/>
                  </a:lnTo>
                  <a:lnTo>
                    <a:pt x="2606967" y="1133805"/>
                  </a:lnTo>
                  <a:lnTo>
                    <a:pt x="2614726" y="1181912"/>
                  </a:lnTo>
                  <a:lnTo>
                    <a:pt x="2636329" y="1223683"/>
                  </a:lnTo>
                  <a:lnTo>
                    <a:pt x="2669273" y="1256626"/>
                  </a:lnTo>
                  <a:lnTo>
                    <a:pt x="2711043" y="1278229"/>
                  </a:lnTo>
                  <a:lnTo>
                    <a:pt x="2759138" y="1285976"/>
                  </a:lnTo>
                  <a:lnTo>
                    <a:pt x="2807246" y="1278229"/>
                  </a:lnTo>
                  <a:lnTo>
                    <a:pt x="2849016" y="1256626"/>
                  </a:lnTo>
                  <a:lnTo>
                    <a:pt x="2881960" y="1223683"/>
                  </a:lnTo>
                  <a:lnTo>
                    <a:pt x="2903563" y="1181912"/>
                  </a:lnTo>
                  <a:lnTo>
                    <a:pt x="2911310" y="1133805"/>
                  </a:lnTo>
                  <a:close/>
                </a:path>
                <a:path w="5295900" h="4727575">
                  <a:moveTo>
                    <a:pt x="5295557" y="152171"/>
                  </a:moveTo>
                  <a:lnTo>
                    <a:pt x="5287797" y="104076"/>
                  </a:lnTo>
                  <a:lnTo>
                    <a:pt x="5266194" y="62306"/>
                  </a:lnTo>
                  <a:lnTo>
                    <a:pt x="5233263" y="29362"/>
                  </a:lnTo>
                  <a:lnTo>
                    <a:pt x="5191480" y="7759"/>
                  </a:lnTo>
                  <a:lnTo>
                    <a:pt x="5143385" y="0"/>
                  </a:lnTo>
                  <a:lnTo>
                    <a:pt x="5095291" y="7759"/>
                  </a:lnTo>
                  <a:lnTo>
                    <a:pt x="5053520" y="29362"/>
                  </a:lnTo>
                  <a:lnTo>
                    <a:pt x="5020576" y="62306"/>
                  </a:lnTo>
                  <a:lnTo>
                    <a:pt x="4998974" y="104076"/>
                  </a:lnTo>
                  <a:lnTo>
                    <a:pt x="4991214" y="152171"/>
                  </a:lnTo>
                  <a:lnTo>
                    <a:pt x="4998974" y="200279"/>
                  </a:lnTo>
                  <a:lnTo>
                    <a:pt x="5020576" y="242049"/>
                  </a:lnTo>
                  <a:lnTo>
                    <a:pt x="5053520" y="274993"/>
                  </a:lnTo>
                  <a:lnTo>
                    <a:pt x="5095291" y="296595"/>
                  </a:lnTo>
                  <a:lnTo>
                    <a:pt x="5143385" y="304342"/>
                  </a:lnTo>
                  <a:lnTo>
                    <a:pt x="5191480" y="296595"/>
                  </a:lnTo>
                  <a:lnTo>
                    <a:pt x="5233263" y="274993"/>
                  </a:lnTo>
                  <a:lnTo>
                    <a:pt x="5266194" y="242049"/>
                  </a:lnTo>
                  <a:lnTo>
                    <a:pt x="5287797" y="200279"/>
                  </a:lnTo>
                  <a:lnTo>
                    <a:pt x="5295557" y="152171"/>
                  </a:lnTo>
                  <a:close/>
                </a:path>
              </a:pathLst>
            </a:custGeom>
            <a:solidFill>
              <a:srgbClr val="E1E1E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7" name="object 17"/>
          <p:cNvSpPr txBox="1"/>
          <p:nvPr/>
        </p:nvSpPr>
        <p:spPr>
          <a:xfrm>
            <a:off x="1930126" y="4318915"/>
            <a:ext cx="925195" cy="167640"/>
          </a:xfrm>
          <a:prstGeom prst="rect">
            <a:avLst/>
          </a:prstGeom>
        </p:spPr>
        <p:txBody>
          <a:bodyPr vert="horz" wrap="square" lIns="0" tIns="6350" rIns="0" bIns="0" rtlCol="0">
            <a:spAutoFit/>
          </a:bodyPr>
          <a:lstStyle/>
          <a:p>
            <a:pPr marL="6350">
              <a:spcBef>
                <a:spcPts val="50"/>
              </a:spcBef>
            </a:pPr>
            <a:r>
              <a:rPr sz="1050" spc="-38"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1</a:t>
            </a:r>
            <a:r>
              <a:rPr sz="1050" spc="-28"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、新手</a:t>
            </a:r>
            <a:r>
              <a:rPr sz="1050" spc="-25"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Novice</a:t>
            </a:r>
            <a:endParaRPr sz="105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8" name="object 18"/>
          <p:cNvSpPr txBox="1"/>
          <p:nvPr/>
        </p:nvSpPr>
        <p:spPr>
          <a:xfrm>
            <a:off x="2120595" y="3824417"/>
            <a:ext cx="2052002" cy="167640"/>
          </a:xfrm>
          <a:prstGeom prst="rect">
            <a:avLst/>
          </a:prstGeom>
        </p:spPr>
        <p:txBody>
          <a:bodyPr vert="horz" wrap="square" lIns="0" tIns="6350" rIns="0" bIns="0" rtlCol="0">
            <a:spAutoFit/>
          </a:bodyPr>
          <a:lstStyle/>
          <a:p>
            <a:pPr marL="6350">
              <a:spcBef>
                <a:spcPts val="50"/>
              </a:spcBef>
            </a:pPr>
            <a:r>
              <a:rPr sz="1050" spc="-38"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2</a:t>
            </a:r>
            <a:r>
              <a:rPr sz="1050" spc="-28"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、高级新手 </a:t>
            </a:r>
            <a:r>
              <a:rPr sz="1050" spc="-20"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Advanced</a:t>
            </a:r>
            <a:r>
              <a:rPr sz="1050" spc="-45"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 </a:t>
            </a:r>
            <a:r>
              <a:rPr sz="1050" spc="-5"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Beginner</a:t>
            </a:r>
            <a:endParaRPr sz="105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9" name="object 19"/>
          <p:cNvSpPr txBox="1"/>
          <p:nvPr/>
        </p:nvSpPr>
        <p:spPr>
          <a:xfrm>
            <a:off x="2529055" y="3219564"/>
            <a:ext cx="1357948" cy="167640"/>
          </a:xfrm>
          <a:prstGeom prst="rect">
            <a:avLst/>
          </a:prstGeom>
        </p:spPr>
        <p:txBody>
          <a:bodyPr vert="horz" wrap="square" lIns="0" tIns="6350" rIns="0" bIns="0" rtlCol="0">
            <a:spAutoFit/>
          </a:bodyPr>
          <a:lstStyle/>
          <a:p>
            <a:pPr marL="6350">
              <a:spcBef>
                <a:spcPts val="50"/>
              </a:spcBef>
            </a:pPr>
            <a:r>
              <a:rPr sz="1050" b="1" spc="-38"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3</a:t>
            </a:r>
            <a:r>
              <a:rPr sz="1050" b="1" spc="-3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、胜任者 </a:t>
            </a:r>
            <a:r>
              <a:rPr sz="1050" b="1" spc="-33"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Competent</a:t>
            </a:r>
            <a:endParaRPr sz="1050" b="1">
              <a:latin typeface="江城圆体 600W" panose="020B0800000000000000" pitchFamily="34" charset="-128"/>
              <a:ea typeface="江城圆体 600W" panose="020B0800000000000000" pitchFamily="34" charset="-128"/>
              <a:cs typeface="微软雅黑" panose="020B0503020204020204" charset="-122"/>
            </a:endParaRPr>
          </a:p>
        </p:txBody>
      </p:sp>
      <p:sp>
        <p:nvSpPr>
          <p:cNvPr id="20" name="object 20"/>
          <p:cNvSpPr txBox="1"/>
          <p:nvPr/>
        </p:nvSpPr>
        <p:spPr>
          <a:xfrm>
            <a:off x="3243916" y="2596940"/>
            <a:ext cx="1267143" cy="167640"/>
          </a:xfrm>
          <a:prstGeom prst="rect">
            <a:avLst/>
          </a:prstGeom>
        </p:spPr>
        <p:txBody>
          <a:bodyPr vert="horz" wrap="square" lIns="0" tIns="6350" rIns="0" bIns="0" rtlCol="0">
            <a:spAutoFit/>
          </a:bodyPr>
          <a:lstStyle/>
          <a:p>
            <a:pPr marL="6350">
              <a:spcBef>
                <a:spcPts val="50"/>
              </a:spcBef>
            </a:pPr>
            <a:r>
              <a:rPr sz="1050" spc="-38"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4</a:t>
            </a:r>
            <a:r>
              <a:rPr sz="1050" spc="-30"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、精通者 </a:t>
            </a:r>
            <a:r>
              <a:rPr sz="1050" spc="-25"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Proficient</a:t>
            </a:r>
            <a:endParaRPr sz="105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21" name="object 21"/>
          <p:cNvSpPr txBox="1"/>
          <p:nvPr/>
        </p:nvSpPr>
        <p:spPr>
          <a:xfrm>
            <a:off x="4268611" y="2248491"/>
            <a:ext cx="938530" cy="167640"/>
          </a:xfrm>
          <a:prstGeom prst="rect">
            <a:avLst/>
          </a:prstGeom>
        </p:spPr>
        <p:txBody>
          <a:bodyPr vert="horz" wrap="square" lIns="0" tIns="6350" rIns="0" bIns="0" rtlCol="0">
            <a:spAutoFit/>
          </a:bodyPr>
          <a:lstStyle/>
          <a:p>
            <a:pPr marL="6350">
              <a:spcBef>
                <a:spcPts val="50"/>
              </a:spcBef>
            </a:pPr>
            <a:r>
              <a:rPr sz="1050" spc="-38"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5</a:t>
            </a:r>
            <a:r>
              <a:rPr sz="1050" spc="-30"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、专家 </a:t>
            </a:r>
            <a:r>
              <a:rPr sz="1050" spc="-13"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Expert</a:t>
            </a:r>
            <a:endParaRPr sz="105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23" name="object 23"/>
          <p:cNvSpPr/>
          <p:nvPr/>
        </p:nvSpPr>
        <p:spPr>
          <a:xfrm>
            <a:off x="685800" y="5492750"/>
            <a:ext cx="2120900" cy="273050"/>
          </a:xfrm>
          <a:custGeom>
            <a:avLst/>
            <a:gdLst/>
            <a:ahLst/>
            <a:cxnLst/>
            <a:rect l="l" t="t" r="r" b="b"/>
            <a:pathLst>
              <a:path w="4241800" h="546100">
                <a:moveTo>
                  <a:pt x="3968750" y="0"/>
                </a:moveTo>
                <a:lnTo>
                  <a:pt x="273050" y="0"/>
                </a:lnTo>
                <a:lnTo>
                  <a:pt x="223968" y="4399"/>
                </a:lnTo>
                <a:lnTo>
                  <a:pt x="177774" y="17082"/>
                </a:lnTo>
                <a:lnTo>
                  <a:pt x="135236" y="37279"/>
                </a:lnTo>
                <a:lnTo>
                  <a:pt x="97127" y="64218"/>
                </a:lnTo>
                <a:lnTo>
                  <a:pt x="64218" y="97127"/>
                </a:lnTo>
                <a:lnTo>
                  <a:pt x="37279" y="135236"/>
                </a:lnTo>
                <a:lnTo>
                  <a:pt x="17082" y="177774"/>
                </a:lnTo>
                <a:lnTo>
                  <a:pt x="4399" y="223968"/>
                </a:lnTo>
                <a:lnTo>
                  <a:pt x="0" y="273050"/>
                </a:lnTo>
                <a:lnTo>
                  <a:pt x="4399" y="322131"/>
                </a:lnTo>
                <a:lnTo>
                  <a:pt x="17082" y="368325"/>
                </a:lnTo>
                <a:lnTo>
                  <a:pt x="37279" y="410863"/>
                </a:lnTo>
                <a:lnTo>
                  <a:pt x="64218" y="448972"/>
                </a:lnTo>
                <a:lnTo>
                  <a:pt x="97127" y="481881"/>
                </a:lnTo>
                <a:lnTo>
                  <a:pt x="135236" y="508820"/>
                </a:lnTo>
                <a:lnTo>
                  <a:pt x="177774" y="529017"/>
                </a:lnTo>
                <a:lnTo>
                  <a:pt x="223968" y="541700"/>
                </a:lnTo>
                <a:lnTo>
                  <a:pt x="273050" y="546100"/>
                </a:lnTo>
                <a:lnTo>
                  <a:pt x="3968750" y="546100"/>
                </a:lnTo>
                <a:lnTo>
                  <a:pt x="4017831" y="541700"/>
                </a:lnTo>
                <a:lnTo>
                  <a:pt x="4064025" y="529017"/>
                </a:lnTo>
                <a:lnTo>
                  <a:pt x="4106563" y="508820"/>
                </a:lnTo>
                <a:lnTo>
                  <a:pt x="4144672" y="481881"/>
                </a:lnTo>
                <a:lnTo>
                  <a:pt x="4177581" y="448972"/>
                </a:lnTo>
                <a:lnTo>
                  <a:pt x="4204520" y="410863"/>
                </a:lnTo>
                <a:lnTo>
                  <a:pt x="4224717" y="368325"/>
                </a:lnTo>
                <a:lnTo>
                  <a:pt x="4237400" y="322131"/>
                </a:lnTo>
                <a:lnTo>
                  <a:pt x="4241800" y="273050"/>
                </a:lnTo>
                <a:lnTo>
                  <a:pt x="4237400" y="223968"/>
                </a:lnTo>
                <a:lnTo>
                  <a:pt x="4224717" y="177774"/>
                </a:lnTo>
                <a:lnTo>
                  <a:pt x="4204520" y="135236"/>
                </a:lnTo>
                <a:lnTo>
                  <a:pt x="4177581" y="97127"/>
                </a:lnTo>
                <a:lnTo>
                  <a:pt x="4144672" y="64218"/>
                </a:lnTo>
                <a:lnTo>
                  <a:pt x="4106563" y="37279"/>
                </a:lnTo>
                <a:lnTo>
                  <a:pt x="4064025" y="17082"/>
                </a:lnTo>
                <a:lnTo>
                  <a:pt x="4017831" y="4399"/>
                </a:lnTo>
                <a:lnTo>
                  <a:pt x="39687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4" name="object 24"/>
          <p:cNvSpPr txBox="1"/>
          <p:nvPr/>
        </p:nvSpPr>
        <p:spPr>
          <a:xfrm>
            <a:off x="783590" y="5537236"/>
            <a:ext cx="5388610" cy="2310130"/>
          </a:xfrm>
          <a:prstGeom prst="rect">
            <a:avLst/>
          </a:prstGeom>
        </p:spPr>
        <p:txBody>
          <a:bodyPr vert="horz" wrap="square" lIns="0" tIns="6350" rIns="0" bIns="0" rtlCol="0">
            <a:spAutoFit/>
          </a:bodyPr>
          <a:lstStyle/>
          <a:p>
            <a:pPr marL="6350">
              <a:spcBef>
                <a:spcPts val="50"/>
              </a:spcBef>
            </a:pPr>
            <a:r>
              <a:rPr sz="1050" b="1" spc="-38" dirty="0">
                <a:solidFill>
                  <a:srgbClr val="FFFFFF"/>
                </a:solidFill>
                <a:latin typeface="江城圆体 600W" panose="020B0800000000000000" pitchFamily="34" charset="-128"/>
                <a:ea typeface="江城圆体 600W" panose="020B0800000000000000" pitchFamily="34" charset="-128"/>
                <a:cs typeface="Alibaba PuHuiTi" panose="00020600040101010101" pitchFamily="18" charset="-122"/>
              </a:rPr>
              <a:t>3</a:t>
            </a:r>
            <a:r>
              <a:rPr sz="1050" b="1" spc="-28" dirty="0">
                <a:solidFill>
                  <a:srgbClr val="FFFFFF"/>
                </a:solidFill>
                <a:latin typeface="江城圆体 600W" panose="020B0800000000000000" pitchFamily="34" charset="-128"/>
                <a:ea typeface="江城圆体 600W" panose="020B0800000000000000" pitchFamily="34" charset="-128"/>
                <a:cs typeface="Alibaba PuHuiTi" panose="00020600040101010101" pitchFamily="18" charset="-122"/>
              </a:rPr>
              <a:t>、胜任</a:t>
            </a:r>
            <a:r>
              <a:rPr sz="1050" b="1" spc="-33" dirty="0">
                <a:solidFill>
                  <a:srgbClr val="FFFFFF"/>
                </a:solidFill>
                <a:latin typeface="江城圆体 600W" panose="020B0800000000000000" pitchFamily="34" charset="-128"/>
                <a:ea typeface="江城圆体 600W" panose="020B0800000000000000" pitchFamily="34" charset="-128"/>
                <a:cs typeface="Alibaba PuHuiTi" panose="00020600040101010101" pitchFamily="18" charset="-122"/>
              </a:rPr>
              <a:t>（Competence）</a:t>
            </a:r>
            <a:r>
              <a:rPr sz="1050" b="1" spc="-28" dirty="0">
                <a:solidFill>
                  <a:srgbClr val="FFFFFF"/>
                </a:solidFill>
                <a:latin typeface="江城圆体 600W" panose="020B0800000000000000" pitchFamily="34" charset="-128"/>
                <a:ea typeface="江城圆体 600W" panose="020B0800000000000000" pitchFamily="34" charset="-128"/>
                <a:cs typeface="Alibaba PuHuiTi" panose="00020600040101010101" pitchFamily="18" charset="-122"/>
              </a:rPr>
              <a:t>阶段</a:t>
            </a:r>
            <a:endParaRPr sz="1050" b="1" dirty="0">
              <a:latin typeface="江城圆体 600W" panose="020B0800000000000000" pitchFamily="34" charset="-128"/>
              <a:ea typeface="江城圆体 600W" panose="020B0800000000000000" pitchFamily="34" charset="-128"/>
              <a:cs typeface="Alibaba PuHuiTi" panose="00020600040101010101" pitchFamily="18" charset="-122"/>
            </a:endParaRPr>
          </a:p>
          <a:p>
            <a:pPr>
              <a:spcBef>
                <a:spcPts val="20"/>
              </a:spcBef>
            </a:pPr>
            <a:endParaRPr sz="775"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lgn="just">
              <a:lnSpc>
                <a:spcPct val="139000"/>
              </a:lnSpc>
            </a:pP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学习者随着经验的增加，能够辨认和遵守的潜在的相关因素与程序越来越多，通常会感到不知所措，并对掌握了相关技能的人产生了发自内心的敬佩感。学习者为了从这种信息“过载”</a:t>
            </a:r>
            <a:r>
              <a:rPr sz="1050" spc="-25"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上</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升到能胜任的程度，开始通过接受指导或从经验上设计适合自己的计划或选择某一视角，进行因素的取舍与分类，即确定在具体情境中把哪些因素看成是重要的，哪些因素看成是次要的甚至可忽略不计，从而使自己的理解与决策变得更加容易。这时，学习者真正会体会到，在获得技能的实践中，真实情境要比开始时教练或老师精确定义的规则或准则复杂许多，没有一个人能为学习者列出所有可能的情境类型。在这一阶段，学习者开始有了较为明确的计划与目标，</a:t>
            </a:r>
            <a:r>
              <a:rPr sz="1050" spc="-3"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提高了快速反应能力，降低了任务执行进程中的紧张感，但他们只能独立处理较为简单的问</a:t>
            </a: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题。</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25" name="object 25"/>
          <p:cNvSpPr txBox="1"/>
          <p:nvPr/>
        </p:nvSpPr>
        <p:spPr>
          <a:xfrm>
            <a:off x="1529669" y="4908550"/>
            <a:ext cx="287338" cy="270510"/>
          </a:xfrm>
          <a:prstGeom prst="rect">
            <a:avLst/>
          </a:prstGeom>
        </p:spPr>
        <p:txBody>
          <a:bodyPr vert="horz" wrap="square" lIns="0" tIns="6350" rIns="0" bIns="0" rtlCol="0">
            <a:spAutoFit/>
          </a:bodyPr>
          <a:lstStyle/>
          <a:p>
            <a:pPr marL="6985">
              <a:lnSpc>
                <a:spcPts val="1180"/>
              </a:lnSpc>
              <a:spcBef>
                <a:spcPts val="50"/>
              </a:spcBef>
            </a:pPr>
            <a:r>
              <a:rPr sz="1050" spc="-1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规则</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a:lnSpc>
                <a:spcPts val="880"/>
              </a:lnSpc>
            </a:pPr>
            <a:r>
              <a:rPr sz="8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Rules</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pic>
        <p:nvPicPr>
          <p:cNvPr id="26" name="object 26"/>
          <p:cNvPicPr/>
          <p:nvPr/>
        </p:nvPicPr>
        <p:blipFill>
          <a:blip r:embed="rId3" cstate="print"/>
          <a:stretch>
            <a:fillRect/>
          </a:stretch>
        </p:blipFill>
        <p:spPr>
          <a:xfrm>
            <a:off x="3189837" y="8851900"/>
            <a:ext cx="486698" cy="292100"/>
          </a:xfrm>
          <a:prstGeom prst="rect">
            <a:avLst/>
          </a:prstGeom>
        </p:spPr>
      </p:pic>
      <p:sp>
        <p:nvSpPr>
          <p:cNvPr id="27" name="object 22"/>
          <p:cNvSpPr txBox="1"/>
          <p:nvPr/>
        </p:nvSpPr>
        <p:spPr>
          <a:xfrm>
            <a:off x="2652934" y="886625"/>
            <a:ext cx="1558556" cy="443865"/>
          </a:xfrm>
          <a:prstGeom prst="rect">
            <a:avLst/>
          </a:prstGeom>
        </p:spPr>
        <p:txBody>
          <a:bodyPr vert="horz" wrap="square" lIns="0" tIns="84138" rIns="0" bIns="0" rtlCol="0">
            <a:spAutoFit/>
          </a:bodyPr>
          <a:lstStyle/>
          <a:p>
            <a:pPr algn="ctr">
              <a:lnSpc>
                <a:spcPts val="1675"/>
              </a:lnSpc>
            </a:pPr>
            <a:r>
              <a:rPr sz="1500" b="1" dirty="0" err="1">
                <a:solidFill>
                  <a:srgbClr val="212121"/>
                </a:solidFill>
                <a:latin typeface="江城圆体 600W" panose="020B0800000000000000" pitchFamily="34" charset="-128"/>
                <a:ea typeface="江城圆体 600W" panose="020B0800000000000000" pitchFamily="34" charset="-128"/>
                <a:cs typeface="微软雅黑" panose="020B0503020204020204" charset="-122"/>
              </a:rPr>
              <a:t>从新手到专家</a:t>
            </a:r>
            <a:endParaRPr sz="1500" b="1" dirty="0">
              <a:latin typeface="江城圆体 600W" panose="020B0800000000000000" pitchFamily="34" charset="-128"/>
              <a:ea typeface="江城圆体 600W" panose="020B0800000000000000" pitchFamily="34" charset="-128"/>
              <a:cs typeface="微软雅黑" panose="020B0503020204020204" charset="-122"/>
            </a:endParaRPr>
          </a:p>
          <a:p>
            <a:pPr algn="ctr">
              <a:lnSpc>
                <a:spcPts val="1135"/>
              </a:lnSpc>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From Novice to Expert</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28"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36110" y="1828800"/>
            <a:ext cx="3384233" cy="121920"/>
          </a:xfrm>
          <a:custGeom>
            <a:avLst/>
            <a:gdLst/>
            <a:ahLst/>
            <a:cxnLst/>
            <a:rect l="l" t="t" r="r" b="b"/>
            <a:pathLst>
              <a:path w="6768465" h="243839">
                <a:moveTo>
                  <a:pt x="6541343" y="0"/>
                </a:moveTo>
                <a:lnTo>
                  <a:pt x="6531159" y="0"/>
                </a:lnTo>
                <a:lnTo>
                  <a:pt x="6524715" y="6438"/>
                </a:lnTo>
                <a:lnTo>
                  <a:pt x="6524715" y="229133"/>
                </a:lnTo>
                <a:lnTo>
                  <a:pt x="6525235" y="231343"/>
                </a:lnTo>
                <a:lnTo>
                  <a:pt x="6529790" y="240449"/>
                </a:lnTo>
                <a:lnTo>
                  <a:pt x="6538436" y="243332"/>
                </a:lnTo>
                <a:lnTo>
                  <a:pt x="6760841" y="132130"/>
                </a:lnTo>
                <a:lnTo>
                  <a:pt x="6763099" y="129870"/>
                </a:lnTo>
                <a:lnTo>
                  <a:pt x="6768047" y="119976"/>
                </a:lnTo>
                <a:lnTo>
                  <a:pt x="6765165" y="111328"/>
                </a:lnTo>
                <a:lnTo>
                  <a:pt x="6543548" y="520"/>
                </a:lnTo>
                <a:lnTo>
                  <a:pt x="6541343" y="0"/>
                </a:lnTo>
                <a:close/>
              </a:path>
              <a:path w="6768465" h="243839">
                <a:moveTo>
                  <a:pt x="95250" y="101600"/>
                </a:moveTo>
                <a:lnTo>
                  <a:pt x="19050" y="101600"/>
                </a:lnTo>
                <a:lnTo>
                  <a:pt x="11635" y="103097"/>
                </a:lnTo>
                <a:lnTo>
                  <a:pt x="5579" y="107181"/>
                </a:lnTo>
                <a:lnTo>
                  <a:pt x="1497" y="113237"/>
                </a:lnTo>
                <a:lnTo>
                  <a:pt x="0" y="120650"/>
                </a:lnTo>
                <a:lnTo>
                  <a:pt x="1497" y="128062"/>
                </a:lnTo>
                <a:lnTo>
                  <a:pt x="5579" y="134118"/>
                </a:lnTo>
                <a:lnTo>
                  <a:pt x="11635" y="138202"/>
                </a:lnTo>
                <a:lnTo>
                  <a:pt x="19050" y="139700"/>
                </a:lnTo>
                <a:lnTo>
                  <a:pt x="95250" y="139700"/>
                </a:lnTo>
                <a:lnTo>
                  <a:pt x="102665" y="138202"/>
                </a:lnTo>
                <a:lnTo>
                  <a:pt x="108720" y="134118"/>
                </a:lnTo>
                <a:lnTo>
                  <a:pt x="112803" y="128062"/>
                </a:lnTo>
                <a:lnTo>
                  <a:pt x="114300" y="120650"/>
                </a:lnTo>
                <a:lnTo>
                  <a:pt x="112803" y="113237"/>
                </a:lnTo>
                <a:lnTo>
                  <a:pt x="108720" y="107181"/>
                </a:lnTo>
                <a:lnTo>
                  <a:pt x="102665" y="103097"/>
                </a:lnTo>
                <a:lnTo>
                  <a:pt x="95250" y="101600"/>
                </a:lnTo>
                <a:close/>
              </a:path>
              <a:path w="6768465" h="243839">
                <a:moveTo>
                  <a:pt x="247650" y="101600"/>
                </a:moveTo>
                <a:lnTo>
                  <a:pt x="171450" y="101600"/>
                </a:lnTo>
                <a:lnTo>
                  <a:pt x="164035" y="103097"/>
                </a:lnTo>
                <a:lnTo>
                  <a:pt x="157979" y="107181"/>
                </a:lnTo>
                <a:lnTo>
                  <a:pt x="153897" y="113237"/>
                </a:lnTo>
                <a:lnTo>
                  <a:pt x="152400" y="120650"/>
                </a:lnTo>
                <a:lnTo>
                  <a:pt x="153897" y="128062"/>
                </a:lnTo>
                <a:lnTo>
                  <a:pt x="157979" y="134118"/>
                </a:lnTo>
                <a:lnTo>
                  <a:pt x="164035" y="138202"/>
                </a:lnTo>
                <a:lnTo>
                  <a:pt x="171450" y="139700"/>
                </a:lnTo>
                <a:lnTo>
                  <a:pt x="247650" y="139700"/>
                </a:lnTo>
                <a:lnTo>
                  <a:pt x="255065" y="138202"/>
                </a:lnTo>
                <a:lnTo>
                  <a:pt x="261120" y="134118"/>
                </a:lnTo>
                <a:lnTo>
                  <a:pt x="265203" y="128062"/>
                </a:lnTo>
                <a:lnTo>
                  <a:pt x="266700" y="120650"/>
                </a:lnTo>
                <a:lnTo>
                  <a:pt x="265203" y="113237"/>
                </a:lnTo>
                <a:lnTo>
                  <a:pt x="261120" y="107181"/>
                </a:lnTo>
                <a:lnTo>
                  <a:pt x="255065" y="103097"/>
                </a:lnTo>
                <a:lnTo>
                  <a:pt x="247650" y="101600"/>
                </a:lnTo>
                <a:close/>
              </a:path>
              <a:path w="6768465" h="243839">
                <a:moveTo>
                  <a:pt x="400050" y="101600"/>
                </a:moveTo>
                <a:lnTo>
                  <a:pt x="323850" y="101600"/>
                </a:lnTo>
                <a:lnTo>
                  <a:pt x="316435" y="103097"/>
                </a:lnTo>
                <a:lnTo>
                  <a:pt x="310379" y="107181"/>
                </a:lnTo>
                <a:lnTo>
                  <a:pt x="306297" y="113237"/>
                </a:lnTo>
                <a:lnTo>
                  <a:pt x="304800" y="120650"/>
                </a:lnTo>
                <a:lnTo>
                  <a:pt x="306297" y="128062"/>
                </a:lnTo>
                <a:lnTo>
                  <a:pt x="310379" y="134118"/>
                </a:lnTo>
                <a:lnTo>
                  <a:pt x="316435" y="138202"/>
                </a:lnTo>
                <a:lnTo>
                  <a:pt x="323850" y="139700"/>
                </a:lnTo>
                <a:lnTo>
                  <a:pt x="400050" y="139700"/>
                </a:lnTo>
                <a:lnTo>
                  <a:pt x="407465" y="138202"/>
                </a:lnTo>
                <a:lnTo>
                  <a:pt x="413520" y="134118"/>
                </a:lnTo>
                <a:lnTo>
                  <a:pt x="417603" y="128062"/>
                </a:lnTo>
                <a:lnTo>
                  <a:pt x="419100" y="120650"/>
                </a:lnTo>
                <a:lnTo>
                  <a:pt x="417603" y="113237"/>
                </a:lnTo>
                <a:lnTo>
                  <a:pt x="413520" y="107181"/>
                </a:lnTo>
                <a:lnTo>
                  <a:pt x="407465" y="103097"/>
                </a:lnTo>
                <a:lnTo>
                  <a:pt x="400050" y="101600"/>
                </a:lnTo>
                <a:close/>
              </a:path>
              <a:path w="6768465" h="243839">
                <a:moveTo>
                  <a:pt x="552450" y="101600"/>
                </a:moveTo>
                <a:lnTo>
                  <a:pt x="476250" y="101600"/>
                </a:lnTo>
                <a:lnTo>
                  <a:pt x="468835" y="103097"/>
                </a:lnTo>
                <a:lnTo>
                  <a:pt x="462779" y="107181"/>
                </a:lnTo>
                <a:lnTo>
                  <a:pt x="458697" y="113237"/>
                </a:lnTo>
                <a:lnTo>
                  <a:pt x="457200" y="120650"/>
                </a:lnTo>
                <a:lnTo>
                  <a:pt x="458697" y="128062"/>
                </a:lnTo>
                <a:lnTo>
                  <a:pt x="462779" y="134118"/>
                </a:lnTo>
                <a:lnTo>
                  <a:pt x="468835" y="138202"/>
                </a:lnTo>
                <a:lnTo>
                  <a:pt x="476250" y="139700"/>
                </a:lnTo>
                <a:lnTo>
                  <a:pt x="552450" y="139700"/>
                </a:lnTo>
                <a:lnTo>
                  <a:pt x="559865" y="138202"/>
                </a:lnTo>
                <a:lnTo>
                  <a:pt x="565920" y="134118"/>
                </a:lnTo>
                <a:lnTo>
                  <a:pt x="570003" y="128062"/>
                </a:lnTo>
                <a:lnTo>
                  <a:pt x="571500" y="120650"/>
                </a:lnTo>
                <a:lnTo>
                  <a:pt x="570003" y="113237"/>
                </a:lnTo>
                <a:lnTo>
                  <a:pt x="565920" y="107181"/>
                </a:lnTo>
                <a:lnTo>
                  <a:pt x="559865" y="103097"/>
                </a:lnTo>
                <a:lnTo>
                  <a:pt x="552450" y="101600"/>
                </a:lnTo>
                <a:close/>
              </a:path>
              <a:path w="6768465" h="243839">
                <a:moveTo>
                  <a:pt x="704850" y="101600"/>
                </a:moveTo>
                <a:lnTo>
                  <a:pt x="628650" y="101600"/>
                </a:lnTo>
                <a:lnTo>
                  <a:pt x="621235" y="103097"/>
                </a:lnTo>
                <a:lnTo>
                  <a:pt x="615179" y="107181"/>
                </a:lnTo>
                <a:lnTo>
                  <a:pt x="611097" y="113237"/>
                </a:lnTo>
                <a:lnTo>
                  <a:pt x="609600" y="120650"/>
                </a:lnTo>
                <a:lnTo>
                  <a:pt x="611097" y="128062"/>
                </a:lnTo>
                <a:lnTo>
                  <a:pt x="615179" y="134118"/>
                </a:lnTo>
                <a:lnTo>
                  <a:pt x="621235" y="138202"/>
                </a:lnTo>
                <a:lnTo>
                  <a:pt x="628650" y="139700"/>
                </a:lnTo>
                <a:lnTo>
                  <a:pt x="704850" y="139700"/>
                </a:lnTo>
                <a:lnTo>
                  <a:pt x="712265" y="138202"/>
                </a:lnTo>
                <a:lnTo>
                  <a:pt x="718320" y="134118"/>
                </a:lnTo>
                <a:lnTo>
                  <a:pt x="722403" y="128062"/>
                </a:lnTo>
                <a:lnTo>
                  <a:pt x="723900" y="120650"/>
                </a:lnTo>
                <a:lnTo>
                  <a:pt x="722403" y="113237"/>
                </a:lnTo>
                <a:lnTo>
                  <a:pt x="718320" y="107181"/>
                </a:lnTo>
                <a:lnTo>
                  <a:pt x="712265" y="103097"/>
                </a:lnTo>
                <a:lnTo>
                  <a:pt x="704850" y="101600"/>
                </a:lnTo>
                <a:close/>
              </a:path>
              <a:path w="6768465" h="243839">
                <a:moveTo>
                  <a:pt x="857250" y="101600"/>
                </a:moveTo>
                <a:lnTo>
                  <a:pt x="781050" y="101600"/>
                </a:lnTo>
                <a:lnTo>
                  <a:pt x="773635" y="103097"/>
                </a:lnTo>
                <a:lnTo>
                  <a:pt x="767579" y="107181"/>
                </a:lnTo>
                <a:lnTo>
                  <a:pt x="763497" y="113237"/>
                </a:lnTo>
                <a:lnTo>
                  <a:pt x="762000" y="120650"/>
                </a:lnTo>
                <a:lnTo>
                  <a:pt x="763497" y="128062"/>
                </a:lnTo>
                <a:lnTo>
                  <a:pt x="767579" y="134118"/>
                </a:lnTo>
                <a:lnTo>
                  <a:pt x="773635" y="138202"/>
                </a:lnTo>
                <a:lnTo>
                  <a:pt x="781050" y="139700"/>
                </a:lnTo>
                <a:lnTo>
                  <a:pt x="857250" y="139700"/>
                </a:lnTo>
                <a:lnTo>
                  <a:pt x="864665" y="138202"/>
                </a:lnTo>
                <a:lnTo>
                  <a:pt x="870720" y="134118"/>
                </a:lnTo>
                <a:lnTo>
                  <a:pt x="874803" y="128062"/>
                </a:lnTo>
                <a:lnTo>
                  <a:pt x="876300" y="120650"/>
                </a:lnTo>
                <a:lnTo>
                  <a:pt x="874803" y="113237"/>
                </a:lnTo>
                <a:lnTo>
                  <a:pt x="870720" y="107181"/>
                </a:lnTo>
                <a:lnTo>
                  <a:pt x="864665" y="103097"/>
                </a:lnTo>
                <a:lnTo>
                  <a:pt x="857250" y="101600"/>
                </a:lnTo>
                <a:close/>
              </a:path>
              <a:path w="6768465" h="243839">
                <a:moveTo>
                  <a:pt x="1009650" y="101600"/>
                </a:moveTo>
                <a:lnTo>
                  <a:pt x="933450" y="101600"/>
                </a:lnTo>
                <a:lnTo>
                  <a:pt x="926035" y="103097"/>
                </a:lnTo>
                <a:lnTo>
                  <a:pt x="919979" y="107181"/>
                </a:lnTo>
                <a:lnTo>
                  <a:pt x="915897" y="113237"/>
                </a:lnTo>
                <a:lnTo>
                  <a:pt x="914400" y="120650"/>
                </a:lnTo>
                <a:lnTo>
                  <a:pt x="915897" y="128062"/>
                </a:lnTo>
                <a:lnTo>
                  <a:pt x="919979" y="134118"/>
                </a:lnTo>
                <a:lnTo>
                  <a:pt x="926035" y="138202"/>
                </a:lnTo>
                <a:lnTo>
                  <a:pt x="933450" y="139700"/>
                </a:lnTo>
                <a:lnTo>
                  <a:pt x="1009650" y="139700"/>
                </a:lnTo>
                <a:lnTo>
                  <a:pt x="1017065" y="138202"/>
                </a:lnTo>
                <a:lnTo>
                  <a:pt x="1023120" y="134118"/>
                </a:lnTo>
                <a:lnTo>
                  <a:pt x="1027203" y="128062"/>
                </a:lnTo>
                <a:lnTo>
                  <a:pt x="1028700" y="120650"/>
                </a:lnTo>
                <a:lnTo>
                  <a:pt x="1027203" y="113237"/>
                </a:lnTo>
                <a:lnTo>
                  <a:pt x="1023120" y="107181"/>
                </a:lnTo>
                <a:lnTo>
                  <a:pt x="1017065" y="103097"/>
                </a:lnTo>
                <a:lnTo>
                  <a:pt x="1009650" y="101600"/>
                </a:lnTo>
                <a:close/>
              </a:path>
              <a:path w="6768465" h="243839">
                <a:moveTo>
                  <a:pt x="1162050" y="101600"/>
                </a:moveTo>
                <a:lnTo>
                  <a:pt x="1085850" y="101600"/>
                </a:lnTo>
                <a:lnTo>
                  <a:pt x="1078435" y="103097"/>
                </a:lnTo>
                <a:lnTo>
                  <a:pt x="1072379" y="107181"/>
                </a:lnTo>
                <a:lnTo>
                  <a:pt x="1068297" y="113237"/>
                </a:lnTo>
                <a:lnTo>
                  <a:pt x="1066800" y="120650"/>
                </a:lnTo>
                <a:lnTo>
                  <a:pt x="1068297" y="128062"/>
                </a:lnTo>
                <a:lnTo>
                  <a:pt x="1072379" y="134118"/>
                </a:lnTo>
                <a:lnTo>
                  <a:pt x="1078435" y="138202"/>
                </a:lnTo>
                <a:lnTo>
                  <a:pt x="1085850" y="139700"/>
                </a:lnTo>
                <a:lnTo>
                  <a:pt x="1162050" y="139700"/>
                </a:lnTo>
                <a:lnTo>
                  <a:pt x="1169465" y="138202"/>
                </a:lnTo>
                <a:lnTo>
                  <a:pt x="1175520" y="134118"/>
                </a:lnTo>
                <a:lnTo>
                  <a:pt x="1179603" y="128062"/>
                </a:lnTo>
                <a:lnTo>
                  <a:pt x="1181100" y="120650"/>
                </a:lnTo>
                <a:lnTo>
                  <a:pt x="1179603" y="113237"/>
                </a:lnTo>
                <a:lnTo>
                  <a:pt x="1175520" y="107181"/>
                </a:lnTo>
                <a:lnTo>
                  <a:pt x="1169465" y="103097"/>
                </a:lnTo>
                <a:lnTo>
                  <a:pt x="1162050" y="101600"/>
                </a:lnTo>
                <a:close/>
              </a:path>
              <a:path w="6768465" h="243839">
                <a:moveTo>
                  <a:pt x="1314450" y="101600"/>
                </a:moveTo>
                <a:lnTo>
                  <a:pt x="1238250" y="101600"/>
                </a:lnTo>
                <a:lnTo>
                  <a:pt x="1230835" y="103097"/>
                </a:lnTo>
                <a:lnTo>
                  <a:pt x="1224779" y="107181"/>
                </a:lnTo>
                <a:lnTo>
                  <a:pt x="1220697" y="113237"/>
                </a:lnTo>
                <a:lnTo>
                  <a:pt x="1219200" y="120650"/>
                </a:lnTo>
                <a:lnTo>
                  <a:pt x="1220697" y="128062"/>
                </a:lnTo>
                <a:lnTo>
                  <a:pt x="1224779" y="134118"/>
                </a:lnTo>
                <a:lnTo>
                  <a:pt x="1230835" y="138202"/>
                </a:lnTo>
                <a:lnTo>
                  <a:pt x="1238250" y="139700"/>
                </a:lnTo>
                <a:lnTo>
                  <a:pt x="1314450" y="139700"/>
                </a:lnTo>
                <a:lnTo>
                  <a:pt x="1321865" y="138202"/>
                </a:lnTo>
                <a:lnTo>
                  <a:pt x="1327920" y="134118"/>
                </a:lnTo>
                <a:lnTo>
                  <a:pt x="1332003" y="128062"/>
                </a:lnTo>
                <a:lnTo>
                  <a:pt x="1333500" y="120650"/>
                </a:lnTo>
                <a:lnTo>
                  <a:pt x="1332003" y="113237"/>
                </a:lnTo>
                <a:lnTo>
                  <a:pt x="1327920" y="107181"/>
                </a:lnTo>
                <a:lnTo>
                  <a:pt x="1321865" y="103097"/>
                </a:lnTo>
                <a:lnTo>
                  <a:pt x="1314450" y="101600"/>
                </a:lnTo>
                <a:close/>
              </a:path>
              <a:path w="6768465" h="243839">
                <a:moveTo>
                  <a:pt x="1466850" y="101600"/>
                </a:moveTo>
                <a:lnTo>
                  <a:pt x="1390650" y="101600"/>
                </a:lnTo>
                <a:lnTo>
                  <a:pt x="1383235" y="103097"/>
                </a:lnTo>
                <a:lnTo>
                  <a:pt x="1377179" y="107181"/>
                </a:lnTo>
                <a:lnTo>
                  <a:pt x="1373097" y="113237"/>
                </a:lnTo>
                <a:lnTo>
                  <a:pt x="1371600" y="120650"/>
                </a:lnTo>
                <a:lnTo>
                  <a:pt x="1373097" y="128062"/>
                </a:lnTo>
                <a:lnTo>
                  <a:pt x="1377179" y="134118"/>
                </a:lnTo>
                <a:lnTo>
                  <a:pt x="1383235" y="138202"/>
                </a:lnTo>
                <a:lnTo>
                  <a:pt x="1390650" y="139700"/>
                </a:lnTo>
                <a:lnTo>
                  <a:pt x="1466850" y="139700"/>
                </a:lnTo>
                <a:lnTo>
                  <a:pt x="1474265" y="138202"/>
                </a:lnTo>
                <a:lnTo>
                  <a:pt x="1480320" y="134118"/>
                </a:lnTo>
                <a:lnTo>
                  <a:pt x="1484403" y="128062"/>
                </a:lnTo>
                <a:lnTo>
                  <a:pt x="1485900" y="120650"/>
                </a:lnTo>
                <a:lnTo>
                  <a:pt x="1484403" y="113237"/>
                </a:lnTo>
                <a:lnTo>
                  <a:pt x="1480320" y="107181"/>
                </a:lnTo>
                <a:lnTo>
                  <a:pt x="1474265" y="103097"/>
                </a:lnTo>
                <a:lnTo>
                  <a:pt x="1466850" y="101600"/>
                </a:lnTo>
                <a:close/>
              </a:path>
              <a:path w="6768465" h="243839">
                <a:moveTo>
                  <a:pt x="1619250" y="101600"/>
                </a:moveTo>
                <a:lnTo>
                  <a:pt x="1543050" y="101600"/>
                </a:lnTo>
                <a:lnTo>
                  <a:pt x="1535635" y="103097"/>
                </a:lnTo>
                <a:lnTo>
                  <a:pt x="1529579" y="107181"/>
                </a:lnTo>
                <a:lnTo>
                  <a:pt x="1525497" y="113237"/>
                </a:lnTo>
                <a:lnTo>
                  <a:pt x="1524000" y="120650"/>
                </a:lnTo>
                <a:lnTo>
                  <a:pt x="1525497" y="128062"/>
                </a:lnTo>
                <a:lnTo>
                  <a:pt x="1529579" y="134118"/>
                </a:lnTo>
                <a:lnTo>
                  <a:pt x="1535635" y="138202"/>
                </a:lnTo>
                <a:lnTo>
                  <a:pt x="1543050" y="139700"/>
                </a:lnTo>
                <a:lnTo>
                  <a:pt x="1619250" y="139700"/>
                </a:lnTo>
                <a:lnTo>
                  <a:pt x="1626665" y="138202"/>
                </a:lnTo>
                <a:lnTo>
                  <a:pt x="1632720" y="134118"/>
                </a:lnTo>
                <a:lnTo>
                  <a:pt x="1636803" y="128062"/>
                </a:lnTo>
                <a:lnTo>
                  <a:pt x="1638300" y="120650"/>
                </a:lnTo>
                <a:lnTo>
                  <a:pt x="1636803" y="113237"/>
                </a:lnTo>
                <a:lnTo>
                  <a:pt x="1632720" y="107181"/>
                </a:lnTo>
                <a:lnTo>
                  <a:pt x="1626665" y="103097"/>
                </a:lnTo>
                <a:lnTo>
                  <a:pt x="1619250" y="101600"/>
                </a:lnTo>
                <a:close/>
              </a:path>
              <a:path w="6768465" h="243839">
                <a:moveTo>
                  <a:pt x="1771650" y="101600"/>
                </a:moveTo>
                <a:lnTo>
                  <a:pt x="1695450" y="101600"/>
                </a:lnTo>
                <a:lnTo>
                  <a:pt x="1688035" y="103097"/>
                </a:lnTo>
                <a:lnTo>
                  <a:pt x="1681979" y="107181"/>
                </a:lnTo>
                <a:lnTo>
                  <a:pt x="1677897" y="113237"/>
                </a:lnTo>
                <a:lnTo>
                  <a:pt x="1676400" y="120650"/>
                </a:lnTo>
                <a:lnTo>
                  <a:pt x="1677897" y="128062"/>
                </a:lnTo>
                <a:lnTo>
                  <a:pt x="1681979" y="134118"/>
                </a:lnTo>
                <a:lnTo>
                  <a:pt x="1688035" y="138202"/>
                </a:lnTo>
                <a:lnTo>
                  <a:pt x="1695450" y="139700"/>
                </a:lnTo>
                <a:lnTo>
                  <a:pt x="1771650" y="139700"/>
                </a:lnTo>
                <a:lnTo>
                  <a:pt x="1779065" y="138202"/>
                </a:lnTo>
                <a:lnTo>
                  <a:pt x="1785120" y="134118"/>
                </a:lnTo>
                <a:lnTo>
                  <a:pt x="1789203" y="128062"/>
                </a:lnTo>
                <a:lnTo>
                  <a:pt x="1790700" y="120650"/>
                </a:lnTo>
                <a:lnTo>
                  <a:pt x="1789203" y="113237"/>
                </a:lnTo>
                <a:lnTo>
                  <a:pt x="1785120" y="107181"/>
                </a:lnTo>
                <a:lnTo>
                  <a:pt x="1779065" y="103097"/>
                </a:lnTo>
                <a:lnTo>
                  <a:pt x="1771650" y="101600"/>
                </a:lnTo>
                <a:close/>
              </a:path>
              <a:path w="6768465" h="243839">
                <a:moveTo>
                  <a:pt x="1924050" y="101600"/>
                </a:moveTo>
                <a:lnTo>
                  <a:pt x="1847850" y="101600"/>
                </a:lnTo>
                <a:lnTo>
                  <a:pt x="1840435" y="103097"/>
                </a:lnTo>
                <a:lnTo>
                  <a:pt x="1834379" y="107181"/>
                </a:lnTo>
                <a:lnTo>
                  <a:pt x="1830297" y="113237"/>
                </a:lnTo>
                <a:lnTo>
                  <a:pt x="1828800" y="120650"/>
                </a:lnTo>
                <a:lnTo>
                  <a:pt x="1830297" y="128062"/>
                </a:lnTo>
                <a:lnTo>
                  <a:pt x="1834379" y="134118"/>
                </a:lnTo>
                <a:lnTo>
                  <a:pt x="1840435" y="138202"/>
                </a:lnTo>
                <a:lnTo>
                  <a:pt x="1847850" y="139700"/>
                </a:lnTo>
                <a:lnTo>
                  <a:pt x="1924050" y="139700"/>
                </a:lnTo>
                <a:lnTo>
                  <a:pt x="1931465" y="138202"/>
                </a:lnTo>
                <a:lnTo>
                  <a:pt x="1937520" y="134118"/>
                </a:lnTo>
                <a:lnTo>
                  <a:pt x="1941603" y="128062"/>
                </a:lnTo>
                <a:lnTo>
                  <a:pt x="1943100" y="120650"/>
                </a:lnTo>
                <a:lnTo>
                  <a:pt x="1941603" y="113237"/>
                </a:lnTo>
                <a:lnTo>
                  <a:pt x="1937520" y="107181"/>
                </a:lnTo>
                <a:lnTo>
                  <a:pt x="1931465" y="103097"/>
                </a:lnTo>
                <a:lnTo>
                  <a:pt x="1924050" y="101600"/>
                </a:lnTo>
                <a:close/>
              </a:path>
              <a:path w="6768465" h="243839">
                <a:moveTo>
                  <a:pt x="2076450" y="101600"/>
                </a:moveTo>
                <a:lnTo>
                  <a:pt x="2000250" y="101600"/>
                </a:lnTo>
                <a:lnTo>
                  <a:pt x="1992835" y="103097"/>
                </a:lnTo>
                <a:lnTo>
                  <a:pt x="1986779" y="107181"/>
                </a:lnTo>
                <a:lnTo>
                  <a:pt x="1982697" y="113237"/>
                </a:lnTo>
                <a:lnTo>
                  <a:pt x="1981200" y="120650"/>
                </a:lnTo>
                <a:lnTo>
                  <a:pt x="1982697" y="128062"/>
                </a:lnTo>
                <a:lnTo>
                  <a:pt x="1986779" y="134118"/>
                </a:lnTo>
                <a:lnTo>
                  <a:pt x="1992835" y="138202"/>
                </a:lnTo>
                <a:lnTo>
                  <a:pt x="2000250" y="139700"/>
                </a:lnTo>
                <a:lnTo>
                  <a:pt x="2076450" y="139700"/>
                </a:lnTo>
                <a:lnTo>
                  <a:pt x="2083865" y="138202"/>
                </a:lnTo>
                <a:lnTo>
                  <a:pt x="2089920" y="134118"/>
                </a:lnTo>
                <a:lnTo>
                  <a:pt x="2094003" y="128062"/>
                </a:lnTo>
                <a:lnTo>
                  <a:pt x="2095500" y="120650"/>
                </a:lnTo>
                <a:lnTo>
                  <a:pt x="2094003" y="113237"/>
                </a:lnTo>
                <a:lnTo>
                  <a:pt x="2089920" y="107181"/>
                </a:lnTo>
                <a:lnTo>
                  <a:pt x="2083865" y="103097"/>
                </a:lnTo>
                <a:lnTo>
                  <a:pt x="2076450" y="101600"/>
                </a:lnTo>
                <a:close/>
              </a:path>
              <a:path w="6768465" h="243839">
                <a:moveTo>
                  <a:pt x="2228850" y="101600"/>
                </a:moveTo>
                <a:lnTo>
                  <a:pt x="2152650" y="101600"/>
                </a:lnTo>
                <a:lnTo>
                  <a:pt x="2145235" y="103097"/>
                </a:lnTo>
                <a:lnTo>
                  <a:pt x="2139179" y="107181"/>
                </a:lnTo>
                <a:lnTo>
                  <a:pt x="2135097" y="113237"/>
                </a:lnTo>
                <a:lnTo>
                  <a:pt x="2133600" y="120650"/>
                </a:lnTo>
                <a:lnTo>
                  <a:pt x="2135097" y="128062"/>
                </a:lnTo>
                <a:lnTo>
                  <a:pt x="2139179" y="134118"/>
                </a:lnTo>
                <a:lnTo>
                  <a:pt x="2145235" y="138202"/>
                </a:lnTo>
                <a:lnTo>
                  <a:pt x="2152650" y="139700"/>
                </a:lnTo>
                <a:lnTo>
                  <a:pt x="2228850" y="139700"/>
                </a:lnTo>
                <a:lnTo>
                  <a:pt x="2236265" y="138202"/>
                </a:lnTo>
                <a:lnTo>
                  <a:pt x="2242320" y="134118"/>
                </a:lnTo>
                <a:lnTo>
                  <a:pt x="2246403" y="128062"/>
                </a:lnTo>
                <a:lnTo>
                  <a:pt x="2247900" y="120650"/>
                </a:lnTo>
                <a:lnTo>
                  <a:pt x="2246403" y="113237"/>
                </a:lnTo>
                <a:lnTo>
                  <a:pt x="2242320" y="107181"/>
                </a:lnTo>
                <a:lnTo>
                  <a:pt x="2236265" y="103097"/>
                </a:lnTo>
                <a:lnTo>
                  <a:pt x="2228850" y="101600"/>
                </a:lnTo>
                <a:close/>
              </a:path>
              <a:path w="6768465" h="243839">
                <a:moveTo>
                  <a:pt x="2381250" y="101600"/>
                </a:moveTo>
                <a:lnTo>
                  <a:pt x="2305050" y="101600"/>
                </a:lnTo>
                <a:lnTo>
                  <a:pt x="2297635" y="103097"/>
                </a:lnTo>
                <a:lnTo>
                  <a:pt x="2291579" y="107181"/>
                </a:lnTo>
                <a:lnTo>
                  <a:pt x="2287497" y="113237"/>
                </a:lnTo>
                <a:lnTo>
                  <a:pt x="2286000" y="120650"/>
                </a:lnTo>
                <a:lnTo>
                  <a:pt x="2287497" y="128062"/>
                </a:lnTo>
                <a:lnTo>
                  <a:pt x="2291579" y="134118"/>
                </a:lnTo>
                <a:lnTo>
                  <a:pt x="2297635" y="138202"/>
                </a:lnTo>
                <a:lnTo>
                  <a:pt x="2305050" y="139700"/>
                </a:lnTo>
                <a:lnTo>
                  <a:pt x="2381250" y="139700"/>
                </a:lnTo>
                <a:lnTo>
                  <a:pt x="2388665" y="138202"/>
                </a:lnTo>
                <a:lnTo>
                  <a:pt x="2394720" y="134118"/>
                </a:lnTo>
                <a:lnTo>
                  <a:pt x="2398803" y="128062"/>
                </a:lnTo>
                <a:lnTo>
                  <a:pt x="2400300" y="120650"/>
                </a:lnTo>
                <a:lnTo>
                  <a:pt x="2398803" y="113237"/>
                </a:lnTo>
                <a:lnTo>
                  <a:pt x="2394720" y="107181"/>
                </a:lnTo>
                <a:lnTo>
                  <a:pt x="2388665" y="103097"/>
                </a:lnTo>
                <a:lnTo>
                  <a:pt x="2381250" y="101600"/>
                </a:lnTo>
                <a:close/>
              </a:path>
              <a:path w="6768465" h="243839">
                <a:moveTo>
                  <a:pt x="2533650" y="101600"/>
                </a:moveTo>
                <a:lnTo>
                  <a:pt x="2457450" y="101600"/>
                </a:lnTo>
                <a:lnTo>
                  <a:pt x="2450035" y="103097"/>
                </a:lnTo>
                <a:lnTo>
                  <a:pt x="2443979" y="107181"/>
                </a:lnTo>
                <a:lnTo>
                  <a:pt x="2439897" y="113237"/>
                </a:lnTo>
                <a:lnTo>
                  <a:pt x="2438400" y="120650"/>
                </a:lnTo>
                <a:lnTo>
                  <a:pt x="2439897" y="128062"/>
                </a:lnTo>
                <a:lnTo>
                  <a:pt x="2443979" y="134118"/>
                </a:lnTo>
                <a:lnTo>
                  <a:pt x="2450035" y="138202"/>
                </a:lnTo>
                <a:lnTo>
                  <a:pt x="2457450" y="139700"/>
                </a:lnTo>
                <a:lnTo>
                  <a:pt x="2533650" y="139700"/>
                </a:lnTo>
                <a:lnTo>
                  <a:pt x="2541065" y="138202"/>
                </a:lnTo>
                <a:lnTo>
                  <a:pt x="2547120" y="134118"/>
                </a:lnTo>
                <a:lnTo>
                  <a:pt x="2551203" y="128062"/>
                </a:lnTo>
                <a:lnTo>
                  <a:pt x="2552700" y="120650"/>
                </a:lnTo>
                <a:lnTo>
                  <a:pt x="2551203" y="113237"/>
                </a:lnTo>
                <a:lnTo>
                  <a:pt x="2547120" y="107181"/>
                </a:lnTo>
                <a:lnTo>
                  <a:pt x="2541065" y="103097"/>
                </a:lnTo>
                <a:lnTo>
                  <a:pt x="2533650" y="101600"/>
                </a:lnTo>
                <a:close/>
              </a:path>
              <a:path w="6768465" h="243839">
                <a:moveTo>
                  <a:pt x="2686049" y="101600"/>
                </a:moveTo>
                <a:lnTo>
                  <a:pt x="2609850" y="101600"/>
                </a:lnTo>
                <a:lnTo>
                  <a:pt x="2602435" y="103097"/>
                </a:lnTo>
                <a:lnTo>
                  <a:pt x="2596379" y="107181"/>
                </a:lnTo>
                <a:lnTo>
                  <a:pt x="2592297" y="113237"/>
                </a:lnTo>
                <a:lnTo>
                  <a:pt x="2590800" y="120650"/>
                </a:lnTo>
                <a:lnTo>
                  <a:pt x="2592297" y="128062"/>
                </a:lnTo>
                <a:lnTo>
                  <a:pt x="2596379" y="134118"/>
                </a:lnTo>
                <a:lnTo>
                  <a:pt x="2602435" y="138202"/>
                </a:lnTo>
                <a:lnTo>
                  <a:pt x="2609850" y="139700"/>
                </a:lnTo>
                <a:lnTo>
                  <a:pt x="2686049" y="139700"/>
                </a:lnTo>
                <a:lnTo>
                  <a:pt x="2693465" y="138202"/>
                </a:lnTo>
                <a:lnTo>
                  <a:pt x="2699520" y="134118"/>
                </a:lnTo>
                <a:lnTo>
                  <a:pt x="2703603" y="128062"/>
                </a:lnTo>
                <a:lnTo>
                  <a:pt x="2705099" y="120650"/>
                </a:lnTo>
                <a:lnTo>
                  <a:pt x="2703603" y="113237"/>
                </a:lnTo>
                <a:lnTo>
                  <a:pt x="2699520" y="107181"/>
                </a:lnTo>
                <a:lnTo>
                  <a:pt x="2693465" y="103097"/>
                </a:lnTo>
                <a:lnTo>
                  <a:pt x="2686049" y="101600"/>
                </a:lnTo>
                <a:close/>
              </a:path>
              <a:path w="6768465" h="243839">
                <a:moveTo>
                  <a:pt x="2838449" y="101600"/>
                </a:moveTo>
                <a:lnTo>
                  <a:pt x="2762249" y="101600"/>
                </a:lnTo>
                <a:lnTo>
                  <a:pt x="2754835" y="103097"/>
                </a:lnTo>
                <a:lnTo>
                  <a:pt x="2748779" y="107181"/>
                </a:lnTo>
                <a:lnTo>
                  <a:pt x="2744697" y="113237"/>
                </a:lnTo>
                <a:lnTo>
                  <a:pt x="2743199" y="120650"/>
                </a:lnTo>
                <a:lnTo>
                  <a:pt x="2744697" y="128062"/>
                </a:lnTo>
                <a:lnTo>
                  <a:pt x="2748779" y="134118"/>
                </a:lnTo>
                <a:lnTo>
                  <a:pt x="2754835" y="138202"/>
                </a:lnTo>
                <a:lnTo>
                  <a:pt x="2762249" y="139700"/>
                </a:lnTo>
                <a:lnTo>
                  <a:pt x="2838449" y="139700"/>
                </a:lnTo>
                <a:lnTo>
                  <a:pt x="2845865" y="138202"/>
                </a:lnTo>
                <a:lnTo>
                  <a:pt x="2851920" y="134118"/>
                </a:lnTo>
                <a:lnTo>
                  <a:pt x="2856003" y="128062"/>
                </a:lnTo>
                <a:lnTo>
                  <a:pt x="2857499" y="120650"/>
                </a:lnTo>
                <a:lnTo>
                  <a:pt x="2856003" y="113237"/>
                </a:lnTo>
                <a:lnTo>
                  <a:pt x="2851920" y="107181"/>
                </a:lnTo>
                <a:lnTo>
                  <a:pt x="2845865" y="103097"/>
                </a:lnTo>
                <a:lnTo>
                  <a:pt x="2838449" y="101600"/>
                </a:lnTo>
                <a:close/>
              </a:path>
              <a:path w="6768465" h="243839">
                <a:moveTo>
                  <a:pt x="2990849" y="101600"/>
                </a:moveTo>
                <a:lnTo>
                  <a:pt x="2914649" y="101600"/>
                </a:lnTo>
                <a:lnTo>
                  <a:pt x="2907235" y="103097"/>
                </a:lnTo>
                <a:lnTo>
                  <a:pt x="2901179" y="107181"/>
                </a:lnTo>
                <a:lnTo>
                  <a:pt x="2897097" y="113237"/>
                </a:lnTo>
                <a:lnTo>
                  <a:pt x="2895599" y="120650"/>
                </a:lnTo>
                <a:lnTo>
                  <a:pt x="2897097" y="128062"/>
                </a:lnTo>
                <a:lnTo>
                  <a:pt x="2901179" y="134118"/>
                </a:lnTo>
                <a:lnTo>
                  <a:pt x="2907235" y="138202"/>
                </a:lnTo>
                <a:lnTo>
                  <a:pt x="2914649" y="139700"/>
                </a:lnTo>
                <a:lnTo>
                  <a:pt x="2990849" y="139700"/>
                </a:lnTo>
                <a:lnTo>
                  <a:pt x="2998265" y="138202"/>
                </a:lnTo>
                <a:lnTo>
                  <a:pt x="3004320" y="134118"/>
                </a:lnTo>
                <a:lnTo>
                  <a:pt x="3008403" y="128062"/>
                </a:lnTo>
                <a:lnTo>
                  <a:pt x="3009899" y="120650"/>
                </a:lnTo>
                <a:lnTo>
                  <a:pt x="3008403" y="113237"/>
                </a:lnTo>
                <a:lnTo>
                  <a:pt x="3004320" y="107181"/>
                </a:lnTo>
                <a:lnTo>
                  <a:pt x="2998265" y="103097"/>
                </a:lnTo>
                <a:lnTo>
                  <a:pt x="2990849" y="101600"/>
                </a:lnTo>
                <a:close/>
              </a:path>
              <a:path w="6768465" h="243839">
                <a:moveTo>
                  <a:pt x="3143249" y="101600"/>
                </a:moveTo>
                <a:lnTo>
                  <a:pt x="3067049" y="101600"/>
                </a:lnTo>
                <a:lnTo>
                  <a:pt x="3059635" y="103097"/>
                </a:lnTo>
                <a:lnTo>
                  <a:pt x="3053579" y="107181"/>
                </a:lnTo>
                <a:lnTo>
                  <a:pt x="3049497" y="113237"/>
                </a:lnTo>
                <a:lnTo>
                  <a:pt x="3047999" y="120650"/>
                </a:lnTo>
                <a:lnTo>
                  <a:pt x="3049497" y="128062"/>
                </a:lnTo>
                <a:lnTo>
                  <a:pt x="3053579" y="134118"/>
                </a:lnTo>
                <a:lnTo>
                  <a:pt x="3059635" y="138202"/>
                </a:lnTo>
                <a:lnTo>
                  <a:pt x="3067049" y="139700"/>
                </a:lnTo>
                <a:lnTo>
                  <a:pt x="3143249" y="139700"/>
                </a:lnTo>
                <a:lnTo>
                  <a:pt x="3150665" y="138202"/>
                </a:lnTo>
                <a:lnTo>
                  <a:pt x="3156720" y="134118"/>
                </a:lnTo>
                <a:lnTo>
                  <a:pt x="3160803" y="128062"/>
                </a:lnTo>
                <a:lnTo>
                  <a:pt x="3162299" y="120650"/>
                </a:lnTo>
                <a:lnTo>
                  <a:pt x="3160803" y="113237"/>
                </a:lnTo>
                <a:lnTo>
                  <a:pt x="3156720" y="107181"/>
                </a:lnTo>
                <a:lnTo>
                  <a:pt x="3150665" y="103097"/>
                </a:lnTo>
                <a:lnTo>
                  <a:pt x="3143249" y="101600"/>
                </a:lnTo>
                <a:close/>
              </a:path>
              <a:path w="6768465" h="243839">
                <a:moveTo>
                  <a:pt x="3295649" y="101600"/>
                </a:moveTo>
                <a:lnTo>
                  <a:pt x="3219449" y="101600"/>
                </a:lnTo>
                <a:lnTo>
                  <a:pt x="3212035" y="103097"/>
                </a:lnTo>
                <a:lnTo>
                  <a:pt x="3205979" y="107181"/>
                </a:lnTo>
                <a:lnTo>
                  <a:pt x="3201897" y="113237"/>
                </a:lnTo>
                <a:lnTo>
                  <a:pt x="3200399" y="120650"/>
                </a:lnTo>
                <a:lnTo>
                  <a:pt x="3201897" y="128062"/>
                </a:lnTo>
                <a:lnTo>
                  <a:pt x="3205979" y="134118"/>
                </a:lnTo>
                <a:lnTo>
                  <a:pt x="3212035" y="138202"/>
                </a:lnTo>
                <a:lnTo>
                  <a:pt x="3219449" y="139700"/>
                </a:lnTo>
                <a:lnTo>
                  <a:pt x="3295649" y="139700"/>
                </a:lnTo>
                <a:lnTo>
                  <a:pt x="3303065" y="138202"/>
                </a:lnTo>
                <a:lnTo>
                  <a:pt x="3309120" y="134118"/>
                </a:lnTo>
                <a:lnTo>
                  <a:pt x="3313203" y="128062"/>
                </a:lnTo>
                <a:lnTo>
                  <a:pt x="3314699" y="120650"/>
                </a:lnTo>
                <a:lnTo>
                  <a:pt x="3313203" y="113237"/>
                </a:lnTo>
                <a:lnTo>
                  <a:pt x="3309120" y="107181"/>
                </a:lnTo>
                <a:lnTo>
                  <a:pt x="3303065" y="103097"/>
                </a:lnTo>
                <a:lnTo>
                  <a:pt x="3295649" y="101600"/>
                </a:lnTo>
                <a:close/>
              </a:path>
              <a:path w="6768465" h="243839">
                <a:moveTo>
                  <a:pt x="3448049" y="101600"/>
                </a:moveTo>
                <a:lnTo>
                  <a:pt x="3371849" y="101600"/>
                </a:lnTo>
                <a:lnTo>
                  <a:pt x="3364435" y="103097"/>
                </a:lnTo>
                <a:lnTo>
                  <a:pt x="3358379" y="107181"/>
                </a:lnTo>
                <a:lnTo>
                  <a:pt x="3354297" y="113237"/>
                </a:lnTo>
                <a:lnTo>
                  <a:pt x="3352799" y="120650"/>
                </a:lnTo>
                <a:lnTo>
                  <a:pt x="3354297" y="128062"/>
                </a:lnTo>
                <a:lnTo>
                  <a:pt x="3358379" y="134118"/>
                </a:lnTo>
                <a:lnTo>
                  <a:pt x="3364435" y="138202"/>
                </a:lnTo>
                <a:lnTo>
                  <a:pt x="3371849" y="139700"/>
                </a:lnTo>
                <a:lnTo>
                  <a:pt x="3448049" y="139700"/>
                </a:lnTo>
                <a:lnTo>
                  <a:pt x="3455465" y="138202"/>
                </a:lnTo>
                <a:lnTo>
                  <a:pt x="3461520" y="134118"/>
                </a:lnTo>
                <a:lnTo>
                  <a:pt x="3465603" y="128062"/>
                </a:lnTo>
                <a:lnTo>
                  <a:pt x="3467099" y="120650"/>
                </a:lnTo>
                <a:lnTo>
                  <a:pt x="3465603" y="113237"/>
                </a:lnTo>
                <a:lnTo>
                  <a:pt x="3461520" y="107181"/>
                </a:lnTo>
                <a:lnTo>
                  <a:pt x="3455465" y="103097"/>
                </a:lnTo>
                <a:lnTo>
                  <a:pt x="3448049" y="101600"/>
                </a:lnTo>
                <a:close/>
              </a:path>
              <a:path w="6768465" h="243839">
                <a:moveTo>
                  <a:pt x="3600449" y="101600"/>
                </a:moveTo>
                <a:lnTo>
                  <a:pt x="3524249" y="101600"/>
                </a:lnTo>
                <a:lnTo>
                  <a:pt x="3516835" y="103097"/>
                </a:lnTo>
                <a:lnTo>
                  <a:pt x="3510779" y="107181"/>
                </a:lnTo>
                <a:lnTo>
                  <a:pt x="3506697" y="113237"/>
                </a:lnTo>
                <a:lnTo>
                  <a:pt x="3505199" y="120650"/>
                </a:lnTo>
                <a:lnTo>
                  <a:pt x="3506697" y="128062"/>
                </a:lnTo>
                <a:lnTo>
                  <a:pt x="3510779" y="134118"/>
                </a:lnTo>
                <a:lnTo>
                  <a:pt x="3516835" y="138202"/>
                </a:lnTo>
                <a:lnTo>
                  <a:pt x="3524249" y="139700"/>
                </a:lnTo>
                <a:lnTo>
                  <a:pt x="3600449" y="139700"/>
                </a:lnTo>
                <a:lnTo>
                  <a:pt x="3607865" y="138202"/>
                </a:lnTo>
                <a:lnTo>
                  <a:pt x="3613920" y="134118"/>
                </a:lnTo>
                <a:lnTo>
                  <a:pt x="3618003" y="128062"/>
                </a:lnTo>
                <a:lnTo>
                  <a:pt x="3619499" y="120650"/>
                </a:lnTo>
                <a:lnTo>
                  <a:pt x="3618003" y="113237"/>
                </a:lnTo>
                <a:lnTo>
                  <a:pt x="3613920" y="107181"/>
                </a:lnTo>
                <a:lnTo>
                  <a:pt x="3607865" y="103097"/>
                </a:lnTo>
                <a:lnTo>
                  <a:pt x="3600449" y="101600"/>
                </a:lnTo>
                <a:close/>
              </a:path>
              <a:path w="6768465" h="243839">
                <a:moveTo>
                  <a:pt x="3752849" y="101600"/>
                </a:moveTo>
                <a:lnTo>
                  <a:pt x="3676649" y="101600"/>
                </a:lnTo>
                <a:lnTo>
                  <a:pt x="3669235" y="103097"/>
                </a:lnTo>
                <a:lnTo>
                  <a:pt x="3663179" y="107181"/>
                </a:lnTo>
                <a:lnTo>
                  <a:pt x="3659097" y="113237"/>
                </a:lnTo>
                <a:lnTo>
                  <a:pt x="3657599" y="120650"/>
                </a:lnTo>
                <a:lnTo>
                  <a:pt x="3659097" y="128062"/>
                </a:lnTo>
                <a:lnTo>
                  <a:pt x="3663179" y="134118"/>
                </a:lnTo>
                <a:lnTo>
                  <a:pt x="3669235" y="138202"/>
                </a:lnTo>
                <a:lnTo>
                  <a:pt x="3676649" y="139700"/>
                </a:lnTo>
                <a:lnTo>
                  <a:pt x="3752849" y="139700"/>
                </a:lnTo>
                <a:lnTo>
                  <a:pt x="3760265" y="138202"/>
                </a:lnTo>
                <a:lnTo>
                  <a:pt x="3766320" y="134118"/>
                </a:lnTo>
                <a:lnTo>
                  <a:pt x="3770403" y="128062"/>
                </a:lnTo>
                <a:lnTo>
                  <a:pt x="3771899" y="120650"/>
                </a:lnTo>
                <a:lnTo>
                  <a:pt x="3770403" y="113237"/>
                </a:lnTo>
                <a:lnTo>
                  <a:pt x="3766320" y="107181"/>
                </a:lnTo>
                <a:lnTo>
                  <a:pt x="3760265" y="103097"/>
                </a:lnTo>
                <a:lnTo>
                  <a:pt x="3752849" y="101600"/>
                </a:lnTo>
                <a:close/>
              </a:path>
              <a:path w="6768465" h="243839">
                <a:moveTo>
                  <a:pt x="3905249" y="101600"/>
                </a:moveTo>
                <a:lnTo>
                  <a:pt x="3829049" y="101600"/>
                </a:lnTo>
                <a:lnTo>
                  <a:pt x="3821635" y="103097"/>
                </a:lnTo>
                <a:lnTo>
                  <a:pt x="3815579" y="107181"/>
                </a:lnTo>
                <a:lnTo>
                  <a:pt x="3811497" y="113237"/>
                </a:lnTo>
                <a:lnTo>
                  <a:pt x="3809999" y="120650"/>
                </a:lnTo>
                <a:lnTo>
                  <a:pt x="3811497" y="128062"/>
                </a:lnTo>
                <a:lnTo>
                  <a:pt x="3815579" y="134118"/>
                </a:lnTo>
                <a:lnTo>
                  <a:pt x="3821635" y="138202"/>
                </a:lnTo>
                <a:lnTo>
                  <a:pt x="3829049" y="139700"/>
                </a:lnTo>
                <a:lnTo>
                  <a:pt x="3905249" y="139700"/>
                </a:lnTo>
                <a:lnTo>
                  <a:pt x="3912665" y="138202"/>
                </a:lnTo>
                <a:lnTo>
                  <a:pt x="3918720" y="134118"/>
                </a:lnTo>
                <a:lnTo>
                  <a:pt x="3922803" y="128062"/>
                </a:lnTo>
                <a:lnTo>
                  <a:pt x="3924299" y="120650"/>
                </a:lnTo>
                <a:lnTo>
                  <a:pt x="3922803" y="113237"/>
                </a:lnTo>
                <a:lnTo>
                  <a:pt x="3918720" y="107181"/>
                </a:lnTo>
                <a:lnTo>
                  <a:pt x="3912665" y="103097"/>
                </a:lnTo>
                <a:lnTo>
                  <a:pt x="3905249" y="101600"/>
                </a:lnTo>
                <a:close/>
              </a:path>
              <a:path w="6768465" h="243839">
                <a:moveTo>
                  <a:pt x="4057649" y="101600"/>
                </a:moveTo>
                <a:lnTo>
                  <a:pt x="3981449" y="101600"/>
                </a:lnTo>
                <a:lnTo>
                  <a:pt x="3974035" y="103097"/>
                </a:lnTo>
                <a:lnTo>
                  <a:pt x="3967979" y="107181"/>
                </a:lnTo>
                <a:lnTo>
                  <a:pt x="3963897" y="113237"/>
                </a:lnTo>
                <a:lnTo>
                  <a:pt x="3962399" y="120650"/>
                </a:lnTo>
                <a:lnTo>
                  <a:pt x="3963897" y="128062"/>
                </a:lnTo>
                <a:lnTo>
                  <a:pt x="3967979" y="134118"/>
                </a:lnTo>
                <a:lnTo>
                  <a:pt x="3974035" y="138202"/>
                </a:lnTo>
                <a:lnTo>
                  <a:pt x="3981449" y="139700"/>
                </a:lnTo>
                <a:lnTo>
                  <a:pt x="4057649" y="139700"/>
                </a:lnTo>
                <a:lnTo>
                  <a:pt x="4065065" y="138202"/>
                </a:lnTo>
                <a:lnTo>
                  <a:pt x="4071120" y="134118"/>
                </a:lnTo>
                <a:lnTo>
                  <a:pt x="4075203" y="128062"/>
                </a:lnTo>
                <a:lnTo>
                  <a:pt x="4076699" y="120650"/>
                </a:lnTo>
                <a:lnTo>
                  <a:pt x="4075203" y="113237"/>
                </a:lnTo>
                <a:lnTo>
                  <a:pt x="4071120" y="107181"/>
                </a:lnTo>
                <a:lnTo>
                  <a:pt x="4065065" y="103097"/>
                </a:lnTo>
                <a:lnTo>
                  <a:pt x="4057649" y="101600"/>
                </a:lnTo>
                <a:close/>
              </a:path>
              <a:path w="6768465" h="243839">
                <a:moveTo>
                  <a:pt x="4210049" y="101600"/>
                </a:moveTo>
                <a:lnTo>
                  <a:pt x="4133849" y="101600"/>
                </a:lnTo>
                <a:lnTo>
                  <a:pt x="4126435" y="103097"/>
                </a:lnTo>
                <a:lnTo>
                  <a:pt x="4120379" y="107181"/>
                </a:lnTo>
                <a:lnTo>
                  <a:pt x="4116297" y="113237"/>
                </a:lnTo>
                <a:lnTo>
                  <a:pt x="4114799" y="120650"/>
                </a:lnTo>
                <a:lnTo>
                  <a:pt x="4116297" y="128062"/>
                </a:lnTo>
                <a:lnTo>
                  <a:pt x="4120379" y="134118"/>
                </a:lnTo>
                <a:lnTo>
                  <a:pt x="4126435" y="138202"/>
                </a:lnTo>
                <a:lnTo>
                  <a:pt x="4133849" y="139700"/>
                </a:lnTo>
                <a:lnTo>
                  <a:pt x="4210049" y="139700"/>
                </a:lnTo>
                <a:lnTo>
                  <a:pt x="4217465" y="138202"/>
                </a:lnTo>
                <a:lnTo>
                  <a:pt x="4223520" y="134118"/>
                </a:lnTo>
                <a:lnTo>
                  <a:pt x="4227603" y="128062"/>
                </a:lnTo>
                <a:lnTo>
                  <a:pt x="4229099" y="120650"/>
                </a:lnTo>
                <a:lnTo>
                  <a:pt x="4227603" y="113237"/>
                </a:lnTo>
                <a:lnTo>
                  <a:pt x="4223520" y="107181"/>
                </a:lnTo>
                <a:lnTo>
                  <a:pt x="4217465" y="103097"/>
                </a:lnTo>
                <a:lnTo>
                  <a:pt x="4210049" y="101600"/>
                </a:lnTo>
                <a:close/>
              </a:path>
              <a:path w="6768465" h="243839">
                <a:moveTo>
                  <a:pt x="4362449" y="101600"/>
                </a:moveTo>
                <a:lnTo>
                  <a:pt x="4286249" y="101600"/>
                </a:lnTo>
                <a:lnTo>
                  <a:pt x="4278835" y="103097"/>
                </a:lnTo>
                <a:lnTo>
                  <a:pt x="4272779" y="107181"/>
                </a:lnTo>
                <a:lnTo>
                  <a:pt x="4268697" y="113237"/>
                </a:lnTo>
                <a:lnTo>
                  <a:pt x="4267199" y="120650"/>
                </a:lnTo>
                <a:lnTo>
                  <a:pt x="4268697" y="128062"/>
                </a:lnTo>
                <a:lnTo>
                  <a:pt x="4272779" y="134118"/>
                </a:lnTo>
                <a:lnTo>
                  <a:pt x="4278835" y="138202"/>
                </a:lnTo>
                <a:lnTo>
                  <a:pt x="4286249" y="139700"/>
                </a:lnTo>
                <a:lnTo>
                  <a:pt x="4362449" y="139700"/>
                </a:lnTo>
                <a:lnTo>
                  <a:pt x="4369865" y="138202"/>
                </a:lnTo>
                <a:lnTo>
                  <a:pt x="4375920" y="134118"/>
                </a:lnTo>
                <a:lnTo>
                  <a:pt x="4380003" y="128062"/>
                </a:lnTo>
                <a:lnTo>
                  <a:pt x="4381499" y="120650"/>
                </a:lnTo>
                <a:lnTo>
                  <a:pt x="4380003" y="113237"/>
                </a:lnTo>
                <a:lnTo>
                  <a:pt x="4375920" y="107181"/>
                </a:lnTo>
                <a:lnTo>
                  <a:pt x="4369865" y="103097"/>
                </a:lnTo>
                <a:lnTo>
                  <a:pt x="4362449" y="101600"/>
                </a:lnTo>
                <a:close/>
              </a:path>
              <a:path w="6768465" h="243839">
                <a:moveTo>
                  <a:pt x="4514849" y="101600"/>
                </a:moveTo>
                <a:lnTo>
                  <a:pt x="4438649" y="101600"/>
                </a:lnTo>
                <a:lnTo>
                  <a:pt x="4431235" y="103097"/>
                </a:lnTo>
                <a:lnTo>
                  <a:pt x="4425179" y="107181"/>
                </a:lnTo>
                <a:lnTo>
                  <a:pt x="4421097" y="113237"/>
                </a:lnTo>
                <a:lnTo>
                  <a:pt x="4419599" y="120650"/>
                </a:lnTo>
                <a:lnTo>
                  <a:pt x="4421097" y="128062"/>
                </a:lnTo>
                <a:lnTo>
                  <a:pt x="4425179" y="134118"/>
                </a:lnTo>
                <a:lnTo>
                  <a:pt x="4431235" y="138202"/>
                </a:lnTo>
                <a:lnTo>
                  <a:pt x="4438649" y="139700"/>
                </a:lnTo>
                <a:lnTo>
                  <a:pt x="4514849" y="139700"/>
                </a:lnTo>
                <a:lnTo>
                  <a:pt x="4522265" y="138202"/>
                </a:lnTo>
                <a:lnTo>
                  <a:pt x="4528320" y="134118"/>
                </a:lnTo>
                <a:lnTo>
                  <a:pt x="4532403" y="128062"/>
                </a:lnTo>
                <a:lnTo>
                  <a:pt x="4533899" y="120650"/>
                </a:lnTo>
                <a:lnTo>
                  <a:pt x="4532403" y="113237"/>
                </a:lnTo>
                <a:lnTo>
                  <a:pt x="4528320" y="107181"/>
                </a:lnTo>
                <a:lnTo>
                  <a:pt x="4522265" y="103097"/>
                </a:lnTo>
                <a:lnTo>
                  <a:pt x="4514849" y="101600"/>
                </a:lnTo>
                <a:close/>
              </a:path>
              <a:path w="6768465" h="243839">
                <a:moveTo>
                  <a:pt x="4667249" y="101600"/>
                </a:moveTo>
                <a:lnTo>
                  <a:pt x="4591049" y="101600"/>
                </a:lnTo>
                <a:lnTo>
                  <a:pt x="4583635" y="103097"/>
                </a:lnTo>
                <a:lnTo>
                  <a:pt x="4577579" y="107181"/>
                </a:lnTo>
                <a:lnTo>
                  <a:pt x="4573497" y="113237"/>
                </a:lnTo>
                <a:lnTo>
                  <a:pt x="4571999" y="120650"/>
                </a:lnTo>
                <a:lnTo>
                  <a:pt x="4573497" y="128062"/>
                </a:lnTo>
                <a:lnTo>
                  <a:pt x="4577579" y="134118"/>
                </a:lnTo>
                <a:lnTo>
                  <a:pt x="4583635" y="138202"/>
                </a:lnTo>
                <a:lnTo>
                  <a:pt x="4591049" y="139700"/>
                </a:lnTo>
                <a:lnTo>
                  <a:pt x="4667249" y="139700"/>
                </a:lnTo>
                <a:lnTo>
                  <a:pt x="4674665" y="138202"/>
                </a:lnTo>
                <a:lnTo>
                  <a:pt x="4680720" y="134118"/>
                </a:lnTo>
                <a:lnTo>
                  <a:pt x="4684803" y="128062"/>
                </a:lnTo>
                <a:lnTo>
                  <a:pt x="4686299" y="120650"/>
                </a:lnTo>
                <a:lnTo>
                  <a:pt x="4684803" y="113237"/>
                </a:lnTo>
                <a:lnTo>
                  <a:pt x="4680720" y="107181"/>
                </a:lnTo>
                <a:lnTo>
                  <a:pt x="4674665" y="103097"/>
                </a:lnTo>
                <a:lnTo>
                  <a:pt x="4667249" y="101600"/>
                </a:lnTo>
                <a:close/>
              </a:path>
              <a:path w="6768465" h="243839">
                <a:moveTo>
                  <a:pt x="4819649" y="101600"/>
                </a:moveTo>
                <a:lnTo>
                  <a:pt x="4743449" y="101600"/>
                </a:lnTo>
                <a:lnTo>
                  <a:pt x="4736035" y="103097"/>
                </a:lnTo>
                <a:lnTo>
                  <a:pt x="4729979" y="107181"/>
                </a:lnTo>
                <a:lnTo>
                  <a:pt x="4725897" y="113237"/>
                </a:lnTo>
                <a:lnTo>
                  <a:pt x="4724399" y="120650"/>
                </a:lnTo>
                <a:lnTo>
                  <a:pt x="4725897" y="128062"/>
                </a:lnTo>
                <a:lnTo>
                  <a:pt x="4729979" y="134118"/>
                </a:lnTo>
                <a:lnTo>
                  <a:pt x="4736035" y="138202"/>
                </a:lnTo>
                <a:lnTo>
                  <a:pt x="4743449" y="139700"/>
                </a:lnTo>
                <a:lnTo>
                  <a:pt x="4819649" y="139700"/>
                </a:lnTo>
                <a:lnTo>
                  <a:pt x="4827065" y="138202"/>
                </a:lnTo>
                <a:lnTo>
                  <a:pt x="4833120" y="134118"/>
                </a:lnTo>
                <a:lnTo>
                  <a:pt x="4837203" y="128062"/>
                </a:lnTo>
                <a:lnTo>
                  <a:pt x="4838699" y="120650"/>
                </a:lnTo>
                <a:lnTo>
                  <a:pt x="4837203" y="113237"/>
                </a:lnTo>
                <a:lnTo>
                  <a:pt x="4833120" y="107181"/>
                </a:lnTo>
                <a:lnTo>
                  <a:pt x="4827065" y="103097"/>
                </a:lnTo>
                <a:lnTo>
                  <a:pt x="4819649" y="101600"/>
                </a:lnTo>
                <a:close/>
              </a:path>
              <a:path w="6768465" h="243839">
                <a:moveTo>
                  <a:pt x="4972049" y="101600"/>
                </a:moveTo>
                <a:lnTo>
                  <a:pt x="4895849" y="101600"/>
                </a:lnTo>
                <a:lnTo>
                  <a:pt x="4888435" y="103097"/>
                </a:lnTo>
                <a:lnTo>
                  <a:pt x="4882379" y="107181"/>
                </a:lnTo>
                <a:lnTo>
                  <a:pt x="4878297" y="113237"/>
                </a:lnTo>
                <a:lnTo>
                  <a:pt x="4876799" y="120650"/>
                </a:lnTo>
                <a:lnTo>
                  <a:pt x="4878297" y="128062"/>
                </a:lnTo>
                <a:lnTo>
                  <a:pt x="4882379" y="134118"/>
                </a:lnTo>
                <a:lnTo>
                  <a:pt x="4888435" y="138202"/>
                </a:lnTo>
                <a:lnTo>
                  <a:pt x="4895849" y="139700"/>
                </a:lnTo>
                <a:lnTo>
                  <a:pt x="4972049" y="139700"/>
                </a:lnTo>
                <a:lnTo>
                  <a:pt x="4979465" y="138202"/>
                </a:lnTo>
                <a:lnTo>
                  <a:pt x="4985520" y="134118"/>
                </a:lnTo>
                <a:lnTo>
                  <a:pt x="4989603" y="128062"/>
                </a:lnTo>
                <a:lnTo>
                  <a:pt x="4991099" y="120650"/>
                </a:lnTo>
                <a:lnTo>
                  <a:pt x="4989603" y="113237"/>
                </a:lnTo>
                <a:lnTo>
                  <a:pt x="4985520" y="107181"/>
                </a:lnTo>
                <a:lnTo>
                  <a:pt x="4979465" y="103097"/>
                </a:lnTo>
                <a:lnTo>
                  <a:pt x="4972049" y="101600"/>
                </a:lnTo>
                <a:close/>
              </a:path>
              <a:path w="6768465" h="243839">
                <a:moveTo>
                  <a:pt x="5124449" y="101600"/>
                </a:moveTo>
                <a:lnTo>
                  <a:pt x="5048249" y="101600"/>
                </a:lnTo>
                <a:lnTo>
                  <a:pt x="5040835" y="103097"/>
                </a:lnTo>
                <a:lnTo>
                  <a:pt x="5034779" y="107181"/>
                </a:lnTo>
                <a:lnTo>
                  <a:pt x="5030697" y="113237"/>
                </a:lnTo>
                <a:lnTo>
                  <a:pt x="5029199" y="120650"/>
                </a:lnTo>
                <a:lnTo>
                  <a:pt x="5030697" y="128062"/>
                </a:lnTo>
                <a:lnTo>
                  <a:pt x="5034779" y="134118"/>
                </a:lnTo>
                <a:lnTo>
                  <a:pt x="5040835" y="138202"/>
                </a:lnTo>
                <a:lnTo>
                  <a:pt x="5048249" y="139700"/>
                </a:lnTo>
                <a:lnTo>
                  <a:pt x="5124449" y="139700"/>
                </a:lnTo>
                <a:lnTo>
                  <a:pt x="5131865" y="138202"/>
                </a:lnTo>
                <a:lnTo>
                  <a:pt x="5137920" y="134118"/>
                </a:lnTo>
                <a:lnTo>
                  <a:pt x="5142003" y="128062"/>
                </a:lnTo>
                <a:lnTo>
                  <a:pt x="5143499" y="120650"/>
                </a:lnTo>
                <a:lnTo>
                  <a:pt x="5142003" y="113237"/>
                </a:lnTo>
                <a:lnTo>
                  <a:pt x="5137920" y="107181"/>
                </a:lnTo>
                <a:lnTo>
                  <a:pt x="5131865" y="103097"/>
                </a:lnTo>
                <a:lnTo>
                  <a:pt x="5124449" y="101600"/>
                </a:lnTo>
                <a:close/>
              </a:path>
              <a:path w="6768465" h="243839">
                <a:moveTo>
                  <a:pt x="5276849" y="101600"/>
                </a:moveTo>
                <a:lnTo>
                  <a:pt x="5200649" y="101600"/>
                </a:lnTo>
                <a:lnTo>
                  <a:pt x="5193235" y="103097"/>
                </a:lnTo>
                <a:lnTo>
                  <a:pt x="5187179" y="107181"/>
                </a:lnTo>
                <a:lnTo>
                  <a:pt x="5183097" y="113237"/>
                </a:lnTo>
                <a:lnTo>
                  <a:pt x="5181599" y="120650"/>
                </a:lnTo>
                <a:lnTo>
                  <a:pt x="5183097" y="128062"/>
                </a:lnTo>
                <a:lnTo>
                  <a:pt x="5187179" y="134118"/>
                </a:lnTo>
                <a:lnTo>
                  <a:pt x="5193235" y="138202"/>
                </a:lnTo>
                <a:lnTo>
                  <a:pt x="5200649" y="139700"/>
                </a:lnTo>
                <a:lnTo>
                  <a:pt x="5276849" y="139700"/>
                </a:lnTo>
                <a:lnTo>
                  <a:pt x="5284265" y="138202"/>
                </a:lnTo>
                <a:lnTo>
                  <a:pt x="5290320" y="134118"/>
                </a:lnTo>
                <a:lnTo>
                  <a:pt x="5294403" y="128062"/>
                </a:lnTo>
                <a:lnTo>
                  <a:pt x="5295899" y="120650"/>
                </a:lnTo>
                <a:lnTo>
                  <a:pt x="5294403" y="113237"/>
                </a:lnTo>
                <a:lnTo>
                  <a:pt x="5290320" y="107181"/>
                </a:lnTo>
                <a:lnTo>
                  <a:pt x="5284265" y="103097"/>
                </a:lnTo>
                <a:lnTo>
                  <a:pt x="5276849" y="101600"/>
                </a:lnTo>
                <a:close/>
              </a:path>
              <a:path w="6768465" h="243839">
                <a:moveTo>
                  <a:pt x="5429249" y="101600"/>
                </a:moveTo>
                <a:lnTo>
                  <a:pt x="5353049" y="101600"/>
                </a:lnTo>
                <a:lnTo>
                  <a:pt x="5345635" y="103097"/>
                </a:lnTo>
                <a:lnTo>
                  <a:pt x="5339579" y="107181"/>
                </a:lnTo>
                <a:lnTo>
                  <a:pt x="5335497" y="113237"/>
                </a:lnTo>
                <a:lnTo>
                  <a:pt x="5333999" y="120650"/>
                </a:lnTo>
                <a:lnTo>
                  <a:pt x="5335497" y="128062"/>
                </a:lnTo>
                <a:lnTo>
                  <a:pt x="5339579" y="134118"/>
                </a:lnTo>
                <a:lnTo>
                  <a:pt x="5345635" y="138202"/>
                </a:lnTo>
                <a:lnTo>
                  <a:pt x="5353049" y="139700"/>
                </a:lnTo>
                <a:lnTo>
                  <a:pt x="5429249" y="139700"/>
                </a:lnTo>
                <a:lnTo>
                  <a:pt x="5436665" y="138202"/>
                </a:lnTo>
                <a:lnTo>
                  <a:pt x="5442720" y="134118"/>
                </a:lnTo>
                <a:lnTo>
                  <a:pt x="5446803" y="128062"/>
                </a:lnTo>
                <a:lnTo>
                  <a:pt x="5448299" y="120650"/>
                </a:lnTo>
                <a:lnTo>
                  <a:pt x="5446803" y="113237"/>
                </a:lnTo>
                <a:lnTo>
                  <a:pt x="5442720" y="107181"/>
                </a:lnTo>
                <a:lnTo>
                  <a:pt x="5436665" y="103097"/>
                </a:lnTo>
                <a:lnTo>
                  <a:pt x="5429249" y="101600"/>
                </a:lnTo>
                <a:close/>
              </a:path>
              <a:path w="6768465" h="243839">
                <a:moveTo>
                  <a:pt x="5581649" y="101600"/>
                </a:moveTo>
                <a:lnTo>
                  <a:pt x="5505449" y="101600"/>
                </a:lnTo>
                <a:lnTo>
                  <a:pt x="5498035" y="103097"/>
                </a:lnTo>
                <a:lnTo>
                  <a:pt x="5491979" y="107181"/>
                </a:lnTo>
                <a:lnTo>
                  <a:pt x="5487897" y="113237"/>
                </a:lnTo>
                <a:lnTo>
                  <a:pt x="5486399" y="120650"/>
                </a:lnTo>
                <a:lnTo>
                  <a:pt x="5487897" y="128062"/>
                </a:lnTo>
                <a:lnTo>
                  <a:pt x="5491979" y="134118"/>
                </a:lnTo>
                <a:lnTo>
                  <a:pt x="5498035" y="138202"/>
                </a:lnTo>
                <a:lnTo>
                  <a:pt x="5505449" y="139700"/>
                </a:lnTo>
                <a:lnTo>
                  <a:pt x="5581649" y="139700"/>
                </a:lnTo>
                <a:lnTo>
                  <a:pt x="5589065" y="138202"/>
                </a:lnTo>
                <a:lnTo>
                  <a:pt x="5595120" y="134118"/>
                </a:lnTo>
                <a:lnTo>
                  <a:pt x="5599203" y="128062"/>
                </a:lnTo>
                <a:lnTo>
                  <a:pt x="5600699" y="120650"/>
                </a:lnTo>
                <a:lnTo>
                  <a:pt x="5599203" y="113237"/>
                </a:lnTo>
                <a:lnTo>
                  <a:pt x="5595120" y="107181"/>
                </a:lnTo>
                <a:lnTo>
                  <a:pt x="5589065" y="103097"/>
                </a:lnTo>
                <a:lnTo>
                  <a:pt x="5581649" y="101600"/>
                </a:lnTo>
                <a:close/>
              </a:path>
              <a:path w="6768465" h="243839">
                <a:moveTo>
                  <a:pt x="5734049" y="101600"/>
                </a:moveTo>
                <a:lnTo>
                  <a:pt x="5657849" y="101600"/>
                </a:lnTo>
                <a:lnTo>
                  <a:pt x="5650435" y="103097"/>
                </a:lnTo>
                <a:lnTo>
                  <a:pt x="5644379" y="107181"/>
                </a:lnTo>
                <a:lnTo>
                  <a:pt x="5640297" y="113237"/>
                </a:lnTo>
                <a:lnTo>
                  <a:pt x="5638799" y="120650"/>
                </a:lnTo>
                <a:lnTo>
                  <a:pt x="5640297" y="128062"/>
                </a:lnTo>
                <a:lnTo>
                  <a:pt x="5644379" y="134118"/>
                </a:lnTo>
                <a:lnTo>
                  <a:pt x="5650435" y="138202"/>
                </a:lnTo>
                <a:lnTo>
                  <a:pt x="5657849" y="139700"/>
                </a:lnTo>
                <a:lnTo>
                  <a:pt x="5734049" y="139700"/>
                </a:lnTo>
                <a:lnTo>
                  <a:pt x="5741465" y="138202"/>
                </a:lnTo>
                <a:lnTo>
                  <a:pt x="5747520" y="134118"/>
                </a:lnTo>
                <a:lnTo>
                  <a:pt x="5751603" y="128062"/>
                </a:lnTo>
                <a:lnTo>
                  <a:pt x="5753099" y="120650"/>
                </a:lnTo>
                <a:lnTo>
                  <a:pt x="5751603" y="113237"/>
                </a:lnTo>
                <a:lnTo>
                  <a:pt x="5747520" y="107181"/>
                </a:lnTo>
                <a:lnTo>
                  <a:pt x="5741465" y="103097"/>
                </a:lnTo>
                <a:lnTo>
                  <a:pt x="5734049" y="101600"/>
                </a:lnTo>
                <a:close/>
              </a:path>
              <a:path w="6768465" h="243839">
                <a:moveTo>
                  <a:pt x="5886449" y="101600"/>
                </a:moveTo>
                <a:lnTo>
                  <a:pt x="5810249" y="101600"/>
                </a:lnTo>
                <a:lnTo>
                  <a:pt x="5802835" y="103097"/>
                </a:lnTo>
                <a:lnTo>
                  <a:pt x="5796779" y="107181"/>
                </a:lnTo>
                <a:lnTo>
                  <a:pt x="5792697" y="113237"/>
                </a:lnTo>
                <a:lnTo>
                  <a:pt x="5791199" y="120650"/>
                </a:lnTo>
                <a:lnTo>
                  <a:pt x="5792697" y="128062"/>
                </a:lnTo>
                <a:lnTo>
                  <a:pt x="5796779" y="134118"/>
                </a:lnTo>
                <a:lnTo>
                  <a:pt x="5802835" y="138202"/>
                </a:lnTo>
                <a:lnTo>
                  <a:pt x="5810249" y="139700"/>
                </a:lnTo>
                <a:lnTo>
                  <a:pt x="5886449" y="139700"/>
                </a:lnTo>
                <a:lnTo>
                  <a:pt x="5893865" y="138202"/>
                </a:lnTo>
                <a:lnTo>
                  <a:pt x="5899920" y="134118"/>
                </a:lnTo>
                <a:lnTo>
                  <a:pt x="5904003" y="128062"/>
                </a:lnTo>
                <a:lnTo>
                  <a:pt x="5905499" y="120650"/>
                </a:lnTo>
                <a:lnTo>
                  <a:pt x="5904003" y="113237"/>
                </a:lnTo>
                <a:lnTo>
                  <a:pt x="5899920" y="107181"/>
                </a:lnTo>
                <a:lnTo>
                  <a:pt x="5893865" y="103097"/>
                </a:lnTo>
                <a:lnTo>
                  <a:pt x="5886449" y="101600"/>
                </a:lnTo>
                <a:close/>
              </a:path>
              <a:path w="6768465" h="243839">
                <a:moveTo>
                  <a:pt x="6038849" y="101600"/>
                </a:moveTo>
                <a:lnTo>
                  <a:pt x="5962649" y="101600"/>
                </a:lnTo>
                <a:lnTo>
                  <a:pt x="5955235" y="103097"/>
                </a:lnTo>
                <a:lnTo>
                  <a:pt x="5949179" y="107181"/>
                </a:lnTo>
                <a:lnTo>
                  <a:pt x="5945097" y="113237"/>
                </a:lnTo>
                <a:lnTo>
                  <a:pt x="5943599" y="120650"/>
                </a:lnTo>
                <a:lnTo>
                  <a:pt x="5945097" y="128062"/>
                </a:lnTo>
                <a:lnTo>
                  <a:pt x="5949179" y="134118"/>
                </a:lnTo>
                <a:lnTo>
                  <a:pt x="5955235" y="138202"/>
                </a:lnTo>
                <a:lnTo>
                  <a:pt x="5962649" y="139700"/>
                </a:lnTo>
                <a:lnTo>
                  <a:pt x="6038849" y="139700"/>
                </a:lnTo>
                <a:lnTo>
                  <a:pt x="6046265" y="138202"/>
                </a:lnTo>
                <a:lnTo>
                  <a:pt x="6052320" y="134118"/>
                </a:lnTo>
                <a:lnTo>
                  <a:pt x="6056403" y="128062"/>
                </a:lnTo>
                <a:lnTo>
                  <a:pt x="6057899" y="120650"/>
                </a:lnTo>
                <a:lnTo>
                  <a:pt x="6056403" y="113237"/>
                </a:lnTo>
                <a:lnTo>
                  <a:pt x="6052320" y="107181"/>
                </a:lnTo>
                <a:lnTo>
                  <a:pt x="6046265" y="103097"/>
                </a:lnTo>
                <a:lnTo>
                  <a:pt x="6038849" y="101600"/>
                </a:lnTo>
                <a:close/>
              </a:path>
              <a:path w="6768465" h="243839">
                <a:moveTo>
                  <a:pt x="6191249" y="101600"/>
                </a:moveTo>
                <a:lnTo>
                  <a:pt x="6115049" y="101600"/>
                </a:lnTo>
                <a:lnTo>
                  <a:pt x="6107635" y="103097"/>
                </a:lnTo>
                <a:lnTo>
                  <a:pt x="6101579" y="107181"/>
                </a:lnTo>
                <a:lnTo>
                  <a:pt x="6097497" y="113237"/>
                </a:lnTo>
                <a:lnTo>
                  <a:pt x="6095999" y="120650"/>
                </a:lnTo>
                <a:lnTo>
                  <a:pt x="6097497" y="128062"/>
                </a:lnTo>
                <a:lnTo>
                  <a:pt x="6101579" y="134118"/>
                </a:lnTo>
                <a:lnTo>
                  <a:pt x="6107635" y="138202"/>
                </a:lnTo>
                <a:lnTo>
                  <a:pt x="6115049" y="139700"/>
                </a:lnTo>
                <a:lnTo>
                  <a:pt x="6191249" y="139700"/>
                </a:lnTo>
                <a:lnTo>
                  <a:pt x="6198665" y="138202"/>
                </a:lnTo>
                <a:lnTo>
                  <a:pt x="6204720" y="134118"/>
                </a:lnTo>
                <a:lnTo>
                  <a:pt x="6208803" y="128062"/>
                </a:lnTo>
                <a:lnTo>
                  <a:pt x="6210299" y="120650"/>
                </a:lnTo>
                <a:lnTo>
                  <a:pt x="6208803" y="113237"/>
                </a:lnTo>
                <a:lnTo>
                  <a:pt x="6204720" y="107181"/>
                </a:lnTo>
                <a:lnTo>
                  <a:pt x="6198665" y="103097"/>
                </a:lnTo>
                <a:lnTo>
                  <a:pt x="6191249" y="101600"/>
                </a:lnTo>
                <a:close/>
              </a:path>
              <a:path w="6768465" h="243839">
                <a:moveTo>
                  <a:pt x="6343649" y="101600"/>
                </a:moveTo>
                <a:lnTo>
                  <a:pt x="6267449" y="101600"/>
                </a:lnTo>
                <a:lnTo>
                  <a:pt x="6260035" y="103097"/>
                </a:lnTo>
                <a:lnTo>
                  <a:pt x="6253979" y="107181"/>
                </a:lnTo>
                <a:lnTo>
                  <a:pt x="6249897" y="113237"/>
                </a:lnTo>
                <a:lnTo>
                  <a:pt x="6248399" y="120650"/>
                </a:lnTo>
                <a:lnTo>
                  <a:pt x="6249897" y="128062"/>
                </a:lnTo>
                <a:lnTo>
                  <a:pt x="6253979" y="134118"/>
                </a:lnTo>
                <a:lnTo>
                  <a:pt x="6260035" y="138202"/>
                </a:lnTo>
                <a:lnTo>
                  <a:pt x="6267449" y="139700"/>
                </a:lnTo>
                <a:lnTo>
                  <a:pt x="6343649" y="139700"/>
                </a:lnTo>
                <a:lnTo>
                  <a:pt x="6351065" y="138202"/>
                </a:lnTo>
                <a:lnTo>
                  <a:pt x="6357120" y="134118"/>
                </a:lnTo>
                <a:lnTo>
                  <a:pt x="6361203" y="128062"/>
                </a:lnTo>
                <a:lnTo>
                  <a:pt x="6362699" y="120650"/>
                </a:lnTo>
                <a:lnTo>
                  <a:pt x="6361203" y="113237"/>
                </a:lnTo>
                <a:lnTo>
                  <a:pt x="6357120" y="107181"/>
                </a:lnTo>
                <a:lnTo>
                  <a:pt x="6351065" y="103097"/>
                </a:lnTo>
                <a:lnTo>
                  <a:pt x="6343649" y="101600"/>
                </a:lnTo>
                <a:close/>
              </a:path>
              <a:path w="6768465" h="243839">
                <a:moveTo>
                  <a:pt x="6496049" y="101600"/>
                </a:moveTo>
                <a:lnTo>
                  <a:pt x="6419849" y="101600"/>
                </a:lnTo>
                <a:lnTo>
                  <a:pt x="6412435" y="103097"/>
                </a:lnTo>
                <a:lnTo>
                  <a:pt x="6406379" y="107181"/>
                </a:lnTo>
                <a:lnTo>
                  <a:pt x="6402297" y="113237"/>
                </a:lnTo>
                <a:lnTo>
                  <a:pt x="6400799" y="120650"/>
                </a:lnTo>
                <a:lnTo>
                  <a:pt x="6402297" y="128062"/>
                </a:lnTo>
                <a:lnTo>
                  <a:pt x="6406379" y="134118"/>
                </a:lnTo>
                <a:lnTo>
                  <a:pt x="6412435" y="138202"/>
                </a:lnTo>
                <a:lnTo>
                  <a:pt x="6419849" y="139700"/>
                </a:lnTo>
                <a:lnTo>
                  <a:pt x="6496049" y="139700"/>
                </a:lnTo>
                <a:lnTo>
                  <a:pt x="6503465" y="138202"/>
                </a:lnTo>
                <a:lnTo>
                  <a:pt x="6509520" y="134118"/>
                </a:lnTo>
                <a:lnTo>
                  <a:pt x="6513603" y="128062"/>
                </a:lnTo>
                <a:lnTo>
                  <a:pt x="6515100" y="120650"/>
                </a:lnTo>
                <a:lnTo>
                  <a:pt x="6513603" y="113237"/>
                </a:lnTo>
                <a:lnTo>
                  <a:pt x="6509520" y="107181"/>
                </a:lnTo>
                <a:lnTo>
                  <a:pt x="6503465" y="103097"/>
                </a:lnTo>
                <a:lnTo>
                  <a:pt x="6496049" y="10160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 name="object 3"/>
          <p:cNvSpPr txBox="1"/>
          <p:nvPr/>
        </p:nvSpPr>
        <p:spPr>
          <a:xfrm>
            <a:off x="2932626" y="1638776"/>
            <a:ext cx="999173" cy="391160"/>
          </a:xfrm>
          <a:prstGeom prst="rect">
            <a:avLst/>
          </a:prstGeom>
        </p:spPr>
        <p:txBody>
          <a:bodyPr vert="horz" wrap="square" lIns="0" tIns="62865" rIns="0" bIns="0" rtlCol="0">
            <a:spAutoFit/>
          </a:bodyPr>
          <a:lstStyle/>
          <a:p>
            <a:pPr algn="ctr">
              <a:spcBef>
                <a:spcPts val="495"/>
              </a:spcBef>
            </a:pPr>
            <a:r>
              <a:rPr sz="105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决策质量</a:t>
            </a:r>
            <a:endParaRPr sz="1050">
              <a:latin typeface="江城圆体 400W" panose="020B0800000000000000" pitchFamily="34" charset="-128"/>
              <a:ea typeface="江城圆体 400W" panose="020B0800000000000000" pitchFamily="34" charset="-128"/>
              <a:cs typeface="微软雅黑" panose="020B0503020204020204" charset="-122"/>
            </a:endParaRPr>
          </a:p>
          <a:p>
            <a:pPr algn="ctr">
              <a:spcBef>
                <a:spcPts val="340"/>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Quality of</a:t>
            </a:r>
            <a:r>
              <a:rPr sz="800" spc="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Decisions</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4" name="object 4"/>
          <p:cNvSpPr txBox="1"/>
          <p:nvPr/>
        </p:nvSpPr>
        <p:spPr>
          <a:xfrm>
            <a:off x="1650480" y="1701800"/>
            <a:ext cx="248920" cy="283210"/>
          </a:xfrm>
          <a:prstGeom prst="rect">
            <a:avLst/>
          </a:prstGeom>
        </p:spPr>
        <p:txBody>
          <a:bodyPr vert="horz" wrap="square" lIns="0" tIns="6350" rIns="0" bIns="0" rtlCol="0">
            <a:spAutoFit/>
          </a:bodyPr>
          <a:lstStyle/>
          <a:p>
            <a:pPr algn="ctr">
              <a:lnSpc>
                <a:spcPts val="1230"/>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差</a:t>
            </a:r>
            <a:endParaRPr sz="1050">
              <a:latin typeface="江城圆体 400W" panose="020B0800000000000000" pitchFamily="34" charset="-128"/>
              <a:ea typeface="江城圆体 400W" panose="020B0800000000000000" pitchFamily="34" charset="-128"/>
              <a:cs typeface="微软雅黑" panose="020B0503020204020204" charset="-122"/>
            </a:endParaRPr>
          </a:p>
          <a:p>
            <a:pPr algn="ctr">
              <a:lnSpc>
                <a:spcPts val="930"/>
              </a:lnSpc>
            </a:pPr>
            <a:r>
              <a:rPr sz="80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Poor</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5" name="object 5"/>
          <p:cNvSpPr txBox="1"/>
          <p:nvPr/>
        </p:nvSpPr>
        <p:spPr>
          <a:xfrm>
            <a:off x="5332488" y="1701800"/>
            <a:ext cx="415925" cy="283210"/>
          </a:xfrm>
          <a:prstGeom prst="rect">
            <a:avLst/>
          </a:prstGeom>
        </p:spPr>
        <p:txBody>
          <a:bodyPr vert="horz" wrap="square" lIns="0" tIns="6350" rIns="0" bIns="0" rtlCol="0">
            <a:spAutoFit/>
          </a:bodyPr>
          <a:lstStyle/>
          <a:p>
            <a:pPr algn="ctr">
              <a:lnSpc>
                <a:spcPts val="1230"/>
              </a:lnSpc>
              <a:spcBef>
                <a:spcPts val="50"/>
              </a:spcBef>
            </a:pPr>
            <a:r>
              <a:rPr sz="1050" spc="-1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最佳</a:t>
            </a:r>
            <a:endParaRPr sz="1050">
              <a:latin typeface="江城圆体 400W" panose="020B0800000000000000" pitchFamily="34" charset="-128"/>
              <a:ea typeface="江城圆体 400W" panose="020B0800000000000000" pitchFamily="34" charset="-128"/>
              <a:cs typeface="微软雅黑" panose="020B0503020204020204" charset="-122"/>
            </a:endParaRPr>
          </a:p>
          <a:p>
            <a:pPr algn="ctr">
              <a:lnSpc>
                <a:spcPts val="930"/>
              </a:lnSpc>
            </a:pPr>
            <a:r>
              <a:rPr sz="8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Optimal</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6" name="object 6"/>
          <p:cNvSpPr/>
          <p:nvPr/>
        </p:nvSpPr>
        <p:spPr>
          <a:xfrm>
            <a:off x="1536515" y="2070100"/>
            <a:ext cx="121920" cy="2836863"/>
          </a:xfrm>
          <a:custGeom>
            <a:avLst/>
            <a:gdLst/>
            <a:ahLst/>
            <a:cxnLst/>
            <a:rect l="l" t="t" r="r" b="b"/>
            <a:pathLst>
              <a:path w="243839" h="5673725">
                <a:moveTo>
                  <a:pt x="14220" y="5429760"/>
                </a:moveTo>
                <a:lnTo>
                  <a:pt x="12015" y="5430277"/>
                </a:lnTo>
                <a:lnTo>
                  <a:pt x="2898" y="5434815"/>
                </a:lnTo>
                <a:lnTo>
                  <a:pt x="0" y="5443456"/>
                </a:lnTo>
                <a:lnTo>
                  <a:pt x="110802" y="5666060"/>
                </a:lnTo>
                <a:lnTo>
                  <a:pt x="113056" y="5668323"/>
                </a:lnTo>
                <a:lnTo>
                  <a:pt x="122943" y="5673289"/>
                </a:lnTo>
                <a:lnTo>
                  <a:pt x="131594" y="5670423"/>
                </a:lnTo>
                <a:lnTo>
                  <a:pt x="242802" y="5449004"/>
                </a:lnTo>
                <a:lnTo>
                  <a:pt x="243326" y="5446801"/>
                </a:lnTo>
                <a:lnTo>
                  <a:pt x="243249" y="5442997"/>
                </a:lnTo>
                <a:lnTo>
                  <a:pt x="242481" y="5435785"/>
                </a:lnTo>
                <a:lnTo>
                  <a:pt x="236382" y="5430160"/>
                </a:lnTo>
                <a:lnTo>
                  <a:pt x="141707" y="5429986"/>
                </a:lnTo>
                <a:lnTo>
                  <a:pt x="103670" y="5429920"/>
                </a:lnTo>
                <a:lnTo>
                  <a:pt x="14220" y="5429760"/>
                </a:lnTo>
                <a:close/>
              </a:path>
              <a:path w="243839" h="5673725">
                <a:moveTo>
                  <a:pt x="122880" y="5333991"/>
                </a:moveTo>
                <a:lnTo>
                  <a:pt x="103670" y="5429920"/>
                </a:lnTo>
                <a:lnTo>
                  <a:pt x="141712" y="5429920"/>
                </a:lnTo>
                <a:lnTo>
                  <a:pt x="141758" y="5429275"/>
                </a:lnTo>
                <a:lnTo>
                  <a:pt x="141882" y="5353006"/>
                </a:lnTo>
                <a:lnTo>
                  <a:pt x="140412" y="5345657"/>
                </a:lnTo>
                <a:lnTo>
                  <a:pt x="136340" y="5339595"/>
                </a:lnTo>
                <a:lnTo>
                  <a:pt x="130292" y="5335501"/>
                </a:lnTo>
                <a:lnTo>
                  <a:pt x="122880" y="5333991"/>
                </a:lnTo>
                <a:close/>
              </a:path>
              <a:path w="243839" h="5673725">
                <a:moveTo>
                  <a:pt x="123154" y="5181591"/>
                </a:moveTo>
                <a:lnTo>
                  <a:pt x="103946" y="5276875"/>
                </a:lnTo>
                <a:lnTo>
                  <a:pt x="105416" y="5284225"/>
                </a:lnTo>
                <a:lnTo>
                  <a:pt x="109488" y="5290287"/>
                </a:lnTo>
                <a:lnTo>
                  <a:pt x="115536" y="5294380"/>
                </a:lnTo>
                <a:lnTo>
                  <a:pt x="122948" y="5295891"/>
                </a:lnTo>
                <a:lnTo>
                  <a:pt x="130366" y="5294407"/>
                </a:lnTo>
                <a:lnTo>
                  <a:pt x="136428" y="5290336"/>
                </a:lnTo>
                <a:lnTo>
                  <a:pt x="140522" y="5284288"/>
                </a:lnTo>
                <a:lnTo>
                  <a:pt x="142032" y="5276875"/>
                </a:lnTo>
                <a:lnTo>
                  <a:pt x="142156" y="5200606"/>
                </a:lnTo>
                <a:lnTo>
                  <a:pt x="140686" y="5193257"/>
                </a:lnTo>
                <a:lnTo>
                  <a:pt x="136614" y="5187195"/>
                </a:lnTo>
                <a:lnTo>
                  <a:pt x="130566" y="5183101"/>
                </a:lnTo>
                <a:lnTo>
                  <a:pt x="123154" y="5181591"/>
                </a:lnTo>
                <a:close/>
              </a:path>
              <a:path w="243839" h="5673725">
                <a:moveTo>
                  <a:pt x="123428" y="5029192"/>
                </a:moveTo>
                <a:lnTo>
                  <a:pt x="104220" y="5124475"/>
                </a:lnTo>
                <a:lnTo>
                  <a:pt x="105690" y="5131825"/>
                </a:lnTo>
                <a:lnTo>
                  <a:pt x="109762" y="5137888"/>
                </a:lnTo>
                <a:lnTo>
                  <a:pt x="115810" y="5141981"/>
                </a:lnTo>
                <a:lnTo>
                  <a:pt x="123223" y="5143491"/>
                </a:lnTo>
                <a:lnTo>
                  <a:pt x="130640" y="5142007"/>
                </a:lnTo>
                <a:lnTo>
                  <a:pt x="136703" y="5137936"/>
                </a:lnTo>
                <a:lnTo>
                  <a:pt x="140796" y="5131888"/>
                </a:lnTo>
                <a:lnTo>
                  <a:pt x="142307" y="5124475"/>
                </a:lnTo>
                <a:lnTo>
                  <a:pt x="142430" y="5048208"/>
                </a:lnTo>
                <a:lnTo>
                  <a:pt x="140960" y="5040858"/>
                </a:lnTo>
                <a:lnTo>
                  <a:pt x="136888" y="5034795"/>
                </a:lnTo>
                <a:lnTo>
                  <a:pt x="130840" y="5030702"/>
                </a:lnTo>
                <a:lnTo>
                  <a:pt x="123428" y="5029192"/>
                </a:lnTo>
                <a:close/>
              </a:path>
              <a:path w="243839" h="5673725">
                <a:moveTo>
                  <a:pt x="123701" y="4876792"/>
                </a:moveTo>
                <a:lnTo>
                  <a:pt x="104495" y="4972076"/>
                </a:lnTo>
                <a:lnTo>
                  <a:pt x="105965" y="4979425"/>
                </a:lnTo>
                <a:lnTo>
                  <a:pt x="110036" y="4985488"/>
                </a:lnTo>
                <a:lnTo>
                  <a:pt x="116084" y="4989581"/>
                </a:lnTo>
                <a:lnTo>
                  <a:pt x="123497" y="4991092"/>
                </a:lnTo>
                <a:lnTo>
                  <a:pt x="130914" y="4989608"/>
                </a:lnTo>
                <a:lnTo>
                  <a:pt x="136977" y="4985536"/>
                </a:lnTo>
                <a:lnTo>
                  <a:pt x="141071" y="4979488"/>
                </a:lnTo>
                <a:lnTo>
                  <a:pt x="142581" y="4972076"/>
                </a:lnTo>
                <a:lnTo>
                  <a:pt x="142703" y="4895808"/>
                </a:lnTo>
                <a:lnTo>
                  <a:pt x="141234" y="4888459"/>
                </a:lnTo>
                <a:lnTo>
                  <a:pt x="137162" y="4882396"/>
                </a:lnTo>
                <a:lnTo>
                  <a:pt x="131114" y="4878302"/>
                </a:lnTo>
                <a:lnTo>
                  <a:pt x="123701" y="4876792"/>
                </a:lnTo>
                <a:close/>
              </a:path>
              <a:path w="243839" h="5673725">
                <a:moveTo>
                  <a:pt x="123976" y="4724392"/>
                </a:moveTo>
                <a:lnTo>
                  <a:pt x="104768" y="4819676"/>
                </a:lnTo>
                <a:lnTo>
                  <a:pt x="106238" y="4827025"/>
                </a:lnTo>
                <a:lnTo>
                  <a:pt x="110310" y="4833088"/>
                </a:lnTo>
                <a:lnTo>
                  <a:pt x="116358" y="4837181"/>
                </a:lnTo>
                <a:lnTo>
                  <a:pt x="123770" y="4838692"/>
                </a:lnTo>
                <a:lnTo>
                  <a:pt x="131188" y="4837208"/>
                </a:lnTo>
                <a:lnTo>
                  <a:pt x="137251" y="4833136"/>
                </a:lnTo>
                <a:lnTo>
                  <a:pt x="141344" y="4827088"/>
                </a:lnTo>
                <a:lnTo>
                  <a:pt x="142854" y="4819676"/>
                </a:lnTo>
                <a:lnTo>
                  <a:pt x="142978" y="4743408"/>
                </a:lnTo>
                <a:lnTo>
                  <a:pt x="141508" y="4736059"/>
                </a:lnTo>
                <a:lnTo>
                  <a:pt x="137436" y="4729996"/>
                </a:lnTo>
                <a:lnTo>
                  <a:pt x="131388" y="4725902"/>
                </a:lnTo>
                <a:lnTo>
                  <a:pt x="123976" y="4724392"/>
                </a:lnTo>
                <a:close/>
              </a:path>
              <a:path w="243839" h="5673725">
                <a:moveTo>
                  <a:pt x="124250" y="4571992"/>
                </a:moveTo>
                <a:lnTo>
                  <a:pt x="105042" y="4667276"/>
                </a:lnTo>
                <a:lnTo>
                  <a:pt x="106512" y="4674625"/>
                </a:lnTo>
                <a:lnTo>
                  <a:pt x="110584" y="4680688"/>
                </a:lnTo>
                <a:lnTo>
                  <a:pt x="116632" y="4684781"/>
                </a:lnTo>
                <a:lnTo>
                  <a:pt x="124044" y="4686292"/>
                </a:lnTo>
                <a:lnTo>
                  <a:pt x="131462" y="4684808"/>
                </a:lnTo>
                <a:lnTo>
                  <a:pt x="137525" y="4680736"/>
                </a:lnTo>
                <a:lnTo>
                  <a:pt x="141618" y="4674688"/>
                </a:lnTo>
                <a:lnTo>
                  <a:pt x="143129" y="4667276"/>
                </a:lnTo>
                <a:lnTo>
                  <a:pt x="143252" y="4591008"/>
                </a:lnTo>
                <a:lnTo>
                  <a:pt x="141782" y="4583659"/>
                </a:lnTo>
                <a:lnTo>
                  <a:pt x="137711" y="4577596"/>
                </a:lnTo>
                <a:lnTo>
                  <a:pt x="131663" y="4573502"/>
                </a:lnTo>
                <a:lnTo>
                  <a:pt x="124250" y="4571992"/>
                </a:lnTo>
                <a:close/>
              </a:path>
              <a:path w="243839" h="5673725">
                <a:moveTo>
                  <a:pt x="124524" y="4419592"/>
                </a:moveTo>
                <a:lnTo>
                  <a:pt x="105317" y="4514876"/>
                </a:lnTo>
                <a:lnTo>
                  <a:pt x="106787" y="4522226"/>
                </a:lnTo>
                <a:lnTo>
                  <a:pt x="110858" y="4528288"/>
                </a:lnTo>
                <a:lnTo>
                  <a:pt x="116906" y="4532382"/>
                </a:lnTo>
                <a:lnTo>
                  <a:pt x="124319" y="4533892"/>
                </a:lnTo>
                <a:lnTo>
                  <a:pt x="131736" y="4532408"/>
                </a:lnTo>
                <a:lnTo>
                  <a:pt x="137799" y="4528337"/>
                </a:lnTo>
                <a:lnTo>
                  <a:pt x="141892" y="4522289"/>
                </a:lnTo>
                <a:lnTo>
                  <a:pt x="143403" y="4514876"/>
                </a:lnTo>
                <a:lnTo>
                  <a:pt x="143526" y="4438608"/>
                </a:lnTo>
                <a:lnTo>
                  <a:pt x="142056" y="4431259"/>
                </a:lnTo>
                <a:lnTo>
                  <a:pt x="137985" y="4425196"/>
                </a:lnTo>
                <a:lnTo>
                  <a:pt x="131937" y="4421102"/>
                </a:lnTo>
                <a:lnTo>
                  <a:pt x="124524" y="4419592"/>
                </a:lnTo>
                <a:close/>
              </a:path>
              <a:path w="243839" h="5673725">
                <a:moveTo>
                  <a:pt x="124799" y="4267193"/>
                </a:moveTo>
                <a:lnTo>
                  <a:pt x="105591" y="4362476"/>
                </a:lnTo>
                <a:lnTo>
                  <a:pt x="107061" y="4369826"/>
                </a:lnTo>
                <a:lnTo>
                  <a:pt x="111133" y="4375889"/>
                </a:lnTo>
                <a:lnTo>
                  <a:pt x="117181" y="4379982"/>
                </a:lnTo>
                <a:lnTo>
                  <a:pt x="124593" y="4381492"/>
                </a:lnTo>
                <a:lnTo>
                  <a:pt x="132011" y="4380008"/>
                </a:lnTo>
                <a:lnTo>
                  <a:pt x="138073" y="4375937"/>
                </a:lnTo>
                <a:lnTo>
                  <a:pt x="142167" y="4369889"/>
                </a:lnTo>
                <a:lnTo>
                  <a:pt x="143677" y="4362476"/>
                </a:lnTo>
                <a:lnTo>
                  <a:pt x="143801" y="4286209"/>
                </a:lnTo>
                <a:lnTo>
                  <a:pt x="142331" y="4278859"/>
                </a:lnTo>
                <a:lnTo>
                  <a:pt x="138259" y="4272796"/>
                </a:lnTo>
                <a:lnTo>
                  <a:pt x="132211" y="4268703"/>
                </a:lnTo>
                <a:lnTo>
                  <a:pt x="124799" y="4267193"/>
                </a:lnTo>
                <a:close/>
              </a:path>
              <a:path w="243839" h="5673725">
                <a:moveTo>
                  <a:pt x="125073" y="4114793"/>
                </a:moveTo>
                <a:lnTo>
                  <a:pt x="105865" y="4210077"/>
                </a:lnTo>
                <a:lnTo>
                  <a:pt x="107335" y="4217427"/>
                </a:lnTo>
                <a:lnTo>
                  <a:pt x="111407" y="4223489"/>
                </a:lnTo>
                <a:lnTo>
                  <a:pt x="117455" y="4227583"/>
                </a:lnTo>
                <a:lnTo>
                  <a:pt x="124867" y="4229093"/>
                </a:lnTo>
                <a:lnTo>
                  <a:pt x="132285" y="4227609"/>
                </a:lnTo>
                <a:lnTo>
                  <a:pt x="138347" y="4223538"/>
                </a:lnTo>
                <a:lnTo>
                  <a:pt x="142441" y="4217490"/>
                </a:lnTo>
                <a:lnTo>
                  <a:pt x="143951" y="4210077"/>
                </a:lnTo>
                <a:lnTo>
                  <a:pt x="144075" y="4133809"/>
                </a:lnTo>
                <a:lnTo>
                  <a:pt x="142605" y="4126459"/>
                </a:lnTo>
                <a:lnTo>
                  <a:pt x="138533" y="4120397"/>
                </a:lnTo>
                <a:lnTo>
                  <a:pt x="132485" y="4116303"/>
                </a:lnTo>
                <a:lnTo>
                  <a:pt x="125073" y="4114793"/>
                </a:lnTo>
                <a:close/>
              </a:path>
              <a:path w="243839" h="5673725">
                <a:moveTo>
                  <a:pt x="125347" y="3962393"/>
                </a:moveTo>
                <a:lnTo>
                  <a:pt x="106139" y="4057677"/>
                </a:lnTo>
                <a:lnTo>
                  <a:pt x="107609" y="4065027"/>
                </a:lnTo>
                <a:lnTo>
                  <a:pt x="111681" y="4071089"/>
                </a:lnTo>
                <a:lnTo>
                  <a:pt x="117729" y="4075183"/>
                </a:lnTo>
                <a:lnTo>
                  <a:pt x="125141" y="4076693"/>
                </a:lnTo>
                <a:lnTo>
                  <a:pt x="132559" y="4075209"/>
                </a:lnTo>
                <a:lnTo>
                  <a:pt x="138622" y="4071138"/>
                </a:lnTo>
                <a:lnTo>
                  <a:pt x="142715" y="4065090"/>
                </a:lnTo>
                <a:lnTo>
                  <a:pt x="144226" y="4057677"/>
                </a:lnTo>
                <a:lnTo>
                  <a:pt x="144349" y="3981409"/>
                </a:lnTo>
                <a:lnTo>
                  <a:pt x="142879" y="3974060"/>
                </a:lnTo>
                <a:lnTo>
                  <a:pt x="138807" y="3967997"/>
                </a:lnTo>
                <a:lnTo>
                  <a:pt x="132760" y="3963904"/>
                </a:lnTo>
                <a:lnTo>
                  <a:pt x="125347" y="3962393"/>
                </a:lnTo>
                <a:close/>
              </a:path>
              <a:path w="243839" h="5673725">
                <a:moveTo>
                  <a:pt x="125622" y="3809993"/>
                </a:moveTo>
                <a:lnTo>
                  <a:pt x="106414" y="3905277"/>
                </a:lnTo>
                <a:lnTo>
                  <a:pt x="107884" y="3912627"/>
                </a:lnTo>
                <a:lnTo>
                  <a:pt x="111956" y="3918689"/>
                </a:lnTo>
                <a:lnTo>
                  <a:pt x="118004" y="3922783"/>
                </a:lnTo>
                <a:lnTo>
                  <a:pt x="125416" y="3924293"/>
                </a:lnTo>
                <a:lnTo>
                  <a:pt x="132833" y="3922809"/>
                </a:lnTo>
                <a:lnTo>
                  <a:pt x="138896" y="3918738"/>
                </a:lnTo>
                <a:lnTo>
                  <a:pt x="142990" y="3912690"/>
                </a:lnTo>
                <a:lnTo>
                  <a:pt x="144500" y="3905277"/>
                </a:lnTo>
                <a:lnTo>
                  <a:pt x="144624" y="3829009"/>
                </a:lnTo>
                <a:lnTo>
                  <a:pt x="143154" y="3821660"/>
                </a:lnTo>
                <a:lnTo>
                  <a:pt x="139082" y="3815597"/>
                </a:lnTo>
                <a:lnTo>
                  <a:pt x="133034" y="3811504"/>
                </a:lnTo>
                <a:lnTo>
                  <a:pt x="125622" y="3809993"/>
                </a:lnTo>
                <a:close/>
              </a:path>
              <a:path w="243839" h="5673725">
                <a:moveTo>
                  <a:pt x="125896" y="3657593"/>
                </a:moveTo>
                <a:lnTo>
                  <a:pt x="106688" y="3752877"/>
                </a:lnTo>
                <a:lnTo>
                  <a:pt x="108158" y="3760227"/>
                </a:lnTo>
                <a:lnTo>
                  <a:pt x="112229" y="3766290"/>
                </a:lnTo>
                <a:lnTo>
                  <a:pt x="118277" y="3770383"/>
                </a:lnTo>
                <a:lnTo>
                  <a:pt x="125690" y="3771893"/>
                </a:lnTo>
                <a:lnTo>
                  <a:pt x="133108" y="3770409"/>
                </a:lnTo>
                <a:lnTo>
                  <a:pt x="139170" y="3766338"/>
                </a:lnTo>
                <a:lnTo>
                  <a:pt x="143264" y="3760290"/>
                </a:lnTo>
                <a:lnTo>
                  <a:pt x="144774" y="3752877"/>
                </a:lnTo>
                <a:lnTo>
                  <a:pt x="144898" y="3676609"/>
                </a:lnTo>
                <a:lnTo>
                  <a:pt x="143427" y="3669260"/>
                </a:lnTo>
                <a:lnTo>
                  <a:pt x="139356" y="3663197"/>
                </a:lnTo>
                <a:lnTo>
                  <a:pt x="133308" y="3659104"/>
                </a:lnTo>
                <a:lnTo>
                  <a:pt x="125896" y="3657593"/>
                </a:lnTo>
                <a:close/>
              </a:path>
              <a:path w="243839" h="5673725">
                <a:moveTo>
                  <a:pt x="126169" y="3505194"/>
                </a:moveTo>
                <a:lnTo>
                  <a:pt x="106962" y="3600477"/>
                </a:lnTo>
                <a:lnTo>
                  <a:pt x="108432" y="3607827"/>
                </a:lnTo>
                <a:lnTo>
                  <a:pt x="112504" y="3613890"/>
                </a:lnTo>
                <a:lnTo>
                  <a:pt x="118552" y="3617983"/>
                </a:lnTo>
                <a:lnTo>
                  <a:pt x="125964" y="3619493"/>
                </a:lnTo>
                <a:lnTo>
                  <a:pt x="133382" y="3618010"/>
                </a:lnTo>
                <a:lnTo>
                  <a:pt x="139445" y="3613938"/>
                </a:lnTo>
                <a:lnTo>
                  <a:pt x="143538" y="3607890"/>
                </a:lnTo>
                <a:lnTo>
                  <a:pt x="145049" y="3600477"/>
                </a:lnTo>
                <a:lnTo>
                  <a:pt x="145171" y="3524210"/>
                </a:lnTo>
                <a:lnTo>
                  <a:pt x="143701" y="3516860"/>
                </a:lnTo>
                <a:lnTo>
                  <a:pt x="139630" y="3510798"/>
                </a:lnTo>
                <a:lnTo>
                  <a:pt x="133582" y="3506704"/>
                </a:lnTo>
                <a:lnTo>
                  <a:pt x="126169" y="3505194"/>
                </a:lnTo>
                <a:close/>
              </a:path>
              <a:path w="243839" h="5673725">
                <a:moveTo>
                  <a:pt x="126443" y="3352794"/>
                </a:moveTo>
                <a:lnTo>
                  <a:pt x="107236" y="3448079"/>
                </a:lnTo>
                <a:lnTo>
                  <a:pt x="108706" y="3455428"/>
                </a:lnTo>
                <a:lnTo>
                  <a:pt x="112778" y="3461490"/>
                </a:lnTo>
                <a:lnTo>
                  <a:pt x="118825" y="3465584"/>
                </a:lnTo>
                <a:lnTo>
                  <a:pt x="126237" y="3467094"/>
                </a:lnTo>
                <a:lnTo>
                  <a:pt x="133656" y="3465611"/>
                </a:lnTo>
                <a:lnTo>
                  <a:pt x="139719" y="3461539"/>
                </a:lnTo>
                <a:lnTo>
                  <a:pt x="143812" y="3455491"/>
                </a:lnTo>
                <a:lnTo>
                  <a:pt x="145322" y="3448079"/>
                </a:lnTo>
                <a:lnTo>
                  <a:pt x="145445" y="3371810"/>
                </a:lnTo>
                <a:lnTo>
                  <a:pt x="143975" y="3364461"/>
                </a:lnTo>
                <a:lnTo>
                  <a:pt x="139904" y="3358398"/>
                </a:lnTo>
                <a:lnTo>
                  <a:pt x="133856" y="3354305"/>
                </a:lnTo>
                <a:lnTo>
                  <a:pt x="126443" y="3352794"/>
                </a:lnTo>
                <a:close/>
              </a:path>
              <a:path w="243839" h="5673725">
                <a:moveTo>
                  <a:pt x="126718" y="3200394"/>
                </a:moveTo>
                <a:lnTo>
                  <a:pt x="107510" y="3295679"/>
                </a:lnTo>
                <a:lnTo>
                  <a:pt x="108980" y="3303028"/>
                </a:lnTo>
                <a:lnTo>
                  <a:pt x="113052" y="3309090"/>
                </a:lnTo>
                <a:lnTo>
                  <a:pt x="119100" y="3313184"/>
                </a:lnTo>
                <a:lnTo>
                  <a:pt x="126512" y="3314694"/>
                </a:lnTo>
                <a:lnTo>
                  <a:pt x="133930" y="3313211"/>
                </a:lnTo>
                <a:lnTo>
                  <a:pt x="139993" y="3309139"/>
                </a:lnTo>
                <a:lnTo>
                  <a:pt x="144086" y="3303091"/>
                </a:lnTo>
                <a:lnTo>
                  <a:pt x="145596" y="3295679"/>
                </a:lnTo>
                <a:lnTo>
                  <a:pt x="145720" y="3219410"/>
                </a:lnTo>
                <a:lnTo>
                  <a:pt x="144250" y="3212061"/>
                </a:lnTo>
                <a:lnTo>
                  <a:pt x="140178" y="3205998"/>
                </a:lnTo>
                <a:lnTo>
                  <a:pt x="134130" y="3201905"/>
                </a:lnTo>
                <a:lnTo>
                  <a:pt x="126718" y="3200394"/>
                </a:lnTo>
                <a:close/>
              </a:path>
              <a:path w="243839" h="5673725">
                <a:moveTo>
                  <a:pt x="126992" y="3047994"/>
                </a:moveTo>
                <a:lnTo>
                  <a:pt x="107784" y="3143279"/>
                </a:lnTo>
                <a:lnTo>
                  <a:pt x="109254" y="3150628"/>
                </a:lnTo>
                <a:lnTo>
                  <a:pt x="113326" y="3156690"/>
                </a:lnTo>
                <a:lnTo>
                  <a:pt x="119374" y="3160784"/>
                </a:lnTo>
                <a:lnTo>
                  <a:pt x="126786" y="3162294"/>
                </a:lnTo>
                <a:lnTo>
                  <a:pt x="134204" y="3160811"/>
                </a:lnTo>
                <a:lnTo>
                  <a:pt x="140266" y="3156739"/>
                </a:lnTo>
                <a:lnTo>
                  <a:pt x="144360" y="3150691"/>
                </a:lnTo>
                <a:lnTo>
                  <a:pt x="145870" y="3143279"/>
                </a:lnTo>
                <a:lnTo>
                  <a:pt x="145994" y="3067010"/>
                </a:lnTo>
                <a:lnTo>
                  <a:pt x="144524" y="3059661"/>
                </a:lnTo>
                <a:lnTo>
                  <a:pt x="140452" y="3053598"/>
                </a:lnTo>
                <a:lnTo>
                  <a:pt x="134404" y="3049505"/>
                </a:lnTo>
                <a:lnTo>
                  <a:pt x="126992" y="3047994"/>
                </a:lnTo>
                <a:close/>
              </a:path>
              <a:path w="243839" h="5673725">
                <a:moveTo>
                  <a:pt x="127266" y="2895594"/>
                </a:moveTo>
                <a:lnTo>
                  <a:pt x="108058" y="2990879"/>
                </a:lnTo>
                <a:lnTo>
                  <a:pt x="109528" y="2998228"/>
                </a:lnTo>
                <a:lnTo>
                  <a:pt x="113600" y="3004290"/>
                </a:lnTo>
                <a:lnTo>
                  <a:pt x="119648" y="3008384"/>
                </a:lnTo>
                <a:lnTo>
                  <a:pt x="127060" y="3009894"/>
                </a:lnTo>
                <a:lnTo>
                  <a:pt x="134478" y="3008411"/>
                </a:lnTo>
                <a:lnTo>
                  <a:pt x="140541" y="3004339"/>
                </a:lnTo>
                <a:lnTo>
                  <a:pt x="144634" y="2998291"/>
                </a:lnTo>
                <a:lnTo>
                  <a:pt x="146145" y="2990879"/>
                </a:lnTo>
                <a:lnTo>
                  <a:pt x="146268" y="2914610"/>
                </a:lnTo>
                <a:lnTo>
                  <a:pt x="144798" y="2907261"/>
                </a:lnTo>
                <a:lnTo>
                  <a:pt x="140726" y="2901198"/>
                </a:lnTo>
                <a:lnTo>
                  <a:pt x="134678" y="2897105"/>
                </a:lnTo>
                <a:lnTo>
                  <a:pt x="127266" y="2895594"/>
                </a:lnTo>
                <a:close/>
              </a:path>
              <a:path w="243839" h="5673725">
                <a:moveTo>
                  <a:pt x="127541" y="2743196"/>
                </a:moveTo>
                <a:lnTo>
                  <a:pt x="108333" y="2838479"/>
                </a:lnTo>
                <a:lnTo>
                  <a:pt x="109803" y="2845828"/>
                </a:lnTo>
                <a:lnTo>
                  <a:pt x="113875" y="2851891"/>
                </a:lnTo>
                <a:lnTo>
                  <a:pt x="119922" y="2855984"/>
                </a:lnTo>
                <a:lnTo>
                  <a:pt x="127335" y="2857494"/>
                </a:lnTo>
                <a:lnTo>
                  <a:pt x="134752" y="2856011"/>
                </a:lnTo>
                <a:lnTo>
                  <a:pt x="140815" y="2851939"/>
                </a:lnTo>
                <a:lnTo>
                  <a:pt x="144909" y="2845892"/>
                </a:lnTo>
                <a:lnTo>
                  <a:pt x="146419" y="2838479"/>
                </a:lnTo>
                <a:lnTo>
                  <a:pt x="146543" y="2762211"/>
                </a:lnTo>
                <a:lnTo>
                  <a:pt x="145073" y="2754861"/>
                </a:lnTo>
                <a:lnTo>
                  <a:pt x="141001" y="2748799"/>
                </a:lnTo>
                <a:lnTo>
                  <a:pt x="134953" y="2744705"/>
                </a:lnTo>
                <a:lnTo>
                  <a:pt x="127541" y="2743196"/>
                </a:lnTo>
                <a:close/>
              </a:path>
              <a:path w="243839" h="5673725">
                <a:moveTo>
                  <a:pt x="127815" y="2590796"/>
                </a:moveTo>
                <a:lnTo>
                  <a:pt x="108607" y="2686080"/>
                </a:lnTo>
                <a:lnTo>
                  <a:pt x="110077" y="2693429"/>
                </a:lnTo>
                <a:lnTo>
                  <a:pt x="114149" y="2699492"/>
                </a:lnTo>
                <a:lnTo>
                  <a:pt x="120197" y="2703585"/>
                </a:lnTo>
                <a:lnTo>
                  <a:pt x="127609" y="2705096"/>
                </a:lnTo>
                <a:lnTo>
                  <a:pt x="135027" y="2703611"/>
                </a:lnTo>
                <a:lnTo>
                  <a:pt x="141089" y="2699540"/>
                </a:lnTo>
                <a:lnTo>
                  <a:pt x="145183" y="2693492"/>
                </a:lnTo>
                <a:lnTo>
                  <a:pt x="146693" y="2686080"/>
                </a:lnTo>
                <a:lnTo>
                  <a:pt x="146817" y="2609811"/>
                </a:lnTo>
                <a:lnTo>
                  <a:pt x="145347" y="2602462"/>
                </a:lnTo>
                <a:lnTo>
                  <a:pt x="141275" y="2596399"/>
                </a:lnTo>
                <a:lnTo>
                  <a:pt x="135227" y="2592306"/>
                </a:lnTo>
                <a:lnTo>
                  <a:pt x="127815" y="2590796"/>
                </a:lnTo>
                <a:close/>
              </a:path>
              <a:path w="243839" h="5673725">
                <a:moveTo>
                  <a:pt x="128089" y="2438396"/>
                </a:moveTo>
                <a:lnTo>
                  <a:pt x="108881" y="2533680"/>
                </a:lnTo>
                <a:lnTo>
                  <a:pt x="110351" y="2541029"/>
                </a:lnTo>
                <a:lnTo>
                  <a:pt x="114423" y="2547092"/>
                </a:lnTo>
                <a:lnTo>
                  <a:pt x="120471" y="2551185"/>
                </a:lnTo>
                <a:lnTo>
                  <a:pt x="127883" y="2552696"/>
                </a:lnTo>
                <a:lnTo>
                  <a:pt x="135301" y="2551212"/>
                </a:lnTo>
                <a:lnTo>
                  <a:pt x="141364" y="2547140"/>
                </a:lnTo>
                <a:lnTo>
                  <a:pt x="145457" y="2541092"/>
                </a:lnTo>
                <a:lnTo>
                  <a:pt x="146968" y="2533680"/>
                </a:lnTo>
                <a:lnTo>
                  <a:pt x="147091" y="2457411"/>
                </a:lnTo>
                <a:lnTo>
                  <a:pt x="145621" y="2450062"/>
                </a:lnTo>
                <a:lnTo>
                  <a:pt x="141549" y="2444000"/>
                </a:lnTo>
                <a:lnTo>
                  <a:pt x="135501" y="2439906"/>
                </a:lnTo>
                <a:lnTo>
                  <a:pt x="128089" y="2438396"/>
                </a:lnTo>
                <a:close/>
              </a:path>
              <a:path w="243839" h="5673725">
                <a:moveTo>
                  <a:pt x="128363" y="2285996"/>
                </a:moveTo>
                <a:lnTo>
                  <a:pt x="109156" y="2381280"/>
                </a:lnTo>
                <a:lnTo>
                  <a:pt x="110626" y="2388629"/>
                </a:lnTo>
                <a:lnTo>
                  <a:pt x="114697" y="2394692"/>
                </a:lnTo>
                <a:lnTo>
                  <a:pt x="120745" y="2398785"/>
                </a:lnTo>
                <a:lnTo>
                  <a:pt x="128158" y="2400296"/>
                </a:lnTo>
                <a:lnTo>
                  <a:pt x="135575" y="2398812"/>
                </a:lnTo>
                <a:lnTo>
                  <a:pt x="141638" y="2394740"/>
                </a:lnTo>
                <a:lnTo>
                  <a:pt x="145732" y="2388692"/>
                </a:lnTo>
                <a:lnTo>
                  <a:pt x="147242" y="2381280"/>
                </a:lnTo>
                <a:lnTo>
                  <a:pt x="147365" y="2305011"/>
                </a:lnTo>
                <a:lnTo>
                  <a:pt x="145895" y="2297662"/>
                </a:lnTo>
                <a:lnTo>
                  <a:pt x="141824" y="2291600"/>
                </a:lnTo>
                <a:lnTo>
                  <a:pt x="135776" y="2287506"/>
                </a:lnTo>
                <a:lnTo>
                  <a:pt x="128363" y="2285996"/>
                </a:lnTo>
                <a:close/>
              </a:path>
              <a:path w="243839" h="5673725">
                <a:moveTo>
                  <a:pt x="128638" y="2133596"/>
                </a:moveTo>
                <a:lnTo>
                  <a:pt x="109430" y="2228880"/>
                </a:lnTo>
                <a:lnTo>
                  <a:pt x="110900" y="2236229"/>
                </a:lnTo>
                <a:lnTo>
                  <a:pt x="114971" y="2242292"/>
                </a:lnTo>
                <a:lnTo>
                  <a:pt x="121019" y="2246385"/>
                </a:lnTo>
                <a:lnTo>
                  <a:pt x="128432" y="2247896"/>
                </a:lnTo>
                <a:lnTo>
                  <a:pt x="135850" y="2246412"/>
                </a:lnTo>
                <a:lnTo>
                  <a:pt x="141912" y="2242340"/>
                </a:lnTo>
                <a:lnTo>
                  <a:pt x="146006" y="2236292"/>
                </a:lnTo>
                <a:lnTo>
                  <a:pt x="147516" y="2228880"/>
                </a:lnTo>
                <a:lnTo>
                  <a:pt x="147639" y="2152611"/>
                </a:lnTo>
                <a:lnTo>
                  <a:pt x="146169" y="2145262"/>
                </a:lnTo>
                <a:lnTo>
                  <a:pt x="142097" y="2139200"/>
                </a:lnTo>
                <a:lnTo>
                  <a:pt x="136050" y="2135106"/>
                </a:lnTo>
                <a:lnTo>
                  <a:pt x="128638" y="2133596"/>
                </a:lnTo>
                <a:close/>
              </a:path>
              <a:path w="243839" h="5673725">
                <a:moveTo>
                  <a:pt x="128911" y="1981196"/>
                </a:moveTo>
                <a:lnTo>
                  <a:pt x="109703" y="2076480"/>
                </a:lnTo>
                <a:lnTo>
                  <a:pt x="111174" y="2083830"/>
                </a:lnTo>
                <a:lnTo>
                  <a:pt x="115245" y="2089892"/>
                </a:lnTo>
                <a:lnTo>
                  <a:pt x="121293" y="2093985"/>
                </a:lnTo>
                <a:lnTo>
                  <a:pt x="128705" y="2095496"/>
                </a:lnTo>
                <a:lnTo>
                  <a:pt x="136123" y="2094012"/>
                </a:lnTo>
                <a:lnTo>
                  <a:pt x="142186" y="2089941"/>
                </a:lnTo>
                <a:lnTo>
                  <a:pt x="146280" y="2083893"/>
                </a:lnTo>
                <a:lnTo>
                  <a:pt x="147789" y="2076480"/>
                </a:lnTo>
                <a:lnTo>
                  <a:pt x="147913" y="2000211"/>
                </a:lnTo>
                <a:lnTo>
                  <a:pt x="146443" y="1992862"/>
                </a:lnTo>
                <a:lnTo>
                  <a:pt x="142372" y="1986800"/>
                </a:lnTo>
                <a:lnTo>
                  <a:pt x="136324" y="1982706"/>
                </a:lnTo>
                <a:lnTo>
                  <a:pt x="128911" y="1981196"/>
                </a:lnTo>
                <a:close/>
              </a:path>
              <a:path w="243839" h="5673725">
                <a:moveTo>
                  <a:pt x="129185" y="1828797"/>
                </a:moveTo>
                <a:lnTo>
                  <a:pt x="109977" y="1924081"/>
                </a:lnTo>
                <a:lnTo>
                  <a:pt x="111447" y="1931430"/>
                </a:lnTo>
                <a:lnTo>
                  <a:pt x="115519" y="1937493"/>
                </a:lnTo>
                <a:lnTo>
                  <a:pt x="121567" y="1941586"/>
                </a:lnTo>
                <a:lnTo>
                  <a:pt x="128979" y="1943097"/>
                </a:lnTo>
                <a:lnTo>
                  <a:pt x="136398" y="1941613"/>
                </a:lnTo>
                <a:lnTo>
                  <a:pt x="142460" y="1937541"/>
                </a:lnTo>
                <a:lnTo>
                  <a:pt x="146553" y="1931493"/>
                </a:lnTo>
                <a:lnTo>
                  <a:pt x="148064" y="1924081"/>
                </a:lnTo>
                <a:lnTo>
                  <a:pt x="148187" y="1847813"/>
                </a:lnTo>
                <a:lnTo>
                  <a:pt x="146717" y="1840463"/>
                </a:lnTo>
                <a:lnTo>
                  <a:pt x="142646" y="1834401"/>
                </a:lnTo>
                <a:lnTo>
                  <a:pt x="136598" y="1830307"/>
                </a:lnTo>
                <a:lnTo>
                  <a:pt x="129185" y="1828797"/>
                </a:lnTo>
                <a:close/>
              </a:path>
              <a:path w="243839" h="5673725">
                <a:moveTo>
                  <a:pt x="129459" y="1676397"/>
                </a:moveTo>
                <a:lnTo>
                  <a:pt x="110252" y="1771681"/>
                </a:lnTo>
                <a:lnTo>
                  <a:pt x="111722" y="1779030"/>
                </a:lnTo>
                <a:lnTo>
                  <a:pt x="115793" y="1785093"/>
                </a:lnTo>
                <a:lnTo>
                  <a:pt x="121841" y="1789186"/>
                </a:lnTo>
                <a:lnTo>
                  <a:pt x="129254" y="1790697"/>
                </a:lnTo>
                <a:lnTo>
                  <a:pt x="136672" y="1789213"/>
                </a:lnTo>
                <a:lnTo>
                  <a:pt x="142734" y="1785142"/>
                </a:lnTo>
                <a:lnTo>
                  <a:pt x="146828" y="1779094"/>
                </a:lnTo>
                <a:lnTo>
                  <a:pt x="148338" y="1771681"/>
                </a:lnTo>
                <a:lnTo>
                  <a:pt x="148461" y="1695413"/>
                </a:lnTo>
                <a:lnTo>
                  <a:pt x="146992" y="1688064"/>
                </a:lnTo>
                <a:lnTo>
                  <a:pt x="142920" y="1682001"/>
                </a:lnTo>
                <a:lnTo>
                  <a:pt x="136872" y="1677907"/>
                </a:lnTo>
                <a:lnTo>
                  <a:pt x="129459" y="1676397"/>
                </a:lnTo>
                <a:close/>
              </a:path>
              <a:path w="243839" h="5673725">
                <a:moveTo>
                  <a:pt x="129734" y="1523997"/>
                </a:moveTo>
                <a:lnTo>
                  <a:pt x="110526" y="1619281"/>
                </a:lnTo>
                <a:lnTo>
                  <a:pt x="111996" y="1626630"/>
                </a:lnTo>
                <a:lnTo>
                  <a:pt x="116068" y="1632693"/>
                </a:lnTo>
                <a:lnTo>
                  <a:pt x="122116" y="1636786"/>
                </a:lnTo>
                <a:lnTo>
                  <a:pt x="129528" y="1638297"/>
                </a:lnTo>
                <a:lnTo>
                  <a:pt x="136946" y="1636813"/>
                </a:lnTo>
                <a:lnTo>
                  <a:pt x="143008" y="1632742"/>
                </a:lnTo>
                <a:lnTo>
                  <a:pt x="147102" y="1626694"/>
                </a:lnTo>
                <a:lnTo>
                  <a:pt x="148612" y="1619281"/>
                </a:lnTo>
                <a:lnTo>
                  <a:pt x="148736" y="1543013"/>
                </a:lnTo>
                <a:lnTo>
                  <a:pt x="147266" y="1535664"/>
                </a:lnTo>
                <a:lnTo>
                  <a:pt x="143194" y="1529601"/>
                </a:lnTo>
                <a:lnTo>
                  <a:pt x="137146" y="1525507"/>
                </a:lnTo>
                <a:lnTo>
                  <a:pt x="129734" y="1523997"/>
                </a:lnTo>
                <a:close/>
              </a:path>
              <a:path w="243839" h="5673725">
                <a:moveTo>
                  <a:pt x="130008" y="1371600"/>
                </a:moveTo>
                <a:lnTo>
                  <a:pt x="110800" y="1466881"/>
                </a:lnTo>
                <a:lnTo>
                  <a:pt x="112270" y="1474230"/>
                </a:lnTo>
                <a:lnTo>
                  <a:pt x="116342" y="1480293"/>
                </a:lnTo>
                <a:lnTo>
                  <a:pt x="122390" y="1484386"/>
                </a:lnTo>
                <a:lnTo>
                  <a:pt x="129802" y="1485897"/>
                </a:lnTo>
                <a:lnTo>
                  <a:pt x="137220" y="1484413"/>
                </a:lnTo>
                <a:lnTo>
                  <a:pt x="143283" y="1480342"/>
                </a:lnTo>
                <a:lnTo>
                  <a:pt x="147376" y="1474294"/>
                </a:lnTo>
                <a:lnTo>
                  <a:pt x="148887" y="1466881"/>
                </a:lnTo>
                <a:lnTo>
                  <a:pt x="149009" y="1390611"/>
                </a:lnTo>
                <a:lnTo>
                  <a:pt x="147540" y="1383265"/>
                </a:lnTo>
                <a:lnTo>
                  <a:pt x="143468" y="1377200"/>
                </a:lnTo>
                <a:lnTo>
                  <a:pt x="137420" y="1373107"/>
                </a:lnTo>
                <a:lnTo>
                  <a:pt x="130008" y="1371600"/>
                </a:lnTo>
                <a:close/>
              </a:path>
              <a:path w="243839" h="5673725">
                <a:moveTo>
                  <a:pt x="130282" y="1219200"/>
                </a:moveTo>
                <a:lnTo>
                  <a:pt x="111076" y="1314488"/>
                </a:lnTo>
                <a:lnTo>
                  <a:pt x="112545" y="1321832"/>
                </a:lnTo>
                <a:lnTo>
                  <a:pt x="116616" y="1327894"/>
                </a:lnTo>
                <a:lnTo>
                  <a:pt x="122664" y="1331987"/>
                </a:lnTo>
                <a:lnTo>
                  <a:pt x="130077" y="1333500"/>
                </a:lnTo>
                <a:lnTo>
                  <a:pt x="137494" y="1332013"/>
                </a:lnTo>
                <a:lnTo>
                  <a:pt x="143557" y="1327942"/>
                </a:lnTo>
                <a:lnTo>
                  <a:pt x="147651" y="1321896"/>
                </a:lnTo>
                <a:lnTo>
                  <a:pt x="149161" y="1314488"/>
                </a:lnTo>
                <a:lnTo>
                  <a:pt x="149283" y="1238211"/>
                </a:lnTo>
                <a:lnTo>
                  <a:pt x="147814" y="1230865"/>
                </a:lnTo>
                <a:lnTo>
                  <a:pt x="143743" y="1224800"/>
                </a:lnTo>
                <a:lnTo>
                  <a:pt x="137695" y="1220707"/>
                </a:lnTo>
                <a:lnTo>
                  <a:pt x="130282" y="1219200"/>
                </a:lnTo>
                <a:close/>
              </a:path>
              <a:path w="243839" h="5673725">
                <a:moveTo>
                  <a:pt x="130557" y="1066800"/>
                </a:moveTo>
                <a:lnTo>
                  <a:pt x="111351" y="1162088"/>
                </a:lnTo>
                <a:lnTo>
                  <a:pt x="112819" y="1169432"/>
                </a:lnTo>
                <a:lnTo>
                  <a:pt x="116891" y="1175494"/>
                </a:lnTo>
                <a:lnTo>
                  <a:pt x="122939" y="1179587"/>
                </a:lnTo>
                <a:lnTo>
                  <a:pt x="130351" y="1181100"/>
                </a:lnTo>
                <a:lnTo>
                  <a:pt x="137769" y="1179613"/>
                </a:lnTo>
                <a:lnTo>
                  <a:pt x="143831" y="1175542"/>
                </a:lnTo>
                <a:lnTo>
                  <a:pt x="147925" y="1169496"/>
                </a:lnTo>
                <a:lnTo>
                  <a:pt x="149435" y="1162088"/>
                </a:lnTo>
                <a:lnTo>
                  <a:pt x="149557" y="1085811"/>
                </a:lnTo>
                <a:lnTo>
                  <a:pt x="148089" y="1078465"/>
                </a:lnTo>
                <a:lnTo>
                  <a:pt x="144017" y="1072400"/>
                </a:lnTo>
                <a:lnTo>
                  <a:pt x="137969" y="1068307"/>
                </a:lnTo>
                <a:lnTo>
                  <a:pt x="130557" y="1066800"/>
                </a:lnTo>
                <a:close/>
              </a:path>
              <a:path w="243839" h="5673725">
                <a:moveTo>
                  <a:pt x="130831" y="914400"/>
                </a:moveTo>
                <a:lnTo>
                  <a:pt x="111625" y="1009688"/>
                </a:lnTo>
                <a:lnTo>
                  <a:pt x="113093" y="1017032"/>
                </a:lnTo>
                <a:lnTo>
                  <a:pt x="117165" y="1023094"/>
                </a:lnTo>
                <a:lnTo>
                  <a:pt x="123213" y="1027187"/>
                </a:lnTo>
                <a:lnTo>
                  <a:pt x="130625" y="1028700"/>
                </a:lnTo>
                <a:lnTo>
                  <a:pt x="138043" y="1027213"/>
                </a:lnTo>
                <a:lnTo>
                  <a:pt x="144106" y="1023142"/>
                </a:lnTo>
                <a:lnTo>
                  <a:pt x="148199" y="1017096"/>
                </a:lnTo>
                <a:lnTo>
                  <a:pt x="149710" y="1009688"/>
                </a:lnTo>
                <a:lnTo>
                  <a:pt x="149832" y="933411"/>
                </a:lnTo>
                <a:lnTo>
                  <a:pt x="148363" y="926065"/>
                </a:lnTo>
                <a:lnTo>
                  <a:pt x="144291" y="920000"/>
                </a:lnTo>
                <a:lnTo>
                  <a:pt x="138243" y="915907"/>
                </a:lnTo>
                <a:lnTo>
                  <a:pt x="130831" y="914400"/>
                </a:lnTo>
                <a:close/>
              </a:path>
              <a:path w="243839" h="5673725">
                <a:moveTo>
                  <a:pt x="131105" y="762000"/>
                </a:moveTo>
                <a:lnTo>
                  <a:pt x="111899" y="857288"/>
                </a:lnTo>
                <a:lnTo>
                  <a:pt x="113367" y="864632"/>
                </a:lnTo>
                <a:lnTo>
                  <a:pt x="117439" y="870694"/>
                </a:lnTo>
                <a:lnTo>
                  <a:pt x="123487" y="874787"/>
                </a:lnTo>
                <a:lnTo>
                  <a:pt x="130900" y="876300"/>
                </a:lnTo>
                <a:lnTo>
                  <a:pt x="138317" y="874813"/>
                </a:lnTo>
                <a:lnTo>
                  <a:pt x="144380" y="870742"/>
                </a:lnTo>
                <a:lnTo>
                  <a:pt x="148473" y="864696"/>
                </a:lnTo>
                <a:lnTo>
                  <a:pt x="149984" y="857288"/>
                </a:lnTo>
                <a:lnTo>
                  <a:pt x="150106" y="781011"/>
                </a:lnTo>
                <a:lnTo>
                  <a:pt x="148637" y="773665"/>
                </a:lnTo>
                <a:lnTo>
                  <a:pt x="144565" y="767600"/>
                </a:lnTo>
                <a:lnTo>
                  <a:pt x="138518" y="763507"/>
                </a:lnTo>
                <a:lnTo>
                  <a:pt x="131105" y="762000"/>
                </a:lnTo>
                <a:close/>
              </a:path>
              <a:path w="243839" h="5673725">
                <a:moveTo>
                  <a:pt x="131378" y="609600"/>
                </a:moveTo>
                <a:lnTo>
                  <a:pt x="112174" y="704888"/>
                </a:lnTo>
                <a:lnTo>
                  <a:pt x="113642" y="712232"/>
                </a:lnTo>
                <a:lnTo>
                  <a:pt x="117713" y="718294"/>
                </a:lnTo>
                <a:lnTo>
                  <a:pt x="123761" y="722387"/>
                </a:lnTo>
                <a:lnTo>
                  <a:pt x="131173" y="723900"/>
                </a:lnTo>
                <a:lnTo>
                  <a:pt x="138591" y="722413"/>
                </a:lnTo>
                <a:lnTo>
                  <a:pt x="144654" y="718342"/>
                </a:lnTo>
                <a:lnTo>
                  <a:pt x="148747" y="712296"/>
                </a:lnTo>
                <a:lnTo>
                  <a:pt x="150257" y="704888"/>
                </a:lnTo>
                <a:lnTo>
                  <a:pt x="150379" y="628611"/>
                </a:lnTo>
                <a:lnTo>
                  <a:pt x="148911" y="621265"/>
                </a:lnTo>
                <a:lnTo>
                  <a:pt x="144839" y="615200"/>
                </a:lnTo>
                <a:lnTo>
                  <a:pt x="138791" y="611107"/>
                </a:lnTo>
                <a:lnTo>
                  <a:pt x="131378" y="609600"/>
                </a:lnTo>
                <a:close/>
              </a:path>
              <a:path w="243839" h="5673725">
                <a:moveTo>
                  <a:pt x="131653" y="457200"/>
                </a:moveTo>
                <a:lnTo>
                  <a:pt x="112447" y="552488"/>
                </a:lnTo>
                <a:lnTo>
                  <a:pt x="113915" y="559832"/>
                </a:lnTo>
                <a:lnTo>
                  <a:pt x="117987" y="565894"/>
                </a:lnTo>
                <a:lnTo>
                  <a:pt x="124035" y="569987"/>
                </a:lnTo>
                <a:lnTo>
                  <a:pt x="131447" y="571500"/>
                </a:lnTo>
                <a:lnTo>
                  <a:pt x="138865" y="570013"/>
                </a:lnTo>
                <a:lnTo>
                  <a:pt x="144928" y="565942"/>
                </a:lnTo>
                <a:lnTo>
                  <a:pt x="149021" y="559896"/>
                </a:lnTo>
                <a:lnTo>
                  <a:pt x="150531" y="552488"/>
                </a:lnTo>
                <a:lnTo>
                  <a:pt x="150653" y="476211"/>
                </a:lnTo>
                <a:lnTo>
                  <a:pt x="149185" y="468865"/>
                </a:lnTo>
                <a:lnTo>
                  <a:pt x="145114" y="462800"/>
                </a:lnTo>
                <a:lnTo>
                  <a:pt x="139066" y="458707"/>
                </a:lnTo>
                <a:lnTo>
                  <a:pt x="131653" y="457200"/>
                </a:lnTo>
                <a:close/>
              </a:path>
              <a:path w="243839" h="5673725">
                <a:moveTo>
                  <a:pt x="131927" y="304800"/>
                </a:moveTo>
                <a:lnTo>
                  <a:pt x="112721" y="400088"/>
                </a:lnTo>
                <a:lnTo>
                  <a:pt x="114189" y="407432"/>
                </a:lnTo>
                <a:lnTo>
                  <a:pt x="118261" y="413494"/>
                </a:lnTo>
                <a:lnTo>
                  <a:pt x="124309" y="417587"/>
                </a:lnTo>
                <a:lnTo>
                  <a:pt x="131721" y="419100"/>
                </a:lnTo>
                <a:lnTo>
                  <a:pt x="139140" y="417613"/>
                </a:lnTo>
                <a:lnTo>
                  <a:pt x="145202" y="413542"/>
                </a:lnTo>
                <a:lnTo>
                  <a:pt x="149295" y="407496"/>
                </a:lnTo>
                <a:lnTo>
                  <a:pt x="150806" y="400088"/>
                </a:lnTo>
                <a:lnTo>
                  <a:pt x="150928" y="323811"/>
                </a:lnTo>
                <a:lnTo>
                  <a:pt x="149459" y="316465"/>
                </a:lnTo>
                <a:lnTo>
                  <a:pt x="145387" y="310400"/>
                </a:lnTo>
                <a:lnTo>
                  <a:pt x="139339" y="306307"/>
                </a:lnTo>
                <a:lnTo>
                  <a:pt x="131927" y="304800"/>
                </a:lnTo>
                <a:close/>
              </a:path>
              <a:path w="243839" h="5673725">
                <a:moveTo>
                  <a:pt x="132201" y="152400"/>
                </a:moveTo>
                <a:lnTo>
                  <a:pt x="112995" y="247688"/>
                </a:lnTo>
                <a:lnTo>
                  <a:pt x="114464" y="255032"/>
                </a:lnTo>
                <a:lnTo>
                  <a:pt x="118535" y="261094"/>
                </a:lnTo>
                <a:lnTo>
                  <a:pt x="124583" y="265187"/>
                </a:lnTo>
                <a:lnTo>
                  <a:pt x="131996" y="266700"/>
                </a:lnTo>
                <a:lnTo>
                  <a:pt x="139413" y="265213"/>
                </a:lnTo>
                <a:lnTo>
                  <a:pt x="145476" y="261142"/>
                </a:lnTo>
                <a:lnTo>
                  <a:pt x="149569" y="255096"/>
                </a:lnTo>
                <a:lnTo>
                  <a:pt x="151080" y="247688"/>
                </a:lnTo>
                <a:lnTo>
                  <a:pt x="151202" y="171411"/>
                </a:lnTo>
                <a:lnTo>
                  <a:pt x="149733" y="164065"/>
                </a:lnTo>
                <a:lnTo>
                  <a:pt x="145662" y="158000"/>
                </a:lnTo>
                <a:lnTo>
                  <a:pt x="139614" y="153907"/>
                </a:lnTo>
                <a:lnTo>
                  <a:pt x="132201" y="152400"/>
                </a:lnTo>
                <a:close/>
              </a:path>
              <a:path w="243839" h="5673725">
                <a:moveTo>
                  <a:pt x="132476" y="0"/>
                </a:moveTo>
                <a:lnTo>
                  <a:pt x="113270" y="95288"/>
                </a:lnTo>
                <a:lnTo>
                  <a:pt x="114738" y="102632"/>
                </a:lnTo>
                <a:lnTo>
                  <a:pt x="118810" y="108694"/>
                </a:lnTo>
                <a:lnTo>
                  <a:pt x="124858" y="112787"/>
                </a:lnTo>
                <a:lnTo>
                  <a:pt x="132270" y="114300"/>
                </a:lnTo>
                <a:lnTo>
                  <a:pt x="139688" y="112813"/>
                </a:lnTo>
                <a:lnTo>
                  <a:pt x="145750" y="108742"/>
                </a:lnTo>
                <a:lnTo>
                  <a:pt x="149844" y="102696"/>
                </a:lnTo>
                <a:lnTo>
                  <a:pt x="151354" y="95288"/>
                </a:lnTo>
                <a:lnTo>
                  <a:pt x="151476" y="19011"/>
                </a:lnTo>
                <a:lnTo>
                  <a:pt x="150008" y="11665"/>
                </a:lnTo>
                <a:lnTo>
                  <a:pt x="145936" y="5600"/>
                </a:lnTo>
                <a:lnTo>
                  <a:pt x="139888" y="1507"/>
                </a:lnTo>
                <a:lnTo>
                  <a:pt x="132476"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 name="object 7"/>
          <p:cNvSpPr txBox="1"/>
          <p:nvPr/>
        </p:nvSpPr>
        <p:spPr>
          <a:xfrm>
            <a:off x="616799" y="4286250"/>
            <a:ext cx="944563" cy="270510"/>
          </a:xfrm>
          <a:prstGeom prst="rect">
            <a:avLst/>
          </a:prstGeom>
        </p:spPr>
        <p:txBody>
          <a:bodyPr vert="horz" wrap="square" lIns="0" tIns="6350" rIns="0" bIns="0" rtlCol="0">
            <a:spAutoFit/>
          </a:bodyPr>
          <a:lstStyle/>
          <a:p>
            <a:pPr marL="6350">
              <a:lnSpc>
                <a:spcPts val="1180"/>
              </a:lnSpc>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每一步都按规则</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44450">
              <a:lnSpc>
                <a:spcPts val="880"/>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every</a:t>
            </a:r>
            <a:r>
              <a:rPr sz="8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step</a:t>
            </a:r>
            <a:r>
              <a:rPr sz="800" spc="-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by</a:t>
            </a:r>
            <a:r>
              <a:rPr sz="800" spc="-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rule</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8" name="object 8"/>
          <p:cNvSpPr txBox="1"/>
          <p:nvPr/>
        </p:nvSpPr>
        <p:spPr>
          <a:xfrm>
            <a:off x="818453" y="3670300"/>
            <a:ext cx="743903" cy="379095"/>
          </a:xfrm>
          <a:prstGeom prst="rect">
            <a:avLst/>
          </a:prstGeom>
        </p:spPr>
        <p:txBody>
          <a:bodyPr vert="horz" wrap="square" lIns="0" tIns="6350" rIns="0" bIns="0" rtlCol="0">
            <a:spAutoFit/>
          </a:bodyPr>
          <a:lstStyle/>
          <a:p>
            <a:pPr marL="204470">
              <a:lnSpc>
                <a:spcPts val="1205"/>
              </a:lnSpc>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理解有限</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marR="2540" indent="375285">
              <a:lnSpc>
                <a:spcPts val="800"/>
              </a:lnSpc>
              <a:spcBef>
                <a:spcPts val="105"/>
              </a:spcBef>
            </a:pPr>
            <a:r>
              <a:rPr sz="8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limited understanding</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9" name="object 9"/>
          <p:cNvSpPr txBox="1"/>
          <p:nvPr/>
        </p:nvSpPr>
        <p:spPr>
          <a:xfrm>
            <a:off x="905704" y="3194050"/>
            <a:ext cx="649605" cy="276860"/>
          </a:xfrm>
          <a:prstGeom prst="rect">
            <a:avLst/>
          </a:prstGeom>
        </p:spPr>
        <p:txBody>
          <a:bodyPr vert="horz" wrap="square" lIns="0" tIns="6350" rIns="0" bIns="0" rtlCol="0">
            <a:spAutoFit/>
          </a:bodyPr>
          <a:lstStyle/>
          <a:p>
            <a:pPr marL="110490">
              <a:lnSpc>
                <a:spcPts val="1205"/>
              </a:lnSpc>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有效使用</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a:lnSpc>
                <a:spcPts val="905"/>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eﬀective</a:t>
            </a:r>
            <a:r>
              <a:rPr sz="800" spc="5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spc="-2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use</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0" name="object 10"/>
          <p:cNvSpPr txBox="1"/>
          <p:nvPr/>
        </p:nvSpPr>
        <p:spPr>
          <a:xfrm>
            <a:off x="657414" y="2679700"/>
            <a:ext cx="901065" cy="283210"/>
          </a:xfrm>
          <a:prstGeom prst="rect">
            <a:avLst/>
          </a:prstGeom>
        </p:spPr>
        <p:txBody>
          <a:bodyPr vert="horz" wrap="square" lIns="0" tIns="6350" rIns="0" bIns="0" rtlCol="0">
            <a:spAutoFit/>
          </a:bodyPr>
          <a:lstStyle/>
          <a:p>
            <a:pPr marL="95885">
              <a:lnSpc>
                <a:spcPts val="1230"/>
              </a:lnSpc>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在语境中应用</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a:lnSpc>
                <a:spcPts val="930"/>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applies</a:t>
            </a:r>
            <a:r>
              <a:rPr sz="800" spc="2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in</a:t>
            </a:r>
            <a:r>
              <a:rPr sz="800" spc="2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context</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1" name="object 11"/>
          <p:cNvSpPr txBox="1"/>
          <p:nvPr/>
        </p:nvSpPr>
        <p:spPr>
          <a:xfrm>
            <a:off x="742075" y="2120900"/>
            <a:ext cx="816610" cy="276860"/>
          </a:xfrm>
          <a:prstGeom prst="rect">
            <a:avLst/>
          </a:prstGeom>
        </p:spPr>
        <p:txBody>
          <a:bodyPr vert="horz" wrap="square" lIns="0" tIns="6350" rIns="0" bIns="0" rtlCol="0">
            <a:spAutoFit/>
          </a:bodyPr>
          <a:lstStyle/>
          <a:p>
            <a:pPr marL="277495">
              <a:lnSpc>
                <a:spcPts val="1205"/>
              </a:lnSpc>
              <a:spcBef>
                <a:spcPts val="50"/>
              </a:spcBef>
            </a:pPr>
            <a:r>
              <a:rPr sz="1050" spc="-1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无需规则</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a:lnSpc>
                <a:spcPts val="905"/>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no</a:t>
            </a:r>
            <a:r>
              <a:rPr sz="800" spc="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rules</a:t>
            </a:r>
            <a:r>
              <a:rPr sz="800" spc="3"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8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needed</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grpSp>
        <p:nvGrpSpPr>
          <p:cNvPr id="12" name="object 12"/>
          <p:cNvGrpSpPr/>
          <p:nvPr/>
        </p:nvGrpSpPr>
        <p:grpSpPr>
          <a:xfrm>
            <a:off x="1673959" y="1971757"/>
            <a:ext cx="3591560" cy="2752090"/>
            <a:chOff x="3347918" y="3943513"/>
            <a:chExt cx="7183120" cy="5504180"/>
          </a:xfrm>
        </p:grpSpPr>
        <p:sp>
          <p:nvSpPr>
            <p:cNvPr id="13" name="object 13"/>
            <p:cNvSpPr/>
            <p:nvPr/>
          </p:nvSpPr>
          <p:spPr>
            <a:xfrm>
              <a:off x="3390976" y="3943513"/>
              <a:ext cx="7139940" cy="5504180"/>
            </a:xfrm>
            <a:custGeom>
              <a:avLst/>
              <a:gdLst/>
              <a:ahLst/>
              <a:cxnLst/>
              <a:rect l="l" t="t" r="r" b="b"/>
              <a:pathLst>
                <a:path w="7139940" h="5504180">
                  <a:moveTo>
                    <a:pt x="6749328" y="0"/>
                  </a:moveTo>
                  <a:lnTo>
                    <a:pt x="6711922" y="19355"/>
                  </a:lnTo>
                  <a:lnTo>
                    <a:pt x="6707183" y="35405"/>
                  </a:lnTo>
                  <a:lnTo>
                    <a:pt x="6708879" y="49354"/>
                  </a:lnTo>
                  <a:lnTo>
                    <a:pt x="6715519" y="61773"/>
                  </a:lnTo>
                  <a:lnTo>
                    <a:pt x="6726679" y="71171"/>
                  </a:lnTo>
                  <a:lnTo>
                    <a:pt x="6956094" y="198883"/>
                  </a:lnTo>
                  <a:lnTo>
                    <a:pt x="6746120" y="199810"/>
                  </a:lnTo>
                  <a:lnTo>
                    <a:pt x="6608190" y="201840"/>
                  </a:lnTo>
                  <a:lnTo>
                    <a:pt x="6543112" y="203176"/>
                  </a:lnTo>
                  <a:lnTo>
                    <a:pt x="6480623" y="204725"/>
                  </a:lnTo>
                  <a:lnTo>
                    <a:pt x="6420721" y="206488"/>
                  </a:lnTo>
                  <a:lnTo>
                    <a:pt x="6363404" y="208466"/>
                  </a:lnTo>
                  <a:lnTo>
                    <a:pt x="6308669" y="210658"/>
                  </a:lnTo>
                  <a:lnTo>
                    <a:pt x="6256516" y="213065"/>
                  </a:lnTo>
                  <a:lnTo>
                    <a:pt x="6206942" y="215688"/>
                  </a:lnTo>
                  <a:lnTo>
                    <a:pt x="6159945" y="218526"/>
                  </a:lnTo>
                  <a:lnTo>
                    <a:pt x="6115523" y="221581"/>
                  </a:lnTo>
                  <a:lnTo>
                    <a:pt x="6073675" y="224852"/>
                  </a:lnTo>
                  <a:lnTo>
                    <a:pt x="6034398" y="228339"/>
                  </a:lnTo>
                  <a:lnTo>
                    <a:pt x="5963550" y="235966"/>
                  </a:lnTo>
                  <a:lnTo>
                    <a:pt x="5902965" y="244463"/>
                  </a:lnTo>
                  <a:lnTo>
                    <a:pt x="5846190" y="253744"/>
                  </a:lnTo>
                  <a:lnTo>
                    <a:pt x="5789742" y="263248"/>
                  </a:lnTo>
                  <a:lnTo>
                    <a:pt x="5733618" y="272977"/>
                  </a:lnTo>
                  <a:lnTo>
                    <a:pt x="5677818" y="282930"/>
                  </a:lnTo>
                  <a:lnTo>
                    <a:pt x="5622340" y="293106"/>
                  </a:lnTo>
                  <a:lnTo>
                    <a:pt x="5567183" y="303505"/>
                  </a:lnTo>
                  <a:lnTo>
                    <a:pt x="5512345" y="314128"/>
                  </a:lnTo>
                  <a:lnTo>
                    <a:pt x="5457824" y="324975"/>
                  </a:lnTo>
                  <a:lnTo>
                    <a:pt x="5403619" y="336044"/>
                  </a:lnTo>
                  <a:lnTo>
                    <a:pt x="5349729" y="347336"/>
                  </a:lnTo>
                  <a:lnTo>
                    <a:pt x="5296152" y="358851"/>
                  </a:lnTo>
                  <a:lnTo>
                    <a:pt x="5242887" y="370589"/>
                  </a:lnTo>
                  <a:lnTo>
                    <a:pt x="5189932" y="382549"/>
                  </a:lnTo>
                  <a:lnTo>
                    <a:pt x="5137285" y="394732"/>
                  </a:lnTo>
                  <a:lnTo>
                    <a:pt x="5084946" y="407137"/>
                  </a:lnTo>
                  <a:lnTo>
                    <a:pt x="5032913" y="419764"/>
                  </a:lnTo>
                  <a:lnTo>
                    <a:pt x="4981184" y="432613"/>
                  </a:lnTo>
                  <a:lnTo>
                    <a:pt x="4929758" y="445684"/>
                  </a:lnTo>
                  <a:lnTo>
                    <a:pt x="4878633" y="458976"/>
                  </a:lnTo>
                  <a:lnTo>
                    <a:pt x="4827808" y="472491"/>
                  </a:lnTo>
                  <a:lnTo>
                    <a:pt x="4777281" y="486226"/>
                  </a:lnTo>
                  <a:lnTo>
                    <a:pt x="4727052" y="500183"/>
                  </a:lnTo>
                  <a:lnTo>
                    <a:pt x="4677118" y="514361"/>
                  </a:lnTo>
                  <a:lnTo>
                    <a:pt x="4627478" y="528760"/>
                  </a:lnTo>
                  <a:lnTo>
                    <a:pt x="4578130" y="543380"/>
                  </a:lnTo>
                  <a:lnTo>
                    <a:pt x="4529074" y="558221"/>
                  </a:lnTo>
                  <a:lnTo>
                    <a:pt x="4480307" y="573282"/>
                  </a:lnTo>
                  <a:lnTo>
                    <a:pt x="4431828" y="588564"/>
                  </a:lnTo>
                  <a:lnTo>
                    <a:pt x="4383636" y="604066"/>
                  </a:lnTo>
                  <a:lnTo>
                    <a:pt x="4335729" y="619788"/>
                  </a:lnTo>
                  <a:lnTo>
                    <a:pt x="4288105" y="635730"/>
                  </a:lnTo>
                  <a:lnTo>
                    <a:pt x="4240764" y="651893"/>
                  </a:lnTo>
                  <a:lnTo>
                    <a:pt x="4193704" y="668275"/>
                  </a:lnTo>
                  <a:lnTo>
                    <a:pt x="4146923" y="684876"/>
                  </a:lnTo>
                  <a:lnTo>
                    <a:pt x="4100420" y="701697"/>
                  </a:lnTo>
                  <a:lnTo>
                    <a:pt x="4054193" y="718738"/>
                  </a:lnTo>
                  <a:lnTo>
                    <a:pt x="4008241" y="735997"/>
                  </a:lnTo>
                  <a:lnTo>
                    <a:pt x="3962562" y="753476"/>
                  </a:lnTo>
                  <a:lnTo>
                    <a:pt x="3917155" y="771174"/>
                  </a:lnTo>
                  <a:lnTo>
                    <a:pt x="3872019" y="789090"/>
                  </a:lnTo>
                  <a:lnTo>
                    <a:pt x="3827151" y="807225"/>
                  </a:lnTo>
                  <a:lnTo>
                    <a:pt x="3782551" y="825579"/>
                  </a:lnTo>
                  <a:lnTo>
                    <a:pt x="3738217" y="844151"/>
                  </a:lnTo>
                  <a:lnTo>
                    <a:pt x="3694148" y="862941"/>
                  </a:lnTo>
                  <a:lnTo>
                    <a:pt x="3650342" y="881950"/>
                  </a:lnTo>
                  <a:lnTo>
                    <a:pt x="3606797" y="901176"/>
                  </a:lnTo>
                  <a:lnTo>
                    <a:pt x="3563513" y="920620"/>
                  </a:lnTo>
                  <a:lnTo>
                    <a:pt x="3520487" y="940282"/>
                  </a:lnTo>
                  <a:lnTo>
                    <a:pt x="3477718" y="960162"/>
                  </a:lnTo>
                  <a:lnTo>
                    <a:pt x="3435205" y="980259"/>
                  </a:lnTo>
                  <a:lnTo>
                    <a:pt x="3392946" y="1000573"/>
                  </a:lnTo>
                  <a:lnTo>
                    <a:pt x="3350940" y="1021104"/>
                  </a:lnTo>
                  <a:lnTo>
                    <a:pt x="3309186" y="1041852"/>
                  </a:lnTo>
                  <a:lnTo>
                    <a:pt x="3267681" y="1062817"/>
                  </a:lnTo>
                  <a:lnTo>
                    <a:pt x="3226424" y="1083999"/>
                  </a:lnTo>
                  <a:lnTo>
                    <a:pt x="3185414" y="1105398"/>
                  </a:lnTo>
                  <a:lnTo>
                    <a:pt x="3144650" y="1127013"/>
                  </a:lnTo>
                  <a:lnTo>
                    <a:pt x="3104130" y="1148844"/>
                  </a:lnTo>
                  <a:lnTo>
                    <a:pt x="3063852" y="1170891"/>
                  </a:lnTo>
                  <a:lnTo>
                    <a:pt x="3023815" y="1193154"/>
                  </a:lnTo>
                  <a:lnTo>
                    <a:pt x="2984018" y="1215634"/>
                  </a:lnTo>
                  <a:lnTo>
                    <a:pt x="2944458" y="1238329"/>
                  </a:lnTo>
                  <a:lnTo>
                    <a:pt x="2905135" y="1261239"/>
                  </a:lnTo>
                  <a:lnTo>
                    <a:pt x="2866048" y="1284366"/>
                  </a:lnTo>
                  <a:lnTo>
                    <a:pt x="2827193" y="1307707"/>
                  </a:lnTo>
                  <a:lnTo>
                    <a:pt x="2783686" y="1334262"/>
                  </a:lnTo>
                  <a:lnTo>
                    <a:pt x="2740516" y="1361047"/>
                  </a:lnTo>
                  <a:lnTo>
                    <a:pt x="2697677" y="1388069"/>
                  </a:lnTo>
                  <a:lnTo>
                    <a:pt x="2655161" y="1415329"/>
                  </a:lnTo>
                  <a:lnTo>
                    <a:pt x="2612962" y="1442832"/>
                  </a:lnTo>
                  <a:lnTo>
                    <a:pt x="2571072" y="1470583"/>
                  </a:lnTo>
                  <a:lnTo>
                    <a:pt x="2529483" y="1498584"/>
                  </a:lnTo>
                  <a:lnTo>
                    <a:pt x="2488190" y="1526839"/>
                  </a:lnTo>
                  <a:lnTo>
                    <a:pt x="2447184" y="1555353"/>
                  </a:lnTo>
                  <a:lnTo>
                    <a:pt x="2406459" y="1584130"/>
                  </a:lnTo>
                  <a:lnTo>
                    <a:pt x="2366007" y="1613173"/>
                  </a:lnTo>
                  <a:lnTo>
                    <a:pt x="2325822" y="1642486"/>
                  </a:lnTo>
                  <a:lnTo>
                    <a:pt x="2285896" y="1672073"/>
                  </a:lnTo>
                  <a:lnTo>
                    <a:pt x="2246221" y="1701937"/>
                  </a:lnTo>
                  <a:lnTo>
                    <a:pt x="2206792" y="1732084"/>
                  </a:lnTo>
                  <a:lnTo>
                    <a:pt x="2167600" y="1762516"/>
                  </a:lnTo>
                  <a:lnTo>
                    <a:pt x="2128639" y="1793238"/>
                  </a:lnTo>
                  <a:lnTo>
                    <a:pt x="2089902" y="1824253"/>
                  </a:lnTo>
                  <a:lnTo>
                    <a:pt x="2051381" y="1855565"/>
                  </a:lnTo>
                  <a:lnTo>
                    <a:pt x="2013069" y="1887178"/>
                  </a:lnTo>
                  <a:lnTo>
                    <a:pt x="1974959" y="1919097"/>
                  </a:lnTo>
                  <a:lnTo>
                    <a:pt x="1937043" y="1951324"/>
                  </a:lnTo>
                  <a:lnTo>
                    <a:pt x="1899316" y="1983864"/>
                  </a:lnTo>
                  <a:lnTo>
                    <a:pt x="1861769" y="2016721"/>
                  </a:lnTo>
                  <a:lnTo>
                    <a:pt x="1824396" y="2049898"/>
                  </a:lnTo>
                  <a:lnTo>
                    <a:pt x="1787189" y="2083399"/>
                  </a:lnTo>
                  <a:lnTo>
                    <a:pt x="1750141" y="2117229"/>
                  </a:lnTo>
                  <a:lnTo>
                    <a:pt x="1713245" y="2151391"/>
                  </a:lnTo>
                  <a:lnTo>
                    <a:pt x="1676494" y="2185888"/>
                  </a:lnTo>
                  <a:lnTo>
                    <a:pt x="1639881" y="2220726"/>
                  </a:lnTo>
                  <a:lnTo>
                    <a:pt x="1603399" y="2255907"/>
                  </a:lnTo>
                  <a:lnTo>
                    <a:pt x="1567040" y="2291436"/>
                  </a:lnTo>
                  <a:lnTo>
                    <a:pt x="1530797" y="2327317"/>
                  </a:lnTo>
                  <a:lnTo>
                    <a:pt x="1494664" y="2363552"/>
                  </a:lnTo>
                  <a:lnTo>
                    <a:pt x="1458632" y="2400147"/>
                  </a:lnTo>
                  <a:lnTo>
                    <a:pt x="1422696" y="2437105"/>
                  </a:lnTo>
                  <a:lnTo>
                    <a:pt x="1386847" y="2474430"/>
                  </a:lnTo>
                  <a:lnTo>
                    <a:pt x="1351079" y="2512126"/>
                  </a:lnTo>
                  <a:lnTo>
                    <a:pt x="1315384" y="2550197"/>
                  </a:lnTo>
                  <a:lnTo>
                    <a:pt x="1279756" y="2588646"/>
                  </a:lnTo>
                  <a:lnTo>
                    <a:pt x="1244187" y="2627477"/>
                  </a:lnTo>
                  <a:lnTo>
                    <a:pt x="1208670" y="2666695"/>
                  </a:lnTo>
                  <a:lnTo>
                    <a:pt x="1173198" y="2706303"/>
                  </a:lnTo>
                  <a:lnTo>
                    <a:pt x="1137763" y="2746306"/>
                  </a:lnTo>
                  <a:lnTo>
                    <a:pt x="1102360" y="2786706"/>
                  </a:lnTo>
                  <a:lnTo>
                    <a:pt x="1066980" y="2827508"/>
                  </a:lnTo>
                  <a:lnTo>
                    <a:pt x="1031616" y="2868715"/>
                  </a:lnTo>
                  <a:lnTo>
                    <a:pt x="996261" y="2910333"/>
                  </a:lnTo>
                  <a:lnTo>
                    <a:pt x="964220" y="2948765"/>
                  </a:lnTo>
                  <a:lnTo>
                    <a:pt x="932647" y="2987690"/>
                  </a:lnTo>
                  <a:lnTo>
                    <a:pt x="901545" y="3027098"/>
                  </a:lnTo>
                  <a:lnTo>
                    <a:pt x="870914" y="3066979"/>
                  </a:lnTo>
                  <a:lnTo>
                    <a:pt x="840756" y="3107322"/>
                  </a:lnTo>
                  <a:lnTo>
                    <a:pt x="811074" y="3148118"/>
                  </a:lnTo>
                  <a:lnTo>
                    <a:pt x="781868" y="3189357"/>
                  </a:lnTo>
                  <a:lnTo>
                    <a:pt x="753142" y="3231027"/>
                  </a:lnTo>
                  <a:lnTo>
                    <a:pt x="724896" y="3273120"/>
                  </a:lnTo>
                  <a:lnTo>
                    <a:pt x="697132" y="3315625"/>
                  </a:lnTo>
                  <a:lnTo>
                    <a:pt x="669852" y="3358532"/>
                  </a:lnTo>
                  <a:lnTo>
                    <a:pt x="643057" y="3401830"/>
                  </a:lnTo>
                  <a:lnTo>
                    <a:pt x="616751" y="3445510"/>
                  </a:lnTo>
                  <a:lnTo>
                    <a:pt x="590933" y="3489562"/>
                  </a:lnTo>
                  <a:lnTo>
                    <a:pt x="565606" y="3533975"/>
                  </a:lnTo>
                  <a:lnTo>
                    <a:pt x="540772" y="3578739"/>
                  </a:lnTo>
                  <a:lnTo>
                    <a:pt x="516432" y="3623844"/>
                  </a:lnTo>
                  <a:lnTo>
                    <a:pt x="492588" y="3669280"/>
                  </a:lnTo>
                  <a:lnTo>
                    <a:pt x="469242" y="3715038"/>
                  </a:lnTo>
                  <a:lnTo>
                    <a:pt x="446396" y="3761105"/>
                  </a:lnTo>
                  <a:lnTo>
                    <a:pt x="424051" y="3807474"/>
                  </a:lnTo>
                  <a:lnTo>
                    <a:pt x="402209" y="3854133"/>
                  </a:lnTo>
                  <a:lnTo>
                    <a:pt x="380872" y="3901072"/>
                  </a:lnTo>
                  <a:lnTo>
                    <a:pt x="360042" y="3948282"/>
                  </a:lnTo>
                  <a:lnTo>
                    <a:pt x="339719" y="3995752"/>
                  </a:lnTo>
                  <a:lnTo>
                    <a:pt x="319907" y="4043471"/>
                  </a:lnTo>
                  <a:lnTo>
                    <a:pt x="300607" y="4091431"/>
                  </a:lnTo>
                  <a:lnTo>
                    <a:pt x="281820" y="4139620"/>
                  </a:lnTo>
                  <a:lnTo>
                    <a:pt x="263548" y="4188029"/>
                  </a:lnTo>
                  <a:lnTo>
                    <a:pt x="245794" y="4236647"/>
                  </a:lnTo>
                  <a:lnTo>
                    <a:pt x="228558" y="4285465"/>
                  </a:lnTo>
                  <a:lnTo>
                    <a:pt x="210327" y="4339030"/>
                  </a:lnTo>
                  <a:lnTo>
                    <a:pt x="192818" y="4392565"/>
                  </a:lnTo>
                  <a:lnTo>
                    <a:pt x="176037" y="4446021"/>
                  </a:lnTo>
                  <a:lnTo>
                    <a:pt x="159987" y="4499351"/>
                  </a:lnTo>
                  <a:lnTo>
                    <a:pt x="144674" y="4552506"/>
                  </a:lnTo>
                  <a:lnTo>
                    <a:pt x="130102" y="4605440"/>
                  </a:lnTo>
                  <a:lnTo>
                    <a:pt x="116277" y="4658105"/>
                  </a:lnTo>
                  <a:lnTo>
                    <a:pt x="103202" y="4710453"/>
                  </a:lnTo>
                  <a:lnTo>
                    <a:pt x="90883" y="4762436"/>
                  </a:lnTo>
                  <a:lnTo>
                    <a:pt x="79324" y="4814007"/>
                  </a:lnTo>
                  <a:lnTo>
                    <a:pt x="68531" y="4865118"/>
                  </a:lnTo>
                  <a:lnTo>
                    <a:pt x="58507" y="4915722"/>
                  </a:lnTo>
                  <a:lnTo>
                    <a:pt x="49258" y="4965770"/>
                  </a:lnTo>
                  <a:lnTo>
                    <a:pt x="40788" y="5015216"/>
                  </a:lnTo>
                  <a:lnTo>
                    <a:pt x="33102" y="5064012"/>
                  </a:lnTo>
                  <a:lnTo>
                    <a:pt x="26205" y="5112109"/>
                  </a:lnTo>
                  <a:lnTo>
                    <a:pt x="20102" y="5159461"/>
                  </a:lnTo>
                  <a:lnTo>
                    <a:pt x="14797" y="5206019"/>
                  </a:lnTo>
                  <a:lnTo>
                    <a:pt x="10296" y="5251736"/>
                  </a:lnTo>
                  <a:lnTo>
                    <a:pt x="6602" y="5296565"/>
                  </a:lnTo>
                  <a:lnTo>
                    <a:pt x="3720" y="5340458"/>
                  </a:lnTo>
                  <a:lnTo>
                    <a:pt x="1656" y="5383366"/>
                  </a:lnTo>
                  <a:lnTo>
                    <a:pt x="415" y="5425243"/>
                  </a:lnTo>
                  <a:lnTo>
                    <a:pt x="0" y="5466041"/>
                  </a:lnTo>
                  <a:lnTo>
                    <a:pt x="2994" y="5480872"/>
                  </a:lnTo>
                  <a:lnTo>
                    <a:pt x="11159" y="5492982"/>
                  </a:lnTo>
                  <a:lnTo>
                    <a:pt x="23270" y="5501147"/>
                  </a:lnTo>
                  <a:lnTo>
                    <a:pt x="38100" y="5504141"/>
                  </a:lnTo>
                  <a:lnTo>
                    <a:pt x="52930" y="5501147"/>
                  </a:lnTo>
                  <a:lnTo>
                    <a:pt x="65040" y="5492982"/>
                  </a:lnTo>
                  <a:lnTo>
                    <a:pt x="73205" y="5480872"/>
                  </a:lnTo>
                  <a:lnTo>
                    <a:pt x="76200" y="5466041"/>
                  </a:lnTo>
                  <a:lnTo>
                    <a:pt x="76643" y="5424611"/>
                  </a:lnTo>
                  <a:lnTo>
                    <a:pt x="77968" y="5382000"/>
                  </a:lnTo>
                  <a:lnTo>
                    <a:pt x="80172" y="5338264"/>
                  </a:lnTo>
                  <a:lnTo>
                    <a:pt x="83248" y="5293456"/>
                  </a:lnTo>
                  <a:lnTo>
                    <a:pt x="87191" y="5247631"/>
                  </a:lnTo>
                  <a:lnTo>
                    <a:pt x="91996" y="5200842"/>
                  </a:lnTo>
                  <a:lnTo>
                    <a:pt x="97657" y="5153143"/>
                  </a:lnTo>
                  <a:lnTo>
                    <a:pt x="104171" y="5104590"/>
                  </a:lnTo>
                  <a:lnTo>
                    <a:pt x="111531" y="5055235"/>
                  </a:lnTo>
                  <a:lnTo>
                    <a:pt x="119732" y="5005133"/>
                  </a:lnTo>
                  <a:lnTo>
                    <a:pt x="128769" y="4954338"/>
                  </a:lnTo>
                  <a:lnTo>
                    <a:pt x="138637" y="4902905"/>
                  </a:lnTo>
                  <a:lnTo>
                    <a:pt x="149331" y="4850886"/>
                  </a:lnTo>
                  <a:lnTo>
                    <a:pt x="160846" y="4798337"/>
                  </a:lnTo>
                  <a:lnTo>
                    <a:pt x="173175" y="4745312"/>
                  </a:lnTo>
                  <a:lnTo>
                    <a:pt x="186315" y="4691864"/>
                  </a:lnTo>
                  <a:lnTo>
                    <a:pt x="200260" y="4638048"/>
                  </a:lnTo>
                  <a:lnTo>
                    <a:pt x="215005" y="4583918"/>
                  </a:lnTo>
                  <a:lnTo>
                    <a:pt x="230545" y="4529527"/>
                  </a:lnTo>
                  <a:lnTo>
                    <a:pt x="246874" y="4474931"/>
                  </a:lnTo>
                  <a:lnTo>
                    <a:pt x="263987" y="4420183"/>
                  </a:lnTo>
                  <a:lnTo>
                    <a:pt x="281879" y="4365337"/>
                  </a:lnTo>
                  <a:lnTo>
                    <a:pt x="300545" y="4310448"/>
                  </a:lnTo>
                  <a:lnTo>
                    <a:pt x="317493" y="4262446"/>
                  </a:lnTo>
                  <a:lnTo>
                    <a:pt x="334950" y="4214642"/>
                  </a:lnTo>
                  <a:lnTo>
                    <a:pt x="352914" y="4167045"/>
                  </a:lnTo>
                  <a:lnTo>
                    <a:pt x="371384" y="4119667"/>
                  </a:lnTo>
                  <a:lnTo>
                    <a:pt x="390357" y="4072516"/>
                  </a:lnTo>
                  <a:lnTo>
                    <a:pt x="409832" y="4025604"/>
                  </a:lnTo>
                  <a:lnTo>
                    <a:pt x="429806" y="3978939"/>
                  </a:lnTo>
                  <a:lnTo>
                    <a:pt x="450279" y="3932533"/>
                  </a:lnTo>
                  <a:lnTo>
                    <a:pt x="471249" y="3886395"/>
                  </a:lnTo>
                  <a:lnTo>
                    <a:pt x="492712" y="3840535"/>
                  </a:lnTo>
                  <a:lnTo>
                    <a:pt x="514669" y="3794963"/>
                  </a:lnTo>
                  <a:lnTo>
                    <a:pt x="537116" y="3749689"/>
                  </a:lnTo>
                  <a:lnTo>
                    <a:pt x="560052" y="3704724"/>
                  </a:lnTo>
                  <a:lnTo>
                    <a:pt x="583475" y="3660077"/>
                  </a:lnTo>
                  <a:lnTo>
                    <a:pt x="607384" y="3615759"/>
                  </a:lnTo>
                  <a:lnTo>
                    <a:pt x="631777" y="3571779"/>
                  </a:lnTo>
                  <a:lnTo>
                    <a:pt x="656651" y="3528147"/>
                  </a:lnTo>
                  <a:lnTo>
                    <a:pt x="682005" y="3484874"/>
                  </a:lnTo>
                  <a:lnTo>
                    <a:pt x="707837" y="3441970"/>
                  </a:lnTo>
                  <a:lnTo>
                    <a:pt x="734146" y="3399444"/>
                  </a:lnTo>
                  <a:lnTo>
                    <a:pt x="760929" y="3357307"/>
                  </a:lnTo>
                  <a:lnTo>
                    <a:pt x="788184" y="3315569"/>
                  </a:lnTo>
                  <a:lnTo>
                    <a:pt x="815911" y="3274239"/>
                  </a:lnTo>
                  <a:lnTo>
                    <a:pt x="844107" y="3233329"/>
                  </a:lnTo>
                  <a:lnTo>
                    <a:pt x="872769" y="3192847"/>
                  </a:lnTo>
                  <a:lnTo>
                    <a:pt x="901898" y="3152804"/>
                  </a:lnTo>
                  <a:lnTo>
                    <a:pt x="931490" y="3113210"/>
                  </a:lnTo>
                  <a:lnTo>
                    <a:pt x="961543" y="3074075"/>
                  </a:lnTo>
                  <a:lnTo>
                    <a:pt x="992057" y="3035408"/>
                  </a:lnTo>
                  <a:lnTo>
                    <a:pt x="1023028" y="2997221"/>
                  </a:lnTo>
                  <a:lnTo>
                    <a:pt x="1054456" y="2959524"/>
                  </a:lnTo>
                  <a:lnTo>
                    <a:pt x="1089498" y="2918274"/>
                  </a:lnTo>
                  <a:lnTo>
                    <a:pt x="1124547" y="2877432"/>
                  </a:lnTo>
                  <a:lnTo>
                    <a:pt x="1159609" y="2836995"/>
                  </a:lnTo>
                  <a:lnTo>
                    <a:pt x="1194692" y="2796959"/>
                  </a:lnTo>
                  <a:lnTo>
                    <a:pt x="1229802" y="2757319"/>
                  </a:lnTo>
                  <a:lnTo>
                    <a:pt x="1264948" y="2718072"/>
                  </a:lnTo>
                  <a:lnTo>
                    <a:pt x="1300135" y="2679214"/>
                  </a:lnTo>
                  <a:lnTo>
                    <a:pt x="1335372" y="2640741"/>
                  </a:lnTo>
                  <a:lnTo>
                    <a:pt x="1370665" y="2602649"/>
                  </a:lnTo>
                  <a:lnTo>
                    <a:pt x="1406021" y="2564934"/>
                  </a:lnTo>
                  <a:lnTo>
                    <a:pt x="1441447" y="2527593"/>
                  </a:lnTo>
                  <a:lnTo>
                    <a:pt x="1476951" y="2490621"/>
                  </a:lnTo>
                  <a:lnTo>
                    <a:pt x="1512540" y="2454015"/>
                  </a:lnTo>
                  <a:lnTo>
                    <a:pt x="1548221" y="2417770"/>
                  </a:lnTo>
                  <a:lnTo>
                    <a:pt x="1584000" y="2381883"/>
                  </a:lnTo>
                  <a:lnTo>
                    <a:pt x="1619885" y="2346350"/>
                  </a:lnTo>
                  <a:lnTo>
                    <a:pt x="1655883" y="2311167"/>
                  </a:lnTo>
                  <a:lnTo>
                    <a:pt x="1692002" y="2276330"/>
                  </a:lnTo>
                  <a:lnTo>
                    <a:pt x="1728247" y="2241836"/>
                  </a:lnTo>
                  <a:lnTo>
                    <a:pt x="1764627" y="2207680"/>
                  </a:lnTo>
                  <a:lnTo>
                    <a:pt x="1801149" y="2173858"/>
                  </a:lnTo>
                  <a:lnTo>
                    <a:pt x="1837819" y="2140367"/>
                  </a:lnTo>
                  <a:lnTo>
                    <a:pt x="1874644" y="2107202"/>
                  </a:lnTo>
                  <a:lnTo>
                    <a:pt x="1911633" y="2074361"/>
                  </a:lnTo>
                  <a:lnTo>
                    <a:pt x="1948791" y="2041838"/>
                  </a:lnTo>
                  <a:lnTo>
                    <a:pt x="1986126" y="2009630"/>
                  </a:lnTo>
                  <a:lnTo>
                    <a:pt x="2023646" y="1977734"/>
                  </a:lnTo>
                  <a:lnTo>
                    <a:pt x="2061356" y="1946145"/>
                  </a:lnTo>
                  <a:lnTo>
                    <a:pt x="2099265" y="1914859"/>
                  </a:lnTo>
                  <a:lnTo>
                    <a:pt x="2137379" y="1883872"/>
                  </a:lnTo>
                  <a:lnTo>
                    <a:pt x="2175706" y="1853181"/>
                  </a:lnTo>
                  <a:lnTo>
                    <a:pt x="2214252" y="1822782"/>
                  </a:lnTo>
                  <a:lnTo>
                    <a:pt x="2253025" y="1792671"/>
                  </a:lnTo>
                  <a:lnTo>
                    <a:pt x="2292032" y="1762844"/>
                  </a:lnTo>
                  <a:lnTo>
                    <a:pt x="2331279" y="1733296"/>
                  </a:lnTo>
                  <a:lnTo>
                    <a:pt x="2370775" y="1704025"/>
                  </a:lnTo>
                  <a:lnTo>
                    <a:pt x="2410526" y="1675026"/>
                  </a:lnTo>
                  <a:lnTo>
                    <a:pt x="2450539" y="1646296"/>
                  </a:lnTo>
                  <a:lnTo>
                    <a:pt x="2490821" y="1617830"/>
                  </a:lnTo>
                  <a:lnTo>
                    <a:pt x="2531380" y="1589624"/>
                  </a:lnTo>
                  <a:lnTo>
                    <a:pt x="2572222" y="1561675"/>
                  </a:lnTo>
                  <a:lnTo>
                    <a:pt x="2613355" y="1533980"/>
                  </a:lnTo>
                  <a:lnTo>
                    <a:pt x="2654786" y="1506533"/>
                  </a:lnTo>
                  <a:lnTo>
                    <a:pt x="2696521" y="1479331"/>
                  </a:lnTo>
                  <a:lnTo>
                    <a:pt x="2738569" y="1452370"/>
                  </a:lnTo>
                  <a:lnTo>
                    <a:pt x="2780935" y="1425647"/>
                  </a:lnTo>
                  <a:lnTo>
                    <a:pt x="2823628" y="1399157"/>
                  </a:lnTo>
                  <a:lnTo>
                    <a:pt x="2866654" y="1372896"/>
                  </a:lnTo>
                  <a:lnTo>
                    <a:pt x="2905712" y="1349435"/>
                  </a:lnTo>
                  <a:lnTo>
                    <a:pt x="2945010" y="1326193"/>
                  </a:lnTo>
                  <a:lnTo>
                    <a:pt x="2984550" y="1303171"/>
                  </a:lnTo>
                  <a:lnTo>
                    <a:pt x="3024333" y="1280368"/>
                  </a:lnTo>
                  <a:lnTo>
                    <a:pt x="3064360" y="1257785"/>
                  </a:lnTo>
                  <a:lnTo>
                    <a:pt x="3104634" y="1235422"/>
                  </a:lnTo>
                  <a:lnTo>
                    <a:pt x="3145156" y="1213279"/>
                  </a:lnTo>
                  <a:lnTo>
                    <a:pt x="3185927" y="1191356"/>
                  </a:lnTo>
                  <a:lnTo>
                    <a:pt x="3226949" y="1169653"/>
                  </a:lnTo>
                  <a:lnTo>
                    <a:pt x="3268224" y="1148171"/>
                  </a:lnTo>
                  <a:lnTo>
                    <a:pt x="3309752" y="1126910"/>
                  </a:lnTo>
                  <a:lnTo>
                    <a:pt x="3351536" y="1105869"/>
                  </a:lnTo>
                  <a:lnTo>
                    <a:pt x="3393577" y="1085050"/>
                  </a:lnTo>
                  <a:lnTo>
                    <a:pt x="3435877" y="1064451"/>
                  </a:lnTo>
                  <a:lnTo>
                    <a:pt x="3478437" y="1044074"/>
                  </a:lnTo>
                  <a:lnTo>
                    <a:pt x="3521259" y="1023918"/>
                  </a:lnTo>
                  <a:lnTo>
                    <a:pt x="3564345" y="1003984"/>
                  </a:lnTo>
                  <a:lnTo>
                    <a:pt x="3607695" y="984271"/>
                  </a:lnTo>
                  <a:lnTo>
                    <a:pt x="3651312" y="964780"/>
                  </a:lnTo>
                  <a:lnTo>
                    <a:pt x="3695196" y="945511"/>
                  </a:lnTo>
                  <a:lnTo>
                    <a:pt x="3739351" y="926465"/>
                  </a:lnTo>
                  <a:lnTo>
                    <a:pt x="3783776" y="907640"/>
                  </a:lnTo>
                  <a:lnTo>
                    <a:pt x="3828474" y="889038"/>
                  </a:lnTo>
                  <a:lnTo>
                    <a:pt x="3873447" y="870659"/>
                  </a:lnTo>
                  <a:lnTo>
                    <a:pt x="3918695" y="852502"/>
                  </a:lnTo>
                  <a:lnTo>
                    <a:pt x="3964221" y="834568"/>
                  </a:lnTo>
                  <a:lnTo>
                    <a:pt x="4010025" y="816857"/>
                  </a:lnTo>
                  <a:lnTo>
                    <a:pt x="4056110" y="799370"/>
                  </a:lnTo>
                  <a:lnTo>
                    <a:pt x="4102477" y="782106"/>
                  </a:lnTo>
                  <a:lnTo>
                    <a:pt x="4149128" y="765065"/>
                  </a:lnTo>
                  <a:lnTo>
                    <a:pt x="4196063" y="748247"/>
                  </a:lnTo>
                  <a:lnTo>
                    <a:pt x="4243286" y="731654"/>
                  </a:lnTo>
                  <a:lnTo>
                    <a:pt x="4290796" y="715284"/>
                  </a:lnTo>
                  <a:lnTo>
                    <a:pt x="4338597" y="699139"/>
                  </a:lnTo>
                  <a:lnTo>
                    <a:pt x="4386688" y="683218"/>
                  </a:lnTo>
                  <a:lnTo>
                    <a:pt x="4435073" y="667521"/>
                  </a:lnTo>
                  <a:lnTo>
                    <a:pt x="4483752" y="652048"/>
                  </a:lnTo>
                  <a:lnTo>
                    <a:pt x="4532727" y="636801"/>
                  </a:lnTo>
                  <a:lnTo>
                    <a:pt x="4582000" y="621778"/>
                  </a:lnTo>
                  <a:lnTo>
                    <a:pt x="4631572" y="606980"/>
                  </a:lnTo>
                  <a:lnTo>
                    <a:pt x="4681444" y="592407"/>
                  </a:lnTo>
                  <a:lnTo>
                    <a:pt x="4731619" y="578059"/>
                  </a:lnTo>
                  <a:lnTo>
                    <a:pt x="4782098" y="563937"/>
                  </a:lnTo>
                  <a:lnTo>
                    <a:pt x="4832882" y="550040"/>
                  </a:lnTo>
                  <a:lnTo>
                    <a:pt x="4883973" y="536369"/>
                  </a:lnTo>
                  <a:lnTo>
                    <a:pt x="4935372" y="522924"/>
                  </a:lnTo>
                  <a:lnTo>
                    <a:pt x="4987081" y="509705"/>
                  </a:lnTo>
                  <a:lnTo>
                    <a:pt x="5039102" y="496712"/>
                  </a:lnTo>
                  <a:lnTo>
                    <a:pt x="5091436" y="483945"/>
                  </a:lnTo>
                  <a:lnTo>
                    <a:pt x="5144085" y="471404"/>
                  </a:lnTo>
                  <a:lnTo>
                    <a:pt x="5197050" y="459091"/>
                  </a:lnTo>
                  <a:lnTo>
                    <a:pt x="5250333" y="447004"/>
                  </a:lnTo>
                  <a:lnTo>
                    <a:pt x="5303935" y="435143"/>
                  </a:lnTo>
                  <a:lnTo>
                    <a:pt x="5357858" y="423510"/>
                  </a:lnTo>
                  <a:lnTo>
                    <a:pt x="5412103" y="412104"/>
                  </a:lnTo>
                  <a:lnTo>
                    <a:pt x="5466672" y="400926"/>
                  </a:lnTo>
                  <a:lnTo>
                    <a:pt x="5521567" y="389974"/>
                  </a:lnTo>
                  <a:lnTo>
                    <a:pt x="5576790" y="379251"/>
                  </a:lnTo>
                  <a:lnTo>
                    <a:pt x="5632340" y="368755"/>
                  </a:lnTo>
                  <a:lnTo>
                    <a:pt x="5688221" y="358487"/>
                  </a:lnTo>
                  <a:lnTo>
                    <a:pt x="5744434" y="348447"/>
                  </a:lnTo>
                  <a:lnTo>
                    <a:pt x="5800980" y="338636"/>
                  </a:lnTo>
                  <a:lnTo>
                    <a:pt x="5857862" y="329053"/>
                  </a:lnTo>
                  <a:lnTo>
                    <a:pt x="5915079" y="319698"/>
                  </a:lnTo>
                  <a:lnTo>
                    <a:pt x="5978077" y="310961"/>
                  </a:lnTo>
                  <a:lnTo>
                    <a:pt x="6052808" y="303154"/>
                  </a:lnTo>
                  <a:lnTo>
                    <a:pt x="6094569" y="299600"/>
                  </a:lnTo>
                  <a:lnTo>
                    <a:pt x="6139257" y="296280"/>
                  </a:lnTo>
                  <a:lnTo>
                    <a:pt x="6186870" y="293194"/>
                  </a:lnTo>
                  <a:lnTo>
                    <a:pt x="6237407" y="290342"/>
                  </a:lnTo>
                  <a:lnTo>
                    <a:pt x="6290866" y="287724"/>
                  </a:lnTo>
                  <a:lnTo>
                    <a:pt x="6347244" y="285342"/>
                  </a:lnTo>
                  <a:lnTo>
                    <a:pt x="6406540" y="283194"/>
                  </a:lnTo>
                  <a:lnTo>
                    <a:pt x="6468752" y="281282"/>
                  </a:lnTo>
                  <a:lnTo>
                    <a:pt x="6533877" y="279606"/>
                  </a:lnTo>
                  <a:lnTo>
                    <a:pt x="6601915" y="278167"/>
                  </a:lnTo>
                  <a:lnTo>
                    <a:pt x="6672862" y="276963"/>
                  </a:lnTo>
                  <a:lnTo>
                    <a:pt x="6746717" y="275997"/>
                  </a:lnTo>
                  <a:lnTo>
                    <a:pt x="6956437" y="275070"/>
                  </a:lnTo>
                  <a:lnTo>
                    <a:pt x="6728160" y="404800"/>
                  </a:lnTo>
                  <a:lnTo>
                    <a:pt x="6716746" y="414733"/>
                  </a:lnTo>
                  <a:lnTo>
                    <a:pt x="6710251" y="427816"/>
                  </a:lnTo>
                  <a:lnTo>
                    <a:pt x="6709137" y="442380"/>
                  </a:lnTo>
                  <a:lnTo>
                    <a:pt x="6713861" y="456756"/>
                  </a:lnTo>
                  <a:lnTo>
                    <a:pt x="6723792" y="468167"/>
                  </a:lnTo>
                  <a:lnTo>
                    <a:pt x="6736875" y="474660"/>
                  </a:lnTo>
                  <a:lnTo>
                    <a:pt x="6751438" y="475776"/>
                  </a:lnTo>
                  <a:lnTo>
                    <a:pt x="6765811" y="471056"/>
                  </a:lnTo>
                  <a:lnTo>
                    <a:pt x="7120520" y="269457"/>
                  </a:lnTo>
                  <a:lnTo>
                    <a:pt x="7135022" y="254917"/>
                  </a:lnTo>
                  <a:lnTo>
                    <a:pt x="7139794" y="236160"/>
                  </a:lnTo>
                  <a:lnTo>
                    <a:pt x="7134856" y="217447"/>
                  </a:lnTo>
                  <a:lnTo>
                    <a:pt x="7120225" y="203036"/>
                  </a:lnTo>
                  <a:lnTo>
                    <a:pt x="6763743" y="4598"/>
                  </a:lnTo>
                  <a:lnTo>
                    <a:pt x="6749328" y="0"/>
                  </a:lnTo>
                  <a:close/>
                </a:path>
              </a:pathLst>
            </a:custGeom>
            <a:solidFill>
              <a:srgbClr val="3068E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4" name="object 14"/>
            <p:cNvSpPr/>
            <p:nvPr/>
          </p:nvSpPr>
          <p:spPr>
            <a:xfrm>
              <a:off x="3652253" y="6437108"/>
              <a:ext cx="1141730" cy="1567815"/>
            </a:xfrm>
            <a:custGeom>
              <a:avLst/>
              <a:gdLst/>
              <a:ahLst/>
              <a:cxnLst/>
              <a:rect l="l" t="t" r="r" b="b"/>
              <a:pathLst>
                <a:path w="1141729" h="1567815">
                  <a:moveTo>
                    <a:pt x="304342" y="1415237"/>
                  </a:moveTo>
                  <a:lnTo>
                    <a:pt x="296583" y="1367142"/>
                  </a:lnTo>
                  <a:lnTo>
                    <a:pt x="274980" y="1325359"/>
                  </a:lnTo>
                  <a:lnTo>
                    <a:pt x="242036" y="1292428"/>
                  </a:lnTo>
                  <a:lnTo>
                    <a:pt x="200266" y="1270825"/>
                  </a:lnTo>
                  <a:lnTo>
                    <a:pt x="152171" y="1263065"/>
                  </a:lnTo>
                  <a:lnTo>
                    <a:pt x="104076" y="1270825"/>
                  </a:lnTo>
                  <a:lnTo>
                    <a:pt x="62306" y="1292428"/>
                  </a:lnTo>
                  <a:lnTo>
                    <a:pt x="29362" y="1325359"/>
                  </a:lnTo>
                  <a:lnTo>
                    <a:pt x="7759" y="1367142"/>
                  </a:lnTo>
                  <a:lnTo>
                    <a:pt x="0" y="1415237"/>
                  </a:lnTo>
                  <a:lnTo>
                    <a:pt x="7759" y="1463332"/>
                  </a:lnTo>
                  <a:lnTo>
                    <a:pt x="29362" y="1505102"/>
                  </a:lnTo>
                  <a:lnTo>
                    <a:pt x="62306" y="1538046"/>
                  </a:lnTo>
                  <a:lnTo>
                    <a:pt x="104076" y="1559648"/>
                  </a:lnTo>
                  <a:lnTo>
                    <a:pt x="152171" y="1567408"/>
                  </a:lnTo>
                  <a:lnTo>
                    <a:pt x="200266" y="1559648"/>
                  </a:lnTo>
                  <a:lnTo>
                    <a:pt x="242036" y="1538046"/>
                  </a:lnTo>
                  <a:lnTo>
                    <a:pt x="274980" y="1505102"/>
                  </a:lnTo>
                  <a:lnTo>
                    <a:pt x="296583" y="1463332"/>
                  </a:lnTo>
                  <a:lnTo>
                    <a:pt x="304342" y="1415237"/>
                  </a:lnTo>
                  <a:close/>
                </a:path>
                <a:path w="1141729" h="1567815">
                  <a:moveTo>
                    <a:pt x="1141323" y="152171"/>
                  </a:moveTo>
                  <a:lnTo>
                    <a:pt x="1133563" y="104076"/>
                  </a:lnTo>
                  <a:lnTo>
                    <a:pt x="1111961" y="62306"/>
                  </a:lnTo>
                  <a:lnTo>
                    <a:pt x="1079017" y="29362"/>
                  </a:lnTo>
                  <a:lnTo>
                    <a:pt x="1037247" y="7759"/>
                  </a:lnTo>
                  <a:lnTo>
                    <a:pt x="989152" y="0"/>
                  </a:lnTo>
                  <a:lnTo>
                    <a:pt x="941057" y="7759"/>
                  </a:lnTo>
                  <a:lnTo>
                    <a:pt x="899287" y="29362"/>
                  </a:lnTo>
                  <a:lnTo>
                    <a:pt x="866343" y="62306"/>
                  </a:lnTo>
                  <a:lnTo>
                    <a:pt x="844740" y="104076"/>
                  </a:lnTo>
                  <a:lnTo>
                    <a:pt x="836980" y="152171"/>
                  </a:lnTo>
                  <a:lnTo>
                    <a:pt x="844740" y="200279"/>
                  </a:lnTo>
                  <a:lnTo>
                    <a:pt x="866343" y="242049"/>
                  </a:lnTo>
                  <a:lnTo>
                    <a:pt x="899287" y="274980"/>
                  </a:lnTo>
                  <a:lnTo>
                    <a:pt x="941057" y="296583"/>
                  </a:lnTo>
                  <a:lnTo>
                    <a:pt x="989152" y="304342"/>
                  </a:lnTo>
                  <a:lnTo>
                    <a:pt x="1037247" y="296583"/>
                  </a:lnTo>
                  <a:lnTo>
                    <a:pt x="1079017" y="274980"/>
                  </a:lnTo>
                  <a:lnTo>
                    <a:pt x="1111961" y="242049"/>
                  </a:lnTo>
                  <a:lnTo>
                    <a:pt x="1133563" y="200279"/>
                  </a:lnTo>
                  <a:lnTo>
                    <a:pt x="1141323" y="152171"/>
                  </a:lnTo>
                  <a:close/>
                </a:path>
              </a:pathLst>
            </a:custGeom>
            <a:solidFill>
              <a:srgbClr val="E1E1E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15" name="object 15"/>
            <p:cNvPicPr/>
            <p:nvPr/>
          </p:nvPicPr>
          <p:blipFill>
            <a:blip r:embed="rId2" cstate="print"/>
            <a:stretch>
              <a:fillRect/>
            </a:stretch>
          </p:blipFill>
          <p:spPr>
            <a:xfrm>
              <a:off x="5141860" y="4399267"/>
              <a:ext cx="1930400" cy="1930400"/>
            </a:xfrm>
            <a:prstGeom prst="rect">
              <a:avLst/>
            </a:prstGeom>
          </p:spPr>
        </p:pic>
        <p:sp>
          <p:nvSpPr>
            <p:cNvPr id="16" name="object 16"/>
            <p:cNvSpPr/>
            <p:nvPr/>
          </p:nvSpPr>
          <p:spPr>
            <a:xfrm>
              <a:off x="3347910" y="4230661"/>
              <a:ext cx="5295900" cy="4727575"/>
            </a:xfrm>
            <a:custGeom>
              <a:avLst/>
              <a:gdLst/>
              <a:ahLst/>
              <a:cxnLst/>
              <a:rect l="l" t="t" r="r" b="b"/>
              <a:pathLst>
                <a:path w="5295900" h="4727575">
                  <a:moveTo>
                    <a:pt x="304342" y="4575289"/>
                  </a:moveTo>
                  <a:lnTo>
                    <a:pt x="296583" y="4527194"/>
                  </a:lnTo>
                  <a:lnTo>
                    <a:pt x="274980" y="4485411"/>
                  </a:lnTo>
                  <a:lnTo>
                    <a:pt x="242049" y="4452480"/>
                  </a:lnTo>
                  <a:lnTo>
                    <a:pt x="200266" y="4430877"/>
                  </a:lnTo>
                  <a:lnTo>
                    <a:pt x="152171" y="4423118"/>
                  </a:lnTo>
                  <a:lnTo>
                    <a:pt x="104076" y="4430877"/>
                  </a:lnTo>
                  <a:lnTo>
                    <a:pt x="62306" y="4452480"/>
                  </a:lnTo>
                  <a:lnTo>
                    <a:pt x="29362" y="4485411"/>
                  </a:lnTo>
                  <a:lnTo>
                    <a:pt x="7759" y="4527194"/>
                  </a:lnTo>
                  <a:lnTo>
                    <a:pt x="0" y="4575289"/>
                  </a:lnTo>
                  <a:lnTo>
                    <a:pt x="7759" y="4623384"/>
                  </a:lnTo>
                  <a:lnTo>
                    <a:pt x="29362" y="4665154"/>
                  </a:lnTo>
                  <a:lnTo>
                    <a:pt x="62306" y="4698098"/>
                  </a:lnTo>
                  <a:lnTo>
                    <a:pt x="104076" y="4719701"/>
                  </a:lnTo>
                  <a:lnTo>
                    <a:pt x="152171" y="4727460"/>
                  </a:lnTo>
                  <a:lnTo>
                    <a:pt x="200266" y="4719701"/>
                  </a:lnTo>
                  <a:lnTo>
                    <a:pt x="242049" y="4698098"/>
                  </a:lnTo>
                  <a:lnTo>
                    <a:pt x="274980" y="4665154"/>
                  </a:lnTo>
                  <a:lnTo>
                    <a:pt x="296583" y="4623384"/>
                  </a:lnTo>
                  <a:lnTo>
                    <a:pt x="304342" y="4575289"/>
                  </a:lnTo>
                  <a:close/>
                </a:path>
                <a:path w="5295900" h="4727575">
                  <a:moveTo>
                    <a:pt x="5295557" y="152171"/>
                  </a:moveTo>
                  <a:lnTo>
                    <a:pt x="5287797" y="104076"/>
                  </a:lnTo>
                  <a:lnTo>
                    <a:pt x="5266194" y="62306"/>
                  </a:lnTo>
                  <a:lnTo>
                    <a:pt x="5233263" y="29362"/>
                  </a:lnTo>
                  <a:lnTo>
                    <a:pt x="5191480" y="7759"/>
                  </a:lnTo>
                  <a:lnTo>
                    <a:pt x="5143385" y="0"/>
                  </a:lnTo>
                  <a:lnTo>
                    <a:pt x="5095291" y="7759"/>
                  </a:lnTo>
                  <a:lnTo>
                    <a:pt x="5053520" y="29362"/>
                  </a:lnTo>
                  <a:lnTo>
                    <a:pt x="5020576" y="62306"/>
                  </a:lnTo>
                  <a:lnTo>
                    <a:pt x="4998974" y="104076"/>
                  </a:lnTo>
                  <a:lnTo>
                    <a:pt x="4991214" y="152171"/>
                  </a:lnTo>
                  <a:lnTo>
                    <a:pt x="4998974" y="200279"/>
                  </a:lnTo>
                  <a:lnTo>
                    <a:pt x="5020576" y="242049"/>
                  </a:lnTo>
                  <a:lnTo>
                    <a:pt x="5053520" y="274993"/>
                  </a:lnTo>
                  <a:lnTo>
                    <a:pt x="5095291" y="296595"/>
                  </a:lnTo>
                  <a:lnTo>
                    <a:pt x="5143385" y="304342"/>
                  </a:lnTo>
                  <a:lnTo>
                    <a:pt x="5191480" y="296595"/>
                  </a:lnTo>
                  <a:lnTo>
                    <a:pt x="5233263" y="274993"/>
                  </a:lnTo>
                  <a:lnTo>
                    <a:pt x="5266194" y="242049"/>
                  </a:lnTo>
                  <a:lnTo>
                    <a:pt x="5287797" y="200279"/>
                  </a:lnTo>
                  <a:lnTo>
                    <a:pt x="5295557" y="152171"/>
                  </a:lnTo>
                  <a:close/>
                </a:path>
              </a:pathLst>
            </a:custGeom>
            <a:solidFill>
              <a:srgbClr val="E1E1E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7" name="object 17"/>
          <p:cNvSpPr txBox="1"/>
          <p:nvPr/>
        </p:nvSpPr>
        <p:spPr>
          <a:xfrm>
            <a:off x="1853926" y="4318915"/>
            <a:ext cx="925195" cy="167640"/>
          </a:xfrm>
          <a:prstGeom prst="rect">
            <a:avLst/>
          </a:prstGeom>
        </p:spPr>
        <p:txBody>
          <a:bodyPr vert="horz" wrap="square" lIns="0" tIns="6350" rIns="0" bIns="0" rtlCol="0">
            <a:spAutoFit/>
          </a:bodyPr>
          <a:lstStyle/>
          <a:p>
            <a:pPr marL="6350">
              <a:spcBef>
                <a:spcPts val="50"/>
              </a:spcBef>
            </a:pPr>
            <a:r>
              <a:rPr sz="1050" spc="-38"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1</a:t>
            </a:r>
            <a:r>
              <a:rPr sz="1050" spc="-28"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、新手</a:t>
            </a:r>
            <a:r>
              <a:rPr sz="1050" spc="-25"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Novice</a:t>
            </a:r>
            <a:endParaRPr sz="105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8" name="object 18"/>
          <p:cNvSpPr txBox="1"/>
          <p:nvPr/>
        </p:nvSpPr>
        <p:spPr>
          <a:xfrm>
            <a:off x="2044395" y="3824417"/>
            <a:ext cx="2052002" cy="167640"/>
          </a:xfrm>
          <a:prstGeom prst="rect">
            <a:avLst/>
          </a:prstGeom>
        </p:spPr>
        <p:txBody>
          <a:bodyPr vert="horz" wrap="square" lIns="0" tIns="6350" rIns="0" bIns="0" rtlCol="0">
            <a:spAutoFit/>
          </a:bodyPr>
          <a:lstStyle/>
          <a:p>
            <a:pPr marL="6350">
              <a:spcBef>
                <a:spcPts val="50"/>
              </a:spcBef>
            </a:pPr>
            <a:r>
              <a:rPr sz="1050" spc="-38"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2</a:t>
            </a:r>
            <a:r>
              <a:rPr sz="1050" spc="-28"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、高级新手 </a:t>
            </a:r>
            <a:r>
              <a:rPr sz="1050" spc="-20"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Advanced</a:t>
            </a:r>
            <a:r>
              <a:rPr sz="1050" spc="-45"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 </a:t>
            </a:r>
            <a:r>
              <a:rPr sz="1050" spc="-5"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Beginner</a:t>
            </a:r>
            <a:endParaRPr sz="105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9" name="object 19"/>
          <p:cNvSpPr txBox="1"/>
          <p:nvPr/>
        </p:nvSpPr>
        <p:spPr>
          <a:xfrm>
            <a:off x="2452855" y="3219564"/>
            <a:ext cx="1357948" cy="167640"/>
          </a:xfrm>
          <a:prstGeom prst="rect">
            <a:avLst/>
          </a:prstGeom>
        </p:spPr>
        <p:txBody>
          <a:bodyPr vert="horz" wrap="square" lIns="0" tIns="6350" rIns="0" bIns="0" rtlCol="0">
            <a:spAutoFit/>
          </a:bodyPr>
          <a:lstStyle/>
          <a:p>
            <a:pPr marL="6350">
              <a:spcBef>
                <a:spcPts val="50"/>
              </a:spcBef>
            </a:pPr>
            <a:r>
              <a:rPr sz="1050" spc="-38"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3</a:t>
            </a:r>
            <a:r>
              <a:rPr sz="1050" spc="-30"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、胜任者 </a:t>
            </a:r>
            <a:r>
              <a:rPr sz="1050" spc="-33"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Competent</a:t>
            </a:r>
            <a:endParaRPr sz="105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20" name="object 20"/>
          <p:cNvSpPr txBox="1"/>
          <p:nvPr/>
        </p:nvSpPr>
        <p:spPr>
          <a:xfrm>
            <a:off x="3167716" y="2596940"/>
            <a:ext cx="1267143" cy="167640"/>
          </a:xfrm>
          <a:prstGeom prst="rect">
            <a:avLst/>
          </a:prstGeom>
        </p:spPr>
        <p:txBody>
          <a:bodyPr vert="horz" wrap="square" lIns="0" tIns="6350" rIns="0" bIns="0" rtlCol="0">
            <a:spAutoFit/>
          </a:bodyPr>
          <a:lstStyle/>
          <a:p>
            <a:pPr marL="6350">
              <a:spcBef>
                <a:spcPts val="50"/>
              </a:spcBef>
            </a:pPr>
            <a:r>
              <a:rPr sz="1050" b="1" spc="-38"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4</a:t>
            </a:r>
            <a:r>
              <a:rPr sz="1050" b="1" spc="-30"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、精通者 </a:t>
            </a:r>
            <a:r>
              <a:rPr sz="1050" b="1" spc="-25"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Proficient</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21" name="object 21"/>
          <p:cNvSpPr txBox="1"/>
          <p:nvPr/>
        </p:nvSpPr>
        <p:spPr>
          <a:xfrm>
            <a:off x="4192411" y="2248491"/>
            <a:ext cx="938530" cy="167640"/>
          </a:xfrm>
          <a:prstGeom prst="rect">
            <a:avLst/>
          </a:prstGeom>
        </p:spPr>
        <p:txBody>
          <a:bodyPr vert="horz" wrap="square" lIns="0" tIns="6350" rIns="0" bIns="0" rtlCol="0">
            <a:spAutoFit/>
          </a:bodyPr>
          <a:lstStyle/>
          <a:p>
            <a:pPr marL="6350">
              <a:spcBef>
                <a:spcPts val="50"/>
              </a:spcBef>
            </a:pPr>
            <a:r>
              <a:rPr sz="1050" spc="-38"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5</a:t>
            </a:r>
            <a:r>
              <a:rPr sz="1050" spc="-30"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、专家 </a:t>
            </a:r>
            <a:r>
              <a:rPr sz="1050" spc="-13"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Expert</a:t>
            </a:r>
            <a:endParaRPr sz="105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23" name="object 23"/>
          <p:cNvSpPr/>
          <p:nvPr/>
        </p:nvSpPr>
        <p:spPr>
          <a:xfrm>
            <a:off x="692150" y="5492750"/>
            <a:ext cx="2051050" cy="273050"/>
          </a:xfrm>
          <a:custGeom>
            <a:avLst/>
            <a:gdLst/>
            <a:ahLst/>
            <a:cxnLst/>
            <a:rect l="l" t="t" r="r" b="b"/>
            <a:pathLst>
              <a:path w="4102100" h="546100">
                <a:moveTo>
                  <a:pt x="3829050" y="0"/>
                </a:moveTo>
                <a:lnTo>
                  <a:pt x="273050" y="0"/>
                </a:lnTo>
                <a:lnTo>
                  <a:pt x="223968" y="4399"/>
                </a:lnTo>
                <a:lnTo>
                  <a:pt x="177774" y="17082"/>
                </a:lnTo>
                <a:lnTo>
                  <a:pt x="135236" y="37279"/>
                </a:lnTo>
                <a:lnTo>
                  <a:pt x="97127" y="64218"/>
                </a:lnTo>
                <a:lnTo>
                  <a:pt x="64218" y="97127"/>
                </a:lnTo>
                <a:lnTo>
                  <a:pt x="37279" y="135236"/>
                </a:lnTo>
                <a:lnTo>
                  <a:pt x="17082" y="177774"/>
                </a:lnTo>
                <a:lnTo>
                  <a:pt x="4399" y="223968"/>
                </a:lnTo>
                <a:lnTo>
                  <a:pt x="0" y="273050"/>
                </a:lnTo>
                <a:lnTo>
                  <a:pt x="4399" y="322131"/>
                </a:lnTo>
                <a:lnTo>
                  <a:pt x="17082" y="368325"/>
                </a:lnTo>
                <a:lnTo>
                  <a:pt x="37279" y="410863"/>
                </a:lnTo>
                <a:lnTo>
                  <a:pt x="64218" y="448972"/>
                </a:lnTo>
                <a:lnTo>
                  <a:pt x="97127" y="481881"/>
                </a:lnTo>
                <a:lnTo>
                  <a:pt x="135236" y="508820"/>
                </a:lnTo>
                <a:lnTo>
                  <a:pt x="177774" y="529017"/>
                </a:lnTo>
                <a:lnTo>
                  <a:pt x="223968" y="541700"/>
                </a:lnTo>
                <a:lnTo>
                  <a:pt x="273050" y="546100"/>
                </a:lnTo>
                <a:lnTo>
                  <a:pt x="3829050" y="546100"/>
                </a:lnTo>
                <a:lnTo>
                  <a:pt x="3878131" y="541700"/>
                </a:lnTo>
                <a:lnTo>
                  <a:pt x="3924325" y="529017"/>
                </a:lnTo>
                <a:lnTo>
                  <a:pt x="3966863" y="508820"/>
                </a:lnTo>
                <a:lnTo>
                  <a:pt x="4004972" y="481881"/>
                </a:lnTo>
                <a:lnTo>
                  <a:pt x="4037881" y="448972"/>
                </a:lnTo>
                <a:lnTo>
                  <a:pt x="4064820" y="410863"/>
                </a:lnTo>
                <a:lnTo>
                  <a:pt x="4085017" y="368325"/>
                </a:lnTo>
                <a:lnTo>
                  <a:pt x="4097700" y="322131"/>
                </a:lnTo>
                <a:lnTo>
                  <a:pt x="4102100" y="273050"/>
                </a:lnTo>
                <a:lnTo>
                  <a:pt x="4097700" y="223968"/>
                </a:lnTo>
                <a:lnTo>
                  <a:pt x="4085017" y="177774"/>
                </a:lnTo>
                <a:lnTo>
                  <a:pt x="4064820" y="135236"/>
                </a:lnTo>
                <a:lnTo>
                  <a:pt x="4037881" y="97127"/>
                </a:lnTo>
                <a:lnTo>
                  <a:pt x="4004972" y="64218"/>
                </a:lnTo>
                <a:lnTo>
                  <a:pt x="3966863" y="37279"/>
                </a:lnTo>
                <a:lnTo>
                  <a:pt x="3924325" y="17082"/>
                </a:lnTo>
                <a:lnTo>
                  <a:pt x="3878131" y="4399"/>
                </a:lnTo>
                <a:lnTo>
                  <a:pt x="38290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4" name="object 24"/>
          <p:cNvSpPr txBox="1"/>
          <p:nvPr/>
        </p:nvSpPr>
        <p:spPr>
          <a:xfrm>
            <a:off x="787400" y="5530850"/>
            <a:ext cx="5382895" cy="1636395"/>
          </a:xfrm>
          <a:prstGeom prst="rect">
            <a:avLst/>
          </a:prstGeom>
        </p:spPr>
        <p:txBody>
          <a:bodyPr vert="horz" wrap="square" lIns="0" tIns="6350" rIns="0" bIns="0" rtlCol="0">
            <a:spAutoFit/>
          </a:bodyPr>
          <a:lstStyle/>
          <a:p>
            <a:pPr marL="6350">
              <a:spcBef>
                <a:spcPts val="50"/>
              </a:spcBef>
            </a:pPr>
            <a:r>
              <a:rPr sz="1050" b="1" spc="-38"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4</a:t>
            </a:r>
            <a:r>
              <a:rPr sz="1050" b="1" spc="-28"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、精通</a:t>
            </a:r>
            <a:r>
              <a:rPr sz="1050" b="1" spc="-25"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（Proficlency）</a:t>
            </a:r>
            <a:r>
              <a:rPr sz="1050" b="1" spc="-28"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阶段</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a:spcBef>
                <a:spcPts val="20"/>
              </a:spcBef>
            </a:pPr>
            <a:endParaRPr sz="775" dirty="0">
              <a:latin typeface="江城圆体 400W" panose="020B0800000000000000" pitchFamily="34" charset="-128"/>
              <a:ea typeface="江城圆体 400W" panose="020B0800000000000000" pitchFamily="34" charset="-128"/>
              <a:cs typeface="微软雅黑" panose="020B0503020204020204" charset="-122"/>
            </a:endParaRPr>
          </a:p>
          <a:p>
            <a:pPr marL="6350" marR="2540" algn="just">
              <a:lnSpc>
                <a:spcPct val="139000"/>
              </a:lnSpc>
            </a:pPr>
            <a:r>
              <a:rPr sz="1050" spc="-28"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随着经验的增加，学习者能够完全参与到问题域中，在学习过程中积累的积极情绪与消极情绪的体验强化了成功的响应，抑制了失败的响应。学习者由伴有直觉回应的情境识别能力取代了由规则和原理表达的操作程序。学习者只有在把实际经验同化到自己的身体当中时，才能发展出一种与理论无关的实践方式。这时，学习者开始体现出直觉思维，但还是以理性思维为主。因此，这个阶段的最大特征是学习者具备了一定的直觉响应能力，即获得了根据语境来辨别问题或情境的能力。</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25" name="object 25"/>
          <p:cNvSpPr txBox="1"/>
          <p:nvPr/>
        </p:nvSpPr>
        <p:spPr>
          <a:xfrm>
            <a:off x="1459819" y="4895850"/>
            <a:ext cx="287338" cy="263525"/>
          </a:xfrm>
          <a:prstGeom prst="rect">
            <a:avLst/>
          </a:prstGeom>
        </p:spPr>
        <p:txBody>
          <a:bodyPr vert="horz" wrap="square" lIns="0" tIns="6350" rIns="0" bIns="0" rtlCol="0">
            <a:spAutoFit/>
          </a:bodyPr>
          <a:lstStyle/>
          <a:p>
            <a:pPr marL="13335">
              <a:lnSpc>
                <a:spcPts val="1155"/>
              </a:lnSpc>
              <a:spcBef>
                <a:spcPts val="50"/>
              </a:spcBef>
            </a:pPr>
            <a:r>
              <a:rPr sz="1050" spc="-1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规则</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a:lnSpc>
                <a:spcPts val="855"/>
              </a:lnSpc>
            </a:pPr>
            <a:r>
              <a:rPr sz="800" spc="-5"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Rules</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pic>
        <p:nvPicPr>
          <p:cNvPr id="26" name="object 26"/>
          <p:cNvPicPr/>
          <p:nvPr/>
        </p:nvPicPr>
        <p:blipFill>
          <a:blip r:embed="rId3" cstate="print"/>
          <a:stretch>
            <a:fillRect/>
          </a:stretch>
        </p:blipFill>
        <p:spPr>
          <a:xfrm>
            <a:off x="3189837" y="8851900"/>
            <a:ext cx="486698" cy="292100"/>
          </a:xfrm>
          <a:prstGeom prst="rect">
            <a:avLst/>
          </a:prstGeom>
        </p:spPr>
      </p:pic>
      <p:sp>
        <p:nvSpPr>
          <p:cNvPr id="27" name="object 22"/>
          <p:cNvSpPr txBox="1"/>
          <p:nvPr/>
        </p:nvSpPr>
        <p:spPr>
          <a:xfrm>
            <a:off x="2652934" y="1104900"/>
            <a:ext cx="1558556" cy="443865"/>
          </a:xfrm>
          <a:prstGeom prst="rect">
            <a:avLst/>
          </a:prstGeom>
        </p:spPr>
        <p:txBody>
          <a:bodyPr vert="horz" wrap="square" lIns="0" tIns="84138" rIns="0" bIns="0" rtlCol="0">
            <a:spAutoFit/>
          </a:bodyPr>
          <a:lstStyle/>
          <a:p>
            <a:pPr algn="ctr">
              <a:lnSpc>
                <a:spcPts val="1675"/>
              </a:lnSpc>
            </a:pPr>
            <a:r>
              <a:rPr sz="1500" b="1" dirty="0" err="1">
                <a:solidFill>
                  <a:srgbClr val="212121"/>
                </a:solidFill>
                <a:latin typeface="江城圆体 600W" panose="020B0800000000000000" pitchFamily="34" charset="-128"/>
                <a:ea typeface="江城圆体 600W" panose="020B0800000000000000" pitchFamily="34" charset="-128"/>
                <a:cs typeface="微软雅黑" panose="020B0503020204020204" charset="-122"/>
              </a:rPr>
              <a:t>从新手到专家</a:t>
            </a:r>
            <a:endParaRPr sz="1500" b="1" dirty="0">
              <a:latin typeface="江城圆体 600W" panose="020B0800000000000000" pitchFamily="34" charset="-128"/>
              <a:ea typeface="江城圆体 600W" panose="020B0800000000000000" pitchFamily="34" charset="-128"/>
              <a:cs typeface="微软雅黑" panose="020B0503020204020204" charset="-122"/>
            </a:endParaRPr>
          </a:p>
          <a:p>
            <a:pPr algn="ctr">
              <a:lnSpc>
                <a:spcPts val="1135"/>
              </a:lnSpc>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From Novice to Expert</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28"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93260" y="1816100"/>
            <a:ext cx="3384233" cy="121920"/>
          </a:xfrm>
          <a:custGeom>
            <a:avLst/>
            <a:gdLst/>
            <a:ahLst/>
            <a:cxnLst/>
            <a:rect l="l" t="t" r="r" b="b"/>
            <a:pathLst>
              <a:path w="6768465" h="243839">
                <a:moveTo>
                  <a:pt x="6541343" y="0"/>
                </a:moveTo>
                <a:lnTo>
                  <a:pt x="6531159" y="0"/>
                </a:lnTo>
                <a:lnTo>
                  <a:pt x="6524715" y="6438"/>
                </a:lnTo>
                <a:lnTo>
                  <a:pt x="6524715" y="229133"/>
                </a:lnTo>
                <a:lnTo>
                  <a:pt x="6525235" y="231343"/>
                </a:lnTo>
                <a:lnTo>
                  <a:pt x="6529790" y="240449"/>
                </a:lnTo>
                <a:lnTo>
                  <a:pt x="6538436" y="243332"/>
                </a:lnTo>
                <a:lnTo>
                  <a:pt x="6760841" y="132130"/>
                </a:lnTo>
                <a:lnTo>
                  <a:pt x="6763099" y="129870"/>
                </a:lnTo>
                <a:lnTo>
                  <a:pt x="6768047" y="119976"/>
                </a:lnTo>
                <a:lnTo>
                  <a:pt x="6765165" y="111328"/>
                </a:lnTo>
                <a:lnTo>
                  <a:pt x="6543548" y="520"/>
                </a:lnTo>
                <a:lnTo>
                  <a:pt x="6541343" y="0"/>
                </a:lnTo>
                <a:close/>
              </a:path>
              <a:path w="6768465" h="243839">
                <a:moveTo>
                  <a:pt x="95250" y="101600"/>
                </a:moveTo>
                <a:lnTo>
                  <a:pt x="19050" y="101600"/>
                </a:lnTo>
                <a:lnTo>
                  <a:pt x="11635" y="103097"/>
                </a:lnTo>
                <a:lnTo>
                  <a:pt x="5579" y="107181"/>
                </a:lnTo>
                <a:lnTo>
                  <a:pt x="1497" y="113237"/>
                </a:lnTo>
                <a:lnTo>
                  <a:pt x="0" y="120650"/>
                </a:lnTo>
                <a:lnTo>
                  <a:pt x="1497" y="128062"/>
                </a:lnTo>
                <a:lnTo>
                  <a:pt x="5579" y="134118"/>
                </a:lnTo>
                <a:lnTo>
                  <a:pt x="11635" y="138202"/>
                </a:lnTo>
                <a:lnTo>
                  <a:pt x="19050" y="139700"/>
                </a:lnTo>
                <a:lnTo>
                  <a:pt x="95250" y="139700"/>
                </a:lnTo>
                <a:lnTo>
                  <a:pt x="102665" y="138202"/>
                </a:lnTo>
                <a:lnTo>
                  <a:pt x="108720" y="134118"/>
                </a:lnTo>
                <a:lnTo>
                  <a:pt x="112803" y="128062"/>
                </a:lnTo>
                <a:lnTo>
                  <a:pt x="114300" y="120650"/>
                </a:lnTo>
                <a:lnTo>
                  <a:pt x="112803" y="113237"/>
                </a:lnTo>
                <a:lnTo>
                  <a:pt x="108720" y="107181"/>
                </a:lnTo>
                <a:lnTo>
                  <a:pt x="102665" y="103097"/>
                </a:lnTo>
                <a:lnTo>
                  <a:pt x="95250" y="101600"/>
                </a:lnTo>
                <a:close/>
              </a:path>
              <a:path w="6768465" h="243839">
                <a:moveTo>
                  <a:pt x="247650" y="101600"/>
                </a:moveTo>
                <a:lnTo>
                  <a:pt x="171450" y="101600"/>
                </a:lnTo>
                <a:lnTo>
                  <a:pt x="164035" y="103097"/>
                </a:lnTo>
                <a:lnTo>
                  <a:pt x="157979" y="107181"/>
                </a:lnTo>
                <a:lnTo>
                  <a:pt x="153897" y="113237"/>
                </a:lnTo>
                <a:lnTo>
                  <a:pt x="152400" y="120650"/>
                </a:lnTo>
                <a:lnTo>
                  <a:pt x="153897" y="128062"/>
                </a:lnTo>
                <a:lnTo>
                  <a:pt x="157979" y="134118"/>
                </a:lnTo>
                <a:lnTo>
                  <a:pt x="164035" y="138202"/>
                </a:lnTo>
                <a:lnTo>
                  <a:pt x="171450" y="139700"/>
                </a:lnTo>
                <a:lnTo>
                  <a:pt x="247650" y="139700"/>
                </a:lnTo>
                <a:lnTo>
                  <a:pt x="255065" y="138202"/>
                </a:lnTo>
                <a:lnTo>
                  <a:pt x="261120" y="134118"/>
                </a:lnTo>
                <a:lnTo>
                  <a:pt x="265203" y="128062"/>
                </a:lnTo>
                <a:lnTo>
                  <a:pt x="266700" y="120650"/>
                </a:lnTo>
                <a:lnTo>
                  <a:pt x="265203" y="113237"/>
                </a:lnTo>
                <a:lnTo>
                  <a:pt x="261120" y="107181"/>
                </a:lnTo>
                <a:lnTo>
                  <a:pt x="255065" y="103097"/>
                </a:lnTo>
                <a:lnTo>
                  <a:pt x="247650" y="101600"/>
                </a:lnTo>
                <a:close/>
              </a:path>
              <a:path w="6768465" h="243839">
                <a:moveTo>
                  <a:pt x="400050" y="101600"/>
                </a:moveTo>
                <a:lnTo>
                  <a:pt x="323850" y="101600"/>
                </a:lnTo>
                <a:lnTo>
                  <a:pt x="316435" y="103097"/>
                </a:lnTo>
                <a:lnTo>
                  <a:pt x="310379" y="107181"/>
                </a:lnTo>
                <a:lnTo>
                  <a:pt x="306297" y="113237"/>
                </a:lnTo>
                <a:lnTo>
                  <a:pt x="304800" y="120650"/>
                </a:lnTo>
                <a:lnTo>
                  <a:pt x="306297" y="128062"/>
                </a:lnTo>
                <a:lnTo>
                  <a:pt x="310379" y="134118"/>
                </a:lnTo>
                <a:lnTo>
                  <a:pt x="316435" y="138202"/>
                </a:lnTo>
                <a:lnTo>
                  <a:pt x="323850" y="139700"/>
                </a:lnTo>
                <a:lnTo>
                  <a:pt x="400050" y="139700"/>
                </a:lnTo>
                <a:lnTo>
                  <a:pt x="407465" y="138202"/>
                </a:lnTo>
                <a:lnTo>
                  <a:pt x="413520" y="134118"/>
                </a:lnTo>
                <a:lnTo>
                  <a:pt x="417603" y="128062"/>
                </a:lnTo>
                <a:lnTo>
                  <a:pt x="419100" y="120650"/>
                </a:lnTo>
                <a:lnTo>
                  <a:pt x="417603" y="113237"/>
                </a:lnTo>
                <a:lnTo>
                  <a:pt x="413520" y="107181"/>
                </a:lnTo>
                <a:lnTo>
                  <a:pt x="407465" y="103097"/>
                </a:lnTo>
                <a:lnTo>
                  <a:pt x="400050" y="101600"/>
                </a:lnTo>
                <a:close/>
              </a:path>
              <a:path w="6768465" h="243839">
                <a:moveTo>
                  <a:pt x="552450" y="101600"/>
                </a:moveTo>
                <a:lnTo>
                  <a:pt x="476250" y="101600"/>
                </a:lnTo>
                <a:lnTo>
                  <a:pt x="468835" y="103097"/>
                </a:lnTo>
                <a:lnTo>
                  <a:pt x="462779" y="107181"/>
                </a:lnTo>
                <a:lnTo>
                  <a:pt x="458697" y="113237"/>
                </a:lnTo>
                <a:lnTo>
                  <a:pt x="457200" y="120650"/>
                </a:lnTo>
                <a:lnTo>
                  <a:pt x="458697" y="128062"/>
                </a:lnTo>
                <a:lnTo>
                  <a:pt x="462779" y="134118"/>
                </a:lnTo>
                <a:lnTo>
                  <a:pt x="468835" y="138202"/>
                </a:lnTo>
                <a:lnTo>
                  <a:pt x="476250" y="139700"/>
                </a:lnTo>
                <a:lnTo>
                  <a:pt x="552450" y="139700"/>
                </a:lnTo>
                <a:lnTo>
                  <a:pt x="559865" y="138202"/>
                </a:lnTo>
                <a:lnTo>
                  <a:pt x="565920" y="134118"/>
                </a:lnTo>
                <a:lnTo>
                  <a:pt x="570003" y="128062"/>
                </a:lnTo>
                <a:lnTo>
                  <a:pt x="571500" y="120650"/>
                </a:lnTo>
                <a:lnTo>
                  <a:pt x="570003" y="113237"/>
                </a:lnTo>
                <a:lnTo>
                  <a:pt x="565920" y="107181"/>
                </a:lnTo>
                <a:lnTo>
                  <a:pt x="559865" y="103097"/>
                </a:lnTo>
                <a:lnTo>
                  <a:pt x="552450" y="101600"/>
                </a:lnTo>
                <a:close/>
              </a:path>
              <a:path w="6768465" h="243839">
                <a:moveTo>
                  <a:pt x="704850" y="101600"/>
                </a:moveTo>
                <a:lnTo>
                  <a:pt x="628650" y="101600"/>
                </a:lnTo>
                <a:lnTo>
                  <a:pt x="621235" y="103097"/>
                </a:lnTo>
                <a:lnTo>
                  <a:pt x="615179" y="107181"/>
                </a:lnTo>
                <a:lnTo>
                  <a:pt x="611097" y="113237"/>
                </a:lnTo>
                <a:lnTo>
                  <a:pt x="609600" y="120650"/>
                </a:lnTo>
                <a:lnTo>
                  <a:pt x="611097" y="128062"/>
                </a:lnTo>
                <a:lnTo>
                  <a:pt x="615179" y="134118"/>
                </a:lnTo>
                <a:lnTo>
                  <a:pt x="621235" y="138202"/>
                </a:lnTo>
                <a:lnTo>
                  <a:pt x="628650" y="139700"/>
                </a:lnTo>
                <a:lnTo>
                  <a:pt x="704850" y="139700"/>
                </a:lnTo>
                <a:lnTo>
                  <a:pt x="712265" y="138202"/>
                </a:lnTo>
                <a:lnTo>
                  <a:pt x="718320" y="134118"/>
                </a:lnTo>
                <a:lnTo>
                  <a:pt x="722403" y="128062"/>
                </a:lnTo>
                <a:lnTo>
                  <a:pt x="723900" y="120650"/>
                </a:lnTo>
                <a:lnTo>
                  <a:pt x="722403" y="113237"/>
                </a:lnTo>
                <a:lnTo>
                  <a:pt x="718320" y="107181"/>
                </a:lnTo>
                <a:lnTo>
                  <a:pt x="712265" y="103097"/>
                </a:lnTo>
                <a:lnTo>
                  <a:pt x="704850" y="101600"/>
                </a:lnTo>
                <a:close/>
              </a:path>
              <a:path w="6768465" h="243839">
                <a:moveTo>
                  <a:pt x="857250" y="101600"/>
                </a:moveTo>
                <a:lnTo>
                  <a:pt x="781050" y="101600"/>
                </a:lnTo>
                <a:lnTo>
                  <a:pt x="773635" y="103097"/>
                </a:lnTo>
                <a:lnTo>
                  <a:pt x="767579" y="107181"/>
                </a:lnTo>
                <a:lnTo>
                  <a:pt x="763497" y="113237"/>
                </a:lnTo>
                <a:lnTo>
                  <a:pt x="762000" y="120650"/>
                </a:lnTo>
                <a:lnTo>
                  <a:pt x="763497" y="128062"/>
                </a:lnTo>
                <a:lnTo>
                  <a:pt x="767579" y="134118"/>
                </a:lnTo>
                <a:lnTo>
                  <a:pt x="773635" y="138202"/>
                </a:lnTo>
                <a:lnTo>
                  <a:pt x="781050" y="139700"/>
                </a:lnTo>
                <a:lnTo>
                  <a:pt x="857250" y="139700"/>
                </a:lnTo>
                <a:lnTo>
                  <a:pt x="864665" y="138202"/>
                </a:lnTo>
                <a:lnTo>
                  <a:pt x="870720" y="134118"/>
                </a:lnTo>
                <a:lnTo>
                  <a:pt x="874803" y="128062"/>
                </a:lnTo>
                <a:lnTo>
                  <a:pt x="876300" y="120650"/>
                </a:lnTo>
                <a:lnTo>
                  <a:pt x="874803" y="113237"/>
                </a:lnTo>
                <a:lnTo>
                  <a:pt x="870720" y="107181"/>
                </a:lnTo>
                <a:lnTo>
                  <a:pt x="864665" y="103097"/>
                </a:lnTo>
                <a:lnTo>
                  <a:pt x="857250" y="101600"/>
                </a:lnTo>
                <a:close/>
              </a:path>
              <a:path w="6768465" h="243839">
                <a:moveTo>
                  <a:pt x="1009650" y="101600"/>
                </a:moveTo>
                <a:lnTo>
                  <a:pt x="933450" y="101600"/>
                </a:lnTo>
                <a:lnTo>
                  <a:pt x="926035" y="103097"/>
                </a:lnTo>
                <a:lnTo>
                  <a:pt x="919979" y="107181"/>
                </a:lnTo>
                <a:lnTo>
                  <a:pt x="915897" y="113237"/>
                </a:lnTo>
                <a:lnTo>
                  <a:pt x="914400" y="120650"/>
                </a:lnTo>
                <a:lnTo>
                  <a:pt x="915897" y="128062"/>
                </a:lnTo>
                <a:lnTo>
                  <a:pt x="919979" y="134118"/>
                </a:lnTo>
                <a:lnTo>
                  <a:pt x="926035" y="138202"/>
                </a:lnTo>
                <a:lnTo>
                  <a:pt x="933450" y="139700"/>
                </a:lnTo>
                <a:lnTo>
                  <a:pt x="1009650" y="139700"/>
                </a:lnTo>
                <a:lnTo>
                  <a:pt x="1017065" y="138202"/>
                </a:lnTo>
                <a:lnTo>
                  <a:pt x="1023120" y="134118"/>
                </a:lnTo>
                <a:lnTo>
                  <a:pt x="1027203" y="128062"/>
                </a:lnTo>
                <a:lnTo>
                  <a:pt x="1028700" y="120650"/>
                </a:lnTo>
                <a:lnTo>
                  <a:pt x="1027203" y="113237"/>
                </a:lnTo>
                <a:lnTo>
                  <a:pt x="1023120" y="107181"/>
                </a:lnTo>
                <a:lnTo>
                  <a:pt x="1017065" y="103097"/>
                </a:lnTo>
                <a:lnTo>
                  <a:pt x="1009650" y="101600"/>
                </a:lnTo>
                <a:close/>
              </a:path>
              <a:path w="6768465" h="243839">
                <a:moveTo>
                  <a:pt x="1162050" y="101600"/>
                </a:moveTo>
                <a:lnTo>
                  <a:pt x="1085850" y="101600"/>
                </a:lnTo>
                <a:lnTo>
                  <a:pt x="1078435" y="103097"/>
                </a:lnTo>
                <a:lnTo>
                  <a:pt x="1072379" y="107181"/>
                </a:lnTo>
                <a:lnTo>
                  <a:pt x="1068297" y="113237"/>
                </a:lnTo>
                <a:lnTo>
                  <a:pt x="1066800" y="120650"/>
                </a:lnTo>
                <a:lnTo>
                  <a:pt x="1068297" y="128062"/>
                </a:lnTo>
                <a:lnTo>
                  <a:pt x="1072379" y="134118"/>
                </a:lnTo>
                <a:lnTo>
                  <a:pt x="1078435" y="138202"/>
                </a:lnTo>
                <a:lnTo>
                  <a:pt x="1085850" y="139700"/>
                </a:lnTo>
                <a:lnTo>
                  <a:pt x="1162050" y="139700"/>
                </a:lnTo>
                <a:lnTo>
                  <a:pt x="1169465" y="138202"/>
                </a:lnTo>
                <a:lnTo>
                  <a:pt x="1175520" y="134118"/>
                </a:lnTo>
                <a:lnTo>
                  <a:pt x="1179603" y="128062"/>
                </a:lnTo>
                <a:lnTo>
                  <a:pt x="1181100" y="120650"/>
                </a:lnTo>
                <a:lnTo>
                  <a:pt x="1179603" y="113237"/>
                </a:lnTo>
                <a:lnTo>
                  <a:pt x="1175520" y="107181"/>
                </a:lnTo>
                <a:lnTo>
                  <a:pt x="1169465" y="103097"/>
                </a:lnTo>
                <a:lnTo>
                  <a:pt x="1162050" y="101600"/>
                </a:lnTo>
                <a:close/>
              </a:path>
              <a:path w="6768465" h="243839">
                <a:moveTo>
                  <a:pt x="1314450" y="101600"/>
                </a:moveTo>
                <a:lnTo>
                  <a:pt x="1238250" y="101600"/>
                </a:lnTo>
                <a:lnTo>
                  <a:pt x="1230835" y="103097"/>
                </a:lnTo>
                <a:lnTo>
                  <a:pt x="1224779" y="107181"/>
                </a:lnTo>
                <a:lnTo>
                  <a:pt x="1220697" y="113237"/>
                </a:lnTo>
                <a:lnTo>
                  <a:pt x="1219200" y="120650"/>
                </a:lnTo>
                <a:lnTo>
                  <a:pt x="1220697" y="128062"/>
                </a:lnTo>
                <a:lnTo>
                  <a:pt x="1224779" y="134118"/>
                </a:lnTo>
                <a:lnTo>
                  <a:pt x="1230835" y="138202"/>
                </a:lnTo>
                <a:lnTo>
                  <a:pt x="1238250" y="139700"/>
                </a:lnTo>
                <a:lnTo>
                  <a:pt x="1314450" y="139700"/>
                </a:lnTo>
                <a:lnTo>
                  <a:pt x="1321865" y="138202"/>
                </a:lnTo>
                <a:lnTo>
                  <a:pt x="1327920" y="134118"/>
                </a:lnTo>
                <a:lnTo>
                  <a:pt x="1332003" y="128062"/>
                </a:lnTo>
                <a:lnTo>
                  <a:pt x="1333500" y="120650"/>
                </a:lnTo>
                <a:lnTo>
                  <a:pt x="1332003" y="113237"/>
                </a:lnTo>
                <a:lnTo>
                  <a:pt x="1327920" y="107181"/>
                </a:lnTo>
                <a:lnTo>
                  <a:pt x="1321865" y="103097"/>
                </a:lnTo>
                <a:lnTo>
                  <a:pt x="1314450" y="101600"/>
                </a:lnTo>
                <a:close/>
              </a:path>
              <a:path w="6768465" h="243839">
                <a:moveTo>
                  <a:pt x="1466850" y="101600"/>
                </a:moveTo>
                <a:lnTo>
                  <a:pt x="1390650" y="101600"/>
                </a:lnTo>
                <a:lnTo>
                  <a:pt x="1383235" y="103097"/>
                </a:lnTo>
                <a:lnTo>
                  <a:pt x="1377179" y="107181"/>
                </a:lnTo>
                <a:lnTo>
                  <a:pt x="1373097" y="113237"/>
                </a:lnTo>
                <a:lnTo>
                  <a:pt x="1371600" y="120650"/>
                </a:lnTo>
                <a:lnTo>
                  <a:pt x="1373097" y="128062"/>
                </a:lnTo>
                <a:lnTo>
                  <a:pt x="1377179" y="134118"/>
                </a:lnTo>
                <a:lnTo>
                  <a:pt x="1383235" y="138202"/>
                </a:lnTo>
                <a:lnTo>
                  <a:pt x="1390650" y="139700"/>
                </a:lnTo>
                <a:lnTo>
                  <a:pt x="1466850" y="139700"/>
                </a:lnTo>
                <a:lnTo>
                  <a:pt x="1474265" y="138202"/>
                </a:lnTo>
                <a:lnTo>
                  <a:pt x="1480320" y="134118"/>
                </a:lnTo>
                <a:lnTo>
                  <a:pt x="1484403" y="128062"/>
                </a:lnTo>
                <a:lnTo>
                  <a:pt x="1485900" y="120650"/>
                </a:lnTo>
                <a:lnTo>
                  <a:pt x="1484403" y="113237"/>
                </a:lnTo>
                <a:lnTo>
                  <a:pt x="1480320" y="107181"/>
                </a:lnTo>
                <a:lnTo>
                  <a:pt x="1474265" y="103097"/>
                </a:lnTo>
                <a:lnTo>
                  <a:pt x="1466850" y="101600"/>
                </a:lnTo>
                <a:close/>
              </a:path>
              <a:path w="6768465" h="243839">
                <a:moveTo>
                  <a:pt x="1619250" y="101600"/>
                </a:moveTo>
                <a:lnTo>
                  <a:pt x="1543050" y="101600"/>
                </a:lnTo>
                <a:lnTo>
                  <a:pt x="1535635" y="103097"/>
                </a:lnTo>
                <a:lnTo>
                  <a:pt x="1529579" y="107181"/>
                </a:lnTo>
                <a:lnTo>
                  <a:pt x="1525497" y="113237"/>
                </a:lnTo>
                <a:lnTo>
                  <a:pt x="1524000" y="120650"/>
                </a:lnTo>
                <a:lnTo>
                  <a:pt x="1525497" y="128062"/>
                </a:lnTo>
                <a:lnTo>
                  <a:pt x="1529579" y="134118"/>
                </a:lnTo>
                <a:lnTo>
                  <a:pt x="1535635" y="138202"/>
                </a:lnTo>
                <a:lnTo>
                  <a:pt x="1543050" y="139700"/>
                </a:lnTo>
                <a:lnTo>
                  <a:pt x="1619250" y="139700"/>
                </a:lnTo>
                <a:lnTo>
                  <a:pt x="1626665" y="138202"/>
                </a:lnTo>
                <a:lnTo>
                  <a:pt x="1632720" y="134118"/>
                </a:lnTo>
                <a:lnTo>
                  <a:pt x="1636803" y="128062"/>
                </a:lnTo>
                <a:lnTo>
                  <a:pt x="1638300" y="120650"/>
                </a:lnTo>
                <a:lnTo>
                  <a:pt x="1636803" y="113237"/>
                </a:lnTo>
                <a:lnTo>
                  <a:pt x="1632720" y="107181"/>
                </a:lnTo>
                <a:lnTo>
                  <a:pt x="1626665" y="103097"/>
                </a:lnTo>
                <a:lnTo>
                  <a:pt x="1619250" y="101600"/>
                </a:lnTo>
                <a:close/>
              </a:path>
              <a:path w="6768465" h="243839">
                <a:moveTo>
                  <a:pt x="1771650" y="101600"/>
                </a:moveTo>
                <a:lnTo>
                  <a:pt x="1695450" y="101600"/>
                </a:lnTo>
                <a:lnTo>
                  <a:pt x="1688035" y="103097"/>
                </a:lnTo>
                <a:lnTo>
                  <a:pt x="1681979" y="107181"/>
                </a:lnTo>
                <a:lnTo>
                  <a:pt x="1677897" y="113237"/>
                </a:lnTo>
                <a:lnTo>
                  <a:pt x="1676400" y="120650"/>
                </a:lnTo>
                <a:lnTo>
                  <a:pt x="1677897" y="128062"/>
                </a:lnTo>
                <a:lnTo>
                  <a:pt x="1681979" y="134118"/>
                </a:lnTo>
                <a:lnTo>
                  <a:pt x="1688035" y="138202"/>
                </a:lnTo>
                <a:lnTo>
                  <a:pt x="1695450" y="139700"/>
                </a:lnTo>
                <a:lnTo>
                  <a:pt x="1771650" y="139700"/>
                </a:lnTo>
                <a:lnTo>
                  <a:pt x="1779065" y="138202"/>
                </a:lnTo>
                <a:lnTo>
                  <a:pt x="1785120" y="134118"/>
                </a:lnTo>
                <a:lnTo>
                  <a:pt x="1789203" y="128062"/>
                </a:lnTo>
                <a:lnTo>
                  <a:pt x="1790700" y="120650"/>
                </a:lnTo>
                <a:lnTo>
                  <a:pt x="1789203" y="113237"/>
                </a:lnTo>
                <a:lnTo>
                  <a:pt x="1785120" y="107181"/>
                </a:lnTo>
                <a:lnTo>
                  <a:pt x="1779065" y="103097"/>
                </a:lnTo>
                <a:lnTo>
                  <a:pt x="1771650" y="101600"/>
                </a:lnTo>
                <a:close/>
              </a:path>
              <a:path w="6768465" h="243839">
                <a:moveTo>
                  <a:pt x="1924050" y="101600"/>
                </a:moveTo>
                <a:lnTo>
                  <a:pt x="1847850" y="101600"/>
                </a:lnTo>
                <a:lnTo>
                  <a:pt x="1840435" y="103097"/>
                </a:lnTo>
                <a:lnTo>
                  <a:pt x="1834379" y="107181"/>
                </a:lnTo>
                <a:lnTo>
                  <a:pt x="1830297" y="113237"/>
                </a:lnTo>
                <a:lnTo>
                  <a:pt x="1828800" y="120650"/>
                </a:lnTo>
                <a:lnTo>
                  <a:pt x="1830297" y="128062"/>
                </a:lnTo>
                <a:lnTo>
                  <a:pt x="1834379" y="134118"/>
                </a:lnTo>
                <a:lnTo>
                  <a:pt x="1840435" y="138202"/>
                </a:lnTo>
                <a:lnTo>
                  <a:pt x="1847850" y="139700"/>
                </a:lnTo>
                <a:lnTo>
                  <a:pt x="1924050" y="139700"/>
                </a:lnTo>
                <a:lnTo>
                  <a:pt x="1931465" y="138202"/>
                </a:lnTo>
                <a:lnTo>
                  <a:pt x="1937520" y="134118"/>
                </a:lnTo>
                <a:lnTo>
                  <a:pt x="1941603" y="128062"/>
                </a:lnTo>
                <a:lnTo>
                  <a:pt x="1943100" y="120650"/>
                </a:lnTo>
                <a:lnTo>
                  <a:pt x="1941603" y="113237"/>
                </a:lnTo>
                <a:lnTo>
                  <a:pt x="1937520" y="107181"/>
                </a:lnTo>
                <a:lnTo>
                  <a:pt x="1931465" y="103097"/>
                </a:lnTo>
                <a:lnTo>
                  <a:pt x="1924050" y="101600"/>
                </a:lnTo>
                <a:close/>
              </a:path>
              <a:path w="6768465" h="243839">
                <a:moveTo>
                  <a:pt x="2076450" y="101600"/>
                </a:moveTo>
                <a:lnTo>
                  <a:pt x="2000250" y="101600"/>
                </a:lnTo>
                <a:lnTo>
                  <a:pt x="1992835" y="103097"/>
                </a:lnTo>
                <a:lnTo>
                  <a:pt x="1986779" y="107181"/>
                </a:lnTo>
                <a:lnTo>
                  <a:pt x="1982697" y="113237"/>
                </a:lnTo>
                <a:lnTo>
                  <a:pt x="1981200" y="120650"/>
                </a:lnTo>
                <a:lnTo>
                  <a:pt x="1982697" y="128062"/>
                </a:lnTo>
                <a:lnTo>
                  <a:pt x="1986779" y="134118"/>
                </a:lnTo>
                <a:lnTo>
                  <a:pt x="1992835" y="138202"/>
                </a:lnTo>
                <a:lnTo>
                  <a:pt x="2000250" y="139700"/>
                </a:lnTo>
                <a:lnTo>
                  <a:pt x="2076450" y="139700"/>
                </a:lnTo>
                <a:lnTo>
                  <a:pt x="2083865" y="138202"/>
                </a:lnTo>
                <a:lnTo>
                  <a:pt x="2089920" y="134118"/>
                </a:lnTo>
                <a:lnTo>
                  <a:pt x="2094003" y="128062"/>
                </a:lnTo>
                <a:lnTo>
                  <a:pt x="2095500" y="120650"/>
                </a:lnTo>
                <a:lnTo>
                  <a:pt x="2094003" y="113237"/>
                </a:lnTo>
                <a:lnTo>
                  <a:pt x="2089920" y="107181"/>
                </a:lnTo>
                <a:lnTo>
                  <a:pt x="2083865" y="103097"/>
                </a:lnTo>
                <a:lnTo>
                  <a:pt x="2076450" y="101600"/>
                </a:lnTo>
                <a:close/>
              </a:path>
              <a:path w="6768465" h="243839">
                <a:moveTo>
                  <a:pt x="2228850" y="101600"/>
                </a:moveTo>
                <a:lnTo>
                  <a:pt x="2152650" y="101600"/>
                </a:lnTo>
                <a:lnTo>
                  <a:pt x="2145235" y="103097"/>
                </a:lnTo>
                <a:lnTo>
                  <a:pt x="2139179" y="107181"/>
                </a:lnTo>
                <a:lnTo>
                  <a:pt x="2135097" y="113237"/>
                </a:lnTo>
                <a:lnTo>
                  <a:pt x="2133600" y="120650"/>
                </a:lnTo>
                <a:lnTo>
                  <a:pt x="2135097" y="128062"/>
                </a:lnTo>
                <a:lnTo>
                  <a:pt x="2139179" y="134118"/>
                </a:lnTo>
                <a:lnTo>
                  <a:pt x="2145235" y="138202"/>
                </a:lnTo>
                <a:lnTo>
                  <a:pt x="2152650" y="139700"/>
                </a:lnTo>
                <a:lnTo>
                  <a:pt x="2228850" y="139700"/>
                </a:lnTo>
                <a:lnTo>
                  <a:pt x="2236265" y="138202"/>
                </a:lnTo>
                <a:lnTo>
                  <a:pt x="2242320" y="134118"/>
                </a:lnTo>
                <a:lnTo>
                  <a:pt x="2246403" y="128062"/>
                </a:lnTo>
                <a:lnTo>
                  <a:pt x="2247900" y="120650"/>
                </a:lnTo>
                <a:lnTo>
                  <a:pt x="2246403" y="113237"/>
                </a:lnTo>
                <a:lnTo>
                  <a:pt x="2242320" y="107181"/>
                </a:lnTo>
                <a:lnTo>
                  <a:pt x="2236265" y="103097"/>
                </a:lnTo>
                <a:lnTo>
                  <a:pt x="2228850" y="101600"/>
                </a:lnTo>
                <a:close/>
              </a:path>
              <a:path w="6768465" h="243839">
                <a:moveTo>
                  <a:pt x="2381250" y="101600"/>
                </a:moveTo>
                <a:lnTo>
                  <a:pt x="2305050" y="101600"/>
                </a:lnTo>
                <a:lnTo>
                  <a:pt x="2297635" y="103097"/>
                </a:lnTo>
                <a:lnTo>
                  <a:pt x="2291579" y="107181"/>
                </a:lnTo>
                <a:lnTo>
                  <a:pt x="2287497" y="113237"/>
                </a:lnTo>
                <a:lnTo>
                  <a:pt x="2286000" y="120650"/>
                </a:lnTo>
                <a:lnTo>
                  <a:pt x="2287497" y="128062"/>
                </a:lnTo>
                <a:lnTo>
                  <a:pt x="2291579" y="134118"/>
                </a:lnTo>
                <a:lnTo>
                  <a:pt x="2297635" y="138202"/>
                </a:lnTo>
                <a:lnTo>
                  <a:pt x="2305050" y="139700"/>
                </a:lnTo>
                <a:lnTo>
                  <a:pt x="2381250" y="139700"/>
                </a:lnTo>
                <a:lnTo>
                  <a:pt x="2388665" y="138202"/>
                </a:lnTo>
                <a:lnTo>
                  <a:pt x="2394720" y="134118"/>
                </a:lnTo>
                <a:lnTo>
                  <a:pt x="2398803" y="128062"/>
                </a:lnTo>
                <a:lnTo>
                  <a:pt x="2400300" y="120650"/>
                </a:lnTo>
                <a:lnTo>
                  <a:pt x="2398803" y="113237"/>
                </a:lnTo>
                <a:lnTo>
                  <a:pt x="2394720" y="107181"/>
                </a:lnTo>
                <a:lnTo>
                  <a:pt x="2388665" y="103097"/>
                </a:lnTo>
                <a:lnTo>
                  <a:pt x="2381250" y="101600"/>
                </a:lnTo>
                <a:close/>
              </a:path>
              <a:path w="6768465" h="243839">
                <a:moveTo>
                  <a:pt x="2533649" y="101600"/>
                </a:moveTo>
                <a:lnTo>
                  <a:pt x="2457450" y="101600"/>
                </a:lnTo>
                <a:lnTo>
                  <a:pt x="2450035" y="103097"/>
                </a:lnTo>
                <a:lnTo>
                  <a:pt x="2443979" y="107181"/>
                </a:lnTo>
                <a:lnTo>
                  <a:pt x="2439897" y="113237"/>
                </a:lnTo>
                <a:lnTo>
                  <a:pt x="2438400" y="120650"/>
                </a:lnTo>
                <a:lnTo>
                  <a:pt x="2439897" y="128062"/>
                </a:lnTo>
                <a:lnTo>
                  <a:pt x="2443979" y="134118"/>
                </a:lnTo>
                <a:lnTo>
                  <a:pt x="2450035" y="138202"/>
                </a:lnTo>
                <a:lnTo>
                  <a:pt x="2457450" y="139700"/>
                </a:lnTo>
                <a:lnTo>
                  <a:pt x="2533649" y="139700"/>
                </a:lnTo>
                <a:lnTo>
                  <a:pt x="2541065" y="138202"/>
                </a:lnTo>
                <a:lnTo>
                  <a:pt x="2547120" y="134118"/>
                </a:lnTo>
                <a:lnTo>
                  <a:pt x="2551203" y="128062"/>
                </a:lnTo>
                <a:lnTo>
                  <a:pt x="2552699" y="120650"/>
                </a:lnTo>
                <a:lnTo>
                  <a:pt x="2551203" y="113237"/>
                </a:lnTo>
                <a:lnTo>
                  <a:pt x="2547120" y="107181"/>
                </a:lnTo>
                <a:lnTo>
                  <a:pt x="2541065" y="103097"/>
                </a:lnTo>
                <a:lnTo>
                  <a:pt x="2533649" y="101600"/>
                </a:lnTo>
                <a:close/>
              </a:path>
              <a:path w="6768465" h="243839">
                <a:moveTo>
                  <a:pt x="2686049" y="101600"/>
                </a:moveTo>
                <a:lnTo>
                  <a:pt x="2609849" y="101600"/>
                </a:lnTo>
                <a:lnTo>
                  <a:pt x="2602435" y="103097"/>
                </a:lnTo>
                <a:lnTo>
                  <a:pt x="2596379" y="107181"/>
                </a:lnTo>
                <a:lnTo>
                  <a:pt x="2592297" y="113237"/>
                </a:lnTo>
                <a:lnTo>
                  <a:pt x="2590799" y="120650"/>
                </a:lnTo>
                <a:lnTo>
                  <a:pt x="2592297" y="128062"/>
                </a:lnTo>
                <a:lnTo>
                  <a:pt x="2596379" y="134118"/>
                </a:lnTo>
                <a:lnTo>
                  <a:pt x="2602435" y="138202"/>
                </a:lnTo>
                <a:lnTo>
                  <a:pt x="2609849" y="139700"/>
                </a:lnTo>
                <a:lnTo>
                  <a:pt x="2686049" y="139700"/>
                </a:lnTo>
                <a:lnTo>
                  <a:pt x="2693465" y="138202"/>
                </a:lnTo>
                <a:lnTo>
                  <a:pt x="2699520" y="134118"/>
                </a:lnTo>
                <a:lnTo>
                  <a:pt x="2703603" y="128062"/>
                </a:lnTo>
                <a:lnTo>
                  <a:pt x="2705099" y="120650"/>
                </a:lnTo>
                <a:lnTo>
                  <a:pt x="2703603" y="113237"/>
                </a:lnTo>
                <a:lnTo>
                  <a:pt x="2699520" y="107181"/>
                </a:lnTo>
                <a:lnTo>
                  <a:pt x="2693465" y="103097"/>
                </a:lnTo>
                <a:lnTo>
                  <a:pt x="2686049" y="101600"/>
                </a:lnTo>
                <a:close/>
              </a:path>
              <a:path w="6768465" h="243839">
                <a:moveTo>
                  <a:pt x="2838449" y="101600"/>
                </a:moveTo>
                <a:lnTo>
                  <a:pt x="2762249" y="101600"/>
                </a:lnTo>
                <a:lnTo>
                  <a:pt x="2754835" y="103097"/>
                </a:lnTo>
                <a:lnTo>
                  <a:pt x="2748779" y="107181"/>
                </a:lnTo>
                <a:lnTo>
                  <a:pt x="2744697" y="113237"/>
                </a:lnTo>
                <a:lnTo>
                  <a:pt x="2743199" y="120650"/>
                </a:lnTo>
                <a:lnTo>
                  <a:pt x="2744697" y="128062"/>
                </a:lnTo>
                <a:lnTo>
                  <a:pt x="2748779" y="134118"/>
                </a:lnTo>
                <a:lnTo>
                  <a:pt x="2754835" y="138202"/>
                </a:lnTo>
                <a:lnTo>
                  <a:pt x="2762249" y="139700"/>
                </a:lnTo>
                <a:lnTo>
                  <a:pt x="2838449" y="139700"/>
                </a:lnTo>
                <a:lnTo>
                  <a:pt x="2845865" y="138202"/>
                </a:lnTo>
                <a:lnTo>
                  <a:pt x="2851920" y="134118"/>
                </a:lnTo>
                <a:lnTo>
                  <a:pt x="2856003" y="128062"/>
                </a:lnTo>
                <a:lnTo>
                  <a:pt x="2857499" y="120650"/>
                </a:lnTo>
                <a:lnTo>
                  <a:pt x="2856003" y="113237"/>
                </a:lnTo>
                <a:lnTo>
                  <a:pt x="2851920" y="107181"/>
                </a:lnTo>
                <a:lnTo>
                  <a:pt x="2845865" y="103097"/>
                </a:lnTo>
                <a:lnTo>
                  <a:pt x="2838449" y="101600"/>
                </a:lnTo>
                <a:close/>
              </a:path>
              <a:path w="6768465" h="243839">
                <a:moveTo>
                  <a:pt x="2990849" y="101600"/>
                </a:moveTo>
                <a:lnTo>
                  <a:pt x="2914649" y="101600"/>
                </a:lnTo>
                <a:lnTo>
                  <a:pt x="2907235" y="103097"/>
                </a:lnTo>
                <a:lnTo>
                  <a:pt x="2901179" y="107181"/>
                </a:lnTo>
                <a:lnTo>
                  <a:pt x="2897097" y="113237"/>
                </a:lnTo>
                <a:lnTo>
                  <a:pt x="2895599" y="120650"/>
                </a:lnTo>
                <a:lnTo>
                  <a:pt x="2897097" y="128062"/>
                </a:lnTo>
                <a:lnTo>
                  <a:pt x="2901179" y="134118"/>
                </a:lnTo>
                <a:lnTo>
                  <a:pt x="2907235" y="138202"/>
                </a:lnTo>
                <a:lnTo>
                  <a:pt x="2914649" y="139700"/>
                </a:lnTo>
                <a:lnTo>
                  <a:pt x="2990849" y="139700"/>
                </a:lnTo>
                <a:lnTo>
                  <a:pt x="2998265" y="138202"/>
                </a:lnTo>
                <a:lnTo>
                  <a:pt x="3004320" y="134118"/>
                </a:lnTo>
                <a:lnTo>
                  <a:pt x="3008403" y="128062"/>
                </a:lnTo>
                <a:lnTo>
                  <a:pt x="3009899" y="120650"/>
                </a:lnTo>
                <a:lnTo>
                  <a:pt x="3008403" y="113237"/>
                </a:lnTo>
                <a:lnTo>
                  <a:pt x="3004320" y="107181"/>
                </a:lnTo>
                <a:lnTo>
                  <a:pt x="2998265" y="103097"/>
                </a:lnTo>
                <a:lnTo>
                  <a:pt x="2990849" y="101600"/>
                </a:lnTo>
                <a:close/>
              </a:path>
              <a:path w="6768465" h="243839">
                <a:moveTo>
                  <a:pt x="3143249" y="101600"/>
                </a:moveTo>
                <a:lnTo>
                  <a:pt x="3067049" y="101600"/>
                </a:lnTo>
                <a:lnTo>
                  <a:pt x="3059635" y="103097"/>
                </a:lnTo>
                <a:lnTo>
                  <a:pt x="3053579" y="107181"/>
                </a:lnTo>
                <a:lnTo>
                  <a:pt x="3049497" y="113237"/>
                </a:lnTo>
                <a:lnTo>
                  <a:pt x="3047999" y="120650"/>
                </a:lnTo>
                <a:lnTo>
                  <a:pt x="3049497" y="128062"/>
                </a:lnTo>
                <a:lnTo>
                  <a:pt x="3053579" y="134118"/>
                </a:lnTo>
                <a:lnTo>
                  <a:pt x="3059635" y="138202"/>
                </a:lnTo>
                <a:lnTo>
                  <a:pt x="3067049" y="139700"/>
                </a:lnTo>
                <a:lnTo>
                  <a:pt x="3143249" y="139700"/>
                </a:lnTo>
                <a:lnTo>
                  <a:pt x="3150665" y="138202"/>
                </a:lnTo>
                <a:lnTo>
                  <a:pt x="3156720" y="134118"/>
                </a:lnTo>
                <a:lnTo>
                  <a:pt x="3160803" y="128062"/>
                </a:lnTo>
                <a:lnTo>
                  <a:pt x="3162299" y="120650"/>
                </a:lnTo>
                <a:lnTo>
                  <a:pt x="3160803" y="113237"/>
                </a:lnTo>
                <a:lnTo>
                  <a:pt x="3156720" y="107181"/>
                </a:lnTo>
                <a:lnTo>
                  <a:pt x="3150665" y="103097"/>
                </a:lnTo>
                <a:lnTo>
                  <a:pt x="3143249" y="101600"/>
                </a:lnTo>
                <a:close/>
              </a:path>
              <a:path w="6768465" h="243839">
                <a:moveTo>
                  <a:pt x="3295649" y="101600"/>
                </a:moveTo>
                <a:lnTo>
                  <a:pt x="3219449" y="101600"/>
                </a:lnTo>
                <a:lnTo>
                  <a:pt x="3212035" y="103097"/>
                </a:lnTo>
                <a:lnTo>
                  <a:pt x="3205979" y="107181"/>
                </a:lnTo>
                <a:lnTo>
                  <a:pt x="3201897" y="113237"/>
                </a:lnTo>
                <a:lnTo>
                  <a:pt x="3200399" y="120650"/>
                </a:lnTo>
                <a:lnTo>
                  <a:pt x="3201897" y="128062"/>
                </a:lnTo>
                <a:lnTo>
                  <a:pt x="3205979" y="134118"/>
                </a:lnTo>
                <a:lnTo>
                  <a:pt x="3212035" y="138202"/>
                </a:lnTo>
                <a:lnTo>
                  <a:pt x="3219449" y="139700"/>
                </a:lnTo>
                <a:lnTo>
                  <a:pt x="3295649" y="139700"/>
                </a:lnTo>
                <a:lnTo>
                  <a:pt x="3303065" y="138202"/>
                </a:lnTo>
                <a:lnTo>
                  <a:pt x="3309120" y="134118"/>
                </a:lnTo>
                <a:lnTo>
                  <a:pt x="3313203" y="128062"/>
                </a:lnTo>
                <a:lnTo>
                  <a:pt x="3314699" y="120650"/>
                </a:lnTo>
                <a:lnTo>
                  <a:pt x="3313203" y="113237"/>
                </a:lnTo>
                <a:lnTo>
                  <a:pt x="3309120" y="107181"/>
                </a:lnTo>
                <a:lnTo>
                  <a:pt x="3303065" y="103097"/>
                </a:lnTo>
                <a:lnTo>
                  <a:pt x="3295649" y="101600"/>
                </a:lnTo>
                <a:close/>
              </a:path>
              <a:path w="6768465" h="243839">
                <a:moveTo>
                  <a:pt x="3448049" y="101600"/>
                </a:moveTo>
                <a:lnTo>
                  <a:pt x="3371849" y="101600"/>
                </a:lnTo>
                <a:lnTo>
                  <a:pt x="3364435" y="103097"/>
                </a:lnTo>
                <a:lnTo>
                  <a:pt x="3358379" y="107181"/>
                </a:lnTo>
                <a:lnTo>
                  <a:pt x="3354297" y="113237"/>
                </a:lnTo>
                <a:lnTo>
                  <a:pt x="3352799" y="120650"/>
                </a:lnTo>
                <a:lnTo>
                  <a:pt x="3354297" y="128062"/>
                </a:lnTo>
                <a:lnTo>
                  <a:pt x="3358379" y="134118"/>
                </a:lnTo>
                <a:lnTo>
                  <a:pt x="3364435" y="138202"/>
                </a:lnTo>
                <a:lnTo>
                  <a:pt x="3371849" y="139700"/>
                </a:lnTo>
                <a:lnTo>
                  <a:pt x="3448049" y="139700"/>
                </a:lnTo>
                <a:lnTo>
                  <a:pt x="3455465" y="138202"/>
                </a:lnTo>
                <a:lnTo>
                  <a:pt x="3461520" y="134118"/>
                </a:lnTo>
                <a:lnTo>
                  <a:pt x="3465603" y="128062"/>
                </a:lnTo>
                <a:lnTo>
                  <a:pt x="3467099" y="120650"/>
                </a:lnTo>
                <a:lnTo>
                  <a:pt x="3465603" y="113237"/>
                </a:lnTo>
                <a:lnTo>
                  <a:pt x="3461520" y="107181"/>
                </a:lnTo>
                <a:lnTo>
                  <a:pt x="3455465" y="103097"/>
                </a:lnTo>
                <a:lnTo>
                  <a:pt x="3448049" y="101600"/>
                </a:lnTo>
                <a:close/>
              </a:path>
              <a:path w="6768465" h="243839">
                <a:moveTo>
                  <a:pt x="3600449" y="101600"/>
                </a:moveTo>
                <a:lnTo>
                  <a:pt x="3524249" y="101600"/>
                </a:lnTo>
                <a:lnTo>
                  <a:pt x="3516835" y="103097"/>
                </a:lnTo>
                <a:lnTo>
                  <a:pt x="3510779" y="107181"/>
                </a:lnTo>
                <a:lnTo>
                  <a:pt x="3506697" y="113237"/>
                </a:lnTo>
                <a:lnTo>
                  <a:pt x="3505199" y="120650"/>
                </a:lnTo>
                <a:lnTo>
                  <a:pt x="3506697" y="128062"/>
                </a:lnTo>
                <a:lnTo>
                  <a:pt x="3510779" y="134118"/>
                </a:lnTo>
                <a:lnTo>
                  <a:pt x="3516835" y="138202"/>
                </a:lnTo>
                <a:lnTo>
                  <a:pt x="3524249" y="139700"/>
                </a:lnTo>
                <a:lnTo>
                  <a:pt x="3600449" y="139700"/>
                </a:lnTo>
                <a:lnTo>
                  <a:pt x="3607865" y="138202"/>
                </a:lnTo>
                <a:lnTo>
                  <a:pt x="3613920" y="134118"/>
                </a:lnTo>
                <a:lnTo>
                  <a:pt x="3618003" y="128062"/>
                </a:lnTo>
                <a:lnTo>
                  <a:pt x="3619499" y="120650"/>
                </a:lnTo>
                <a:lnTo>
                  <a:pt x="3618003" y="113237"/>
                </a:lnTo>
                <a:lnTo>
                  <a:pt x="3613920" y="107181"/>
                </a:lnTo>
                <a:lnTo>
                  <a:pt x="3607865" y="103097"/>
                </a:lnTo>
                <a:lnTo>
                  <a:pt x="3600449" y="101600"/>
                </a:lnTo>
                <a:close/>
              </a:path>
              <a:path w="6768465" h="243839">
                <a:moveTo>
                  <a:pt x="3752849" y="101600"/>
                </a:moveTo>
                <a:lnTo>
                  <a:pt x="3676649" y="101600"/>
                </a:lnTo>
                <a:lnTo>
                  <a:pt x="3669235" y="103097"/>
                </a:lnTo>
                <a:lnTo>
                  <a:pt x="3663179" y="107181"/>
                </a:lnTo>
                <a:lnTo>
                  <a:pt x="3659097" y="113237"/>
                </a:lnTo>
                <a:lnTo>
                  <a:pt x="3657599" y="120650"/>
                </a:lnTo>
                <a:lnTo>
                  <a:pt x="3659097" y="128062"/>
                </a:lnTo>
                <a:lnTo>
                  <a:pt x="3663179" y="134118"/>
                </a:lnTo>
                <a:lnTo>
                  <a:pt x="3669235" y="138202"/>
                </a:lnTo>
                <a:lnTo>
                  <a:pt x="3676649" y="139700"/>
                </a:lnTo>
                <a:lnTo>
                  <a:pt x="3752849" y="139700"/>
                </a:lnTo>
                <a:lnTo>
                  <a:pt x="3760265" y="138202"/>
                </a:lnTo>
                <a:lnTo>
                  <a:pt x="3766320" y="134118"/>
                </a:lnTo>
                <a:lnTo>
                  <a:pt x="3770403" y="128062"/>
                </a:lnTo>
                <a:lnTo>
                  <a:pt x="3771899" y="120650"/>
                </a:lnTo>
                <a:lnTo>
                  <a:pt x="3770403" y="113237"/>
                </a:lnTo>
                <a:lnTo>
                  <a:pt x="3766320" y="107181"/>
                </a:lnTo>
                <a:lnTo>
                  <a:pt x="3760265" y="103097"/>
                </a:lnTo>
                <a:lnTo>
                  <a:pt x="3752849" y="101600"/>
                </a:lnTo>
                <a:close/>
              </a:path>
              <a:path w="6768465" h="243839">
                <a:moveTo>
                  <a:pt x="3905249" y="101600"/>
                </a:moveTo>
                <a:lnTo>
                  <a:pt x="3829049" y="101600"/>
                </a:lnTo>
                <a:lnTo>
                  <a:pt x="3821635" y="103097"/>
                </a:lnTo>
                <a:lnTo>
                  <a:pt x="3815579" y="107181"/>
                </a:lnTo>
                <a:lnTo>
                  <a:pt x="3811497" y="113237"/>
                </a:lnTo>
                <a:lnTo>
                  <a:pt x="3809999" y="120650"/>
                </a:lnTo>
                <a:lnTo>
                  <a:pt x="3811497" y="128062"/>
                </a:lnTo>
                <a:lnTo>
                  <a:pt x="3815579" y="134118"/>
                </a:lnTo>
                <a:lnTo>
                  <a:pt x="3821635" y="138202"/>
                </a:lnTo>
                <a:lnTo>
                  <a:pt x="3829049" y="139700"/>
                </a:lnTo>
                <a:lnTo>
                  <a:pt x="3905249" y="139700"/>
                </a:lnTo>
                <a:lnTo>
                  <a:pt x="3912665" y="138202"/>
                </a:lnTo>
                <a:lnTo>
                  <a:pt x="3918720" y="134118"/>
                </a:lnTo>
                <a:lnTo>
                  <a:pt x="3922803" y="128062"/>
                </a:lnTo>
                <a:lnTo>
                  <a:pt x="3924299" y="120650"/>
                </a:lnTo>
                <a:lnTo>
                  <a:pt x="3922803" y="113237"/>
                </a:lnTo>
                <a:lnTo>
                  <a:pt x="3918720" y="107181"/>
                </a:lnTo>
                <a:lnTo>
                  <a:pt x="3912665" y="103097"/>
                </a:lnTo>
                <a:lnTo>
                  <a:pt x="3905249" y="101600"/>
                </a:lnTo>
                <a:close/>
              </a:path>
              <a:path w="6768465" h="243839">
                <a:moveTo>
                  <a:pt x="4057649" y="101600"/>
                </a:moveTo>
                <a:lnTo>
                  <a:pt x="3981449" y="101600"/>
                </a:lnTo>
                <a:lnTo>
                  <a:pt x="3974035" y="103097"/>
                </a:lnTo>
                <a:lnTo>
                  <a:pt x="3967979" y="107181"/>
                </a:lnTo>
                <a:lnTo>
                  <a:pt x="3963897" y="113237"/>
                </a:lnTo>
                <a:lnTo>
                  <a:pt x="3962399" y="120650"/>
                </a:lnTo>
                <a:lnTo>
                  <a:pt x="3963897" y="128062"/>
                </a:lnTo>
                <a:lnTo>
                  <a:pt x="3967979" y="134118"/>
                </a:lnTo>
                <a:lnTo>
                  <a:pt x="3974035" y="138202"/>
                </a:lnTo>
                <a:lnTo>
                  <a:pt x="3981449" y="139700"/>
                </a:lnTo>
                <a:lnTo>
                  <a:pt x="4057649" y="139700"/>
                </a:lnTo>
                <a:lnTo>
                  <a:pt x="4065065" y="138202"/>
                </a:lnTo>
                <a:lnTo>
                  <a:pt x="4071120" y="134118"/>
                </a:lnTo>
                <a:lnTo>
                  <a:pt x="4075203" y="128062"/>
                </a:lnTo>
                <a:lnTo>
                  <a:pt x="4076699" y="120650"/>
                </a:lnTo>
                <a:lnTo>
                  <a:pt x="4075203" y="113237"/>
                </a:lnTo>
                <a:lnTo>
                  <a:pt x="4071120" y="107181"/>
                </a:lnTo>
                <a:lnTo>
                  <a:pt x="4065065" y="103097"/>
                </a:lnTo>
                <a:lnTo>
                  <a:pt x="4057649" y="101600"/>
                </a:lnTo>
                <a:close/>
              </a:path>
              <a:path w="6768465" h="243839">
                <a:moveTo>
                  <a:pt x="4210049" y="101600"/>
                </a:moveTo>
                <a:lnTo>
                  <a:pt x="4133849" y="101600"/>
                </a:lnTo>
                <a:lnTo>
                  <a:pt x="4126435" y="103097"/>
                </a:lnTo>
                <a:lnTo>
                  <a:pt x="4120379" y="107181"/>
                </a:lnTo>
                <a:lnTo>
                  <a:pt x="4116297" y="113237"/>
                </a:lnTo>
                <a:lnTo>
                  <a:pt x="4114799" y="120650"/>
                </a:lnTo>
                <a:lnTo>
                  <a:pt x="4116297" y="128062"/>
                </a:lnTo>
                <a:lnTo>
                  <a:pt x="4120379" y="134118"/>
                </a:lnTo>
                <a:lnTo>
                  <a:pt x="4126435" y="138202"/>
                </a:lnTo>
                <a:lnTo>
                  <a:pt x="4133849" y="139700"/>
                </a:lnTo>
                <a:lnTo>
                  <a:pt x="4210049" y="139700"/>
                </a:lnTo>
                <a:lnTo>
                  <a:pt x="4217465" y="138202"/>
                </a:lnTo>
                <a:lnTo>
                  <a:pt x="4223520" y="134118"/>
                </a:lnTo>
                <a:lnTo>
                  <a:pt x="4227603" y="128062"/>
                </a:lnTo>
                <a:lnTo>
                  <a:pt x="4229099" y="120650"/>
                </a:lnTo>
                <a:lnTo>
                  <a:pt x="4227603" y="113237"/>
                </a:lnTo>
                <a:lnTo>
                  <a:pt x="4223520" y="107181"/>
                </a:lnTo>
                <a:lnTo>
                  <a:pt x="4217465" y="103097"/>
                </a:lnTo>
                <a:lnTo>
                  <a:pt x="4210049" y="101600"/>
                </a:lnTo>
                <a:close/>
              </a:path>
              <a:path w="6768465" h="243839">
                <a:moveTo>
                  <a:pt x="4362449" y="101600"/>
                </a:moveTo>
                <a:lnTo>
                  <a:pt x="4286249" y="101600"/>
                </a:lnTo>
                <a:lnTo>
                  <a:pt x="4278835" y="103097"/>
                </a:lnTo>
                <a:lnTo>
                  <a:pt x="4272779" y="107181"/>
                </a:lnTo>
                <a:lnTo>
                  <a:pt x="4268697" y="113237"/>
                </a:lnTo>
                <a:lnTo>
                  <a:pt x="4267199" y="120650"/>
                </a:lnTo>
                <a:lnTo>
                  <a:pt x="4268697" y="128062"/>
                </a:lnTo>
                <a:lnTo>
                  <a:pt x="4272779" y="134118"/>
                </a:lnTo>
                <a:lnTo>
                  <a:pt x="4278835" y="138202"/>
                </a:lnTo>
                <a:lnTo>
                  <a:pt x="4286249" y="139700"/>
                </a:lnTo>
                <a:lnTo>
                  <a:pt x="4362449" y="139700"/>
                </a:lnTo>
                <a:lnTo>
                  <a:pt x="4369865" y="138202"/>
                </a:lnTo>
                <a:lnTo>
                  <a:pt x="4375920" y="134118"/>
                </a:lnTo>
                <a:lnTo>
                  <a:pt x="4380003" y="128062"/>
                </a:lnTo>
                <a:lnTo>
                  <a:pt x="4381499" y="120650"/>
                </a:lnTo>
                <a:lnTo>
                  <a:pt x="4380003" y="113237"/>
                </a:lnTo>
                <a:lnTo>
                  <a:pt x="4375920" y="107181"/>
                </a:lnTo>
                <a:lnTo>
                  <a:pt x="4369865" y="103097"/>
                </a:lnTo>
                <a:lnTo>
                  <a:pt x="4362449" y="101600"/>
                </a:lnTo>
                <a:close/>
              </a:path>
              <a:path w="6768465" h="243839">
                <a:moveTo>
                  <a:pt x="4514849" y="101600"/>
                </a:moveTo>
                <a:lnTo>
                  <a:pt x="4438649" y="101600"/>
                </a:lnTo>
                <a:lnTo>
                  <a:pt x="4431235" y="103097"/>
                </a:lnTo>
                <a:lnTo>
                  <a:pt x="4425179" y="107181"/>
                </a:lnTo>
                <a:lnTo>
                  <a:pt x="4421097" y="113237"/>
                </a:lnTo>
                <a:lnTo>
                  <a:pt x="4419599" y="120650"/>
                </a:lnTo>
                <a:lnTo>
                  <a:pt x="4421097" y="128062"/>
                </a:lnTo>
                <a:lnTo>
                  <a:pt x="4425179" y="134118"/>
                </a:lnTo>
                <a:lnTo>
                  <a:pt x="4431235" y="138202"/>
                </a:lnTo>
                <a:lnTo>
                  <a:pt x="4438649" y="139700"/>
                </a:lnTo>
                <a:lnTo>
                  <a:pt x="4514849" y="139700"/>
                </a:lnTo>
                <a:lnTo>
                  <a:pt x="4522265" y="138202"/>
                </a:lnTo>
                <a:lnTo>
                  <a:pt x="4528320" y="134118"/>
                </a:lnTo>
                <a:lnTo>
                  <a:pt x="4532403" y="128062"/>
                </a:lnTo>
                <a:lnTo>
                  <a:pt x="4533899" y="120650"/>
                </a:lnTo>
                <a:lnTo>
                  <a:pt x="4532403" y="113237"/>
                </a:lnTo>
                <a:lnTo>
                  <a:pt x="4528320" y="107181"/>
                </a:lnTo>
                <a:lnTo>
                  <a:pt x="4522265" y="103097"/>
                </a:lnTo>
                <a:lnTo>
                  <a:pt x="4514849" y="101600"/>
                </a:lnTo>
                <a:close/>
              </a:path>
              <a:path w="6768465" h="243839">
                <a:moveTo>
                  <a:pt x="4667249" y="101600"/>
                </a:moveTo>
                <a:lnTo>
                  <a:pt x="4591049" y="101600"/>
                </a:lnTo>
                <a:lnTo>
                  <a:pt x="4583635" y="103097"/>
                </a:lnTo>
                <a:lnTo>
                  <a:pt x="4577579" y="107181"/>
                </a:lnTo>
                <a:lnTo>
                  <a:pt x="4573497" y="113237"/>
                </a:lnTo>
                <a:lnTo>
                  <a:pt x="4571999" y="120650"/>
                </a:lnTo>
                <a:lnTo>
                  <a:pt x="4573497" y="128062"/>
                </a:lnTo>
                <a:lnTo>
                  <a:pt x="4577579" y="134118"/>
                </a:lnTo>
                <a:lnTo>
                  <a:pt x="4583635" y="138202"/>
                </a:lnTo>
                <a:lnTo>
                  <a:pt x="4591049" y="139700"/>
                </a:lnTo>
                <a:lnTo>
                  <a:pt x="4667249" y="139700"/>
                </a:lnTo>
                <a:lnTo>
                  <a:pt x="4674665" y="138202"/>
                </a:lnTo>
                <a:lnTo>
                  <a:pt x="4680720" y="134118"/>
                </a:lnTo>
                <a:lnTo>
                  <a:pt x="4684803" y="128062"/>
                </a:lnTo>
                <a:lnTo>
                  <a:pt x="4686299" y="120650"/>
                </a:lnTo>
                <a:lnTo>
                  <a:pt x="4684803" y="113237"/>
                </a:lnTo>
                <a:lnTo>
                  <a:pt x="4680720" y="107181"/>
                </a:lnTo>
                <a:lnTo>
                  <a:pt x="4674665" y="103097"/>
                </a:lnTo>
                <a:lnTo>
                  <a:pt x="4667249" y="101600"/>
                </a:lnTo>
                <a:close/>
              </a:path>
              <a:path w="6768465" h="243839">
                <a:moveTo>
                  <a:pt x="4819649" y="101600"/>
                </a:moveTo>
                <a:lnTo>
                  <a:pt x="4743449" y="101600"/>
                </a:lnTo>
                <a:lnTo>
                  <a:pt x="4736035" y="103097"/>
                </a:lnTo>
                <a:lnTo>
                  <a:pt x="4729979" y="107181"/>
                </a:lnTo>
                <a:lnTo>
                  <a:pt x="4725897" y="113237"/>
                </a:lnTo>
                <a:lnTo>
                  <a:pt x="4724399" y="120650"/>
                </a:lnTo>
                <a:lnTo>
                  <a:pt x="4725897" y="128062"/>
                </a:lnTo>
                <a:lnTo>
                  <a:pt x="4729979" y="134118"/>
                </a:lnTo>
                <a:lnTo>
                  <a:pt x="4736035" y="138202"/>
                </a:lnTo>
                <a:lnTo>
                  <a:pt x="4743449" y="139700"/>
                </a:lnTo>
                <a:lnTo>
                  <a:pt x="4819649" y="139700"/>
                </a:lnTo>
                <a:lnTo>
                  <a:pt x="4827065" y="138202"/>
                </a:lnTo>
                <a:lnTo>
                  <a:pt x="4833120" y="134118"/>
                </a:lnTo>
                <a:lnTo>
                  <a:pt x="4837203" y="128062"/>
                </a:lnTo>
                <a:lnTo>
                  <a:pt x="4838699" y="120650"/>
                </a:lnTo>
                <a:lnTo>
                  <a:pt x="4837203" y="113237"/>
                </a:lnTo>
                <a:lnTo>
                  <a:pt x="4833120" y="107181"/>
                </a:lnTo>
                <a:lnTo>
                  <a:pt x="4827065" y="103097"/>
                </a:lnTo>
                <a:lnTo>
                  <a:pt x="4819649" y="101600"/>
                </a:lnTo>
                <a:close/>
              </a:path>
              <a:path w="6768465" h="243839">
                <a:moveTo>
                  <a:pt x="4972049" y="101600"/>
                </a:moveTo>
                <a:lnTo>
                  <a:pt x="4895849" y="101600"/>
                </a:lnTo>
                <a:lnTo>
                  <a:pt x="4888435" y="103097"/>
                </a:lnTo>
                <a:lnTo>
                  <a:pt x="4882379" y="107181"/>
                </a:lnTo>
                <a:lnTo>
                  <a:pt x="4878297" y="113237"/>
                </a:lnTo>
                <a:lnTo>
                  <a:pt x="4876799" y="120650"/>
                </a:lnTo>
                <a:lnTo>
                  <a:pt x="4878297" y="128062"/>
                </a:lnTo>
                <a:lnTo>
                  <a:pt x="4882379" y="134118"/>
                </a:lnTo>
                <a:lnTo>
                  <a:pt x="4888435" y="138202"/>
                </a:lnTo>
                <a:lnTo>
                  <a:pt x="4895849" y="139700"/>
                </a:lnTo>
                <a:lnTo>
                  <a:pt x="4972049" y="139700"/>
                </a:lnTo>
                <a:lnTo>
                  <a:pt x="4979465" y="138202"/>
                </a:lnTo>
                <a:lnTo>
                  <a:pt x="4985520" y="134118"/>
                </a:lnTo>
                <a:lnTo>
                  <a:pt x="4989603" y="128062"/>
                </a:lnTo>
                <a:lnTo>
                  <a:pt x="4991099" y="120650"/>
                </a:lnTo>
                <a:lnTo>
                  <a:pt x="4989603" y="113237"/>
                </a:lnTo>
                <a:lnTo>
                  <a:pt x="4985520" y="107181"/>
                </a:lnTo>
                <a:lnTo>
                  <a:pt x="4979465" y="103097"/>
                </a:lnTo>
                <a:lnTo>
                  <a:pt x="4972049" y="101600"/>
                </a:lnTo>
                <a:close/>
              </a:path>
              <a:path w="6768465" h="243839">
                <a:moveTo>
                  <a:pt x="5124449" y="101600"/>
                </a:moveTo>
                <a:lnTo>
                  <a:pt x="5048249" y="101600"/>
                </a:lnTo>
                <a:lnTo>
                  <a:pt x="5040835" y="103097"/>
                </a:lnTo>
                <a:lnTo>
                  <a:pt x="5034779" y="107181"/>
                </a:lnTo>
                <a:lnTo>
                  <a:pt x="5030697" y="113237"/>
                </a:lnTo>
                <a:lnTo>
                  <a:pt x="5029199" y="120650"/>
                </a:lnTo>
                <a:lnTo>
                  <a:pt x="5030697" y="128062"/>
                </a:lnTo>
                <a:lnTo>
                  <a:pt x="5034779" y="134118"/>
                </a:lnTo>
                <a:lnTo>
                  <a:pt x="5040835" y="138202"/>
                </a:lnTo>
                <a:lnTo>
                  <a:pt x="5048249" y="139700"/>
                </a:lnTo>
                <a:lnTo>
                  <a:pt x="5124449" y="139700"/>
                </a:lnTo>
                <a:lnTo>
                  <a:pt x="5131865" y="138202"/>
                </a:lnTo>
                <a:lnTo>
                  <a:pt x="5137920" y="134118"/>
                </a:lnTo>
                <a:lnTo>
                  <a:pt x="5142003" y="128062"/>
                </a:lnTo>
                <a:lnTo>
                  <a:pt x="5143499" y="120650"/>
                </a:lnTo>
                <a:lnTo>
                  <a:pt x="5142003" y="113237"/>
                </a:lnTo>
                <a:lnTo>
                  <a:pt x="5137920" y="107181"/>
                </a:lnTo>
                <a:lnTo>
                  <a:pt x="5131865" y="103097"/>
                </a:lnTo>
                <a:lnTo>
                  <a:pt x="5124449" y="101600"/>
                </a:lnTo>
                <a:close/>
              </a:path>
              <a:path w="6768465" h="243839">
                <a:moveTo>
                  <a:pt x="5276849" y="101600"/>
                </a:moveTo>
                <a:lnTo>
                  <a:pt x="5200649" y="101600"/>
                </a:lnTo>
                <a:lnTo>
                  <a:pt x="5193235" y="103097"/>
                </a:lnTo>
                <a:lnTo>
                  <a:pt x="5187179" y="107181"/>
                </a:lnTo>
                <a:lnTo>
                  <a:pt x="5183097" y="113237"/>
                </a:lnTo>
                <a:lnTo>
                  <a:pt x="5181599" y="120650"/>
                </a:lnTo>
                <a:lnTo>
                  <a:pt x="5183097" y="128062"/>
                </a:lnTo>
                <a:lnTo>
                  <a:pt x="5187179" y="134118"/>
                </a:lnTo>
                <a:lnTo>
                  <a:pt x="5193235" y="138202"/>
                </a:lnTo>
                <a:lnTo>
                  <a:pt x="5200649" y="139700"/>
                </a:lnTo>
                <a:lnTo>
                  <a:pt x="5276849" y="139700"/>
                </a:lnTo>
                <a:lnTo>
                  <a:pt x="5284265" y="138202"/>
                </a:lnTo>
                <a:lnTo>
                  <a:pt x="5290320" y="134118"/>
                </a:lnTo>
                <a:lnTo>
                  <a:pt x="5294403" y="128062"/>
                </a:lnTo>
                <a:lnTo>
                  <a:pt x="5295899" y="120650"/>
                </a:lnTo>
                <a:lnTo>
                  <a:pt x="5294403" y="113237"/>
                </a:lnTo>
                <a:lnTo>
                  <a:pt x="5290320" y="107181"/>
                </a:lnTo>
                <a:lnTo>
                  <a:pt x="5284265" y="103097"/>
                </a:lnTo>
                <a:lnTo>
                  <a:pt x="5276849" y="101600"/>
                </a:lnTo>
                <a:close/>
              </a:path>
              <a:path w="6768465" h="243839">
                <a:moveTo>
                  <a:pt x="5429249" y="101600"/>
                </a:moveTo>
                <a:lnTo>
                  <a:pt x="5353049" y="101600"/>
                </a:lnTo>
                <a:lnTo>
                  <a:pt x="5345635" y="103097"/>
                </a:lnTo>
                <a:lnTo>
                  <a:pt x="5339579" y="107181"/>
                </a:lnTo>
                <a:lnTo>
                  <a:pt x="5335497" y="113237"/>
                </a:lnTo>
                <a:lnTo>
                  <a:pt x="5333999" y="120650"/>
                </a:lnTo>
                <a:lnTo>
                  <a:pt x="5335497" y="128062"/>
                </a:lnTo>
                <a:lnTo>
                  <a:pt x="5339579" y="134118"/>
                </a:lnTo>
                <a:lnTo>
                  <a:pt x="5345635" y="138202"/>
                </a:lnTo>
                <a:lnTo>
                  <a:pt x="5353049" y="139700"/>
                </a:lnTo>
                <a:lnTo>
                  <a:pt x="5429249" y="139700"/>
                </a:lnTo>
                <a:lnTo>
                  <a:pt x="5436665" y="138202"/>
                </a:lnTo>
                <a:lnTo>
                  <a:pt x="5442720" y="134118"/>
                </a:lnTo>
                <a:lnTo>
                  <a:pt x="5446803" y="128062"/>
                </a:lnTo>
                <a:lnTo>
                  <a:pt x="5448299" y="120650"/>
                </a:lnTo>
                <a:lnTo>
                  <a:pt x="5446803" y="113237"/>
                </a:lnTo>
                <a:lnTo>
                  <a:pt x="5442720" y="107181"/>
                </a:lnTo>
                <a:lnTo>
                  <a:pt x="5436665" y="103097"/>
                </a:lnTo>
                <a:lnTo>
                  <a:pt x="5429249" y="101600"/>
                </a:lnTo>
                <a:close/>
              </a:path>
              <a:path w="6768465" h="243839">
                <a:moveTo>
                  <a:pt x="5581649" y="101600"/>
                </a:moveTo>
                <a:lnTo>
                  <a:pt x="5505449" y="101600"/>
                </a:lnTo>
                <a:lnTo>
                  <a:pt x="5498035" y="103097"/>
                </a:lnTo>
                <a:lnTo>
                  <a:pt x="5491979" y="107181"/>
                </a:lnTo>
                <a:lnTo>
                  <a:pt x="5487897" y="113237"/>
                </a:lnTo>
                <a:lnTo>
                  <a:pt x="5486399" y="120650"/>
                </a:lnTo>
                <a:lnTo>
                  <a:pt x="5487897" y="128062"/>
                </a:lnTo>
                <a:lnTo>
                  <a:pt x="5491979" y="134118"/>
                </a:lnTo>
                <a:lnTo>
                  <a:pt x="5498035" y="138202"/>
                </a:lnTo>
                <a:lnTo>
                  <a:pt x="5505449" y="139700"/>
                </a:lnTo>
                <a:lnTo>
                  <a:pt x="5581649" y="139700"/>
                </a:lnTo>
                <a:lnTo>
                  <a:pt x="5589065" y="138202"/>
                </a:lnTo>
                <a:lnTo>
                  <a:pt x="5595120" y="134118"/>
                </a:lnTo>
                <a:lnTo>
                  <a:pt x="5599203" y="128062"/>
                </a:lnTo>
                <a:lnTo>
                  <a:pt x="5600699" y="120650"/>
                </a:lnTo>
                <a:lnTo>
                  <a:pt x="5599203" y="113237"/>
                </a:lnTo>
                <a:lnTo>
                  <a:pt x="5595120" y="107181"/>
                </a:lnTo>
                <a:lnTo>
                  <a:pt x="5589065" y="103097"/>
                </a:lnTo>
                <a:lnTo>
                  <a:pt x="5581649" y="101600"/>
                </a:lnTo>
                <a:close/>
              </a:path>
              <a:path w="6768465" h="243839">
                <a:moveTo>
                  <a:pt x="5734049" y="101600"/>
                </a:moveTo>
                <a:lnTo>
                  <a:pt x="5657849" y="101600"/>
                </a:lnTo>
                <a:lnTo>
                  <a:pt x="5650435" y="103097"/>
                </a:lnTo>
                <a:lnTo>
                  <a:pt x="5644379" y="107181"/>
                </a:lnTo>
                <a:lnTo>
                  <a:pt x="5640297" y="113237"/>
                </a:lnTo>
                <a:lnTo>
                  <a:pt x="5638799" y="120650"/>
                </a:lnTo>
                <a:lnTo>
                  <a:pt x="5640297" y="128062"/>
                </a:lnTo>
                <a:lnTo>
                  <a:pt x="5644379" y="134118"/>
                </a:lnTo>
                <a:lnTo>
                  <a:pt x="5650435" y="138202"/>
                </a:lnTo>
                <a:lnTo>
                  <a:pt x="5657849" y="139700"/>
                </a:lnTo>
                <a:lnTo>
                  <a:pt x="5734049" y="139700"/>
                </a:lnTo>
                <a:lnTo>
                  <a:pt x="5741465" y="138202"/>
                </a:lnTo>
                <a:lnTo>
                  <a:pt x="5747520" y="134118"/>
                </a:lnTo>
                <a:lnTo>
                  <a:pt x="5751603" y="128062"/>
                </a:lnTo>
                <a:lnTo>
                  <a:pt x="5753099" y="120650"/>
                </a:lnTo>
                <a:lnTo>
                  <a:pt x="5751603" y="113237"/>
                </a:lnTo>
                <a:lnTo>
                  <a:pt x="5747520" y="107181"/>
                </a:lnTo>
                <a:lnTo>
                  <a:pt x="5741465" y="103097"/>
                </a:lnTo>
                <a:lnTo>
                  <a:pt x="5734049" y="101600"/>
                </a:lnTo>
                <a:close/>
              </a:path>
              <a:path w="6768465" h="243839">
                <a:moveTo>
                  <a:pt x="5886449" y="101600"/>
                </a:moveTo>
                <a:lnTo>
                  <a:pt x="5810249" y="101600"/>
                </a:lnTo>
                <a:lnTo>
                  <a:pt x="5802835" y="103097"/>
                </a:lnTo>
                <a:lnTo>
                  <a:pt x="5796779" y="107181"/>
                </a:lnTo>
                <a:lnTo>
                  <a:pt x="5792697" y="113237"/>
                </a:lnTo>
                <a:lnTo>
                  <a:pt x="5791199" y="120650"/>
                </a:lnTo>
                <a:lnTo>
                  <a:pt x="5792697" y="128062"/>
                </a:lnTo>
                <a:lnTo>
                  <a:pt x="5796779" y="134118"/>
                </a:lnTo>
                <a:lnTo>
                  <a:pt x="5802835" y="138202"/>
                </a:lnTo>
                <a:lnTo>
                  <a:pt x="5810249" y="139700"/>
                </a:lnTo>
                <a:lnTo>
                  <a:pt x="5886449" y="139700"/>
                </a:lnTo>
                <a:lnTo>
                  <a:pt x="5893865" y="138202"/>
                </a:lnTo>
                <a:lnTo>
                  <a:pt x="5899920" y="134118"/>
                </a:lnTo>
                <a:lnTo>
                  <a:pt x="5904003" y="128062"/>
                </a:lnTo>
                <a:lnTo>
                  <a:pt x="5905499" y="120650"/>
                </a:lnTo>
                <a:lnTo>
                  <a:pt x="5904003" y="113237"/>
                </a:lnTo>
                <a:lnTo>
                  <a:pt x="5899920" y="107181"/>
                </a:lnTo>
                <a:lnTo>
                  <a:pt x="5893865" y="103097"/>
                </a:lnTo>
                <a:lnTo>
                  <a:pt x="5886449" y="101600"/>
                </a:lnTo>
                <a:close/>
              </a:path>
              <a:path w="6768465" h="243839">
                <a:moveTo>
                  <a:pt x="6038849" y="101600"/>
                </a:moveTo>
                <a:lnTo>
                  <a:pt x="5962649" y="101600"/>
                </a:lnTo>
                <a:lnTo>
                  <a:pt x="5955235" y="103097"/>
                </a:lnTo>
                <a:lnTo>
                  <a:pt x="5949179" y="107181"/>
                </a:lnTo>
                <a:lnTo>
                  <a:pt x="5945097" y="113237"/>
                </a:lnTo>
                <a:lnTo>
                  <a:pt x="5943599" y="120650"/>
                </a:lnTo>
                <a:lnTo>
                  <a:pt x="5945097" y="128062"/>
                </a:lnTo>
                <a:lnTo>
                  <a:pt x="5949179" y="134118"/>
                </a:lnTo>
                <a:lnTo>
                  <a:pt x="5955235" y="138202"/>
                </a:lnTo>
                <a:lnTo>
                  <a:pt x="5962649" y="139700"/>
                </a:lnTo>
                <a:lnTo>
                  <a:pt x="6038849" y="139700"/>
                </a:lnTo>
                <a:lnTo>
                  <a:pt x="6046265" y="138202"/>
                </a:lnTo>
                <a:lnTo>
                  <a:pt x="6052320" y="134118"/>
                </a:lnTo>
                <a:lnTo>
                  <a:pt x="6056403" y="128062"/>
                </a:lnTo>
                <a:lnTo>
                  <a:pt x="6057899" y="120650"/>
                </a:lnTo>
                <a:lnTo>
                  <a:pt x="6056403" y="113237"/>
                </a:lnTo>
                <a:lnTo>
                  <a:pt x="6052320" y="107181"/>
                </a:lnTo>
                <a:lnTo>
                  <a:pt x="6046265" y="103097"/>
                </a:lnTo>
                <a:lnTo>
                  <a:pt x="6038849" y="101600"/>
                </a:lnTo>
                <a:close/>
              </a:path>
              <a:path w="6768465" h="243839">
                <a:moveTo>
                  <a:pt x="6191249" y="101600"/>
                </a:moveTo>
                <a:lnTo>
                  <a:pt x="6115049" y="101600"/>
                </a:lnTo>
                <a:lnTo>
                  <a:pt x="6107635" y="103097"/>
                </a:lnTo>
                <a:lnTo>
                  <a:pt x="6101579" y="107181"/>
                </a:lnTo>
                <a:lnTo>
                  <a:pt x="6097497" y="113237"/>
                </a:lnTo>
                <a:lnTo>
                  <a:pt x="6095999" y="120650"/>
                </a:lnTo>
                <a:lnTo>
                  <a:pt x="6097497" y="128062"/>
                </a:lnTo>
                <a:lnTo>
                  <a:pt x="6101579" y="134118"/>
                </a:lnTo>
                <a:lnTo>
                  <a:pt x="6107635" y="138202"/>
                </a:lnTo>
                <a:lnTo>
                  <a:pt x="6115049" y="139700"/>
                </a:lnTo>
                <a:lnTo>
                  <a:pt x="6191249" y="139700"/>
                </a:lnTo>
                <a:lnTo>
                  <a:pt x="6198665" y="138202"/>
                </a:lnTo>
                <a:lnTo>
                  <a:pt x="6204720" y="134118"/>
                </a:lnTo>
                <a:lnTo>
                  <a:pt x="6208803" y="128062"/>
                </a:lnTo>
                <a:lnTo>
                  <a:pt x="6210299" y="120650"/>
                </a:lnTo>
                <a:lnTo>
                  <a:pt x="6208803" y="113237"/>
                </a:lnTo>
                <a:lnTo>
                  <a:pt x="6204720" y="107181"/>
                </a:lnTo>
                <a:lnTo>
                  <a:pt x="6198665" y="103097"/>
                </a:lnTo>
                <a:lnTo>
                  <a:pt x="6191249" y="101600"/>
                </a:lnTo>
                <a:close/>
              </a:path>
              <a:path w="6768465" h="243839">
                <a:moveTo>
                  <a:pt x="6343649" y="101600"/>
                </a:moveTo>
                <a:lnTo>
                  <a:pt x="6267449" y="101600"/>
                </a:lnTo>
                <a:lnTo>
                  <a:pt x="6260035" y="103097"/>
                </a:lnTo>
                <a:lnTo>
                  <a:pt x="6253979" y="107181"/>
                </a:lnTo>
                <a:lnTo>
                  <a:pt x="6249897" y="113237"/>
                </a:lnTo>
                <a:lnTo>
                  <a:pt x="6248399" y="120650"/>
                </a:lnTo>
                <a:lnTo>
                  <a:pt x="6249897" y="128062"/>
                </a:lnTo>
                <a:lnTo>
                  <a:pt x="6253979" y="134118"/>
                </a:lnTo>
                <a:lnTo>
                  <a:pt x="6260035" y="138202"/>
                </a:lnTo>
                <a:lnTo>
                  <a:pt x="6267449" y="139700"/>
                </a:lnTo>
                <a:lnTo>
                  <a:pt x="6343649" y="139700"/>
                </a:lnTo>
                <a:lnTo>
                  <a:pt x="6351065" y="138202"/>
                </a:lnTo>
                <a:lnTo>
                  <a:pt x="6357120" y="134118"/>
                </a:lnTo>
                <a:lnTo>
                  <a:pt x="6361203" y="128062"/>
                </a:lnTo>
                <a:lnTo>
                  <a:pt x="6362699" y="120650"/>
                </a:lnTo>
                <a:lnTo>
                  <a:pt x="6361203" y="113237"/>
                </a:lnTo>
                <a:lnTo>
                  <a:pt x="6357120" y="107181"/>
                </a:lnTo>
                <a:lnTo>
                  <a:pt x="6351065" y="103097"/>
                </a:lnTo>
                <a:lnTo>
                  <a:pt x="6343649" y="101600"/>
                </a:lnTo>
                <a:close/>
              </a:path>
              <a:path w="6768465" h="243839">
                <a:moveTo>
                  <a:pt x="6496049" y="101600"/>
                </a:moveTo>
                <a:lnTo>
                  <a:pt x="6419849" y="101600"/>
                </a:lnTo>
                <a:lnTo>
                  <a:pt x="6412435" y="103097"/>
                </a:lnTo>
                <a:lnTo>
                  <a:pt x="6406379" y="107181"/>
                </a:lnTo>
                <a:lnTo>
                  <a:pt x="6402297" y="113237"/>
                </a:lnTo>
                <a:lnTo>
                  <a:pt x="6400799" y="120650"/>
                </a:lnTo>
                <a:lnTo>
                  <a:pt x="6402297" y="128062"/>
                </a:lnTo>
                <a:lnTo>
                  <a:pt x="6406379" y="134118"/>
                </a:lnTo>
                <a:lnTo>
                  <a:pt x="6412435" y="138202"/>
                </a:lnTo>
                <a:lnTo>
                  <a:pt x="6419849" y="139700"/>
                </a:lnTo>
                <a:lnTo>
                  <a:pt x="6496049" y="139700"/>
                </a:lnTo>
                <a:lnTo>
                  <a:pt x="6503465" y="138202"/>
                </a:lnTo>
                <a:lnTo>
                  <a:pt x="6509520" y="134118"/>
                </a:lnTo>
                <a:lnTo>
                  <a:pt x="6513603" y="128062"/>
                </a:lnTo>
                <a:lnTo>
                  <a:pt x="6515100" y="120650"/>
                </a:lnTo>
                <a:lnTo>
                  <a:pt x="6513603" y="113237"/>
                </a:lnTo>
                <a:lnTo>
                  <a:pt x="6509520" y="107181"/>
                </a:lnTo>
                <a:lnTo>
                  <a:pt x="6503465" y="103097"/>
                </a:lnTo>
                <a:lnTo>
                  <a:pt x="6496049" y="10160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 name="object 3"/>
          <p:cNvSpPr txBox="1"/>
          <p:nvPr/>
        </p:nvSpPr>
        <p:spPr>
          <a:xfrm>
            <a:off x="2932626" y="1649095"/>
            <a:ext cx="999173" cy="361315"/>
          </a:xfrm>
          <a:prstGeom prst="rect">
            <a:avLst/>
          </a:prstGeom>
        </p:spPr>
        <p:txBody>
          <a:bodyPr vert="horz" wrap="square" lIns="0" tIns="46355" rIns="0" bIns="0" rtlCol="0">
            <a:spAutoFit/>
          </a:bodyPr>
          <a:lstStyle/>
          <a:p>
            <a:pPr algn="ctr">
              <a:spcBef>
                <a:spcPts val="365"/>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决策质量</a:t>
            </a:r>
            <a:endParaRPr sz="1050">
              <a:latin typeface="江城圆体 400W" panose="020B0800000000000000" pitchFamily="34" charset="-128"/>
              <a:ea typeface="江城圆体 400W" panose="020B0800000000000000" pitchFamily="34" charset="-128"/>
              <a:cs typeface="微软雅黑" panose="020B0503020204020204" charset="-122"/>
            </a:endParaRPr>
          </a:p>
          <a:p>
            <a:pPr algn="ctr">
              <a:spcBef>
                <a:spcPts val="240"/>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Quality of Decisions</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4" name="object 4"/>
          <p:cNvSpPr txBox="1"/>
          <p:nvPr/>
        </p:nvSpPr>
        <p:spPr>
          <a:xfrm>
            <a:off x="1733030" y="1714500"/>
            <a:ext cx="248920" cy="276860"/>
          </a:xfrm>
          <a:prstGeom prst="rect">
            <a:avLst/>
          </a:prstGeom>
        </p:spPr>
        <p:txBody>
          <a:bodyPr vert="horz" wrap="square" lIns="0" tIns="6350" rIns="0" bIns="0" rtlCol="0">
            <a:spAutoFit/>
          </a:bodyPr>
          <a:lstStyle/>
          <a:p>
            <a:pPr algn="ctr">
              <a:lnSpc>
                <a:spcPts val="1205"/>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差</a:t>
            </a:r>
            <a:endParaRPr sz="1050">
              <a:latin typeface="江城圆体 400W" panose="020B0800000000000000" pitchFamily="34" charset="-128"/>
              <a:ea typeface="江城圆体 400W" panose="020B0800000000000000" pitchFamily="34" charset="-128"/>
              <a:cs typeface="微软雅黑" panose="020B0503020204020204" charset="-122"/>
            </a:endParaRPr>
          </a:p>
          <a:p>
            <a:pPr algn="ctr">
              <a:lnSpc>
                <a:spcPts val="905"/>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Poor</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5" name="object 5"/>
          <p:cNvSpPr txBox="1"/>
          <p:nvPr/>
        </p:nvSpPr>
        <p:spPr>
          <a:xfrm>
            <a:off x="5376938" y="1708150"/>
            <a:ext cx="415925" cy="283210"/>
          </a:xfrm>
          <a:prstGeom prst="rect">
            <a:avLst/>
          </a:prstGeom>
        </p:spPr>
        <p:txBody>
          <a:bodyPr vert="horz" wrap="square" lIns="0" tIns="6350" rIns="0" bIns="0" rtlCol="0">
            <a:spAutoFit/>
          </a:bodyPr>
          <a:lstStyle/>
          <a:p>
            <a:pPr algn="ctr">
              <a:lnSpc>
                <a:spcPts val="1230"/>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最佳</a:t>
            </a:r>
            <a:endParaRPr sz="1050">
              <a:latin typeface="江城圆体 400W" panose="020B0800000000000000" pitchFamily="34" charset="-128"/>
              <a:ea typeface="江城圆体 400W" panose="020B0800000000000000" pitchFamily="34" charset="-128"/>
              <a:cs typeface="微软雅黑" panose="020B0503020204020204" charset="-122"/>
            </a:endParaRPr>
          </a:p>
          <a:p>
            <a:pPr algn="ctr">
              <a:lnSpc>
                <a:spcPts val="930"/>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Optimal</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6" name="object 6"/>
          <p:cNvSpPr/>
          <p:nvPr/>
        </p:nvSpPr>
        <p:spPr>
          <a:xfrm>
            <a:off x="1593665" y="2057400"/>
            <a:ext cx="121920" cy="2836863"/>
          </a:xfrm>
          <a:custGeom>
            <a:avLst/>
            <a:gdLst/>
            <a:ahLst/>
            <a:cxnLst/>
            <a:rect l="l" t="t" r="r" b="b"/>
            <a:pathLst>
              <a:path w="243839" h="5673725">
                <a:moveTo>
                  <a:pt x="14220" y="5429760"/>
                </a:moveTo>
                <a:lnTo>
                  <a:pt x="12015" y="5430277"/>
                </a:lnTo>
                <a:lnTo>
                  <a:pt x="2898" y="5434815"/>
                </a:lnTo>
                <a:lnTo>
                  <a:pt x="0" y="5443456"/>
                </a:lnTo>
                <a:lnTo>
                  <a:pt x="110802" y="5666060"/>
                </a:lnTo>
                <a:lnTo>
                  <a:pt x="113056" y="5668323"/>
                </a:lnTo>
                <a:lnTo>
                  <a:pt x="122943" y="5673289"/>
                </a:lnTo>
                <a:lnTo>
                  <a:pt x="131594" y="5670423"/>
                </a:lnTo>
                <a:lnTo>
                  <a:pt x="242802" y="5449004"/>
                </a:lnTo>
                <a:lnTo>
                  <a:pt x="243326" y="5446801"/>
                </a:lnTo>
                <a:lnTo>
                  <a:pt x="243249" y="5442997"/>
                </a:lnTo>
                <a:lnTo>
                  <a:pt x="242481" y="5435785"/>
                </a:lnTo>
                <a:lnTo>
                  <a:pt x="236382" y="5430160"/>
                </a:lnTo>
                <a:lnTo>
                  <a:pt x="141707" y="5429986"/>
                </a:lnTo>
                <a:lnTo>
                  <a:pt x="103670" y="5429920"/>
                </a:lnTo>
                <a:lnTo>
                  <a:pt x="14220" y="5429760"/>
                </a:lnTo>
                <a:close/>
              </a:path>
              <a:path w="243839" h="5673725">
                <a:moveTo>
                  <a:pt x="122880" y="5333991"/>
                </a:moveTo>
                <a:lnTo>
                  <a:pt x="103670" y="5429920"/>
                </a:lnTo>
                <a:lnTo>
                  <a:pt x="141712" y="5429920"/>
                </a:lnTo>
                <a:lnTo>
                  <a:pt x="141758" y="5429275"/>
                </a:lnTo>
                <a:lnTo>
                  <a:pt x="141882" y="5353006"/>
                </a:lnTo>
                <a:lnTo>
                  <a:pt x="140412" y="5345657"/>
                </a:lnTo>
                <a:lnTo>
                  <a:pt x="136340" y="5339595"/>
                </a:lnTo>
                <a:lnTo>
                  <a:pt x="130292" y="5335501"/>
                </a:lnTo>
                <a:lnTo>
                  <a:pt x="122880" y="5333991"/>
                </a:lnTo>
                <a:close/>
              </a:path>
              <a:path w="243839" h="5673725">
                <a:moveTo>
                  <a:pt x="123154" y="5181591"/>
                </a:moveTo>
                <a:lnTo>
                  <a:pt x="103946" y="5276875"/>
                </a:lnTo>
                <a:lnTo>
                  <a:pt x="105416" y="5284225"/>
                </a:lnTo>
                <a:lnTo>
                  <a:pt x="109488" y="5290287"/>
                </a:lnTo>
                <a:lnTo>
                  <a:pt x="115536" y="5294380"/>
                </a:lnTo>
                <a:lnTo>
                  <a:pt x="122948" y="5295891"/>
                </a:lnTo>
                <a:lnTo>
                  <a:pt x="130366" y="5294407"/>
                </a:lnTo>
                <a:lnTo>
                  <a:pt x="136428" y="5290336"/>
                </a:lnTo>
                <a:lnTo>
                  <a:pt x="140522" y="5284288"/>
                </a:lnTo>
                <a:lnTo>
                  <a:pt x="142032" y="5276875"/>
                </a:lnTo>
                <a:lnTo>
                  <a:pt x="142156" y="5200606"/>
                </a:lnTo>
                <a:lnTo>
                  <a:pt x="140686" y="5193257"/>
                </a:lnTo>
                <a:lnTo>
                  <a:pt x="136614" y="5187195"/>
                </a:lnTo>
                <a:lnTo>
                  <a:pt x="130566" y="5183101"/>
                </a:lnTo>
                <a:lnTo>
                  <a:pt x="123154" y="5181591"/>
                </a:lnTo>
                <a:close/>
              </a:path>
              <a:path w="243839" h="5673725">
                <a:moveTo>
                  <a:pt x="123428" y="5029192"/>
                </a:moveTo>
                <a:lnTo>
                  <a:pt x="104220" y="5124475"/>
                </a:lnTo>
                <a:lnTo>
                  <a:pt x="105690" y="5131825"/>
                </a:lnTo>
                <a:lnTo>
                  <a:pt x="109762" y="5137888"/>
                </a:lnTo>
                <a:lnTo>
                  <a:pt x="115810" y="5141981"/>
                </a:lnTo>
                <a:lnTo>
                  <a:pt x="123223" y="5143491"/>
                </a:lnTo>
                <a:lnTo>
                  <a:pt x="130640" y="5142007"/>
                </a:lnTo>
                <a:lnTo>
                  <a:pt x="136703" y="5137936"/>
                </a:lnTo>
                <a:lnTo>
                  <a:pt x="140796" y="5131888"/>
                </a:lnTo>
                <a:lnTo>
                  <a:pt x="142307" y="5124475"/>
                </a:lnTo>
                <a:lnTo>
                  <a:pt x="142430" y="5048208"/>
                </a:lnTo>
                <a:lnTo>
                  <a:pt x="140960" y="5040858"/>
                </a:lnTo>
                <a:lnTo>
                  <a:pt x="136888" y="5034795"/>
                </a:lnTo>
                <a:lnTo>
                  <a:pt x="130840" y="5030702"/>
                </a:lnTo>
                <a:lnTo>
                  <a:pt x="123428" y="5029192"/>
                </a:lnTo>
                <a:close/>
              </a:path>
              <a:path w="243839" h="5673725">
                <a:moveTo>
                  <a:pt x="123701" y="4876792"/>
                </a:moveTo>
                <a:lnTo>
                  <a:pt x="104495" y="4972076"/>
                </a:lnTo>
                <a:lnTo>
                  <a:pt x="105965" y="4979425"/>
                </a:lnTo>
                <a:lnTo>
                  <a:pt x="110036" y="4985488"/>
                </a:lnTo>
                <a:lnTo>
                  <a:pt x="116084" y="4989581"/>
                </a:lnTo>
                <a:lnTo>
                  <a:pt x="123497" y="4991092"/>
                </a:lnTo>
                <a:lnTo>
                  <a:pt x="130914" y="4989608"/>
                </a:lnTo>
                <a:lnTo>
                  <a:pt x="136977" y="4985536"/>
                </a:lnTo>
                <a:lnTo>
                  <a:pt x="141071" y="4979488"/>
                </a:lnTo>
                <a:lnTo>
                  <a:pt x="142581" y="4972076"/>
                </a:lnTo>
                <a:lnTo>
                  <a:pt x="142703" y="4895808"/>
                </a:lnTo>
                <a:lnTo>
                  <a:pt x="141234" y="4888459"/>
                </a:lnTo>
                <a:lnTo>
                  <a:pt x="137162" y="4882396"/>
                </a:lnTo>
                <a:lnTo>
                  <a:pt x="131114" y="4878302"/>
                </a:lnTo>
                <a:lnTo>
                  <a:pt x="123701" y="4876792"/>
                </a:lnTo>
                <a:close/>
              </a:path>
              <a:path w="243839" h="5673725">
                <a:moveTo>
                  <a:pt x="123976" y="4724392"/>
                </a:moveTo>
                <a:lnTo>
                  <a:pt x="104768" y="4819676"/>
                </a:lnTo>
                <a:lnTo>
                  <a:pt x="106238" y="4827025"/>
                </a:lnTo>
                <a:lnTo>
                  <a:pt x="110310" y="4833088"/>
                </a:lnTo>
                <a:lnTo>
                  <a:pt x="116358" y="4837181"/>
                </a:lnTo>
                <a:lnTo>
                  <a:pt x="123770" y="4838692"/>
                </a:lnTo>
                <a:lnTo>
                  <a:pt x="131188" y="4837208"/>
                </a:lnTo>
                <a:lnTo>
                  <a:pt x="137251" y="4833136"/>
                </a:lnTo>
                <a:lnTo>
                  <a:pt x="141344" y="4827088"/>
                </a:lnTo>
                <a:lnTo>
                  <a:pt x="142854" y="4819676"/>
                </a:lnTo>
                <a:lnTo>
                  <a:pt x="142978" y="4743408"/>
                </a:lnTo>
                <a:lnTo>
                  <a:pt x="141508" y="4736059"/>
                </a:lnTo>
                <a:lnTo>
                  <a:pt x="137436" y="4729996"/>
                </a:lnTo>
                <a:lnTo>
                  <a:pt x="131388" y="4725902"/>
                </a:lnTo>
                <a:lnTo>
                  <a:pt x="123976" y="4724392"/>
                </a:lnTo>
                <a:close/>
              </a:path>
              <a:path w="243839" h="5673725">
                <a:moveTo>
                  <a:pt x="124250" y="4571992"/>
                </a:moveTo>
                <a:lnTo>
                  <a:pt x="105042" y="4667276"/>
                </a:lnTo>
                <a:lnTo>
                  <a:pt x="106512" y="4674625"/>
                </a:lnTo>
                <a:lnTo>
                  <a:pt x="110584" y="4680688"/>
                </a:lnTo>
                <a:lnTo>
                  <a:pt x="116632" y="4684781"/>
                </a:lnTo>
                <a:lnTo>
                  <a:pt x="124044" y="4686292"/>
                </a:lnTo>
                <a:lnTo>
                  <a:pt x="131462" y="4684808"/>
                </a:lnTo>
                <a:lnTo>
                  <a:pt x="137525" y="4680736"/>
                </a:lnTo>
                <a:lnTo>
                  <a:pt x="141618" y="4674688"/>
                </a:lnTo>
                <a:lnTo>
                  <a:pt x="143129" y="4667276"/>
                </a:lnTo>
                <a:lnTo>
                  <a:pt x="143252" y="4591008"/>
                </a:lnTo>
                <a:lnTo>
                  <a:pt x="141782" y="4583659"/>
                </a:lnTo>
                <a:lnTo>
                  <a:pt x="137711" y="4577596"/>
                </a:lnTo>
                <a:lnTo>
                  <a:pt x="131663" y="4573502"/>
                </a:lnTo>
                <a:lnTo>
                  <a:pt x="124250" y="4571992"/>
                </a:lnTo>
                <a:close/>
              </a:path>
              <a:path w="243839" h="5673725">
                <a:moveTo>
                  <a:pt x="124524" y="4419592"/>
                </a:moveTo>
                <a:lnTo>
                  <a:pt x="105317" y="4514876"/>
                </a:lnTo>
                <a:lnTo>
                  <a:pt x="106787" y="4522226"/>
                </a:lnTo>
                <a:lnTo>
                  <a:pt x="110858" y="4528288"/>
                </a:lnTo>
                <a:lnTo>
                  <a:pt x="116906" y="4532382"/>
                </a:lnTo>
                <a:lnTo>
                  <a:pt x="124319" y="4533892"/>
                </a:lnTo>
                <a:lnTo>
                  <a:pt x="131736" y="4532408"/>
                </a:lnTo>
                <a:lnTo>
                  <a:pt x="137799" y="4528337"/>
                </a:lnTo>
                <a:lnTo>
                  <a:pt x="141892" y="4522289"/>
                </a:lnTo>
                <a:lnTo>
                  <a:pt x="143403" y="4514876"/>
                </a:lnTo>
                <a:lnTo>
                  <a:pt x="143526" y="4438608"/>
                </a:lnTo>
                <a:lnTo>
                  <a:pt x="142056" y="4431259"/>
                </a:lnTo>
                <a:lnTo>
                  <a:pt x="137985" y="4425196"/>
                </a:lnTo>
                <a:lnTo>
                  <a:pt x="131937" y="4421102"/>
                </a:lnTo>
                <a:lnTo>
                  <a:pt x="124524" y="4419592"/>
                </a:lnTo>
                <a:close/>
              </a:path>
              <a:path w="243839" h="5673725">
                <a:moveTo>
                  <a:pt x="124799" y="4267193"/>
                </a:moveTo>
                <a:lnTo>
                  <a:pt x="105591" y="4362476"/>
                </a:lnTo>
                <a:lnTo>
                  <a:pt x="107061" y="4369826"/>
                </a:lnTo>
                <a:lnTo>
                  <a:pt x="111133" y="4375889"/>
                </a:lnTo>
                <a:lnTo>
                  <a:pt x="117181" y="4379982"/>
                </a:lnTo>
                <a:lnTo>
                  <a:pt x="124593" y="4381492"/>
                </a:lnTo>
                <a:lnTo>
                  <a:pt x="132011" y="4380008"/>
                </a:lnTo>
                <a:lnTo>
                  <a:pt x="138073" y="4375937"/>
                </a:lnTo>
                <a:lnTo>
                  <a:pt x="142167" y="4369889"/>
                </a:lnTo>
                <a:lnTo>
                  <a:pt x="143677" y="4362476"/>
                </a:lnTo>
                <a:lnTo>
                  <a:pt x="143801" y="4286209"/>
                </a:lnTo>
                <a:lnTo>
                  <a:pt x="142331" y="4278859"/>
                </a:lnTo>
                <a:lnTo>
                  <a:pt x="138259" y="4272796"/>
                </a:lnTo>
                <a:lnTo>
                  <a:pt x="132211" y="4268703"/>
                </a:lnTo>
                <a:lnTo>
                  <a:pt x="124799" y="4267193"/>
                </a:lnTo>
                <a:close/>
              </a:path>
              <a:path w="243839" h="5673725">
                <a:moveTo>
                  <a:pt x="125073" y="4114793"/>
                </a:moveTo>
                <a:lnTo>
                  <a:pt x="105865" y="4210077"/>
                </a:lnTo>
                <a:lnTo>
                  <a:pt x="107335" y="4217427"/>
                </a:lnTo>
                <a:lnTo>
                  <a:pt x="111407" y="4223489"/>
                </a:lnTo>
                <a:lnTo>
                  <a:pt x="117455" y="4227583"/>
                </a:lnTo>
                <a:lnTo>
                  <a:pt x="124867" y="4229093"/>
                </a:lnTo>
                <a:lnTo>
                  <a:pt x="132285" y="4227609"/>
                </a:lnTo>
                <a:lnTo>
                  <a:pt x="138347" y="4223538"/>
                </a:lnTo>
                <a:lnTo>
                  <a:pt x="142441" y="4217490"/>
                </a:lnTo>
                <a:lnTo>
                  <a:pt x="143951" y="4210077"/>
                </a:lnTo>
                <a:lnTo>
                  <a:pt x="144075" y="4133809"/>
                </a:lnTo>
                <a:lnTo>
                  <a:pt x="142605" y="4126459"/>
                </a:lnTo>
                <a:lnTo>
                  <a:pt x="138533" y="4120397"/>
                </a:lnTo>
                <a:lnTo>
                  <a:pt x="132485" y="4116303"/>
                </a:lnTo>
                <a:lnTo>
                  <a:pt x="125073" y="4114793"/>
                </a:lnTo>
                <a:close/>
              </a:path>
              <a:path w="243839" h="5673725">
                <a:moveTo>
                  <a:pt x="125347" y="3962393"/>
                </a:moveTo>
                <a:lnTo>
                  <a:pt x="106139" y="4057677"/>
                </a:lnTo>
                <a:lnTo>
                  <a:pt x="107609" y="4065027"/>
                </a:lnTo>
                <a:lnTo>
                  <a:pt x="111681" y="4071089"/>
                </a:lnTo>
                <a:lnTo>
                  <a:pt x="117729" y="4075183"/>
                </a:lnTo>
                <a:lnTo>
                  <a:pt x="125141" y="4076693"/>
                </a:lnTo>
                <a:lnTo>
                  <a:pt x="132559" y="4075209"/>
                </a:lnTo>
                <a:lnTo>
                  <a:pt x="138622" y="4071138"/>
                </a:lnTo>
                <a:lnTo>
                  <a:pt x="142715" y="4065090"/>
                </a:lnTo>
                <a:lnTo>
                  <a:pt x="144226" y="4057677"/>
                </a:lnTo>
                <a:lnTo>
                  <a:pt x="144349" y="3981409"/>
                </a:lnTo>
                <a:lnTo>
                  <a:pt x="142879" y="3974060"/>
                </a:lnTo>
                <a:lnTo>
                  <a:pt x="138807" y="3967997"/>
                </a:lnTo>
                <a:lnTo>
                  <a:pt x="132760" y="3963904"/>
                </a:lnTo>
                <a:lnTo>
                  <a:pt x="125347" y="3962393"/>
                </a:lnTo>
                <a:close/>
              </a:path>
              <a:path w="243839" h="5673725">
                <a:moveTo>
                  <a:pt x="125622" y="3809993"/>
                </a:moveTo>
                <a:lnTo>
                  <a:pt x="106414" y="3905277"/>
                </a:lnTo>
                <a:lnTo>
                  <a:pt x="107884" y="3912627"/>
                </a:lnTo>
                <a:lnTo>
                  <a:pt x="111956" y="3918689"/>
                </a:lnTo>
                <a:lnTo>
                  <a:pt x="118004" y="3922783"/>
                </a:lnTo>
                <a:lnTo>
                  <a:pt x="125416" y="3924293"/>
                </a:lnTo>
                <a:lnTo>
                  <a:pt x="132833" y="3922809"/>
                </a:lnTo>
                <a:lnTo>
                  <a:pt x="138896" y="3918738"/>
                </a:lnTo>
                <a:lnTo>
                  <a:pt x="142990" y="3912690"/>
                </a:lnTo>
                <a:lnTo>
                  <a:pt x="144500" y="3905277"/>
                </a:lnTo>
                <a:lnTo>
                  <a:pt x="144624" y="3829009"/>
                </a:lnTo>
                <a:lnTo>
                  <a:pt x="143154" y="3821660"/>
                </a:lnTo>
                <a:lnTo>
                  <a:pt x="139082" y="3815597"/>
                </a:lnTo>
                <a:lnTo>
                  <a:pt x="133034" y="3811504"/>
                </a:lnTo>
                <a:lnTo>
                  <a:pt x="125622" y="3809993"/>
                </a:lnTo>
                <a:close/>
              </a:path>
              <a:path w="243839" h="5673725">
                <a:moveTo>
                  <a:pt x="125896" y="3657593"/>
                </a:moveTo>
                <a:lnTo>
                  <a:pt x="106688" y="3752877"/>
                </a:lnTo>
                <a:lnTo>
                  <a:pt x="108158" y="3760227"/>
                </a:lnTo>
                <a:lnTo>
                  <a:pt x="112229" y="3766290"/>
                </a:lnTo>
                <a:lnTo>
                  <a:pt x="118277" y="3770383"/>
                </a:lnTo>
                <a:lnTo>
                  <a:pt x="125690" y="3771893"/>
                </a:lnTo>
                <a:lnTo>
                  <a:pt x="133108" y="3770409"/>
                </a:lnTo>
                <a:lnTo>
                  <a:pt x="139170" y="3766338"/>
                </a:lnTo>
                <a:lnTo>
                  <a:pt x="143264" y="3760290"/>
                </a:lnTo>
                <a:lnTo>
                  <a:pt x="144774" y="3752877"/>
                </a:lnTo>
                <a:lnTo>
                  <a:pt x="144898" y="3676609"/>
                </a:lnTo>
                <a:lnTo>
                  <a:pt x="143427" y="3669260"/>
                </a:lnTo>
                <a:lnTo>
                  <a:pt x="139356" y="3663197"/>
                </a:lnTo>
                <a:lnTo>
                  <a:pt x="133308" y="3659104"/>
                </a:lnTo>
                <a:lnTo>
                  <a:pt x="125896" y="3657593"/>
                </a:lnTo>
                <a:close/>
              </a:path>
              <a:path w="243839" h="5673725">
                <a:moveTo>
                  <a:pt x="126169" y="3505194"/>
                </a:moveTo>
                <a:lnTo>
                  <a:pt x="106962" y="3600477"/>
                </a:lnTo>
                <a:lnTo>
                  <a:pt x="108432" y="3607827"/>
                </a:lnTo>
                <a:lnTo>
                  <a:pt x="112504" y="3613890"/>
                </a:lnTo>
                <a:lnTo>
                  <a:pt x="118552" y="3617983"/>
                </a:lnTo>
                <a:lnTo>
                  <a:pt x="125964" y="3619493"/>
                </a:lnTo>
                <a:lnTo>
                  <a:pt x="133382" y="3618010"/>
                </a:lnTo>
                <a:lnTo>
                  <a:pt x="139445" y="3613938"/>
                </a:lnTo>
                <a:lnTo>
                  <a:pt x="143538" y="3607890"/>
                </a:lnTo>
                <a:lnTo>
                  <a:pt x="145049" y="3600477"/>
                </a:lnTo>
                <a:lnTo>
                  <a:pt x="145171" y="3524210"/>
                </a:lnTo>
                <a:lnTo>
                  <a:pt x="143701" y="3516860"/>
                </a:lnTo>
                <a:lnTo>
                  <a:pt x="139630" y="3510798"/>
                </a:lnTo>
                <a:lnTo>
                  <a:pt x="133582" y="3506704"/>
                </a:lnTo>
                <a:lnTo>
                  <a:pt x="126169" y="3505194"/>
                </a:lnTo>
                <a:close/>
              </a:path>
              <a:path w="243839" h="5673725">
                <a:moveTo>
                  <a:pt x="126443" y="3352794"/>
                </a:moveTo>
                <a:lnTo>
                  <a:pt x="107236" y="3448079"/>
                </a:lnTo>
                <a:lnTo>
                  <a:pt x="108706" y="3455428"/>
                </a:lnTo>
                <a:lnTo>
                  <a:pt x="112778" y="3461490"/>
                </a:lnTo>
                <a:lnTo>
                  <a:pt x="118825" y="3465584"/>
                </a:lnTo>
                <a:lnTo>
                  <a:pt x="126238" y="3467094"/>
                </a:lnTo>
                <a:lnTo>
                  <a:pt x="133656" y="3465611"/>
                </a:lnTo>
                <a:lnTo>
                  <a:pt x="139719" y="3461539"/>
                </a:lnTo>
                <a:lnTo>
                  <a:pt x="143812" y="3455491"/>
                </a:lnTo>
                <a:lnTo>
                  <a:pt x="145322" y="3448079"/>
                </a:lnTo>
                <a:lnTo>
                  <a:pt x="145445" y="3371810"/>
                </a:lnTo>
                <a:lnTo>
                  <a:pt x="143975" y="3364461"/>
                </a:lnTo>
                <a:lnTo>
                  <a:pt x="139904" y="3358398"/>
                </a:lnTo>
                <a:lnTo>
                  <a:pt x="133856" y="3354305"/>
                </a:lnTo>
                <a:lnTo>
                  <a:pt x="126443" y="3352794"/>
                </a:lnTo>
                <a:close/>
              </a:path>
              <a:path w="243839" h="5673725">
                <a:moveTo>
                  <a:pt x="126718" y="3200394"/>
                </a:moveTo>
                <a:lnTo>
                  <a:pt x="107510" y="3295679"/>
                </a:lnTo>
                <a:lnTo>
                  <a:pt x="108980" y="3303028"/>
                </a:lnTo>
                <a:lnTo>
                  <a:pt x="113052" y="3309090"/>
                </a:lnTo>
                <a:lnTo>
                  <a:pt x="119100" y="3313184"/>
                </a:lnTo>
                <a:lnTo>
                  <a:pt x="126512" y="3314694"/>
                </a:lnTo>
                <a:lnTo>
                  <a:pt x="133930" y="3313211"/>
                </a:lnTo>
                <a:lnTo>
                  <a:pt x="139993" y="3309139"/>
                </a:lnTo>
                <a:lnTo>
                  <a:pt x="144086" y="3303091"/>
                </a:lnTo>
                <a:lnTo>
                  <a:pt x="145596" y="3295679"/>
                </a:lnTo>
                <a:lnTo>
                  <a:pt x="145720" y="3219410"/>
                </a:lnTo>
                <a:lnTo>
                  <a:pt x="144250" y="3212061"/>
                </a:lnTo>
                <a:lnTo>
                  <a:pt x="140178" y="3205998"/>
                </a:lnTo>
                <a:lnTo>
                  <a:pt x="134130" y="3201905"/>
                </a:lnTo>
                <a:lnTo>
                  <a:pt x="126718" y="3200394"/>
                </a:lnTo>
                <a:close/>
              </a:path>
              <a:path w="243839" h="5673725">
                <a:moveTo>
                  <a:pt x="126992" y="3047994"/>
                </a:moveTo>
                <a:lnTo>
                  <a:pt x="107784" y="3143279"/>
                </a:lnTo>
                <a:lnTo>
                  <a:pt x="109254" y="3150628"/>
                </a:lnTo>
                <a:lnTo>
                  <a:pt x="113326" y="3156690"/>
                </a:lnTo>
                <a:lnTo>
                  <a:pt x="119374" y="3160784"/>
                </a:lnTo>
                <a:lnTo>
                  <a:pt x="126786" y="3162294"/>
                </a:lnTo>
                <a:lnTo>
                  <a:pt x="134204" y="3160811"/>
                </a:lnTo>
                <a:lnTo>
                  <a:pt x="140266" y="3156739"/>
                </a:lnTo>
                <a:lnTo>
                  <a:pt x="144360" y="3150691"/>
                </a:lnTo>
                <a:lnTo>
                  <a:pt x="145870" y="3143279"/>
                </a:lnTo>
                <a:lnTo>
                  <a:pt x="145994" y="3067010"/>
                </a:lnTo>
                <a:lnTo>
                  <a:pt x="144524" y="3059661"/>
                </a:lnTo>
                <a:lnTo>
                  <a:pt x="140452" y="3053598"/>
                </a:lnTo>
                <a:lnTo>
                  <a:pt x="134404" y="3049505"/>
                </a:lnTo>
                <a:lnTo>
                  <a:pt x="126992" y="3047994"/>
                </a:lnTo>
                <a:close/>
              </a:path>
              <a:path w="243839" h="5673725">
                <a:moveTo>
                  <a:pt x="127266" y="2895594"/>
                </a:moveTo>
                <a:lnTo>
                  <a:pt x="108058" y="2990879"/>
                </a:lnTo>
                <a:lnTo>
                  <a:pt x="109528" y="2998228"/>
                </a:lnTo>
                <a:lnTo>
                  <a:pt x="113600" y="3004290"/>
                </a:lnTo>
                <a:lnTo>
                  <a:pt x="119648" y="3008384"/>
                </a:lnTo>
                <a:lnTo>
                  <a:pt x="127060" y="3009894"/>
                </a:lnTo>
                <a:lnTo>
                  <a:pt x="134478" y="3008411"/>
                </a:lnTo>
                <a:lnTo>
                  <a:pt x="140541" y="3004339"/>
                </a:lnTo>
                <a:lnTo>
                  <a:pt x="144634" y="2998291"/>
                </a:lnTo>
                <a:lnTo>
                  <a:pt x="146145" y="2990879"/>
                </a:lnTo>
                <a:lnTo>
                  <a:pt x="146268" y="2914610"/>
                </a:lnTo>
                <a:lnTo>
                  <a:pt x="144798" y="2907261"/>
                </a:lnTo>
                <a:lnTo>
                  <a:pt x="140726" y="2901198"/>
                </a:lnTo>
                <a:lnTo>
                  <a:pt x="134678" y="2897105"/>
                </a:lnTo>
                <a:lnTo>
                  <a:pt x="127266" y="2895594"/>
                </a:lnTo>
                <a:close/>
              </a:path>
              <a:path w="243839" h="5673725">
                <a:moveTo>
                  <a:pt x="127541" y="2743196"/>
                </a:moveTo>
                <a:lnTo>
                  <a:pt x="108333" y="2838479"/>
                </a:lnTo>
                <a:lnTo>
                  <a:pt x="109803" y="2845828"/>
                </a:lnTo>
                <a:lnTo>
                  <a:pt x="113875" y="2851891"/>
                </a:lnTo>
                <a:lnTo>
                  <a:pt x="119922" y="2855984"/>
                </a:lnTo>
                <a:lnTo>
                  <a:pt x="127335" y="2857494"/>
                </a:lnTo>
                <a:lnTo>
                  <a:pt x="134752" y="2856011"/>
                </a:lnTo>
                <a:lnTo>
                  <a:pt x="140815" y="2851939"/>
                </a:lnTo>
                <a:lnTo>
                  <a:pt x="144909" y="2845892"/>
                </a:lnTo>
                <a:lnTo>
                  <a:pt x="146419" y="2838479"/>
                </a:lnTo>
                <a:lnTo>
                  <a:pt x="146543" y="2762211"/>
                </a:lnTo>
                <a:lnTo>
                  <a:pt x="145073" y="2754861"/>
                </a:lnTo>
                <a:lnTo>
                  <a:pt x="141001" y="2748799"/>
                </a:lnTo>
                <a:lnTo>
                  <a:pt x="134953" y="2744705"/>
                </a:lnTo>
                <a:lnTo>
                  <a:pt x="127541" y="2743196"/>
                </a:lnTo>
                <a:close/>
              </a:path>
              <a:path w="243839" h="5673725">
                <a:moveTo>
                  <a:pt x="127815" y="2590796"/>
                </a:moveTo>
                <a:lnTo>
                  <a:pt x="108607" y="2686080"/>
                </a:lnTo>
                <a:lnTo>
                  <a:pt x="110077" y="2693429"/>
                </a:lnTo>
                <a:lnTo>
                  <a:pt x="114149" y="2699492"/>
                </a:lnTo>
                <a:lnTo>
                  <a:pt x="120197" y="2703585"/>
                </a:lnTo>
                <a:lnTo>
                  <a:pt x="127609" y="2705096"/>
                </a:lnTo>
                <a:lnTo>
                  <a:pt x="135027" y="2703611"/>
                </a:lnTo>
                <a:lnTo>
                  <a:pt x="141089" y="2699540"/>
                </a:lnTo>
                <a:lnTo>
                  <a:pt x="145183" y="2693492"/>
                </a:lnTo>
                <a:lnTo>
                  <a:pt x="146693" y="2686080"/>
                </a:lnTo>
                <a:lnTo>
                  <a:pt x="146817" y="2609811"/>
                </a:lnTo>
                <a:lnTo>
                  <a:pt x="145347" y="2602462"/>
                </a:lnTo>
                <a:lnTo>
                  <a:pt x="141275" y="2596399"/>
                </a:lnTo>
                <a:lnTo>
                  <a:pt x="135227" y="2592306"/>
                </a:lnTo>
                <a:lnTo>
                  <a:pt x="127815" y="2590796"/>
                </a:lnTo>
                <a:close/>
              </a:path>
              <a:path w="243839" h="5673725">
                <a:moveTo>
                  <a:pt x="128089" y="2438396"/>
                </a:moveTo>
                <a:lnTo>
                  <a:pt x="108881" y="2533680"/>
                </a:lnTo>
                <a:lnTo>
                  <a:pt x="110351" y="2541029"/>
                </a:lnTo>
                <a:lnTo>
                  <a:pt x="114423" y="2547092"/>
                </a:lnTo>
                <a:lnTo>
                  <a:pt x="120471" y="2551185"/>
                </a:lnTo>
                <a:lnTo>
                  <a:pt x="127883" y="2552696"/>
                </a:lnTo>
                <a:lnTo>
                  <a:pt x="135301" y="2551212"/>
                </a:lnTo>
                <a:lnTo>
                  <a:pt x="141364" y="2547140"/>
                </a:lnTo>
                <a:lnTo>
                  <a:pt x="145457" y="2541092"/>
                </a:lnTo>
                <a:lnTo>
                  <a:pt x="146968" y="2533680"/>
                </a:lnTo>
                <a:lnTo>
                  <a:pt x="147091" y="2457411"/>
                </a:lnTo>
                <a:lnTo>
                  <a:pt x="145621" y="2450062"/>
                </a:lnTo>
                <a:lnTo>
                  <a:pt x="141549" y="2444000"/>
                </a:lnTo>
                <a:lnTo>
                  <a:pt x="135501" y="2439906"/>
                </a:lnTo>
                <a:lnTo>
                  <a:pt x="128089" y="2438396"/>
                </a:lnTo>
                <a:close/>
              </a:path>
              <a:path w="243839" h="5673725">
                <a:moveTo>
                  <a:pt x="128363" y="2285996"/>
                </a:moveTo>
                <a:lnTo>
                  <a:pt x="109156" y="2381280"/>
                </a:lnTo>
                <a:lnTo>
                  <a:pt x="110626" y="2388629"/>
                </a:lnTo>
                <a:lnTo>
                  <a:pt x="114697" y="2394692"/>
                </a:lnTo>
                <a:lnTo>
                  <a:pt x="120745" y="2398785"/>
                </a:lnTo>
                <a:lnTo>
                  <a:pt x="128158" y="2400296"/>
                </a:lnTo>
                <a:lnTo>
                  <a:pt x="135575" y="2398812"/>
                </a:lnTo>
                <a:lnTo>
                  <a:pt x="141638" y="2394740"/>
                </a:lnTo>
                <a:lnTo>
                  <a:pt x="145732" y="2388692"/>
                </a:lnTo>
                <a:lnTo>
                  <a:pt x="147242" y="2381280"/>
                </a:lnTo>
                <a:lnTo>
                  <a:pt x="147365" y="2305011"/>
                </a:lnTo>
                <a:lnTo>
                  <a:pt x="145895" y="2297662"/>
                </a:lnTo>
                <a:lnTo>
                  <a:pt x="141824" y="2291600"/>
                </a:lnTo>
                <a:lnTo>
                  <a:pt x="135776" y="2287506"/>
                </a:lnTo>
                <a:lnTo>
                  <a:pt x="128363" y="2285996"/>
                </a:lnTo>
                <a:close/>
              </a:path>
              <a:path w="243839" h="5673725">
                <a:moveTo>
                  <a:pt x="128638" y="2133596"/>
                </a:moveTo>
                <a:lnTo>
                  <a:pt x="109430" y="2228880"/>
                </a:lnTo>
                <a:lnTo>
                  <a:pt x="110900" y="2236229"/>
                </a:lnTo>
                <a:lnTo>
                  <a:pt x="114971" y="2242292"/>
                </a:lnTo>
                <a:lnTo>
                  <a:pt x="121019" y="2246385"/>
                </a:lnTo>
                <a:lnTo>
                  <a:pt x="128432" y="2247896"/>
                </a:lnTo>
                <a:lnTo>
                  <a:pt x="135850" y="2246412"/>
                </a:lnTo>
                <a:lnTo>
                  <a:pt x="141912" y="2242340"/>
                </a:lnTo>
                <a:lnTo>
                  <a:pt x="146006" y="2236292"/>
                </a:lnTo>
                <a:lnTo>
                  <a:pt x="147516" y="2228880"/>
                </a:lnTo>
                <a:lnTo>
                  <a:pt x="147639" y="2152611"/>
                </a:lnTo>
                <a:lnTo>
                  <a:pt x="146169" y="2145262"/>
                </a:lnTo>
                <a:lnTo>
                  <a:pt x="142097" y="2139200"/>
                </a:lnTo>
                <a:lnTo>
                  <a:pt x="136050" y="2135106"/>
                </a:lnTo>
                <a:lnTo>
                  <a:pt x="128638" y="2133596"/>
                </a:lnTo>
                <a:close/>
              </a:path>
              <a:path w="243839" h="5673725">
                <a:moveTo>
                  <a:pt x="128911" y="1981196"/>
                </a:moveTo>
                <a:lnTo>
                  <a:pt x="109703" y="2076480"/>
                </a:lnTo>
                <a:lnTo>
                  <a:pt x="111174" y="2083830"/>
                </a:lnTo>
                <a:lnTo>
                  <a:pt x="115245" y="2089892"/>
                </a:lnTo>
                <a:lnTo>
                  <a:pt x="121293" y="2093985"/>
                </a:lnTo>
                <a:lnTo>
                  <a:pt x="128705" y="2095496"/>
                </a:lnTo>
                <a:lnTo>
                  <a:pt x="136123" y="2094012"/>
                </a:lnTo>
                <a:lnTo>
                  <a:pt x="142186" y="2089941"/>
                </a:lnTo>
                <a:lnTo>
                  <a:pt x="146280" y="2083893"/>
                </a:lnTo>
                <a:lnTo>
                  <a:pt x="147789" y="2076480"/>
                </a:lnTo>
                <a:lnTo>
                  <a:pt x="147913" y="2000211"/>
                </a:lnTo>
                <a:lnTo>
                  <a:pt x="146443" y="1992862"/>
                </a:lnTo>
                <a:lnTo>
                  <a:pt x="142372" y="1986800"/>
                </a:lnTo>
                <a:lnTo>
                  <a:pt x="136324" y="1982706"/>
                </a:lnTo>
                <a:lnTo>
                  <a:pt x="128911" y="1981196"/>
                </a:lnTo>
                <a:close/>
              </a:path>
              <a:path w="243839" h="5673725">
                <a:moveTo>
                  <a:pt x="129185" y="1828797"/>
                </a:moveTo>
                <a:lnTo>
                  <a:pt x="109977" y="1924081"/>
                </a:lnTo>
                <a:lnTo>
                  <a:pt x="111447" y="1931430"/>
                </a:lnTo>
                <a:lnTo>
                  <a:pt x="115519" y="1937493"/>
                </a:lnTo>
                <a:lnTo>
                  <a:pt x="121567" y="1941586"/>
                </a:lnTo>
                <a:lnTo>
                  <a:pt x="128979" y="1943097"/>
                </a:lnTo>
                <a:lnTo>
                  <a:pt x="136398" y="1941613"/>
                </a:lnTo>
                <a:lnTo>
                  <a:pt x="142460" y="1937541"/>
                </a:lnTo>
                <a:lnTo>
                  <a:pt x="146553" y="1931493"/>
                </a:lnTo>
                <a:lnTo>
                  <a:pt x="148064" y="1924081"/>
                </a:lnTo>
                <a:lnTo>
                  <a:pt x="148187" y="1847813"/>
                </a:lnTo>
                <a:lnTo>
                  <a:pt x="146717" y="1840463"/>
                </a:lnTo>
                <a:lnTo>
                  <a:pt x="142646" y="1834401"/>
                </a:lnTo>
                <a:lnTo>
                  <a:pt x="136598" y="1830307"/>
                </a:lnTo>
                <a:lnTo>
                  <a:pt x="129185" y="1828797"/>
                </a:lnTo>
                <a:close/>
              </a:path>
              <a:path w="243839" h="5673725">
                <a:moveTo>
                  <a:pt x="129459" y="1676397"/>
                </a:moveTo>
                <a:lnTo>
                  <a:pt x="110252" y="1771681"/>
                </a:lnTo>
                <a:lnTo>
                  <a:pt x="111722" y="1779030"/>
                </a:lnTo>
                <a:lnTo>
                  <a:pt x="115793" y="1785093"/>
                </a:lnTo>
                <a:lnTo>
                  <a:pt x="121841" y="1789186"/>
                </a:lnTo>
                <a:lnTo>
                  <a:pt x="129254" y="1790697"/>
                </a:lnTo>
                <a:lnTo>
                  <a:pt x="136672" y="1789213"/>
                </a:lnTo>
                <a:lnTo>
                  <a:pt x="142734" y="1785142"/>
                </a:lnTo>
                <a:lnTo>
                  <a:pt x="146828" y="1779094"/>
                </a:lnTo>
                <a:lnTo>
                  <a:pt x="148338" y="1771681"/>
                </a:lnTo>
                <a:lnTo>
                  <a:pt x="148461" y="1695413"/>
                </a:lnTo>
                <a:lnTo>
                  <a:pt x="146992" y="1688064"/>
                </a:lnTo>
                <a:lnTo>
                  <a:pt x="142920" y="1682001"/>
                </a:lnTo>
                <a:lnTo>
                  <a:pt x="136872" y="1677907"/>
                </a:lnTo>
                <a:lnTo>
                  <a:pt x="129459" y="1676397"/>
                </a:lnTo>
                <a:close/>
              </a:path>
              <a:path w="243839" h="5673725">
                <a:moveTo>
                  <a:pt x="129734" y="1523997"/>
                </a:moveTo>
                <a:lnTo>
                  <a:pt x="110526" y="1619281"/>
                </a:lnTo>
                <a:lnTo>
                  <a:pt x="111996" y="1626630"/>
                </a:lnTo>
                <a:lnTo>
                  <a:pt x="116068" y="1632693"/>
                </a:lnTo>
                <a:lnTo>
                  <a:pt x="122116" y="1636786"/>
                </a:lnTo>
                <a:lnTo>
                  <a:pt x="129528" y="1638297"/>
                </a:lnTo>
                <a:lnTo>
                  <a:pt x="136946" y="1636813"/>
                </a:lnTo>
                <a:lnTo>
                  <a:pt x="143008" y="1632742"/>
                </a:lnTo>
                <a:lnTo>
                  <a:pt x="147102" y="1626694"/>
                </a:lnTo>
                <a:lnTo>
                  <a:pt x="148612" y="1619281"/>
                </a:lnTo>
                <a:lnTo>
                  <a:pt x="148736" y="1543013"/>
                </a:lnTo>
                <a:lnTo>
                  <a:pt x="147266" y="1535664"/>
                </a:lnTo>
                <a:lnTo>
                  <a:pt x="143194" y="1529601"/>
                </a:lnTo>
                <a:lnTo>
                  <a:pt x="137146" y="1525507"/>
                </a:lnTo>
                <a:lnTo>
                  <a:pt x="129734" y="1523997"/>
                </a:lnTo>
                <a:close/>
              </a:path>
              <a:path w="243839" h="5673725">
                <a:moveTo>
                  <a:pt x="130008" y="1371600"/>
                </a:moveTo>
                <a:lnTo>
                  <a:pt x="110802" y="1466888"/>
                </a:lnTo>
                <a:lnTo>
                  <a:pt x="112270" y="1474230"/>
                </a:lnTo>
                <a:lnTo>
                  <a:pt x="116342" y="1480293"/>
                </a:lnTo>
                <a:lnTo>
                  <a:pt x="122390" y="1484386"/>
                </a:lnTo>
                <a:lnTo>
                  <a:pt x="129802" y="1485897"/>
                </a:lnTo>
                <a:lnTo>
                  <a:pt x="137220" y="1484413"/>
                </a:lnTo>
                <a:lnTo>
                  <a:pt x="143283" y="1480342"/>
                </a:lnTo>
                <a:lnTo>
                  <a:pt x="147376" y="1474296"/>
                </a:lnTo>
                <a:lnTo>
                  <a:pt x="148887" y="1466888"/>
                </a:lnTo>
                <a:lnTo>
                  <a:pt x="149009" y="1390611"/>
                </a:lnTo>
                <a:lnTo>
                  <a:pt x="147540" y="1383265"/>
                </a:lnTo>
                <a:lnTo>
                  <a:pt x="143468" y="1377200"/>
                </a:lnTo>
                <a:lnTo>
                  <a:pt x="137420" y="1373107"/>
                </a:lnTo>
                <a:lnTo>
                  <a:pt x="130008" y="1371600"/>
                </a:lnTo>
                <a:close/>
              </a:path>
              <a:path w="243839" h="5673725">
                <a:moveTo>
                  <a:pt x="130282" y="1219200"/>
                </a:moveTo>
                <a:lnTo>
                  <a:pt x="111076" y="1314488"/>
                </a:lnTo>
                <a:lnTo>
                  <a:pt x="112545" y="1321832"/>
                </a:lnTo>
                <a:lnTo>
                  <a:pt x="116616" y="1327894"/>
                </a:lnTo>
                <a:lnTo>
                  <a:pt x="122664" y="1331987"/>
                </a:lnTo>
                <a:lnTo>
                  <a:pt x="130077" y="1333500"/>
                </a:lnTo>
                <a:lnTo>
                  <a:pt x="137494" y="1332013"/>
                </a:lnTo>
                <a:lnTo>
                  <a:pt x="143557" y="1327942"/>
                </a:lnTo>
                <a:lnTo>
                  <a:pt x="147651" y="1321896"/>
                </a:lnTo>
                <a:lnTo>
                  <a:pt x="149161" y="1314488"/>
                </a:lnTo>
                <a:lnTo>
                  <a:pt x="149283" y="1238211"/>
                </a:lnTo>
                <a:lnTo>
                  <a:pt x="147814" y="1230865"/>
                </a:lnTo>
                <a:lnTo>
                  <a:pt x="143743" y="1224800"/>
                </a:lnTo>
                <a:lnTo>
                  <a:pt x="137695" y="1220707"/>
                </a:lnTo>
                <a:lnTo>
                  <a:pt x="130282" y="1219200"/>
                </a:lnTo>
                <a:close/>
              </a:path>
              <a:path w="243839" h="5673725">
                <a:moveTo>
                  <a:pt x="130557" y="1066800"/>
                </a:moveTo>
                <a:lnTo>
                  <a:pt x="111351" y="1162088"/>
                </a:lnTo>
                <a:lnTo>
                  <a:pt x="112819" y="1169432"/>
                </a:lnTo>
                <a:lnTo>
                  <a:pt x="116891" y="1175494"/>
                </a:lnTo>
                <a:lnTo>
                  <a:pt x="122939" y="1179587"/>
                </a:lnTo>
                <a:lnTo>
                  <a:pt x="130351" y="1181100"/>
                </a:lnTo>
                <a:lnTo>
                  <a:pt x="137769" y="1179613"/>
                </a:lnTo>
                <a:lnTo>
                  <a:pt x="143831" y="1175542"/>
                </a:lnTo>
                <a:lnTo>
                  <a:pt x="147925" y="1169496"/>
                </a:lnTo>
                <a:lnTo>
                  <a:pt x="149435" y="1162088"/>
                </a:lnTo>
                <a:lnTo>
                  <a:pt x="149557" y="1085811"/>
                </a:lnTo>
                <a:lnTo>
                  <a:pt x="148089" y="1078465"/>
                </a:lnTo>
                <a:lnTo>
                  <a:pt x="144017" y="1072400"/>
                </a:lnTo>
                <a:lnTo>
                  <a:pt x="137969" y="1068307"/>
                </a:lnTo>
                <a:lnTo>
                  <a:pt x="130557" y="1066800"/>
                </a:lnTo>
                <a:close/>
              </a:path>
              <a:path w="243839" h="5673725">
                <a:moveTo>
                  <a:pt x="130831" y="914400"/>
                </a:moveTo>
                <a:lnTo>
                  <a:pt x="111625" y="1009688"/>
                </a:lnTo>
                <a:lnTo>
                  <a:pt x="113093" y="1017032"/>
                </a:lnTo>
                <a:lnTo>
                  <a:pt x="117165" y="1023094"/>
                </a:lnTo>
                <a:lnTo>
                  <a:pt x="123213" y="1027187"/>
                </a:lnTo>
                <a:lnTo>
                  <a:pt x="130625" y="1028700"/>
                </a:lnTo>
                <a:lnTo>
                  <a:pt x="138043" y="1027213"/>
                </a:lnTo>
                <a:lnTo>
                  <a:pt x="144106" y="1023142"/>
                </a:lnTo>
                <a:lnTo>
                  <a:pt x="148199" y="1017096"/>
                </a:lnTo>
                <a:lnTo>
                  <a:pt x="149710" y="1009688"/>
                </a:lnTo>
                <a:lnTo>
                  <a:pt x="149832" y="933411"/>
                </a:lnTo>
                <a:lnTo>
                  <a:pt x="148363" y="926065"/>
                </a:lnTo>
                <a:lnTo>
                  <a:pt x="144291" y="920000"/>
                </a:lnTo>
                <a:lnTo>
                  <a:pt x="138243" y="915907"/>
                </a:lnTo>
                <a:lnTo>
                  <a:pt x="130831" y="914400"/>
                </a:lnTo>
                <a:close/>
              </a:path>
              <a:path w="243839" h="5673725">
                <a:moveTo>
                  <a:pt x="131105" y="762000"/>
                </a:moveTo>
                <a:lnTo>
                  <a:pt x="111899" y="857288"/>
                </a:lnTo>
                <a:lnTo>
                  <a:pt x="113367" y="864632"/>
                </a:lnTo>
                <a:lnTo>
                  <a:pt x="117439" y="870694"/>
                </a:lnTo>
                <a:lnTo>
                  <a:pt x="123487" y="874787"/>
                </a:lnTo>
                <a:lnTo>
                  <a:pt x="130900" y="876300"/>
                </a:lnTo>
                <a:lnTo>
                  <a:pt x="138317" y="874813"/>
                </a:lnTo>
                <a:lnTo>
                  <a:pt x="144380" y="870742"/>
                </a:lnTo>
                <a:lnTo>
                  <a:pt x="148473" y="864696"/>
                </a:lnTo>
                <a:lnTo>
                  <a:pt x="149984" y="857288"/>
                </a:lnTo>
                <a:lnTo>
                  <a:pt x="150106" y="781011"/>
                </a:lnTo>
                <a:lnTo>
                  <a:pt x="148637" y="773665"/>
                </a:lnTo>
                <a:lnTo>
                  <a:pt x="144565" y="767600"/>
                </a:lnTo>
                <a:lnTo>
                  <a:pt x="138518" y="763507"/>
                </a:lnTo>
                <a:lnTo>
                  <a:pt x="131105" y="762000"/>
                </a:lnTo>
                <a:close/>
              </a:path>
              <a:path w="243839" h="5673725">
                <a:moveTo>
                  <a:pt x="131378" y="609600"/>
                </a:moveTo>
                <a:lnTo>
                  <a:pt x="112174" y="704888"/>
                </a:lnTo>
                <a:lnTo>
                  <a:pt x="113642" y="712232"/>
                </a:lnTo>
                <a:lnTo>
                  <a:pt x="117713" y="718294"/>
                </a:lnTo>
                <a:lnTo>
                  <a:pt x="123761" y="722387"/>
                </a:lnTo>
                <a:lnTo>
                  <a:pt x="131173" y="723900"/>
                </a:lnTo>
                <a:lnTo>
                  <a:pt x="138591" y="722413"/>
                </a:lnTo>
                <a:lnTo>
                  <a:pt x="144654" y="718342"/>
                </a:lnTo>
                <a:lnTo>
                  <a:pt x="148747" y="712296"/>
                </a:lnTo>
                <a:lnTo>
                  <a:pt x="150257" y="704888"/>
                </a:lnTo>
                <a:lnTo>
                  <a:pt x="150379" y="628611"/>
                </a:lnTo>
                <a:lnTo>
                  <a:pt x="148911" y="621265"/>
                </a:lnTo>
                <a:lnTo>
                  <a:pt x="144839" y="615200"/>
                </a:lnTo>
                <a:lnTo>
                  <a:pt x="138791" y="611107"/>
                </a:lnTo>
                <a:lnTo>
                  <a:pt x="131378" y="609600"/>
                </a:lnTo>
                <a:close/>
              </a:path>
              <a:path w="243839" h="5673725">
                <a:moveTo>
                  <a:pt x="131653" y="457200"/>
                </a:moveTo>
                <a:lnTo>
                  <a:pt x="112447" y="552488"/>
                </a:lnTo>
                <a:lnTo>
                  <a:pt x="113915" y="559832"/>
                </a:lnTo>
                <a:lnTo>
                  <a:pt x="117987" y="565894"/>
                </a:lnTo>
                <a:lnTo>
                  <a:pt x="124035" y="569987"/>
                </a:lnTo>
                <a:lnTo>
                  <a:pt x="131447" y="571500"/>
                </a:lnTo>
                <a:lnTo>
                  <a:pt x="138865" y="570013"/>
                </a:lnTo>
                <a:lnTo>
                  <a:pt x="144928" y="565942"/>
                </a:lnTo>
                <a:lnTo>
                  <a:pt x="149021" y="559896"/>
                </a:lnTo>
                <a:lnTo>
                  <a:pt x="150531" y="552488"/>
                </a:lnTo>
                <a:lnTo>
                  <a:pt x="150653" y="476211"/>
                </a:lnTo>
                <a:lnTo>
                  <a:pt x="149185" y="468865"/>
                </a:lnTo>
                <a:lnTo>
                  <a:pt x="145114" y="462800"/>
                </a:lnTo>
                <a:lnTo>
                  <a:pt x="139066" y="458707"/>
                </a:lnTo>
                <a:lnTo>
                  <a:pt x="131653" y="457200"/>
                </a:lnTo>
                <a:close/>
              </a:path>
              <a:path w="243839" h="5673725">
                <a:moveTo>
                  <a:pt x="131927" y="304800"/>
                </a:moveTo>
                <a:lnTo>
                  <a:pt x="112721" y="400088"/>
                </a:lnTo>
                <a:lnTo>
                  <a:pt x="114189" y="407432"/>
                </a:lnTo>
                <a:lnTo>
                  <a:pt x="118261" y="413494"/>
                </a:lnTo>
                <a:lnTo>
                  <a:pt x="124309" y="417587"/>
                </a:lnTo>
                <a:lnTo>
                  <a:pt x="131721" y="419100"/>
                </a:lnTo>
                <a:lnTo>
                  <a:pt x="139140" y="417613"/>
                </a:lnTo>
                <a:lnTo>
                  <a:pt x="145202" y="413542"/>
                </a:lnTo>
                <a:lnTo>
                  <a:pt x="149295" y="407496"/>
                </a:lnTo>
                <a:lnTo>
                  <a:pt x="150806" y="400088"/>
                </a:lnTo>
                <a:lnTo>
                  <a:pt x="150928" y="323811"/>
                </a:lnTo>
                <a:lnTo>
                  <a:pt x="149459" y="316465"/>
                </a:lnTo>
                <a:lnTo>
                  <a:pt x="145387" y="310400"/>
                </a:lnTo>
                <a:lnTo>
                  <a:pt x="139339" y="306307"/>
                </a:lnTo>
                <a:lnTo>
                  <a:pt x="131927" y="304800"/>
                </a:lnTo>
                <a:close/>
              </a:path>
              <a:path w="243839" h="5673725">
                <a:moveTo>
                  <a:pt x="132201" y="152400"/>
                </a:moveTo>
                <a:lnTo>
                  <a:pt x="112995" y="247688"/>
                </a:lnTo>
                <a:lnTo>
                  <a:pt x="114464" y="255032"/>
                </a:lnTo>
                <a:lnTo>
                  <a:pt x="118535" y="261094"/>
                </a:lnTo>
                <a:lnTo>
                  <a:pt x="124583" y="265187"/>
                </a:lnTo>
                <a:lnTo>
                  <a:pt x="131996" y="266700"/>
                </a:lnTo>
                <a:lnTo>
                  <a:pt x="139413" y="265213"/>
                </a:lnTo>
                <a:lnTo>
                  <a:pt x="145476" y="261142"/>
                </a:lnTo>
                <a:lnTo>
                  <a:pt x="149569" y="255096"/>
                </a:lnTo>
                <a:lnTo>
                  <a:pt x="151080" y="247688"/>
                </a:lnTo>
                <a:lnTo>
                  <a:pt x="151202" y="171411"/>
                </a:lnTo>
                <a:lnTo>
                  <a:pt x="149733" y="164065"/>
                </a:lnTo>
                <a:lnTo>
                  <a:pt x="145662" y="158000"/>
                </a:lnTo>
                <a:lnTo>
                  <a:pt x="139614" y="153907"/>
                </a:lnTo>
                <a:lnTo>
                  <a:pt x="132201" y="152400"/>
                </a:lnTo>
                <a:close/>
              </a:path>
              <a:path w="243839" h="5673725">
                <a:moveTo>
                  <a:pt x="132476" y="0"/>
                </a:moveTo>
                <a:lnTo>
                  <a:pt x="113270" y="95288"/>
                </a:lnTo>
                <a:lnTo>
                  <a:pt x="114738" y="102632"/>
                </a:lnTo>
                <a:lnTo>
                  <a:pt x="118810" y="108694"/>
                </a:lnTo>
                <a:lnTo>
                  <a:pt x="124858" y="112787"/>
                </a:lnTo>
                <a:lnTo>
                  <a:pt x="132270" y="114300"/>
                </a:lnTo>
                <a:lnTo>
                  <a:pt x="139688" y="112813"/>
                </a:lnTo>
                <a:lnTo>
                  <a:pt x="145750" y="108742"/>
                </a:lnTo>
                <a:lnTo>
                  <a:pt x="149844" y="102696"/>
                </a:lnTo>
                <a:lnTo>
                  <a:pt x="151354" y="95288"/>
                </a:lnTo>
                <a:lnTo>
                  <a:pt x="151476" y="19011"/>
                </a:lnTo>
                <a:lnTo>
                  <a:pt x="150008" y="11665"/>
                </a:lnTo>
                <a:lnTo>
                  <a:pt x="145936" y="5600"/>
                </a:lnTo>
                <a:lnTo>
                  <a:pt x="139888" y="1507"/>
                </a:lnTo>
                <a:lnTo>
                  <a:pt x="132476"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 name="object 7"/>
          <p:cNvSpPr txBox="1"/>
          <p:nvPr/>
        </p:nvSpPr>
        <p:spPr>
          <a:xfrm>
            <a:off x="673949" y="4273550"/>
            <a:ext cx="944563" cy="276860"/>
          </a:xfrm>
          <a:prstGeom prst="rect">
            <a:avLst/>
          </a:prstGeom>
        </p:spPr>
        <p:txBody>
          <a:bodyPr vert="horz" wrap="square" lIns="0" tIns="6350" rIns="0" bIns="0" rtlCol="0">
            <a:spAutoFit/>
          </a:bodyPr>
          <a:lstStyle/>
          <a:p>
            <a:pPr marL="6350">
              <a:lnSpc>
                <a:spcPts val="1205"/>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每一步都按规则</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50800">
              <a:lnSpc>
                <a:spcPts val="905"/>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every step by rule</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8" name="object 8"/>
          <p:cNvSpPr txBox="1"/>
          <p:nvPr/>
        </p:nvSpPr>
        <p:spPr>
          <a:xfrm>
            <a:off x="875603" y="3657600"/>
            <a:ext cx="749618" cy="379095"/>
          </a:xfrm>
          <a:prstGeom prst="rect">
            <a:avLst/>
          </a:prstGeom>
        </p:spPr>
        <p:txBody>
          <a:bodyPr vert="horz" wrap="square" lIns="0" tIns="6350" rIns="0" bIns="0" rtlCol="0">
            <a:spAutoFit/>
          </a:bodyPr>
          <a:lstStyle/>
          <a:p>
            <a:pPr marL="210820">
              <a:lnSpc>
                <a:spcPts val="1205"/>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理解有限</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marR="8255" indent="375285">
              <a:lnSpc>
                <a:spcPts val="800"/>
              </a:lnSpc>
              <a:spcBef>
                <a:spcPts val="105"/>
              </a:spcBef>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limited understanding</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9" name="object 9"/>
          <p:cNvSpPr txBox="1"/>
          <p:nvPr/>
        </p:nvSpPr>
        <p:spPr>
          <a:xfrm>
            <a:off x="956504" y="3181350"/>
            <a:ext cx="655955" cy="276860"/>
          </a:xfrm>
          <a:prstGeom prst="rect">
            <a:avLst/>
          </a:prstGeom>
        </p:spPr>
        <p:txBody>
          <a:bodyPr vert="horz" wrap="square" lIns="0" tIns="6350" rIns="0" bIns="0" rtlCol="0">
            <a:spAutoFit/>
          </a:bodyPr>
          <a:lstStyle/>
          <a:p>
            <a:pPr marL="116840">
              <a:lnSpc>
                <a:spcPts val="1205"/>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有效使用</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a:lnSpc>
                <a:spcPts val="905"/>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eﬀective use</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0" name="object 10"/>
          <p:cNvSpPr txBox="1"/>
          <p:nvPr/>
        </p:nvSpPr>
        <p:spPr>
          <a:xfrm>
            <a:off x="708214" y="2667000"/>
            <a:ext cx="907415" cy="276860"/>
          </a:xfrm>
          <a:prstGeom prst="rect">
            <a:avLst/>
          </a:prstGeom>
        </p:spPr>
        <p:txBody>
          <a:bodyPr vert="horz" wrap="square" lIns="0" tIns="6350" rIns="0" bIns="0" rtlCol="0">
            <a:spAutoFit/>
          </a:bodyPr>
          <a:lstStyle/>
          <a:p>
            <a:pPr marL="102235">
              <a:lnSpc>
                <a:spcPts val="1205"/>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在语境中应用</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a:lnSpc>
                <a:spcPts val="905"/>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applies in context</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1" name="object 11"/>
          <p:cNvSpPr txBox="1"/>
          <p:nvPr/>
        </p:nvSpPr>
        <p:spPr>
          <a:xfrm>
            <a:off x="799225" y="2108200"/>
            <a:ext cx="816610" cy="276860"/>
          </a:xfrm>
          <a:prstGeom prst="rect">
            <a:avLst/>
          </a:prstGeom>
        </p:spPr>
        <p:txBody>
          <a:bodyPr vert="horz" wrap="square" lIns="0" tIns="6350" rIns="0" bIns="0" rtlCol="0">
            <a:spAutoFit/>
          </a:bodyPr>
          <a:lstStyle/>
          <a:p>
            <a:pPr marL="277495">
              <a:lnSpc>
                <a:spcPts val="1205"/>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无需规则</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6350">
              <a:lnSpc>
                <a:spcPts val="905"/>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no rules needed</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grpSp>
        <p:nvGrpSpPr>
          <p:cNvPr id="12" name="object 12"/>
          <p:cNvGrpSpPr/>
          <p:nvPr/>
        </p:nvGrpSpPr>
        <p:grpSpPr>
          <a:xfrm>
            <a:off x="1731109" y="1829467"/>
            <a:ext cx="3591560" cy="2881948"/>
            <a:chOff x="3462218" y="3658933"/>
            <a:chExt cx="7183120" cy="5763895"/>
          </a:xfrm>
        </p:grpSpPr>
        <p:sp>
          <p:nvSpPr>
            <p:cNvPr id="13" name="object 13"/>
            <p:cNvSpPr/>
            <p:nvPr/>
          </p:nvSpPr>
          <p:spPr>
            <a:xfrm>
              <a:off x="3505276" y="3918114"/>
              <a:ext cx="7139940" cy="5504180"/>
            </a:xfrm>
            <a:custGeom>
              <a:avLst/>
              <a:gdLst/>
              <a:ahLst/>
              <a:cxnLst/>
              <a:rect l="l" t="t" r="r" b="b"/>
              <a:pathLst>
                <a:path w="7139940" h="5504180">
                  <a:moveTo>
                    <a:pt x="6749328" y="0"/>
                  </a:moveTo>
                  <a:lnTo>
                    <a:pt x="6711922" y="19355"/>
                  </a:lnTo>
                  <a:lnTo>
                    <a:pt x="6707183" y="35405"/>
                  </a:lnTo>
                  <a:lnTo>
                    <a:pt x="6708879" y="49354"/>
                  </a:lnTo>
                  <a:lnTo>
                    <a:pt x="6715519" y="61773"/>
                  </a:lnTo>
                  <a:lnTo>
                    <a:pt x="6726679" y="71171"/>
                  </a:lnTo>
                  <a:lnTo>
                    <a:pt x="6956094" y="198883"/>
                  </a:lnTo>
                  <a:lnTo>
                    <a:pt x="6746120" y="199810"/>
                  </a:lnTo>
                  <a:lnTo>
                    <a:pt x="6608190" y="201840"/>
                  </a:lnTo>
                  <a:lnTo>
                    <a:pt x="6543112" y="203176"/>
                  </a:lnTo>
                  <a:lnTo>
                    <a:pt x="6480623" y="204725"/>
                  </a:lnTo>
                  <a:lnTo>
                    <a:pt x="6420721" y="206488"/>
                  </a:lnTo>
                  <a:lnTo>
                    <a:pt x="6363404" y="208466"/>
                  </a:lnTo>
                  <a:lnTo>
                    <a:pt x="6308669" y="210658"/>
                  </a:lnTo>
                  <a:lnTo>
                    <a:pt x="6256516" y="213065"/>
                  </a:lnTo>
                  <a:lnTo>
                    <a:pt x="6206942" y="215688"/>
                  </a:lnTo>
                  <a:lnTo>
                    <a:pt x="6159945" y="218526"/>
                  </a:lnTo>
                  <a:lnTo>
                    <a:pt x="6115523" y="221581"/>
                  </a:lnTo>
                  <a:lnTo>
                    <a:pt x="6073675" y="224852"/>
                  </a:lnTo>
                  <a:lnTo>
                    <a:pt x="6034398" y="228339"/>
                  </a:lnTo>
                  <a:lnTo>
                    <a:pt x="5963550" y="235966"/>
                  </a:lnTo>
                  <a:lnTo>
                    <a:pt x="5902965" y="244463"/>
                  </a:lnTo>
                  <a:lnTo>
                    <a:pt x="5846190" y="253744"/>
                  </a:lnTo>
                  <a:lnTo>
                    <a:pt x="5789742" y="263248"/>
                  </a:lnTo>
                  <a:lnTo>
                    <a:pt x="5733618" y="272977"/>
                  </a:lnTo>
                  <a:lnTo>
                    <a:pt x="5677818" y="282930"/>
                  </a:lnTo>
                  <a:lnTo>
                    <a:pt x="5622340" y="293106"/>
                  </a:lnTo>
                  <a:lnTo>
                    <a:pt x="5567183" y="303505"/>
                  </a:lnTo>
                  <a:lnTo>
                    <a:pt x="5512345" y="314128"/>
                  </a:lnTo>
                  <a:lnTo>
                    <a:pt x="5457824" y="324975"/>
                  </a:lnTo>
                  <a:lnTo>
                    <a:pt x="5403619" y="336044"/>
                  </a:lnTo>
                  <a:lnTo>
                    <a:pt x="5349729" y="347336"/>
                  </a:lnTo>
                  <a:lnTo>
                    <a:pt x="5296152" y="358851"/>
                  </a:lnTo>
                  <a:lnTo>
                    <a:pt x="5242887" y="370589"/>
                  </a:lnTo>
                  <a:lnTo>
                    <a:pt x="5189932" y="382549"/>
                  </a:lnTo>
                  <a:lnTo>
                    <a:pt x="5137285" y="394732"/>
                  </a:lnTo>
                  <a:lnTo>
                    <a:pt x="5084946" y="407137"/>
                  </a:lnTo>
                  <a:lnTo>
                    <a:pt x="5032913" y="419764"/>
                  </a:lnTo>
                  <a:lnTo>
                    <a:pt x="4981184" y="432613"/>
                  </a:lnTo>
                  <a:lnTo>
                    <a:pt x="4929758" y="445684"/>
                  </a:lnTo>
                  <a:lnTo>
                    <a:pt x="4878633" y="458976"/>
                  </a:lnTo>
                  <a:lnTo>
                    <a:pt x="4827808" y="472491"/>
                  </a:lnTo>
                  <a:lnTo>
                    <a:pt x="4777281" y="486226"/>
                  </a:lnTo>
                  <a:lnTo>
                    <a:pt x="4727052" y="500183"/>
                  </a:lnTo>
                  <a:lnTo>
                    <a:pt x="4677118" y="514361"/>
                  </a:lnTo>
                  <a:lnTo>
                    <a:pt x="4627478" y="528760"/>
                  </a:lnTo>
                  <a:lnTo>
                    <a:pt x="4578130" y="543380"/>
                  </a:lnTo>
                  <a:lnTo>
                    <a:pt x="4529074" y="558221"/>
                  </a:lnTo>
                  <a:lnTo>
                    <a:pt x="4480307" y="573282"/>
                  </a:lnTo>
                  <a:lnTo>
                    <a:pt x="4431828" y="588564"/>
                  </a:lnTo>
                  <a:lnTo>
                    <a:pt x="4383636" y="604066"/>
                  </a:lnTo>
                  <a:lnTo>
                    <a:pt x="4335729" y="619788"/>
                  </a:lnTo>
                  <a:lnTo>
                    <a:pt x="4288105" y="635730"/>
                  </a:lnTo>
                  <a:lnTo>
                    <a:pt x="4240764" y="651893"/>
                  </a:lnTo>
                  <a:lnTo>
                    <a:pt x="4193704" y="668275"/>
                  </a:lnTo>
                  <a:lnTo>
                    <a:pt x="4146923" y="684876"/>
                  </a:lnTo>
                  <a:lnTo>
                    <a:pt x="4100420" y="701697"/>
                  </a:lnTo>
                  <a:lnTo>
                    <a:pt x="4054193" y="718738"/>
                  </a:lnTo>
                  <a:lnTo>
                    <a:pt x="4008241" y="735997"/>
                  </a:lnTo>
                  <a:lnTo>
                    <a:pt x="3962562" y="753476"/>
                  </a:lnTo>
                  <a:lnTo>
                    <a:pt x="3917155" y="771174"/>
                  </a:lnTo>
                  <a:lnTo>
                    <a:pt x="3872019" y="789090"/>
                  </a:lnTo>
                  <a:lnTo>
                    <a:pt x="3827151" y="807225"/>
                  </a:lnTo>
                  <a:lnTo>
                    <a:pt x="3782551" y="825579"/>
                  </a:lnTo>
                  <a:lnTo>
                    <a:pt x="3738217" y="844151"/>
                  </a:lnTo>
                  <a:lnTo>
                    <a:pt x="3694148" y="862941"/>
                  </a:lnTo>
                  <a:lnTo>
                    <a:pt x="3650342" y="881950"/>
                  </a:lnTo>
                  <a:lnTo>
                    <a:pt x="3606797" y="901176"/>
                  </a:lnTo>
                  <a:lnTo>
                    <a:pt x="3563513" y="920620"/>
                  </a:lnTo>
                  <a:lnTo>
                    <a:pt x="3520487" y="940282"/>
                  </a:lnTo>
                  <a:lnTo>
                    <a:pt x="3477718" y="960162"/>
                  </a:lnTo>
                  <a:lnTo>
                    <a:pt x="3435205" y="980259"/>
                  </a:lnTo>
                  <a:lnTo>
                    <a:pt x="3392946" y="1000573"/>
                  </a:lnTo>
                  <a:lnTo>
                    <a:pt x="3350940" y="1021104"/>
                  </a:lnTo>
                  <a:lnTo>
                    <a:pt x="3309186" y="1041852"/>
                  </a:lnTo>
                  <a:lnTo>
                    <a:pt x="3267681" y="1062817"/>
                  </a:lnTo>
                  <a:lnTo>
                    <a:pt x="3226424" y="1083999"/>
                  </a:lnTo>
                  <a:lnTo>
                    <a:pt x="3185414" y="1105398"/>
                  </a:lnTo>
                  <a:lnTo>
                    <a:pt x="3144650" y="1127013"/>
                  </a:lnTo>
                  <a:lnTo>
                    <a:pt x="3104130" y="1148844"/>
                  </a:lnTo>
                  <a:lnTo>
                    <a:pt x="3063852" y="1170891"/>
                  </a:lnTo>
                  <a:lnTo>
                    <a:pt x="3023815" y="1193154"/>
                  </a:lnTo>
                  <a:lnTo>
                    <a:pt x="2984018" y="1215634"/>
                  </a:lnTo>
                  <a:lnTo>
                    <a:pt x="2944458" y="1238329"/>
                  </a:lnTo>
                  <a:lnTo>
                    <a:pt x="2905135" y="1261239"/>
                  </a:lnTo>
                  <a:lnTo>
                    <a:pt x="2866048" y="1284366"/>
                  </a:lnTo>
                  <a:lnTo>
                    <a:pt x="2827193" y="1307707"/>
                  </a:lnTo>
                  <a:lnTo>
                    <a:pt x="2783686" y="1334262"/>
                  </a:lnTo>
                  <a:lnTo>
                    <a:pt x="2740516" y="1361047"/>
                  </a:lnTo>
                  <a:lnTo>
                    <a:pt x="2697677" y="1388069"/>
                  </a:lnTo>
                  <a:lnTo>
                    <a:pt x="2655161" y="1415329"/>
                  </a:lnTo>
                  <a:lnTo>
                    <a:pt x="2612962" y="1442832"/>
                  </a:lnTo>
                  <a:lnTo>
                    <a:pt x="2571072" y="1470583"/>
                  </a:lnTo>
                  <a:lnTo>
                    <a:pt x="2529483" y="1498584"/>
                  </a:lnTo>
                  <a:lnTo>
                    <a:pt x="2488190" y="1526839"/>
                  </a:lnTo>
                  <a:lnTo>
                    <a:pt x="2447184" y="1555353"/>
                  </a:lnTo>
                  <a:lnTo>
                    <a:pt x="2406459" y="1584130"/>
                  </a:lnTo>
                  <a:lnTo>
                    <a:pt x="2366007" y="1613173"/>
                  </a:lnTo>
                  <a:lnTo>
                    <a:pt x="2325822" y="1642486"/>
                  </a:lnTo>
                  <a:lnTo>
                    <a:pt x="2285896" y="1672073"/>
                  </a:lnTo>
                  <a:lnTo>
                    <a:pt x="2246221" y="1701937"/>
                  </a:lnTo>
                  <a:lnTo>
                    <a:pt x="2206792" y="1732084"/>
                  </a:lnTo>
                  <a:lnTo>
                    <a:pt x="2167600" y="1762516"/>
                  </a:lnTo>
                  <a:lnTo>
                    <a:pt x="2128639" y="1793238"/>
                  </a:lnTo>
                  <a:lnTo>
                    <a:pt x="2089902" y="1824253"/>
                  </a:lnTo>
                  <a:lnTo>
                    <a:pt x="2051381" y="1855565"/>
                  </a:lnTo>
                  <a:lnTo>
                    <a:pt x="2013069" y="1887178"/>
                  </a:lnTo>
                  <a:lnTo>
                    <a:pt x="1974959" y="1919097"/>
                  </a:lnTo>
                  <a:lnTo>
                    <a:pt x="1937043" y="1951324"/>
                  </a:lnTo>
                  <a:lnTo>
                    <a:pt x="1899316" y="1983864"/>
                  </a:lnTo>
                  <a:lnTo>
                    <a:pt x="1861769" y="2016721"/>
                  </a:lnTo>
                  <a:lnTo>
                    <a:pt x="1824396" y="2049898"/>
                  </a:lnTo>
                  <a:lnTo>
                    <a:pt x="1787189" y="2083399"/>
                  </a:lnTo>
                  <a:lnTo>
                    <a:pt x="1750141" y="2117229"/>
                  </a:lnTo>
                  <a:lnTo>
                    <a:pt x="1713245" y="2151391"/>
                  </a:lnTo>
                  <a:lnTo>
                    <a:pt x="1676494" y="2185888"/>
                  </a:lnTo>
                  <a:lnTo>
                    <a:pt x="1639881" y="2220726"/>
                  </a:lnTo>
                  <a:lnTo>
                    <a:pt x="1603399" y="2255907"/>
                  </a:lnTo>
                  <a:lnTo>
                    <a:pt x="1567040" y="2291436"/>
                  </a:lnTo>
                  <a:lnTo>
                    <a:pt x="1530797" y="2327317"/>
                  </a:lnTo>
                  <a:lnTo>
                    <a:pt x="1494664" y="2363552"/>
                  </a:lnTo>
                  <a:lnTo>
                    <a:pt x="1458632" y="2400147"/>
                  </a:lnTo>
                  <a:lnTo>
                    <a:pt x="1422696" y="2437105"/>
                  </a:lnTo>
                  <a:lnTo>
                    <a:pt x="1386847" y="2474430"/>
                  </a:lnTo>
                  <a:lnTo>
                    <a:pt x="1351079" y="2512126"/>
                  </a:lnTo>
                  <a:lnTo>
                    <a:pt x="1315384" y="2550197"/>
                  </a:lnTo>
                  <a:lnTo>
                    <a:pt x="1279756" y="2588646"/>
                  </a:lnTo>
                  <a:lnTo>
                    <a:pt x="1244187" y="2627477"/>
                  </a:lnTo>
                  <a:lnTo>
                    <a:pt x="1208670" y="2666695"/>
                  </a:lnTo>
                  <a:lnTo>
                    <a:pt x="1173198" y="2706303"/>
                  </a:lnTo>
                  <a:lnTo>
                    <a:pt x="1137763" y="2746306"/>
                  </a:lnTo>
                  <a:lnTo>
                    <a:pt x="1102360" y="2786706"/>
                  </a:lnTo>
                  <a:lnTo>
                    <a:pt x="1066980" y="2827508"/>
                  </a:lnTo>
                  <a:lnTo>
                    <a:pt x="1031616" y="2868715"/>
                  </a:lnTo>
                  <a:lnTo>
                    <a:pt x="996261" y="2910333"/>
                  </a:lnTo>
                  <a:lnTo>
                    <a:pt x="964220" y="2948765"/>
                  </a:lnTo>
                  <a:lnTo>
                    <a:pt x="932647" y="2987690"/>
                  </a:lnTo>
                  <a:lnTo>
                    <a:pt x="901545" y="3027098"/>
                  </a:lnTo>
                  <a:lnTo>
                    <a:pt x="870914" y="3066979"/>
                  </a:lnTo>
                  <a:lnTo>
                    <a:pt x="840756" y="3107322"/>
                  </a:lnTo>
                  <a:lnTo>
                    <a:pt x="811074" y="3148118"/>
                  </a:lnTo>
                  <a:lnTo>
                    <a:pt x="781868" y="3189357"/>
                  </a:lnTo>
                  <a:lnTo>
                    <a:pt x="753142" y="3231027"/>
                  </a:lnTo>
                  <a:lnTo>
                    <a:pt x="724896" y="3273120"/>
                  </a:lnTo>
                  <a:lnTo>
                    <a:pt x="697132" y="3315625"/>
                  </a:lnTo>
                  <a:lnTo>
                    <a:pt x="669852" y="3358532"/>
                  </a:lnTo>
                  <a:lnTo>
                    <a:pt x="643057" y="3401830"/>
                  </a:lnTo>
                  <a:lnTo>
                    <a:pt x="616751" y="3445510"/>
                  </a:lnTo>
                  <a:lnTo>
                    <a:pt x="590933" y="3489562"/>
                  </a:lnTo>
                  <a:lnTo>
                    <a:pt x="565606" y="3533975"/>
                  </a:lnTo>
                  <a:lnTo>
                    <a:pt x="540772" y="3578739"/>
                  </a:lnTo>
                  <a:lnTo>
                    <a:pt x="516432" y="3623844"/>
                  </a:lnTo>
                  <a:lnTo>
                    <a:pt x="492588" y="3669280"/>
                  </a:lnTo>
                  <a:lnTo>
                    <a:pt x="469242" y="3715038"/>
                  </a:lnTo>
                  <a:lnTo>
                    <a:pt x="446396" y="3761105"/>
                  </a:lnTo>
                  <a:lnTo>
                    <a:pt x="424051" y="3807474"/>
                  </a:lnTo>
                  <a:lnTo>
                    <a:pt x="402209" y="3854133"/>
                  </a:lnTo>
                  <a:lnTo>
                    <a:pt x="380872" y="3901072"/>
                  </a:lnTo>
                  <a:lnTo>
                    <a:pt x="360042" y="3948282"/>
                  </a:lnTo>
                  <a:lnTo>
                    <a:pt x="339719" y="3995752"/>
                  </a:lnTo>
                  <a:lnTo>
                    <a:pt x="319907" y="4043471"/>
                  </a:lnTo>
                  <a:lnTo>
                    <a:pt x="300607" y="4091431"/>
                  </a:lnTo>
                  <a:lnTo>
                    <a:pt x="281820" y="4139620"/>
                  </a:lnTo>
                  <a:lnTo>
                    <a:pt x="263548" y="4188029"/>
                  </a:lnTo>
                  <a:lnTo>
                    <a:pt x="245794" y="4236647"/>
                  </a:lnTo>
                  <a:lnTo>
                    <a:pt x="228558" y="4285465"/>
                  </a:lnTo>
                  <a:lnTo>
                    <a:pt x="210327" y="4339030"/>
                  </a:lnTo>
                  <a:lnTo>
                    <a:pt x="192818" y="4392565"/>
                  </a:lnTo>
                  <a:lnTo>
                    <a:pt x="176037" y="4446021"/>
                  </a:lnTo>
                  <a:lnTo>
                    <a:pt x="159987" y="4499351"/>
                  </a:lnTo>
                  <a:lnTo>
                    <a:pt x="144674" y="4552506"/>
                  </a:lnTo>
                  <a:lnTo>
                    <a:pt x="130102" y="4605440"/>
                  </a:lnTo>
                  <a:lnTo>
                    <a:pt x="116277" y="4658105"/>
                  </a:lnTo>
                  <a:lnTo>
                    <a:pt x="103202" y="4710453"/>
                  </a:lnTo>
                  <a:lnTo>
                    <a:pt x="90883" y="4762436"/>
                  </a:lnTo>
                  <a:lnTo>
                    <a:pt x="79324" y="4814007"/>
                  </a:lnTo>
                  <a:lnTo>
                    <a:pt x="68531" y="4865118"/>
                  </a:lnTo>
                  <a:lnTo>
                    <a:pt x="58507" y="4915722"/>
                  </a:lnTo>
                  <a:lnTo>
                    <a:pt x="49258" y="4965770"/>
                  </a:lnTo>
                  <a:lnTo>
                    <a:pt x="40788" y="5015216"/>
                  </a:lnTo>
                  <a:lnTo>
                    <a:pt x="33102" y="5064012"/>
                  </a:lnTo>
                  <a:lnTo>
                    <a:pt x="26205" y="5112109"/>
                  </a:lnTo>
                  <a:lnTo>
                    <a:pt x="20102" y="5159461"/>
                  </a:lnTo>
                  <a:lnTo>
                    <a:pt x="14797" y="5206019"/>
                  </a:lnTo>
                  <a:lnTo>
                    <a:pt x="10296" y="5251736"/>
                  </a:lnTo>
                  <a:lnTo>
                    <a:pt x="6602" y="5296565"/>
                  </a:lnTo>
                  <a:lnTo>
                    <a:pt x="3720" y="5340458"/>
                  </a:lnTo>
                  <a:lnTo>
                    <a:pt x="1656" y="5383366"/>
                  </a:lnTo>
                  <a:lnTo>
                    <a:pt x="415" y="5425243"/>
                  </a:lnTo>
                  <a:lnTo>
                    <a:pt x="0" y="5466041"/>
                  </a:lnTo>
                  <a:lnTo>
                    <a:pt x="2994" y="5480872"/>
                  </a:lnTo>
                  <a:lnTo>
                    <a:pt x="11159" y="5492982"/>
                  </a:lnTo>
                  <a:lnTo>
                    <a:pt x="23270" y="5501147"/>
                  </a:lnTo>
                  <a:lnTo>
                    <a:pt x="38100" y="5504141"/>
                  </a:lnTo>
                  <a:lnTo>
                    <a:pt x="52930" y="5501147"/>
                  </a:lnTo>
                  <a:lnTo>
                    <a:pt x="65040" y="5492982"/>
                  </a:lnTo>
                  <a:lnTo>
                    <a:pt x="73205" y="5480872"/>
                  </a:lnTo>
                  <a:lnTo>
                    <a:pt x="76200" y="5466041"/>
                  </a:lnTo>
                  <a:lnTo>
                    <a:pt x="76643" y="5424611"/>
                  </a:lnTo>
                  <a:lnTo>
                    <a:pt x="77968" y="5382000"/>
                  </a:lnTo>
                  <a:lnTo>
                    <a:pt x="80172" y="5338264"/>
                  </a:lnTo>
                  <a:lnTo>
                    <a:pt x="83248" y="5293456"/>
                  </a:lnTo>
                  <a:lnTo>
                    <a:pt x="87191" y="5247631"/>
                  </a:lnTo>
                  <a:lnTo>
                    <a:pt x="91996" y="5200842"/>
                  </a:lnTo>
                  <a:lnTo>
                    <a:pt x="97657" y="5153143"/>
                  </a:lnTo>
                  <a:lnTo>
                    <a:pt x="104171" y="5104590"/>
                  </a:lnTo>
                  <a:lnTo>
                    <a:pt x="111531" y="5055235"/>
                  </a:lnTo>
                  <a:lnTo>
                    <a:pt x="119732" y="5005133"/>
                  </a:lnTo>
                  <a:lnTo>
                    <a:pt x="128769" y="4954338"/>
                  </a:lnTo>
                  <a:lnTo>
                    <a:pt x="138637" y="4902905"/>
                  </a:lnTo>
                  <a:lnTo>
                    <a:pt x="149331" y="4850886"/>
                  </a:lnTo>
                  <a:lnTo>
                    <a:pt x="160846" y="4798337"/>
                  </a:lnTo>
                  <a:lnTo>
                    <a:pt x="173175" y="4745312"/>
                  </a:lnTo>
                  <a:lnTo>
                    <a:pt x="186315" y="4691864"/>
                  </a:lnTo>
                  <a:lnTo>
                    <a:pt x="200260" y="4638048"/>
                  </a:lnTo>
                  <a:lnTo>
                    <a:pt x="215005" y="4583918"/>
                  </a:lnTo>
                  <a:lnTo>
                    <a:pt x="230545" y="4529527"/>
                  </a:lnTo>
                  <a:lnTo>
                    <a:pt x="246874" y="4474931"/>
                  </a:lnTo>
                  <a:lnTo>
                    <a:pt x="263987" y="4420183"/>
                  </a:lnTo>
                  <a:lnTo>
                    <a:pt x="281879" y="4365337"/>
                  </a:lnTo>
                  <a:lnTo>
                    <a:pt x="300545" y="4310448"/>
                  </a:lnTo>
                  <a:lnTo>
                    <a:pt x="317493" y="4262446"/>
                  </a:lnTo>
                  <a:lnTo>
                    <a:pt x="334950" y="4214642"/>
                  </a:lnTo>
                  <a:lnTo>
                    <a:pt x="352914" y="4167045"/>
                  </a:lnTo>
                  <a:lnTo>
                    <a:pt x="371384" y="4119667"/>
                  </a:lnTo>
                  <a:lnTo>
                    <a:pt x="390357" y="4072516"/>
                  </a:lnTo>
                  <a:lnTo>
                    <a:pt x="409832" y="4025604"/>
                  </a:lnTo>
                  <a:lnTo>
                    <a:pt x="429806" y="3978939"/>
                  </a:lnTo>
                  <a:lnTo>
                    <a:pt x="450279" y="3932533"/>
                  </a:lnTo>
                  <a:lnTo>
                    <a:pt x="471249" y="3886395"/>
                  </a:lnTo>
                  <a:lnTo>
                    <a:pt x="492712" y="3840535"/>
                  </a:lnTo>
                  <a:lnTo>
                    <a:pt x="514669" y="3794963"/>
                  </a:lnTo>
                  <a:lnTo>
                    <a:pt x="537116" y="3749689"/>
                  </a:lnTo>
                  <a:lnTo>
                    <a:pt x="560052" y="3704724"/>
                  </a:lnTo>
                  <a:lnTo>
                    <a:pt x="583475" y="3660077"/>
                  </a:lnTo>
                  <a:lnTo>
                    <a:pt x="607384" y="3615759"/>
                  </a:lnTo>
                  <a:lnTo>
                    <a:pt x="631777" y="3571779"/>
                  </a:lnTo>
                  <a:lnTo>
                    <a:pt x="656651" y="3528147"/>
                  </a:lnTo>
                  <a:lnTo>
                    <a:pt x="682005" y="3484874"/>
                  </a:lnTo>
                  <a:lnTo>
                    <a:pt x="707837" y="3441970"/>
                  </a:lnTo>
                  <a:lnTo>
                    <a:pt x="734146" y="3399444"/>
                  </a:lnTo>
                  <a:lnTo>
                    <a:pt x="760929" y="3357307"/>
                  </a:lnTo>
                  <a:lnTo>
                    <a:pt x="788184" y="3315569"/>
                  </a:lnTo>
                  <a:lnTo>
                    <a:pt x="815911" y="3274239"/>
                  </a:lnTo>
                  <a:lnTo>
                    <a:pt x="844107" y="3233329"/>
                  </a:lnTo>
                  <a:lnTo>
                    <a:pt x="872769" y="3192847"/>
                  </a:lnTo>
                  <a:lnTo>
                    <a:pt x="901898" y="3152804"/>
                  </a:lnTo>
                  <a:lnTo>
                    <a:pt x="931490" y="3113210"/>
                  </a:lnTo>
                  <a:lnTo>
                    <a:pt x="961543" y="3074075"/>
                  </a:lnTo>
                  <a:lnTo>
                    <a:pt x="992057" y="3035408"/>
                  </a:lnTo>
                  <a:lnTo>
                    <a:pt x="1023028" y="2997221"/>
                  </a:lnTo>
                  <a:lnTo>
                    <a:pt x="1054456" y="2959524"/>
                  </a:lnTo>
                  <a:lnTo>
                    <a:pt x="1089498" y="2918274"/>
                  </a:lnTo>
                  <a:lnTo>
                    <a:pt x="1124547" y="2877432"/>
                  </a:lnTo>
                  <a:lnTo>
                    <a:pt x="1159609" y="2836995"/>
                  </a:lnTo>
                  <a:lnTo>
                    <a:pt x="1194692" y="2796959"/>
                  </a:lnTo>
                  <a:lnTo>
                    <a:pt x="1229802" y="2757319"/>
                  </a:lnTo>
                  <a:lnTo>
                    <a:pt x="1264948" y="2718072"/>
                  </a:lnTo>
                  <a:lnTo>
                    <a:pt x="1300135" y="2679214"/>
                  </a:lnTo>
                  <a:lnTo>
                    <a:pt x="1335372" y="2640741"/>
                  </a:lnTo>
                  <a:lnTo>
                    <a:pt x="1370665" y="2602649"/>
                  </a:lnTo>
                  <a:lnTo>
                    <a:pt x="1406021" y="2564934"/>
                  </a:lnTo>
                  <a:lnTo>
                    <a:pt x="1441447" y="2527593"/>
                  </a:lnTo>
                  <a:lnTo>
                    <a:pt x="1476951" y="2490621"/>
                  </a:lnTo>
                  <a:lnTo>
                    <a:pt x="1512540" y="2454015"/>
                  </a:lnTo>
                  <a:lnTo>
                    <a:pt x="1548221" y="2417770"/>
                  </a:lnTo>
                  <a:lnTo>
                    <a:pt x="1584000" y="2381883"/>
                  </a:lnTo>
                  <a:lnTo>
                    <a:pt x="1619885" y="2346350"/>
                  </a:lnTo>
                  <a:lnTo>
                    <a:pt x="1655883" y="2311167"/>
                  </a:lnTo>
                  <a:lnTo>
                    <a:pt x="1692002" y="2276330"/>
                  </a:lnTo>
                  <a:lnTo>
                    <a:pt x="1728247" y="2241836"/>
                  </a:lnTo>
                  <a:lnTo>
                    <a:pt x="1764627" y="2207680"/>
                  </a:lnTo>
                  <a:lnTo>
                    <a:pt x="1801149" y="2173858"/>
                  </a:lnTo>
                  <a:lnTo>
                    <a:pt x="1837819" y="2140367"/>
                  </a:lnTo>
                  <a:lnTo>
                    <a:pt x="1874644" y="2107202"/>
                  </a:lnTo>
                  <a:lnTo>
                    <a:pt x="1911633" y="2074361"/>
                  </a:lnTo>
                  <a:lnTo>
                    <a:pt x="1948791" y="2041838"/>
                  </a:lnTo>
                  <a:lnTo>
                    <a:pt x="1986126" y="2009630"/>
                  </a:lnTo>
                  <a:lnTo>
                    <a:pt x="2023646" y="1977734"/>
                  </a:lnTo>
                  <a:lnTo>
                    <a:pt x="2061356" y="1946145"/>
                  </a:lnTo>
                  <a:lnTo>
                    <a:pt x="2099265" y="1914859"/>
                  </a:lnTo>
                  <a:lnTo>
                    <a:pt x="2137379" y="1883872"/>
                  </a:lnTo>
                  <a:lnTo>
                    <a:pt x="2175706" y="1853181"/>
                  </a:lnTo>
                  <a:lnTo>
                    <a:pt x="2214252" y="1822782"/>
                  </a:lnTo>
                  <a:lnTo>
                    <a:pt x="2253025" y="1792671"/>
                  </a:lnTo>
                  <a:lnTo>
                    <a:pt x="2292032" y="1762844"/>
                  </a:lnTo>
                  <a:lnTo>
                    <a:pt x="2331279" y="1733296"/>
                  </a:lnTo>
                  <a:lnTo>
                    <a:pt x="2370775" y="1704025"/>
                  </a:lnTo>
                  <a:lnTo>
                    <a:pt x="2410526" y="1675026"/>
                  </a:lnTo>
                  <a:lnTo>
                    <a:pt x="2450539" y="1646296"/>
                  </a:lnTo>
                  <a:lnTo>
                    <a:pt x="2490821" y="1617830"/>
                  </a:lnTo>
                  <a:lnTo>
                    <a:pt x="2531380" y="1589624"/>
                  </a:lnTo>
                  <a:lnTo>
                    <a:pt x="2572222" y="1561675"/>
                  </a:lnTo>
                  <a:lnTo>
                    <a:pt x="2613355" y="1533980"/>
                  </a:lnTo>
                  <a:lnTo>
                    <a:pt x="2654786" y="1506533"/>
                  </a:lnTo>
                  <a:lnTo>
                    <a:pt x="2696521" y="1479331"/>
                  </a:lnTo>
                  <a:lnTo>
                    <a:pt x="2738569" y="1452370"/>
                  </a:lnTo>
                  <a:lnTo>
                    <a:pt x="2780935" y="1425647"/>
                  </a:lnTo>
                  <a:lnTo>
                    <a:pt x="2823628" y="1399157"/>
                  </a:lnTo>
                  <a:lnTo>
                    <a:pt x="2866654" y="1372896"/>
                  </a:lnTo>
                  <a:lnTo>
                    <a:pt x="2905712" y="1349435"/>
                  </a:lnTo>
                  <a:lnTo>
                    <a:pt x="2945010" y="1326193"/>
                  </a:lnTo>
                  <a:lnTo>
                    <a:pt x="2984550" y="1303171"/>
                  </a:lnTo>
                  <a:lnTo>
                    <a:pt x="3024333" y="1280368"/>
                  </a:lnTo>
                  <a:lnTo>
                    <a:pt x="3064360" y="1257785"/>
                  </a:lnTo>
                  <a:lnTo>
                    <a:pt x="3104634" y="1235422"/>
                  </a:lnTo>
                  <a:lnTo>
                    <a:pt x="3145156" y="1213279"/>
                  </a:lnTo>
                  <a:lnTo>
                    <a:pt x="3185927" y="1191356"/>
                  </a:lnTo>
                  <a:lnTo>
                    <a:pt x="3226949" y="1169653"/>
                  </a:lnTo>
                  <a:lnTo>
                    <a:pt x="3268224" y="1148171"/>
                  </a:lnTo>
                  <a:lnTo>
                    <a:pt x="3309752" y="1126910"/>
                  </a:lnTo>
                  <a:lnTo>
                    <a:pt x="3351536" y="1105869"/>
                  </a:lnTo>
                  <a:lnTo>
                    <a:pt x="3393577" y="1085050"/>
                  </a:lnTo>
                  <a:lnTo>
                    <a:pt x="3435877" y="1064451"/>
                  </a:lnTo>
                  <a:lnTo>
                    <a:pt x="3478437" y="1044074"/>
                  </a:lnTo>
                  <a:lnTo>
                    <a:pt x="3521259" y="1023918"/>
                  </a:lnTo>
                  <a:lnTo>
                    <a:pt x="3564345" y="1003984"/>
                  </a:lnTo>
                  <a:lnTo>
                    <a:pt x="3607695" y="984271"/>
                  </a:lnTo>
                  <a:lnTo>
                    <a:pt x="3651312" y="964780"/>
                  </a:lnTo>
                  <a:lnTo>
                    <a:pt x="3695196" y="945511"/>
                  </a:lnTo>
                  <a:lnTo>
                    <a:pt x="3739351" y="926465"/>
                  </a:lnTo>
                  <a:lnTo>
                    <a:pt x="3783776" y="907640"/>
                  </a:lnTo>
                  <a:lnTo>
                    <a:pt x="3828474" y="889038"/>
                  </a:lnTo>
                  <a:lnTo>
                    <a:pt x="3873447" y="870659"/>
                  </a:lnTo>
                  <a:lnTo>
                    <a:pt x="3918695" y="852502"/>
                  </a:lnTo>
                  <a:lnTo>
                    <a:pt x="3964221" y="834568"/>
                  </a:lnTo>
                  <a:lnTo>
                    <a:pt x="4010025" y="816857"/>
                  </a:lnTo>
                  <a:lnTo>
                    <a:pt x="4056110" y="799370"/>
                  </a:lnTo>
                  <a:lnTo>
                    <a:pt x="4102477" y="782106"/>
                  </a:lnTo>
                  <a:lnTo>
                    <a:pt x="4149128" y="765065"/>
                  </a:lnTo>
                  <a:lnTo>
                    <a:pt x="4196063" y="748247"/>
                  </a:lnTo>
                  <a:lnTo>
                    <a:pt x="4243286" y="731654"/>
                  </a:lnTo>
                  <a:lnTo>
                    <a:pt x="4290796" y="715284"/>
                  </a:lnTo>
                  <a:lnTo>
                    <a:pt x="4338597" y="699139"/>
                  </a:lnTo>
                  <a:lnTo>
                    <a:pt x="4386688" y="683218"/>
                  </a:lnTo>
                  <a:lnTo>
                    <a:pt x="4435073" y="667521"/>
                  </a:lnTo>
                  <a:lnTo>
                    <a:pt x="4483752" y="652048"/>
                  </a:lnTo>
                  <a:lnTo>
                    <a:pt x="4532727" y="636801"/>
                  </a:lnTo>
                  <a:lnTo>
                    <a:pt x="4582000" y="621778"/>
                  </a:lnTo>
                  <a:lnTo>
                    <a:pt x="4631572" y="606980"/>
                  </a:lnTo>
                  <a:lnTo>
                    <a:pt x="4681444" y="592407"/>
                  </a:lnTo>
                  <a:lnTo>
                    <a:pt x="4731619" y="578059"/>
                  </a:lnTo>
                  <a:lnTo>
                    <a:pt x="4782098" y="563937"/>
                  </a:lnTo>
                  <a:lnTo>
                    <a:pt x="4832882" y="550040"/>
                  </a:lnTo>
                  <a:lnTo>
                    <a:pt x="4883973" y="536369"/>
                  </a:lnTo>
                  <a:lnTo>
                    <a:pt x="4935372" y="522924"/>
                  </a:lnTo>
                  <a:lnTo>
                    <a:pt x="4987081" y="509705"/>
                  </a:lnTo>
                  <a:lnTo>
                    <a:pt x="5039102" y="496712"/>
                  </a:lnTo>
                  <a:lnTo>
                    <a:pt x="5091436" y="483945"/>
                  </a:lnTo>
                  <a:lnTo>
                    <a:pt x="5144085" y="471404"/>
                  </a:lnTo>
                  <a:lnTo>
                    <a:pt x="5197050" y="459091"/>
                  </a:lnTo>
                  <a:lnTo>
                    <a:pt x="5250333" y="447004"/>
                  </a:lnTo>
                  <a:lnTo>
                    <a:pt x="5303935" y="435143"/>
                  </a:lnTo>
                  <a:lnTo>
                    <a:pt x="5357858" y="423510"/>
                  </a:lnTo>
                  <a:lnTo>
                    <a:pt x="5412103" y="412104"/>
                  </a:lnTo>
                  <a:lnTo>
                    <a:pt x="5466672" y="400926"/>
                  </a:lnTo>
                  <a:lnTo>
                    <a:pt x="5521567" y="389974"/>
                  </a:lnTo>
                  <a:lnTo>
                    <a:pt x="5576790" y="379251"/>
                  </a:lnTo>
                  <a:lnTo>
                    <a:pt x="5632340" y="368755"/>
                  </a:lnTo>
                  <a:lnTo>
                    <a:pt x="5688221" y="358487"/>
                  </a:lnTo>
                  <a:lnTo>
                    <a:pt x="5744434" y="348447"/>
                  </a:lnTo>
                  <a:lnTo>
                    <a:pt x="5800980" y="338636"/>
                  </a:lnTo>
                  <a:lnTo>
                    <a:pt x="5857862" y="329053"/>
                  </a:lnTo>
                  <a:lnTo>
                    <a:pt x="5915079" y="319698"/>
                  </a:lnTo>
                  <a:lnTo>
                    <a:pt x="5978077" y="310961"/>
                  </a:lnTo>
                  <a:lnTo>
                    <a:pt x="6052808" y="303154"/>
                  </a:lnTo>
                  <a:lnTo>
                    <a:pt x="6094569" y="299600"/>
                  </a:lnTo>
                  <a:lnTo>
                    <a:pt x="6139257" y="296280"/>
                  </a:lnTo>
                  <a:lnTo>
                    <a:pt x="6186870" y="293194"/>
                  </a:lnTo>
                  <a:lnTo>
                    <a:pt x="6237407" y="290342"/>
                  </a:lnTo>
                  <a:lnTo>
                    <a:pt x="6290866" y="287724"/>
                  </a:lnTo>
                  <a:lnTo>
                    <a:pt x="6347244" y="285342"/>
                  </a:lnTo>
                  <a:lnTo>
                    <a:pt x="6406540" y="283194"/>
                  </a:lnTo>
                  <a:lnTo>
                    <a:pt x="6468752" y="281282"/>
                  </a:lnTo>
                  <a:lnTo>
                    <a:pt x="6533877" y="279606"/>
                  </a:lnTo>
                  <a:lnTo>
                    <a:pt x="6601915" y="278167"/>
                  </a:lnTo>
                  <a:lnTo>
                    <a:pt x="6672862" y="276963"/>
                  </a:lnTo>
                  <a:lnTo>
                    <a:pt x="6746717" y="275997"/>
                  </a:lnTo>
                  <a:lnTo>
                    <a:pt x="6956437" y="275070"/>
                  </a:lnTo>
                  <a:lnTo>
                    <a:pt x="6728160" y="404800"/>
                  </a:lnTo>
                  <a:lnTo>
                    <a:pt x="6716746" y="414733"/>
                  </a:lnTo>
                  <a:lnTo>
                    <a:pt x="6710251" y="427816"/>
                  </a:lnTo>
                  <a:lnTo>
                    <a:pt x="6709137" y="442380"/>
                  </a:lnTo>
                  <a:lnTo>
                    <a:pt x="6713861" y="456756"/>
                  </a:lnTo>
                  <a:lnTo>
                    <a:pt x="6723792" y="468167"/>
                  </a:lnTo>
                  <a:lnTo>
                    <a:pt x="6736875" y="474660"/>
                  </a:lnTo>
                  <a:lnTo>
                    <a:pt x="6751438" y="475776"/>
                  </a:lnTo>
                  <a:lnTo>
                    <a:pt x="6765811" y="471056"/>
                  </a:lnTo>
                  <a:lnTo>
                    <a:pt x="7120520" y="269457"/>
                  </a:lnTo>
                  <a:lnTo>
                    <a:pt x="7135022" y="254917"/>
                  </a:lnTo>
                  <a:lnTo>
                    <a:pt x="7139794" y="236160"/>
                  </a:lnTo>
                  <a:lnTo>
                    <a:pt x="7134856" y="217447"/>
                  </a:lnTo>
                  <a:lnTo>
                    <a:pt x="7120225" y="203036"/>
                  </a:lnTo>
                  <a:lnTo>
                    <a:pt x="6763743" y="4598"/>
                  </a:lnTo>
                  <a:lnTo>
                    <a:pt x="6749328" y="0"/>
                  </a:lnTo>
                  <a:close/>
                </a:path>
              </a:pathLst>
            </a:custGeom>
            <a:solidFill>
              <a:srgbClr val="3068E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4" name="object 14"/>
            <p:cNvSpPr/>
            <p:nvPr/>
          </p:nvSpPr>
          <p:spPr>
            <a:xfrm>
              <a:off x="3766553" y="5186895"/>
              <a:ext cx="2607310" cy="2792730"/>
            </a:xfrm>
            <a:custGeom>
              <a:avLst/>
              <a:gdLst/>
              <a:ahLst/>
              <a:cxnLst/>
              <a:rect l="l" t="t" r="r" b="b"/>
              <a:pathLst>
                <a:path w="2607310" h="2792729">
                  <a:moveTo>
                    <a:pt x="304342" y="2640050"/>
                  </a:moveTo>
                  <a:lnTo>
                    <a:pt x="296583" y="2591955"/>
                  </a:lnTo>
                  <a:lnTo>
                    <a:pt x="274980" y="2550172"/>
                  </a:lnTo>
                  <a:lnTo>
                    <a:pt x="242036" y="2517241"/>
                  </a:lnTo>
                  <a:lnTo>
                    <a:pt x="200266" y="2495639"/>
                  </a:lnTo>
                  <a:lnTo>
                    <a:pt x="152171" y="2487879"/>
                  </a:lnTo>
                  <a:lnTo>
                    <a:pt x="104076" y="2495639"/>
                  </a:lnTo>
                  <a:lnTo>
                    <a:pt x="62306" y="2517241"/>
                  </a:lnTo>
                  <a:lnTo>
                    <a:pt x="29362" y="2550172"/>
                  </a:lnTo>
                  <a:lnTo>
                    <a:pt x="7759" y="2591955"/>
                  </a:lnTo>
                  <a:lnTo>
                    <a:pt x="0" y="2640050"/>
                  </a:lnTo>
                  <a:lnTo>
                    <a:pt x="7759" y="2688145"/>
                  </a:lnTo>
                  <a:lnTo>
                    <a:pt x="29362" y="2729915"/>
                  </a:lnTo>
                  <a:lnTo>
                    <a:pt x="62306" y="2762859"/>
                  </a:lnTo>
                  <a:lnTo>
                    <a:pt x="104076" y="2784462"/>
                  </a:lnTo>
                  <a:lnTo>
                    <a:pt x="152171" y="2792222"/>
                  </a:lnTo>
                  <a:lnTo>
                    <a:pt x="200266" y="2784462"/>
                  </a:lnTo>
                  <a:lnTo>
                    <a:pt x="242036" y="2762859"/>
                  </a:lnTo>
                  <a:lnTo>
                    <a:pt x="274980" y="2729915"/>
                  </a:lnTo>
                  <a:lnTo>
                    <a:pt x="296583" y="2688145"/>
                  </a:lnTo>
                  <a:lnTo>
                    <a:pt x="304342" y="2640050"/>
                  </a:lnTo>
                  <a:close/>
                </a:path>
                <a:path w="2607310" h="2792729">
                  <a:moveTo>
                    <a:pt x="1141323" y="1376984"/>
                  </a:moveTo>
                  <a:lnTo>
                    <a:pt x="1133563" y="1328889"/>
                  </a:lnTo>
                  <a:lnTo>
                    <a:pt x="1111961" y="1287119"/>
                  </a:lnTo>
                  <a:lnTo>
                    <a:pt x="1079017" y="1254175"/>
                  </a:lnTo>
                  <a:lnTo>
                    <a:pt x="1037247" y="1232573"/>
                  </a:lnTo>
                  <a:lnTo>
                    <a:pt x="989152" y="1224813"/>
                  </a:lnTo>
                  <a:lnTo>
                    <a:pt x="941057" y="1232573"/>
                  </a:lnTo>
                  <a:lnTo>
                    <a:pt x="899287" y="1254175"/>
                  </a:lnTo>
                  <a:lnTo>
                    <a:pt x="866343" y="1287119"/>
                  </a:lnTo>
                  <a:lnTo>
                    <a:pt x="844740" y="1328889"/>
                  </a:lnTo>
                  <a:lnTo>
                    <a:pt x="836980" y="1376984"/>
                  </a:lnTo>
                  <a:lnTo>
                    <a:pt x="844740" y="1425092"/>
                  </a:lnTo>
                  <a:lnTo>
                    <a:pt x="866343" y="1466862"/>
                  </a:lnTo>
                  <a:lnTo>
                    <a:pt x="899287" y="1499793"/>
                  </a:lnTo>
                  <a:lnTo>
                    <a:pt x="941057" y="1521396"/>
                  </a:lnTo>
                  <a:lnTo>
                    <a:pt x="989152" y="1529156"/>
                  </a:lnTo>
                  <a:lnTo>
                    <a:pt x="1037247" y="1521396"/>
                  </a:lnTo>
                  <a:lnTo>
                    <a:pt x="1079017" y="1499793"/>
                  </a:lnTo>
                  <a:lnTo>
                    <a:pt x="1111961" y="1466862"/>
                  </a:lnTo>
                  <a:lnTo>
                    <a:pt x="1133563" y="1425092"/>
                  </a:lnTo>
                  <a:lnTo>
                    <a:pt x="1141323" y="1376984"/>
                  </a:lnTo>
                  <a:close/>
                </a:path>
                <a:path w="2607310" h="2792729">
                  <a:moveTo>
                    <a:pt x="2606967" y="152171"/>
                  </a:moveTo>
                  <a:lnTo>
                    <a:pt x="2599220" y="104076"/>
                  </a:lnTo>
                  <a:lnTo>
                    <a:pt x="2577617" y="62306"/>
                  </a:lnTo>
                  <a:lnTo>
                    <a:pt x="2544673" y="29362"/>
                  </a:lnTo>
                  <a:lnTo>
                    <a:pt x="2502903" y="7759"/>
                  </a:lnTo>
                  <a:lnTo>
                    <a:pt x="2454795" y="0"/>
                  </a:lnTo>
                  <a:lnTo>
                    <a:pt x="2406700" y="7759"/>
                  </a:lnTo>
                  <a:lnTo>
                    <a:pt x="2364930" y="29362"/>
                  </a:lnTo>
                  <a:lnTo>
                    <a:pt x="2331986" y="62306"/>
                  </a:lnTo>
                  <a:lnTo>
                    <a:pt x="2310384" y="104076"/>
                  </a:lnTo>
                  <a:lnTo>
                    <a:pt x="2302624" y="152171"/>
                  </a:lnTo>
                  <a:lnTo>
                    <a:pt x="2310384" y="200279"/>
                  </a:lnTo>
                  <a:lnTo>
                    <a:pt x="2331986" y="242049"/>
                  </a:lnTo>
                  <a:lnTo>
                    <a:pt x="2364930" y="274993"/>
                  </a:lnTo>
                  <a:lnTo>
                    <a:pt x="2406700" y="296595"/>
                  </a:lnTo>
                  <a:lnTo>
                    <a:pt x="2454795" y="304342"/>
                  </a:lnTo>
                  <a:lnTo>
                    <a:pt x="2502903" y="296595"/>
                  </a:lnTo>
                  <a:lnTo>
                    <a:pt x="2544673" y="274993"/>
                  </a:lnTo>
                  <a:lnTo>
                    <a:pt x="2577617" y="242049"/>
                  </a:lnTo>
                  <a:lnTo>
                    <a:pt x="2599220" y="200279"/>
                  </a:lnTo>
                  <a:lnTo>
                    <a:pt x="2606967" y="152171"/>
                  </a:lnTo>
                  <a:close/>
                </a:path>
              </a:pathLst>
            </a:custGeom>
            <a:solidFill>
              <a:srgbClr val="E1E1E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15" name="object 15"/>
            <p:cNvPicPr/>
            <p:nvPr/>
          </p:nvPicPr>
          <p:blipFill>
            <a:blip r:embed="rId2" cstate="print"/>
            <a:stretch>
              <a:fillRect/>
            </a:stretch>
          </p:blipFill>
          <p:spPr>
            <a:xfrm>
              <a:off x="7386403" y="3658933"/>
              <a:ext cx="1905000" cy="1905000"/>
            </a:xfrm>
            <a:prstGeom prst="rect">
              <a:avLst/>
            </a:prstGeom>
          </p:spPr>
        </p:pic>
        <p:sp>
          <p:nvSpPr>
            <p:cNvPr id="16" name="object 16"/>
            <p:cNvSpPr/>
            <p:nvPr/>
          </p:nvSpPr>
          <p:spPr>
            <a:xfrm>
              <a:off x="3462218" y="8628372"/>
              <a:ext cx="304800" cy="304800"/>
            </a:xfrm>
            <a:custGeom>
              <a:avLst/>
              <a:gdLst/>
              <a:ahLst/>
              <a:cxnLst/>
              <a:rect l="l" t="t" r="r" b="b"/>
              <a:pathLst>
                <a:path w="304800" h="304800">
                  <a:moveTo>
                    <a:pt x="152171" y="0"/>
                  </a:moveTo>
                  <a:lnTo>
                    <a:pt x="104073" y="7757"/>
                  </a:lnTo>
                  <a:lnTo>
                    <a:pt x="62300" y="29360"/>
                  </a:lnTo>
                  <a:lnTo>
                    <a:pt x="29360" y="62300"/>
                  </a:lnTo>
                  <a:lnTo>
                    <a:pt x="7757" y="104073"/>
                  </a:lnTo>
                  <a:lnTo>
                    <a:pt x="0" y="152171"/>
                  </a:lnTo>
                  <a:lnTo>
                    <a:pt x="7757" y="200268"/>
                  </a:lnTo>
                  <a:lnTo>
                    <a:pt x="29360" y="242041"/>
                  </a:lnTo>
                  <a:lnTo>
                    <a:pt x="62300" y="274982"/>
                  </a:lnTo>
                  <a:lnTo>
                    <a:pt x="104073" y="296584"/>
                  </a:lnTo>
                  <a:lnTo>
                    <a:pt x="152171" y="304342"/>
                  </a:lnTo>
                  <a:lnTo>
                    <a:pt x="200269" y="296584"/>
                  </a:lnTo>
                  <a:lnTo>
                    <a:pt x="242041" y="274982"/>
                  </a:lnTo>
                  <a:lnTo>
                    <a:pt x="274982" y="242041"/>
                  </a:lnTo>
                  <a:lnTo>
                    <a:pt x="296585" y="200268"/>
                  </a:lnTo>
                  <a:lnTo>
                    <a:pt x="304342" y="152171"/>
                  </a:lnTo>
                  <a:lnTo>
                    <a:pt x="296585" y="104073"/>
                  </a:lnTo>
                  <a:lnTo>
                    <a:pt x="274982" y="62300"/>
                  </a:lnTo>
                  <a:lnTo>
                    <a:pt x="242041" y="29360"/>
                  </a:lnTo>
                  <a:lnTo>
                    <a:pt x="200269" y="7757"/>
                  </a:lnTo>
                  <a:lnTo>
                    <a:pt x="152171" y="0"/>
                  </a:lnTo>
                  <a:close/>
                </a:path>
              </a:pathLst>
            </a:custGeom>
            <a:solidFill>
              <a:srgbClr val="E1E1E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7" name="object 17"/>
          <p:cNvSpPr txBox="1"/>
          <p:nvPr/>
        </p:nvSpPr>
        <p:spPr>
          <a:xfrm>
            <a:off x="1911076" y="4306215"/>
            <a:ext cx="925195" cy="167640"/>
          </a:xfrm>
          <a:prstGeom prst="rect">
            <a:avLst/>
          </a:prstGeom>
        </p:spPr>
        <p:txBody>
          <a:bodyPr vert="horz" wrap="square" lIns="0" tIns="6350" rIns="0" bIns="0" rtlCol="0">
            <a:spAutoFit/>
          </a:bodyPr>
          <a:lstStyle/>
          <a:p>
            <a:pPr marL="6350">
              <a:spcBef>
                <a:spcPts val="50"/>
              </a:spcBef>
            </a:pPr>
            <a:r>
              <a:rPr sz="1050"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1、新手Novice</a:t>
            </a:r>
            <a:endParaRPr sz="105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8" name="object 18"/>
          <p:cNvSpPr txBox="1"/>
          <p:nvPr/>
        </p:nvSpPr>
        <p:spPr>
          <a:xfrm>
            <a:off x="2101545" y="3811717"/>
            <a:ext cx="2052002" cy="167640"/>
          </a:xfrm>
          <a:prstGeom prst="rect">
            <a:avLst/>
          </a:prstGeom>
        </p:spPr>
        <p:txBody>
          <a:bodyPr vert="horz" wrap="square" lIns="0" tIns="6350" rIns="0" bIns="0" rtlCol="0">
            <a:spAutoFit/>
          </a:bodyPr>
          <a:lstStyle/>
          <a:p>
            <a:pPr marL="6350">
              <a:spcBef>
                <a:spcPts val="50"/>
              </a:spcBef>
            </a:pPr>
            <a:r>
              <a:rPr sz="1050"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2、高级新手 Advanced Beginner</a:t>
            </a:r>
            <a:endParaRPr sz="105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9" name="object 19"/>
          <p:cNvSpPr txBox="1"/>
          <p:nvPr/>
        </p:nvSpPr>
        <p:spPr>
          <a:xfrm>
            <a:off x="2510005" y="3206864"/>
            <a:ext cx="1357948" cy="167640"/>
          </a:xfrm>
          <a:prstGeom prst="rect">
            <a:avLst/>
          </a:prstGeom>
        </p:spPr>
        <p:txBody>
          <a:bodyPr vert="horz" wrap="square" lIns="0" tIns="6350" rIns="0" bIns="0" rtlCol="0">
            <a:spAutoFit/>
          </a:bodyPr>
          <a:lstStyle/>
          <a:p>
            <a:pPr marL="6350">
              <a:spcBef>
                <a:spcPts val="50"/>
              </a:spcBef>
            </a:pPr>
            <a:r>
              <a:rPr sz="1050"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3、胜任者 Competent</a:t>
            </a:r>
            <a:endParaRPr sz="105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20" name="object 20"/>
          <p:cNvSpPr txBox="1"/>
          <p:nvPr/>
        </p:nvSpPr>
        <p:spPr>
          <a:xfrm>
            <a:off x="3224866" y="2584240"/>
            <a:ext cx="1267143" cy="167640"/>
          </a:xfrm>
          <a:prstGeom prst="rect">
            <a:avLst/>
          </a:prstGeom>
        </p:spPr>
        <p:txBody>
          <a:bodyPr vert="horz" wrap="square" lIns="0" tIns="6350" rIns="0" bIns="0" rtlCol="0">
            <a:spAutoFit/>
          </a:bodyPr>
          <a:lstStyle/>
          <a:p>
            <a:pPr marL="6350">
              <a:spcBef>
                <a:spcPts val="50"/>
              </a:spcBef>
            </a:pPr>
            <a:r>
              <a:rPr sz="1050" dirty="0">
                <a:solidFill>
                  <a:srgbClr val="E1E1E1"/>
                </a:solidFill>
                <a:latin typeface="江城圆体 400W" panose="020B0800000000000000" pitchFamily="34" charset="-128"/>
                <a:ea typeface="江城圆体 400W" panose="020B0800000000000000" pitchFamily="34" charset="-128"/>
                <a:cs typeface="微软雅黑" panose="020B0503020204020204" charset="-122"/>
              </a:rPr>
              <a:t>4、精通者 Proficient</a:t>
            </a:r>
            <a:endParaRPr sz="105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21" name="object 21"/>
          <p:cNvSpPr txBox="1"/>
          <p:nvPr/>
        </p:nvSpPr>
        <p:spPr>
          <a:xfrm>
            <a:off x="4249561" y="2235791"/>
            <a:ext cx="938530" cy="167640"/>
          </a:xfrm>
          <a:prstGeom prst="rect">
            <a:avLst/>
          </a:prstGeom>
        </p:spPr>
        <p:txBody>
          <a:bodyPr vert="horz" wrap="square" lIns="0" tIns="6350" rIns="0" bIns="0" rtlCol="0">
            <a:spAutoFit/>
          </a:bodyPr>
          <a:lstStyle/>
          <a:p>
            <a:pPr marL="6350">
              <a:spcBef>
                <a:spcPts val="50"/>
              </a:spcBef>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5、专家 Expert</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23" name="object 23"/>
          <p:cNvSpPr/>
          <p:nvPr/>
        </p:nvSpPr>
        <p:spPr>
          <a:xfrm>
            <a:off x="698500" y="5480050"/>
            <a:ext cx="1930400" cy="273050"/>
          </a:xfrm>
          <a:custGeom>
            <a:avLst/>
            <a:gdLst/>
            <a:ahLst/>
            <a:cxnLst/>
            <a:rect l="l" t="t" r="r" b="b"/>
            <a:pathLst>
              <a:path w="3860800" h="546100">
                <a:moveTo>
                  <a:pt x="3587750" y="0"/>
                </a:moveTo>
                <a:lnTo>
                  <a:pt x="273050" y="0"/>
                </a:lnTo>
                <a:lnTo>
                  <a:pt x="223968" y="4399"/>
                </a:lnTo>
                <a:lnTo>
                  <a:pt x="177774" y="17082"/>
                </a:lnTo>
                <a:lnTo>
                  <a:pt x="135236" y="37279"/>
                </a:lnTo>
                <a:lnTo>
                  <a:pt x="97127" y="64218"/>
                </a:lnTo>
                <a:lnTo>
                  <a:pt x="64218" y="97127"/>
                </a:lnTo>
                <a:lnTo>
                  <a:pt x="37279" y="135236"/>
                </a:lnTo>
                <a:lnTo>
                  <a:pt x="17082" y="177774"/>
                </a:lnTo>
                <a:lnTo>
                  <a:pt x="4399" y="223968"/>
                </a:lnTo>
                <a:lnTo>
                  <a:pt x="0" y="273050"/>
                </a:lnTo>
                <a:lnTo>
                  <a:pt x="4399" y="322131"/>
                </a:lnTo>
                <a:lnTo>
                  <a:pt x="17082" y="368325"/>
                </a:lnTo>
                <a:lnTo>
                  <a:pt x="37279" y="410863"/>
                </a:lnTo>
                <a:lnTo>
                  <a:pt x="64218" y="448972"/>
                </a:lnTo>
                <a:lnTo>
                  <a:pt x="97127" y="481881"/>
                </a:lnTo>
                <a:lnTo>
                  <a:pt x="135236" y="508820"/>
                </a:lnTo>
                <a:lnTo>
                  <a:pt x="177774" y="529017"/>
                </a:lnTo>
                <a:lnTo>
                  <a:pt x="223968" y="541700"/>
                </a:lnTo>
                <a:lnTo>
                  <a:pt x="273050" y="546100"/>
                </a:lnTo>
                <a:lnTo>
                  <a:pt x="3587750" y="546100"/>
                </a:lnTo>
                <a:lnTo>
                  <a:pt x="3636831" y="541700"/>
                </a:lnTo>
                <a:lnTo>
                  <a:pt x="3683025" y="529017"/>
                </a:lnTo>
                <a:lnTo>
                  <a:pt x="3725563" y="508820"/>
                </a:lnTo>
                <a:lnTo>
                  <a:pt x="3763672" y="481881"/>
                </a:lnTo>
                <a:lnTo>
                  <a:pt x="3796581" y="448972"/>
                </a:lnTo>
                <a:lnTo>
                  <a:pt x="3823520" y="410863"/>
                </a:lnTo>
                <a:lnTo>
                  <a:pt x="3843717" y="368325"/>
                </a:lnTo>
                <a:lnTo>
                  <a:pt x="3856400" y="322131"/>
                </a:lnTo>
                <a:lnTo>
                  <a:pt x="3860800" y="273050"/>
                </a:lnTo>
                <a:lnTo>
                  <a:pt x="3856400" y="223968"/>
                </a:lnTo>
                <a:lnTo>
                  <a:pt x="3843717" y="177774"/>
                </a:lnTo>
                <a:lnTo>
                  <a:pt x="3823520" y="135236"/>
                </a:lnTo>
                <a:lnTo>
                  <a:pt x="3796581" y="97127"/>
                </a:lnTo>
                <a:lnTo>
                  <a:pt x="3763672" y="64218"/>
                </a:lnTo>
                <a:lnTo>
                  <a:pt x="3725563" y="37279"/>
                </a:lnTo>
                <a:lnTo>
                  <a:pt x="3683025" y="17082"/>
                </a:lnTo>
                <a:lnTo>
                  <a:pt x="3636831" y="4399"/>
                </a:lnTo>
                <a:lnTo>
                  <a:pt x="35877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4" name="object 24"/>
          <p:cNvSpPr txBox="1"/>
          <p:nvPr/>
        </p:nvSpPr>
        <p:spPr>
          <a:xfrm>
            <a:off x="793750" y="5518150"/>
            <a:ext cx="5388610" cy="1636395"/>
          </a:xfrm>
          <a:prstGeom prst="rect">
            <a:avLst/>
          </a:prstGeom>
        </p:spPr>
        <p:txBody>
          <a:bodyPr vert="horz" wrap="square" lIns="0" tIns="6350" rIns="0" bIns="0" rtlCol="0">
            <a:spAutoFit/>
          </a:bodyPr>
          <a:lstStyle/>
          <a:p>
            <a:pPr marL="6350">
              <a:spcBef>
                <a:spcPts val="50"/>
              </a:spcBef>
            </a:pPr>
            <a:r>
              <a:rPr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5、专长（Expertise）阶段</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a:spcBef>
                <a:spcPts val="20"/>
              </a:spcBef>
            </a:pPr>
            <a:endParaRPr sz="775" dirty="0">
              <a:latin typeface="江城圆体 400W" panose="020B0800000000000000" pitchFamily="34" charset="-128"/>
              <a:ea typeface="江城圆体 400W" panose="020B0800000000000000" pitchFamily="34" charset="-128"/>
              <a:cs typeface="微软雅黑" panose="020B0503020204020204" charset="-122"/>
            </a:endParaRPr>
          </a:p>
          <a:p>
            <a:pPr marL="6350" marR="2540" algn="just">
              <a:lnSpc>
                <a:spcPct val="139000"/>
              </a:lnSpc>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当所学的技能变成了学习者的一技之长时，他们就成为了专家。专家不仅明白需要达到的目标，而且知道如何达到目标，即知道实现目标的具体方式或途径。这种更高的辨别力把专家与精通阶段的学习者区分开来。在许多情境中，尽管两个层次的人都具有足够的经验，能从同样的视角看出问题，但战略决策会有所不同，专家具有更明显的直觉情境响应能力，或者说，已经具备了以适当的方式去做适当的事情的能力，在处理问题的过程中能够做到随机应变，体现出直接的、直觉的情境式的反应。适时，学习者的直觉思维完全替代了理性思维。</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25" name="object 25"/>
          <p:cNvSpPr txBox="1"/>
          <p:nvPr/>
        </p:nvSpPr>
        <p:spPr>
          <a:xfrm>
            <a:off x="1505192" y="4889500"/>
            <a:ext cx="292735" cy="263525"/>
          </a:xfrm>
          <a:prstGeom prst="rect">
            <a:avLst/>
          </a:prstGeom>
        </p:spPr>
        <p:txBody>
          <a:bodyPr vert="horz" wrap="square" lIns="0" tIns="6350" rIns="0" bIns="0" rtlCol="0">
            <a:spAutoFit/>
          </a:bodyPr>
          <a:lstStyle/>
          <a:p>
            <a:pPr marL="6350">
              <a:lnSpc>
                <a:spcPts val="1155"/>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规则</a:t>
            </a:r>
            <a:endParaRPr sz="1050">
              <a:latin typeface="江城圆体 400W" panose="020B0800000000000000" pitchFamily="34" charset="-128"/>
              <a:ea typeface="江城圆体 400W" panose="020B0800000000000000" pitchFamily="34" charset="-128"/>
              <a:cs typeface="微软雅黑" panose="020B0503020204020204" charset="-122"/>
            </a:endParaRPr>
          </a:p>
          <a:p>
            <a:pPr marL="12065">
              <a:lnSpc>
                <a:spcPts val="855"/>
              </a:lnSpc>
            </a:pPr>
            <a:r>
              <a:rPr sz="8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Rules</a:t>
            </a:r>
            <a:endParaRPr sz="800">
              <a:latin typeface="江城圆体 400W" panose="020B0800000000000000" pitchFamily="34" charset="-128"/>
              <a:ea typeface="江城圆体 400W" panose="020B0800000000000000" pitchFamily="34" charset="-128"/>
              <a:cs typeface="微软雅黑" panose="020B0503020204020204" charset="-122"/>
            </a:endParaRPr>
          </a:p>
        </p:txBody>
      </p:sp>
      <p:pic>
        <p:nvPicPr>
          <p:cNvPr id="26" name="object 26"/>
          <p:cNvPicPr/>
          <p:nvPr/>
        </p:nvPicPr>
        <p:blipFill>
          <a:blip r:embed="rId3" cstate="print"/>
          <a:stretch>
            <a:fillRect/>
          </a:stretch>
        </p:blipFill>
        <p:spPr>
          <a:xfrm>
            <a:off x="3189837" y="8851900"/>
            <a:ext cx="486698" cy="292100"/>
          </a:xfrm>
          <a:prstGeom prst="rect">
            <a:avLst/>
          </a:prstGeom>
        </p:spPr>
      </p:pic>
      <p:sp>
        <p:nvSpPr>
          <p:cNvPr id="27" name="object 22"/>
          <p:cNvSpPr txBox="1"/>
          <p:nvPr/>
        </p:nvSpPr>
        <p:spPr>
          <a:xfrm>
            <a:off x="2652934" y="1109348"/>
            <a:ext cx="1558556" cy="443865"/>
          </a:xfrm>
          <a:prstGeom prst="rect">
            <a:avLst/>
          </a:prstGeom>
        </p:spPr>
        <p:txBody>
          <a:bodyPr vert="horz" wrap="square" lIns="0" tIns="84138" rIns="0" bIns="0" rtlCol="0">
            <a:spAutoFit/>
          </a:bodyPr>
          <a:lstStyle/>
          <a:p>
            <a:pPr algn="ctr">
              <a:lnSpc>
                <a:spcPts val="1675"/>
              </a:lnSpc>
            </a:pPr>
            <a:r>
              <a:rPr sz="1500" b="1" dirty="0" err="1">
                <a:solidFill>
                  <a:srgbClr val="212121"/>
                </a:solidFill>
                <a:latin typeface="江城圆体 600W" panose="020B0800000000000000" pitchFamily="34" charset="-128"/>
                <a:ea typeface="江城圆体 600W" panose="020B0800000000000000" pitchFamily="34" charset="-128"/>
                <a:cs typeface="微软雅黑" panose="020B0503020204020204" charset="-122"/>
              </a:rPr>
              <a:t>从新手到专家</a:t>
            </a:r>
            <a:endParaRPr sz="1500" b="1" dirty="0">
              <a:latin typeface="江城圆体 600W" panose="020B0800000000000000" pitchFamily="34" charset="-128"/>
              <a:ea typeface="江城圆体 600W" panose="020B0800000000000000" pitchFamily="34" charset="-128"/>
              <a:cs typeface="微软雅黑" panose="020B0503020204020204" charset="-122"/>
            </a:endParaRPr>
          </a:p>
          <a:p>
            <a:pPr algn="ctr">
              <a:lnSpc>
                <a:spcPts val="1135"/>
              </a:lnSpc>
            </a:pPr>
            <a:r>
              <a:rPr sz="1050" b="1" dirty="0">
                <a:solidFill>
                  <a:srgbClr val="212121"/>
                </a:solidFill>
                <a:latin typeface="江城圆体 600W" panose="020B0800000000000000" pitchFamily="34" charset="-128"/>
                <a:ea typeface="江城圆体 600W" panose="020B0800000000000000" pitchFamily="34" charset="-128"/>
                <a:cs typeface="微软雅黑" panose="020B0503020204020204" charset="-122"/>
              </a:rPr>
              <a:t>From Novice to Expert</a:t>
            </a:r>
            <a:endParaRPr sz="1050" b="1" dirty="0">
              <a:latin typeface="江城圆体 600W" panose="020B0800000000000000" pitchFamily="34" charset="-128"/>
              <a:ea typeface="江城圆体 600W" panose="020B0800000000000000" pitchFamily="34" charset="-128"/>
              <a:cs typeface="微软雅黑" panose="020B0503020204020204" charset="-122"/>
            </a:endParaRPr>
          </a:p>
        </p:txBody>
      </p:sp>
      <p:sp>
        <p:nvSpPr>
          <p:cNvPr id="28"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spc="-8"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57550" y="8934450"/>
            <a:ext cx="338572" cy="209550"/>
          </a:xfrm>
          <a:prstGeom prst="rect">
            <a:avLst/>
          </a:prstGeom>
        </p:spPr>
      </p:pic>
      <p:sp>
        <p:nvSpPr>
          <p:cNvPr id="3" name="object 3"/>
          <p:cNvSpPr txBox="1"/>
          <p:nvPr/>
        </p:nvSpPr>
        <p:spPr>
          <a:xfrm>
            <a:off x="1625663" y="781050"/>
            <a:ext cx="3733800"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 美国创新技法和创新过程之父亚历山大·奥斯本（Alexander Osborn）</a:t>
            </a:r>
            <a:endParaRPr sz="900" dirty="0">
              <a:latin typeface="江城圆体 400W" panose="020B0800000000000000" pitchFamily="34" charset="-128"/>
              <a:ea typeface="江城圆体 400W" panose="020B0800000000000000" pitchFamily="34" charset="-128"/>
              <a:cs typeface="Microsoft JhengHei"/>
            </a:endParaRPr>
          </a:p>
        </p:txBody>
      </p:sp>
      <p:sp>
        <p:nvSpPr>
          <p:cNvPr id="9" name="object 9"/>
          <p:cNvSpPr txBox="1">
            <a:spLocks noGrp="1"/>
          </p:cNvSpPr>
          <p:nvPr>
            <p:ph type="title"/>
          </p:nvPr>
        </p:nvSpPr>
        <p:spPr>
          <a:xfrm>
            <a:off x="1230189" y="952671"/>
            <a:ext cx="4398010" cy="560070"/>
          </a:xfrm>
          <a:prstGeom prst="rect">
            <a:avLst/>
          </a:prstGeom>
        </p:spPr>
        <p:txBody>
          <a:bodyPr vert="horz" wrap="square" lIns="0" tIns="6350" rIns="0" bIns="0" rtlCol="0" anchor="ctr">
            <a:spAutoFit/>
          </a:bodyPr>
          <a:lstStyle/>
          <a:p>
            <a:pPr marL="6350">
              <a:lnSpc>
                <a:spcPct val="100000"/>
              </a:lnSpc>
              <a:spcBef>
                <a:spcPts val="50"/>
              </a:spcBef>
            </a:pPr>
            <a:r>
              <a:rPr sz="3600" b="1" dirty="0">
                <a:latin typeface="江城圆体 600W" panose="020B0800000000000000" pitchFamily="34" charset="-128"/>
                <a:ea typeface="江城圆体 600W" panose="020B0800000000000000" pitchFamily="34" charset="-128"/>
              </a:rPr>
              <a:t>创造性思考的9种维度</a:t>
            </a:r>
          </a:p>
        </p:txBody>
      </p:sp>
      <p:sp>
        <p:nvSpPr>
          <p:cNvPr id="10" name="object 10"/>
          <p:cNvSpPr txBox="1"/>
          <p:nvPr/>
        </p:nvSpPr>
        <p:spPr>
          <a:xfrm>
            <a:off x="1869705" y="8801100"/>
            <a:ext cx="3150553" cy="144780"/>
          </a:xfrm>
          <a:prstGeom prst="rect">
            <a:avLst/>
          </a:prstGeom>
        </p:spPr>
        <p:txBody>
          <a:bodyPr vert="horz" wrap="square" lIns="0" tIns="6350" rIns="0" bIns="0" rtlCol="0">
            <a:spAutoFit/>
          </a:bodyPr>
          <a:lstStyle/>
          <a:p>
            <a:pPr marL="6350">
              <a:spcBef>
                <a:spcPts val="50"/>
              </a:spcBef>
            </a:pPr>
            <a:r>
              <a:rPr sz="900" dirty="0" err="1">
                <a:solidFill>
                  <a:srgbClr val="212121"/>
                </a:solidFill>
                <a:latin typeface="江城圆体 300W" panose="020B0800000000000000" pitchFamily="34" charset="-128"/>
                <a:ea typeface="江城圆体 300W" panose="020B0800000000000000" pitchFamily="34" charset="-128"/>
                <a:cs typeface="Microsoft JhengHei"/>
              </a:rPr>
              <a:t>人类从问号中得到的启示比从句号中得到的多的多</a:t>
            </a:r>
            <a:r>
              <a:rPr lang="zh-CN" altLang="en-US" sz="900" dirty="0">
                <a:solidFill>
                  <a:srgbClr val="212121"/>
                </a:solidFill>
                <a:latin typeface="江城圆体 300W" panose="020B0800000000000000" pitchFamily="34" charset="-128"/>
                <a:ea typeface="江城圆体 300W" panose="020B0800000000000000" pitchFamily="34" charset="-128"/>
                <a:cs typeface="Microsoft JhengHei"/>
              </a:rPr>
              <a:t>。</a:t>
            </a:r>
            <a:r>
              <a:rPr lang="en-US" altLang="zh-CN" sz="900" dirty="0">
                <a:solidFill>
                  <a:srgbClr val="212121"/>
                </a:solidFill>
                <a:latin typeface="江城圆体 300W" panose="020B0800000000000000" pitchFamily="34" charset="-128"/>
                <a:ea typeface="江城圆体 300W" panose="020B0800000000000000" pitchFamily="34" charset="-128"/>
                <a:cs typeface="Microsoft JhengHei"/>
              </a:rPr>
              <a:t>——</a:t>
            </a:r>
            <a:r>
              <a:rPr sz="900" dirty="0" err="1">
                <a:solidFill>
                  <a:srgbClr val="212121"/>
                </a:solidFill>
                <a:latin typeface="江城圆体 300W" panose="020B0800000000000000" pitchFamily="34" charset="-128"/>
                <a:ea typeface="江城圆体 300W" panose="020B0800000000000000" pitchFamily="34" charset="-128"/>
                <a:cs typeface="Microsoft JhengHei"/>
              </a:rPr>
              <a:t>奥斯本</a:t>
            </a:r>
            <a:endParaRPr sz="900" dirty="0">
              <a:latin typeface="江城圆体 300W" panose="020B0800000000000000" pitchFamily="34" charset="-128"/>
              <a:ea typeface="江城圆体 300W" panose="020B0800000000000000" pitchFamily="34" charset="-128"/>
              <a:cs typeface="Microsoft JhengHei"/>
            </a:endParaRPr>
          </a:p>
        </p:txBody>
      </p:sp>
      <p:sp>
        <p:nvSpPr>
          <p:cNvPr id="11" name="object 11"/>
          <p:cNvSpPr txBox="1"/>
          <p:nvPr/>
        </p:nvSpPr>
        <p:spPr>
          <a:xfrm>
            <a:off x="679450" y="1346200"/>
            <a:ext cx="5516563" cy="1215390"/>
          </a:xfrm>
          <a:prstGeom prst="rect">
            <a:avLst/>
          </a:prstGeom>
        </p:spPr>
        <p:txBody>
          <a:bodyPr vert="horz" wrap="square" lIns="0" tIns="6350" rIns="0" bIns="0" rtlCol="0">
            <a:spAutoFit/>
          </a:bodyPr>
          <a:lstStyle/>
          <a:p>
            <a:pPr marR="13335" algn="ctr">
              <a:spcBef>
                <a:spcPts val="50"/>
              </a:spcBef>
            </a:pPr>
            <a:r>
              <a:rPr b="1" dirty="0">
                <a:solidFill>
                  <a:srgbClr val="11A766"/>
                </a:solidFill>
                <a:latin typeface="江城圆体 700W" panose="020B0800000000000000" pitchFamily="34" charset="-128"/>
                <a:ea typeface="江城圆体 700W" panose="020B0800000000000000" pitchFamily="34" charset="-128"/>
                <a:cs typeface="PMingLiU" panose="02020500000000000000" charset="-120"/>
              </a:rPr>
              <a:t>9 Ways to Think Creatively</a:t>
            </a:r>
            <a:endParaRPr b="1" dirty="0">
              <a:latin typeface="江城圆体 700W" panose="020B0800000000000000" pitchFamily="34" charset="-128"/>
              <a:ea typeface="江城圆体 700W" panose="020B0800000000000000" pitchFamily="34" charset="-128"/>
              <a:cs typeface="PMingLiU" panose="02020500000000000000" charset="-120"/>
            </a:endParaRPr>
          </a:p>
          <a:p>
            <a:pPr marL="6350" marR="2540" algn="just">
              <a:lnSpc>
                <a:spcPct val="125000"/>
              </a:lnSpc>
              <a:spcBef>
                <a:spcPts val="520"/>
              </a:spcBef>
            </a:pP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奥斯本检核表法是亚历山大·奥斯本（Alexander Osborn）在1953年发表的发想技法，是现在会议上最普遍使用的发想法之一。奥斯本创造的检核表法中有9个问题，就好像有9个人从9个角度帮助你思考。你可以把9个思考点都试一试，也可以从中挑选一两条集中精力深思。检核表法使人们突破了不愿提问或不善提问的心理障碍，在进行逐项检核时，强迫人们思维扩展，突破旧的思维框架，开拓了创新的思路，有利于提高了发现</a:t>
            </a:r>
            <a:r>
              <a:rPr lang="zh-CN" altLang="en-US"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创新的成功率。</a:t>
            </a:r>
            <a:endParaRPr lang="zh-CN" altLang="en-US" sz="90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4" name="object 14"/>
          <p:cNvSpPr/>
          <p:nvPr/>
        </p:nvSpPr>
        <p:spPr>
          <a:xfrm>
            <a:off x="685800" y="7372350"/>
            <a:ext cx="2400300" cy="349250"/>
          </a:xfrm>
          <a:custGeom>
            <a:avLst/>
            <a:gdLst/>
            <a:ahLst/>
            <a:cxnLst/>
            <a:rect l="l" t="t" r="r" b="b"/>
            <a:pathLst>
              <a:path w="4800600" h="698500">
                <a:moveTo>
                  <a:pt x="349250" y="0"/>
                </a:moveTo>
                <a:lnTo>
                  <a:pt x="4451350" y="0"/>
                </a:lnTo>
                <a:lnTo>
                  <a:pt x="4498741" y="3188"/>
                </a:lnTo>
                <a:lnTo>
                  <a:pt x="4544194" y="12475"/>
                </a:lnTo>
                <a:lnTo>
                  <a:pt x="4587293" y="27445"/>
                </a:lnTo>
                <a:lnTo>
                  <a:pt x="4627622" y="47682"/>
                </a:lnTo>
                <a:lnTo>
                  <a:pt x="4664766" y="72770"/>
                </a:lnTo>
                <a:lnTo>
                  <a:pt x="4698306" y="102292"/>
                </a:lnTo>
                <a:lnTo>
                  <a:pt x="4727829" y="135833"/>
                </a:lnTo>
                <a:lnTo>
                  <a:pt x="4752917" y="172976"/>
                </a:lnTo>
                <a:lnTo>
                  <a:pt x="4773154" y="213306"/>
                </a:lnTo>
                <a:lnTo>
                  <a:pt x="4788124" y="256405"/>
                </a:lnTo>
                <a:lnTo>
                  <a:pt x="4797411" y="301858"/>
                </a:lnTo>
                <a:lnTo>
                  <a:pt x="4800600" y="349250"/>
                </a:lnTo>
                <a:lnTo>
                  <a:pt x="4797411" y="396641"/>
                </a:lnTo>
                <a:lnTo>
                  <a:pt x="4788124" y="442094"/>
                </a:lnTo>
                <a:lnTo>
                  <a:pt x="4773154" y="485193"/>
                </a:lnTo>
                <a:lnTo>
                  <a:pt x="4752917" y="525523"/>
                </a:lnTo>
                <a:lnTo>
                  <a:pt x="4727829" y="562666"/>
                </a:lnTo>
                <a:lnTo>
                  <a:pt x="4698306" y="596207"/>
                </a:lnTo>
                <a:lnTo>
                  <a:pt x="4664766" y="625729"/>
                </a:lnTo>
                <a:lnTo>
                  <a:pt x="4627622" y="650817"/>
                </a:lnTo>
                <a:lnTo>
                  <a:pt x="4587293" y="671054"/>
                </a:lnTo>
                <a:lnTo>
                  <a:pt x="4544194" y="686024"/>
                </a:lnTo>
                <a:lnTo>
                  <a:pt x="4498741" y="695311"/>
                </a:lnTo>
                <a:lnTo>
                  <a:pt x="4451350" y="698500"/>
                </a:lnTo>
                <a:lnTo>
                  <a:pt x="349250" y="698500"/>
                </a:lnTo>
                <a:lnTo>
                  <a:pt x="301858" y="695311"/>
                </a:lnTo>
                <a:lnTo>
                  <a:pt x="256405" y="686024"/>
                </a:lnTo>
                <a:lnTo>
                  <a:pt x="213306" y="671054"/>
                </a:lnTo>
                <a:lnTo>
                  <a:pt x="172976" y="650817"/>
                </a:lnTo>
                <a:lnTo>
                  <a:pt x="135833" y="625729"/>
                </a:lnTo>
                <a:lnTo>
                  <a:pt x="102292" y="596207"/>
                </a:lnTo>
                <a:lnTo>
                  <a:pt x="72770" y="562666"/>
                </a:lnTo>
                <a:lnTo>
                  <a:pt x="47682" y="525523"/>
                </a:lnTo>
                <a:lnTo>
                  <a:pt x="27445" y="485193"/>
                </a:lnTo>
                <a:lnTo>
                  <a:pt x="12475" y="442094"/>
                </a:lnTo>
                <a:lnTo>
                  <a:pt x="3188" y="396641"/>
                </a:lnTo>
                <a:lnTo>
                  <a:pt x="0" y="349250"/>
                </a:lnTo>
                <a:lnTo>
                  <a:pt x="3188" y="301858"/>
                </a:lnTo>
                <a:lnTo>
                  <a:pt x="12475" y="256405"/>
                </a:lnTo>
                <a:lnTo>
                  <a:pt x="27445" y="213306"/>
                </a:lnTo>
                <a:lnTo>
                  <a:pt x="47682" y="172976"/>
                </a:lnTo>
                <a:lnTo>
                  <a:pt x="72770" y="135833"/>
                </a:lnTo>
                <a:lnTo>
                  <a:pt x="102292" y="102292"/>
                </a:lnTo>
                <a:lnTo>
                  <a:pt x="135833" y="72770"/>
                </a:lnTo>
                <a:lnTo>
                  <a:pt x="172976" y="47682"/>
                </a:lnTo>
                <a:lnTo>
                  <a:pt x="213306" y="27445"/>
                </a:lnTo>
                <a:lnTo>
                  <a:pt x="256405" y="12475"/>
                </a:lnTo>
                <a:lnTo>
                  <a:pt x="301858" y="3188"/>
                </a:lnTo>
                <a:lnTo>
                  <a:pt x="349250" y="0"/>
                </a:lnTo>
                <a:close/>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 name="object 15"/>
          <p:cNvSpPr/>
          <p:nvPr/>
        </p:nvSpPr>
        <p:spPr>
          <a:xfrm>
            <a:off x="685800" y="7785100"/>
            <a:ext cx="2400300" cy="349250"/>
          </a:xfrm>
          <a:custGeom>
            <a:avLst/>
            <a:gdLst/>
            <a:ahLst/>
            <a:cxnLst/>
            <a:rect l="l" t="t" r="r" b="b"/>
            <a:pathLst>
              <a:path w="4800600" h="698500">
                <a:moveTo>
                  <a:pt x="349250" y="0"/>
                </a:moveTo>
                <a:lnTo>
                  <a:pt x="4451350" y="0"/>
                </a:lnTo>
                <a:lnTo>
                  <a:pt x="4498741" y="3188"/>
                </a:lnTo>
                <a:lnTo>
                  <a:pt x="4544194" y="12475"/>
                </a:lnTo>
                <a:lnTo>
                  <a:pt x="4587293" y="27445"/>
                </a:lnTo>
                <a:lnTo>
                  <a:pt x="4627622" y="47682"/>
                </a:lnTo>
                <a:lnTo>
                  <a:pt x="4664766" y="72770"/>
                </a:lnTo>
                <a:lnTo>
                  <a:pt x="4698306" y="102292"/>
                </a:lnTo>
                <a:lnTo>
                  <a:pt x="4727829" y="135833"/>
                </a:lnTo>
                <a:lnTo>
                  <a:pt x="4752917" y="172976"/>
                </a:lnTo>
                <a:lnTo>
                  <a:pt x="4773154" y="213306"/>
                </a:lnTo>
                <a:lnTo>
                  <a:pt x="4788124" y="256405"/>
                </a:lnTo>
                <a:lnTo>
                  <a:pt x="4797411" y="301858"/>
                </a:lnTo>
                <a:lnTo>
                  <a:pt x="4800600" y="349250"/>
                </a:lnTo>
                <a:lnTo>
                  <a:pt x="4797411" y="396641"/>
                </a:lnTo>
                <a:lnTo>
                  <a:pt x="4788124" y="442094"/>
                </a:lnTo>
                <a:lnTo>
                  <a:pt x="4773154" y="485193"/>
                </a:lnTo>
                <a:lnTo>
                  <a:pt x="4752917" y="525523"/>
                </a:lnTo>
                <a:lnTo>
                  <a:pt x="4727829" y="562666"/>
                </a:lnTo>
                <a:lnTo>
                  <a:pt x="4698306" y="596207"/>
                </a:lnTo>
                <a:lnTo>
                  <a:pt x="4664766" y="625729"/>
                </a:lnTo>
                <a:lnTo>
                  <a:pt x="4627622" y="650817"/>
                </a:lnTo>
                <a:lnTo>
                  <a:pt x="4587293" y="671054"/>
                </a:lnTo>
                <a:lnTo>
                  <a:pt x="4544194" y="686024"/>
                </a:lnTo>
                <a:lnTo>
                  <a:pt x="4498741" y="695311"/>
                </a:lnTo>
                <a:lnTo>
                  <a:pt x="4451350" y="698500"/>
                </a:lnTo>
                <a:lnTo>
                  <a:pt x="349250" y="698500"/>
                </a:lnTo>
                <a:lnTo>
                  <a:pt x="301858" y="695311"/>
                </a:lnTo>
                <a:lnTo>
                  <a:pt x="256405" y="686024"/>
                </a:lnTo>
                <a:lnTo>
                  <a:pt x="213306" y="671054"/>
                </a:lnTo>
                <a:lnTo>
                  <a:pt x="172976" y="650817"/>
                </a:lnTo>
                <a:lnTo>
                  <a:pt x="135833" y="625729"/>
                </a:lnTo>
                <a:lnTo>
                  <a:pt x="102292" y="596207"/>
                </a:lnTo>
                <a:lnTo>
                  <a:pt x="72770" y="562666"/>
                </a:lnTo>
                <a:lnTo>
                  <a:pt x="47682" y="525523"/>
                </a:lnTo>
                <a:lnTo>
                  <a:pt x="27445" y="485193"/>
                </a:lnTo>
                <a:lnTo>
                  <a:pt x="12475" y="442094"/>
                </a:lnTo>
                <a:lnTo>
                  <a:pt x="3188" y="396641"/>
                </a:lnTo>
                <a:lnTo>
                  <a:pt x="0" y="349250"/>
                </a:lnTo>
                <a:lnTo>
                  <a:pt x="3188" y="301858"/>
                </a:lnTo>
                <a:lnTo>
                  <a:pt x="12475" y="256405"/>
                </a:lnTo>
                <a:lnTo>
                  <a:pt x="27445" y="213306"/>
                </a:lnTo>
                <a:lnTo>
                  <a:pt x="47682" y="172976"/>
                </a:lnTo>
                <a:lnTo>
                  <a:pt x="72770" y="135833"/>
                </a:lnTo>
                <a:lnTo>
                  <a:pt x="102292" y="102292"/>
                </a:lnTo>
                <a:lnTo>
                  <a:pt x="135833" y="72770"/>
                </a:lnTo>
                <a:lnTo>
                  <a:pt x="172976" y="47682"/>
                </a:lnTo>
                <a:lnTo>
                  <a:pt x="213306" y="27445"/>
                </a:lnTo>
                <a:lnTo>
                  <a:pt x="256405" y="12475"/>
                </a:lnTo>
                <a:lnTo>
                  <a:pt x="301858" y="3188"/>
                </a:lnTo>
                <a:lnTo>
                  <a:pt x="349250" y="0"/>
                </a:lnTo>
                <a:close/>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6" name="object 16"/>
          <p:cNvSpPr/>
          <p:nvPr/>
        </p:nvSpPr>
        <p:spPr>
          <a:xfrm>
            <a:off x="685800" y="8197850"/>
            <a:ext cx="2400300" cy="349250"/>
          </a:xfrm>
          <a:custGeom>
            <a:avLst/>
            <a:gdLst/>
            <a:ahLst/>
            <a:cxnLst/>
            <a:rect l="l" t="t" r="r" b="b"/>
            <a:pathLst>
              <a:path w="4800600" h="698500">
                <a:moveTo>
                  <a:pt x="349250" y="0"/>
                </a:moveTo>
                <a:lnTo>
                  <a:pt x="4451350" y="0"/>
                </a:lnTo>
                <a:lnTo>
                  <a:pt x="4498741" y="3188"/>
                </a:lnTo>
                <a:lnTo>
                  <a:pt x="4544194" y="12475"/>
                </a:lnTo>
                <a:lnTo>
                  <a:pt x="4587293" y="27445"/>
                </a:lnTo>
                <a:lnTo>
                  <a:pt x="4627622" y="47682"/>
                </a:lnTo>
                <a:lnTo>
                  <a:pt x="4664766" y="72770"/>
                </a:lnTo>
                <a:lnTo>
                  <a:pt x="4698306" y="102292"/>
                </a:lnTo>
                <a:lnTo>
                  <a:pt x="4727829" y="135833"/>
                </a:lnTo>
                <a:lnTo>
                  <a:pt x="4752917" y="172976"/>
                </a:lnTo>
                <a:lnTo>
                  <a:pt x="4773154" y="213306"/>
                </a:lnTo>
                <a:lnTo>
                  <a:pt x="4788124" y="256405"/>
                </a:lnTo>
                <a:lnTo>
                  <a:pt x="4797411" y="301858"/>
                </a:lnTo>
                <a:lnTo>
                  <a:pt x="4800600" y="349250"/>
                </a:lnTo>
                <a:lnTo>
                  <a:pt x="4797411" y="396641"/>
                </a:lnTo>
                <a:lnTo>
                  <a:pt x="4788124" y="442094"/>
                </a:lnTo>
                <a:lnTo>
                  <a:pt x="4773154" y="485193"/>
                </a:lnTo>
                <a:lnTo>
                  <a:pt x="4752917" y="525523"/>
                </a:lnTo>
                <a:lnTo>
                  <a:pt x="4727829" y="562666"/>
                </a:lnTo>
                <a:lnTo>
                  <a:pt x="4698306" y="596207"/>
                </a:lnTo>
                <a:lnTo>
                  <a:pt x="4664766" y="625729"/>
                </a:lnTo>
                <a:lnTo>
                  <a:pt x="4627622" y="650817"/>
                </a:lnTo>
                <a:lnTo>
                  <a:pt x="4587293" y="671054"/>
                </a:lnTo>
                <a:lnTo>
                  <a:pt x="4544194" y="686024"/>
                </a:lnTo>
                <a:lnTo>
                  <a:pt x="4498741" y="695311"/>
                </a:lnTo>
                <a:lnTo>
                  <a:pt x="4451350" y="698500"/>
                </a:lnTo>
                <a:lnTo>
                  <a:pt x="349250" y="698500"/>
                </a:lnTo>
                <a:lnTo>
                  <a:pt x="301858" y="695311"/>
                </a:lnTo>
                <a:lnTo>
                  <a:pt x="256405" y="686024"/>
                </a:lnTo>
                <a:lnTo>
                  <a:pt x="213306" y="671054"/>
                </a:lnTo>
                <a:lnTo>
                  <a:pt x="172976" y="650817"/>
                </a:lnTo>
                <a:lnTo>
                  <a:pt x="135833" y="625729"/>
                </a:lnTo>
                <a:lnTo>
                  <a:pt x="102292" y="596207"/>
                </a:lnTo>
                <a:lnTo>
                  <a:pt x="72770" y="562666"/>
                </a:lnTo>
                <a:lnTo>
                  <a:pt x="47682" y="525523"/>
                </a:lnTo>
                <a:lnTo>
                  <a:pt x="27445" y="485193"/>
                </a:lnTo>
                <a:lnTo>
                  <a:pt x="12475" y="442094"/>
                </a:lnTo>
                <a:lnTo>
                  <a:pt x="3188" y="396641"/>
                </a:lnTo>
                <a:lnTo>
                  <a:pt x="0" y="349250"/>
                </a:lnTo>
                <a:lnTo>
                  <a:pt x="3188" y="301858"/>
                </a:lnTo>
                <a:lnTo>
                  <a:pt x="12475" y="256405"/>
                </a:lnTo>
                <a:lnTo>
                  <a:pt x="27445" y="213306"/>
                </a:lnTo>
                <a:lnTo>
                  <a:pt x="47682" y="172976"/>
                </a:lnTo>
                <a:lnTo>
                  <a:pt x="72770" y="135833"/>
                </a:lnTo>
                <a:lnTo>
                  <a:pt x="102292" y="102292"/>
                </a:lnTo>
                <a:lnTo>
                  <a:pt x="135833" y="72770"/>
                </a:lnTo>
                <a:lnTo>
                  <a:pt x="172976" y="47682"/>
                </a:lnTo>
                <a:lnTo>
                  <a:pt x="213306" y="27445"/>
                </a:lnTo>
                <a:lnTo>
                  <a:pt x="256405" y="12475"/>
                </a:lnTo>
                <a:lnTo>
                  <a:pt x="301858" y="3188"/>
                </a:lnTo>
                <a:lnTo>
                  <a:pt x="349250" y="0"/>
                </a:lnTo>
                <a:close/>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7" name="object 17"/>
          <p:cNvSpPr txBox="1"/>
          <p:nvPr/>
        </p:nvSpPr>
        <p:spPr>
          <a:xfrm>
            <a:off x="1047750" y="7429500"/>
            <a:ext cx="574040"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明确问题：</a:t>
            </a:r>
            <a:endParaRPr sz="900" dirty="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8" name="object 18"/>
          <p:cNvSpPr txBox="1"/>
          <p:nvPr/>
        </p:nvSpPr>
        <p:spPr>
          <a:xfrm>
            <a:off x="1047750" y="7962900"/>
            <a:ext cx="147224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个个核对讨论，写出新设想。</a:t>
            </a:r>
            <a:endParaRPr sz="900">
              <a:latin typeface="江城圆体 400W" panose="020B0800000000000000" pitchFamily="34" charset="-128"/>
              <a:ea typeface="江城圆体 400W" panose="020B0800000000000000" pitchFamily="34" charset="-128"/>
              <a:cs typeface="PMingLiU" panose="02020500000000000000" charset="-120"/>
            </a:endParaRPr>
          </a:p>
        </p:txBody>
      </p:sp>
      <p:sp>
        <p:nvSpPr>
          <p:cNvPr id="19" name="object 19"/>
          <p:cNvSpPr txBox="1"/>
          <p:nvPr/>
        </p:nvSpPr>
        <p:spPr>
          <a:xfrm>
            <a:off x="1047750" y="8382000"/>
            <a:ext cx="1584643"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价值和创新性的设想筛选出来。</a:t>
            </a:r>
            <a:endParaRPr sz="900">
              <a:latin typeface="江城圆体 400W" panose="020B0800000000000000" pitchFamily="34" charset="-128"/>
              <a:ea typeface="江城圆体 400W" panose="020B0800000000000000" pitchFamily="34" charset="-128"/>
              <a:cs typeface="PMingLiU" panose="02020500000000000000" charset="-120"/>
            </a:endParaRPr>
          </a:p>
        </p:txBody>
      </p:sp>
      <p:sp>
        <p:nvSpPr>
          <p:cNvPr id="20" name="object 20"/>
          <p:cNvSpPr/>
          <p:nvPr/>
        </p:nvSpPr>
        <p:spPr>
          <a:xfrm>
            <a:off x="692150" y="7378700"/>
            <a:ext cx="335280" cy="334645"/>
          </a:xfrm>
          <a:custGeom>
            <a:avLst/>
            <a:gdLst/>
            <a:ahLst/>
            <a:cxnLst/>
            <a:rect l="l" t="t" r="r" b="b"/>
            <a:pathLst>
              <a:path w="670560" h="669290">
                <a:moveTo>
                  <a:pt x="334599" y="0"/>
                </a:moveTo>
                <a:lnTo>
                  <a:pt x="285154" y="3627"/>
                </a:lnTo>
                <a:lnTo>
                  <a:pt x="237962" y="14166"/>
                </a:lnTo>
                <a:lnTo>
                  <a:pt x="193540" y="31098"/>
                </a:lnTo>
                <a:lnTo>
                  <a:pt x="152406" y="53906"/>
                </a:lnTo>
                <a:lnTo>
                  <a:pt x="115077" y="82072"/>
                </a:lnTo>
                <a:lnTo>
                  <a:pt x="82071" y="115078"/>
                </a:lnTo>
                <a:lnTo>
                  <a:pt x="53906" y="152407"/>
                </a:lnTo>
                <a:lnTo>
                  <a:pt x="31098" y="193542"/>
                </a:lnTo>
                <a:lnTo>
                  <a:pt x="14166" y="237964"/>
                </a:lnTo>
                <a:lnTo>
                  <a:pt x="3627" y="285156"/>
                </a:lnTo>
                <a:lnTo>
                  <a:pt x="0" y="334601"/>
                </a:lnTo>
                <a:lnTo>
                  <a:pt x="3627" y="384046"/>
                </a:lnTo>
                <a:lnTo>
                  <a:pt x="14166" y="431239"/>
                </a:lnTo>
                <a:lnTo>
                  <a:pt x="31098" y="475661"/>
                </a:lnTo>
                <a:lnTo>
                  <a:pt x="53906" y="516795"/>
                </a:lnTo>
                <a:lnTo>
                  <a:pt x="82071" y="554124"/>
                </a:lnTo>
                <a:lnTo>
                  <a:pt x="115077" y="587130"/>
                </a:lnTo>
                <a:lnTo>
                  <a:pt x="152406" y="615296"/>
                </a:lnTo>
                <a:lnTo>
                  <a:pt x="193540" y="638103"/>
                </a:lnTo>
                <a:lnTo>
                  <a:pt x="237962" y="655035"/>
                </a:lnTo>
                <a:lnTo>
                  <a:pt x="285154" y="665574"/>
                </a:lnTo>
                <a:lnTo>
                  <a:pt x="334599" y="669202"/>
                </a:lnTo>
                <a:lnTo>
                  <a:pt x="381344" y="665962"/>
                </a:lnTo>
                <a:lnTo>
                  <a:pt x="426106" y="656535"/>
                </a:lnTo>
                <a:lnTo>
                  <a:pt x="468450" y="641355"/>
                </a:lnTo>
                <a:lnTo>
                  <a:pt x="507939" y="620858"/>
                </a:lnTo>
                <a:lnTo>
                  <a:pt x="666333" y="620858"/>
                </a:lnTo>
                <a:lnTo>
                  <a:pt x="653926" y="579098"/>
                </a:lnTo>
                <a:lnTo>
                  <a:pt x="636093" y="522454"/>
                </a:lnTo>
                <a:lnTo>
                  <a:pt x="633498" y="485146"/>
                </a:lnTo>
                <a:lnTo>
                  <a:pt x="648711" y="450147"/>
                </a:lnTo>
                <a:lnTo>
                  <a:pt x="659912" y="413210"/>
                </a:lnTo>
                <a:lnTo>
                  <a:pt x="666830" y="374604"/>
                </a:lnTo>
                <a:lnTo>
                  <a:pt x="669197" y="334601"/>
                </a:lnTo>
                <a:lnTo>
                  <a:pt x="665569" y="285156"/>
                </a:lnTo>
                <a:lnTo>
                  <a:pt x="655030" y="237964"/>
                </a:lnTo>
                <a:lnTo>
                  <a:pt x="638098" y="193542"/>
                </a:lnTo>
                <a:lnTo>
                  <a:pt x="615291" y="152407"/>
                </a:lnTo>
                <a:lnTo>
                  <a:pt x="587126" y="115078"/>
                </a:lnTo>
                <a:lnTo>
                  <a:pt x="554120" y="82072"/>
                </a:lnTo>
                <a:lnTo>
                  <a:pt x="516791" y="53906"/>
                </a:lnTo>
                <a:lnTo>
                  <a:pt x="475657" y="31098"/>
                </a:lnTo>
                <a:lnTo>
                  <a:pt x="431235" y="14166"/>
                </a:lnTo>
                <a:lnTo>
                  <a:pt x="384043" y="3627"/>
                </a:lnTo>
                <a:lnTo>
                  <a:pt x="334599" y="0"/>
                </a:lnTo>
                <a:close/>
              </a:path>
              <a:path w="670560" h="669290">
                <a:moveTo>
                  <a:pt x="666333" y="620858"/>
                </a:moveTo>
                <a:lnTo>
                  <a:pt x="507939" y="620858"/>
                </a:lnTo>
                <a:lnTo>
                  <a:pt x="541532" y="624749"/>
                </a:lnTo>
                <a:lnTo>
                  <a:pt x="590710" y="647549"/>
                </a:lnTo>
                <a:lnTo>
                  <a:pt x="638817" y="669090"/>
                </a:lnTo>
                <a:lnTo>
                  <a:pt x="669197" y="669202"/>
                </a:lnTo>
                <a:lnTo>
                  <a:pt x="670469" y="634780"/>
                </a:lnTo>
                <a:lnTo>
                  <a:pt x="666333" y="620858"/>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 name="object 21"/>
          <p:cNvSpPr/>
          <p:nvPr/>
        </p:nvSpPr>
        <p:spPr>
          <a:xfrm>
            <a:off x="692150" y="7791450"/>
            <a:ext cx="335280" cy="334645"/>
          </a:xfrm>
          <a:custGeom>
            <a:avLst/>
            <a:gdLst/>
            <a:ahLst/>
            <a:cxnLst/>
            <a:rect l="l" t="t" r="r" b="b"/>
            <a:pathLst>
              <a:path w="670560" h="669290">
                <a:moveTo>
                  <a:pt x="334599" y="0"/>
                </a:moveTo>
                <a:lnTo>
                  <a:pt x="285154" y="3627"/>
                </a:lnTo>
                <a:lnTo>
                  <a:pt x="237962" y="14166"/>
                </a:lnTo>
                <a:lnTo>
                  <a:pt x="193540" y="31098"/>
                </a:lnTo>
                <a:lnTo>
                  <a:pt x="152406" y="53906"/>
                </a:lnTo>
                <a:lnTo>
                  <a:pt x="115077" y="82072"/>
                </a:lnTo>
                <a:lnTo>
                  <a:pt x="82071" y="115078"/>
                </a:lnTo>
                <a:lnTo>
                  <a:pt x="53906" y="152407"/>
                </a:lnTo>
                <a:lnTo>
                  <a:pt x="31098" y="193542"/>
                </a:lnTo>
                <a:lnTo>
                  <a:pt x="14166" y="237964"/>
                </a:lnTo>
                <a:lnTo>
                  <a:pt x="3627" y="285156"/>
                </a:lnTo>
                <a:lnTo>
                  <a:pt x="0" y="334601"/>
                </a:lnTo>
                <a:lnTo>
                  <a:pt x="3627" y="384046"/>
                </a:lnTo>
                <a:lnTo>
                  <a:pt x="14166" y="431239"/>
                </a:lnTo>
                <a:lnTo>
                  <a:pt x="31098" y="475661"/>
                </a:lnTo>
                <a:lnTo>
                  <a:pt x="53906" y="516795"/>
                </a:lnTo>
                <a:lnTo>
                  <a:pt x="82071" y="554124"/>
                </a:lnTo>
                <a:lnTo>
                  <a:pt x="115077" y="587130"/>
                </a:lnTo>
                <a:lnTo>
                  <a:pt x="152406" y="615296"/>
                </a:lnTo>
                <a:lnTo>
                  <a:pt x="193540" y="638103"/>
                </a:lnTo>
                <a:lnTo>
                  <a:pt x="237962" y="655035"/>
                </a:lnTo>
                <a:lnTo>
                  <a:pt x="285154" y="665574"/>
                </a:lnTo>
                <a:lnTo>
                  <a:pt x="334599" y="669202"/>
                </a:lnTo>
                <a:lnTo>
                  <a:pt x="381344" y="665962"/>
                </a:lnTo>
                <a:lnTo>
                  <a:pt x="426106" y="656535"/>
                </a:lnTo>
                <a:lnTo>
                  <a:pt x="468450" y="641355"/>
                </a:lnTo>
                <a:lnTo>
                  <a:pt x="507939" y="620858"/>
                </a:lnTo>
                <a:lnTo>
                  <a:pt x="666333" y="620858"/>
                </a:lnTo>
                <a:lnTo>
                  <a:pt x="653926" y="579098"/>
                </a:lnTo>
                <a:lnTo>
                  <a:pt x="636093" y="522454"/>
                </a:lnTo>
                <a:lnTo>
                  <a:pt x="633498" y="485146"/>
                </a:lnTo>
                <a:lnTo>
                  <a:pt x="648711" y="450147"/>
                </a:lnTo>
                <a:lnTo>
                  <a:pt x="659912" y="413210"/>
                </a:lnTo>
                <a:lnTo>
                  <a:pt x="666830" y="374604"/>
                </a:lnTo>
                <a:lnTo>
                  <a:pt x="669197" y="334601"/>
                </a:lnTo>
                <a:lnTo>
                  <a:pt x="665569" y="285156"/>
                </a:lnTo>
                <a:lnTo>
                  <a:pt x="655030" y="237964"/>
                </a:lnTo>
                <a:lnTo>
                  <a:pt x="638098" y="193542"/>
                </a:lnTo>
                <a:lnTo>
                  <a:pt x="615291" y="152407"/>
                </a:lnTo>
                <a:lnTo>
                  <a:pt x="587126" y="115078"/>
                </a:lnTo>
                <a:lnTo>
                  <a:pt x="554120" y="82072"/>
                </a:lnTo>
                <a:lnTo>
                  <a:pt x="516791" y="53906"/>
                </a:lnTo>
                <a:lnTo>
                  <a:pt x="475657" y="31098"/>
                </a:lnTo>
                <a:lnTo>
                  <a:pt x="431235" y="14166"/>
                </a:lnTo>
                <a:lnTo>
                  <a:pt x="384043" y="3627"/>
                </a:lnTo>
                <a:lnTo>
                  <a:pt x="334599" y="0"/>
                </a:lnTo>
                <a:close/>
              </a:path>
              <a:path w="670560" h="669290">
                <a:moveTo>
                  <a:pt x="666333" y="620858"/>
                </a:moveTo>
                <a:lnTo>
                  <a:pt x="507939" y="620858"/>
                </a:lnTo>
                <a:lnTo>
                  <a:pt x="541532" y="624749"/>
                </a:lnTo>
                <a:lnTo>
                  <a:pt x="590710" y="647549"/>
                </a:lnTo>
                <a:lnTo>
                  <a:pt x="638817" y="669090"/>
                </a:lnTo>
                <a:lnTo>
                  <a:pt x="669197" y="669202"/>
                </a:lnTo>
                <a:lnTo>
                  <a:pt x="670469" y="634780"/>
                </a:lnTo>
                <a:lnTo>
                  <a:pt x="666333" y="620858"/>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2" name="object 22"/>
          <p:cNvSpPr/>
          <p:nvPr/>
        </p:nvSpPr>
        <p:spPr>
          <a:xfrm>
            <a:off x="692150" y="8204200"/>
            <a:ext cx="335280" cy="334645"/>
          </a:xfrm>
          <a:custGeom>
            <a:avLst/>
            <a:gdLst/>
            <a:ahLst/>
            <a:cxnLst/>
            <a:rect l="l" t="t" r="r" b="b"/>
            <a:pathLst>
              <a:path w="670560" h="669290">
                <a:moveTo>
                  <a:pt x="334599" y="0"/>
                </a:moveTo>
                <a:lnTo>
                  <a:pt x="285154" y="3627"/>
                </a:lnTo>
                <a:lnTo>
                  <a:pt x="237962" y="14166"/>
                </a:lnTo>
                <a:lnTo>
                  <a:pt x="193540" y="31098"/>
                </a:lnTo>
                <a:lnTo>
                  <a:pt x="152406" y="53906"/>
                </a:lnTo>
                <a:lnTo>
                  <a:pt x="115077" y="82072"/>
                </a:lnTo>
                <a:lnTo>
                  <a:pt x="82071" y="115078"/>
                </a:lnTo>
                <a:lnTo>
                  <a:pt x="53906" y="152407"/>
                </a:lnTo>
                <a:lnTo>
                  <a:pt x="31098" y="193542"/>
                </a:lnTo>
                <a:lnTo>
                  <a:pt x="14166" y="237964"/>
                </a:lnTo>
                <a:lnTo>
                  <a:pt x="3627" y="285156"/>
                </a:lnTo>
                <a:lnTo>
                  <a:pt x="0" y="334601"/>
                </a:lnTo>
                <a:lnTo>
                  <a:pt x="3627" y="384046"/>
                </a:lnTo>
                <a:lnTo>
                  <a:pt x="14166" y="431239"/>
                </a:lnTo>
                <a:lnTo>
                  <a:pt x="31098" y="475661"/>
                </a:lnTo>
                <a:lnTo>
                  <a:pt x="53906" y="516795"/>
                </a:lnTo>
                <a:lnTo>
                  <a:pt x="82071" y="554124"/>
                </a:lnTo>
                <a:lnTo>
                  <a:pt x="115077" y="587130"/>
                </a:lnTo>
                <a:lnTo>
                  <a:pt x="152406" y="615296"/>
                </a:lnTo>
                <a:lnTo>
                  <a:pt x="193540" y="638104"/>
                </a:lnTo>
                <a:lnTo>
                  <a:pt x="237962" y="655036"/>
                </a:lnTo>
                <a:lnTo>
                  <a:pt x="285154" y="665574"/>
                </a:lnTo>
                <a:lnTo>
                  <a:pt x="334599" y="669202"/>
                </a:lnTo>
                <a:lnTo>
                  <a:pt x="381344" y="665963"/>
                </a:lnTo>
                <a:lnTo>
                  <a:pt x="426106" y="656535"/>
                </a:lnTo>
                <a:lnTo>
                  <a:pt x="468450" y="641355"/>
                </a:lnTo>
                <a:lnTo>
                  <a:pt x="507939" y="620859"/>
                </a:lnTo>
                <a:lnTo>
                  <a:pt x="666333" y="620859"/>
                </a:lnTo>
                <a:lnTo>
                  <a:pt x="653926" y="579098"/>
                </a:lnTo>
                <a:lnTo>
                  <a:pt x="636093" y="522453"/>
                </a:lnTo>
                <a:lnTo>
                  <a:pt x="633498" y="485146"/>
                </a:lnTo>
                <a:lnTo>
                  <a:pt x="648711" y="450147"/>
                </a:lnTo>
                <a:lnTo>
                  <a:pt x="659912" y="413210"/>
                </a:lnTo>
                <a:lnTo>
                  <a:pt x="666830" y="374604"/>
                </a:lnTo>
                <a:lnTo>
                  <a:pt x="669197" y="334601"/>
                </a:lnTo>
                <a:lnTo>
                  <a:pt x="665569" y="285156"/>
                </a:lnTo>
                <a:lnTo>
                  <a:pt x="655030" y="237964"/>
                </a:lnTo>
                <a:lnTo>
                  <a:pt x="638098" y="193542"/>
                </a:lnTo>
                <a:lnTo>
                  <a:pt x="615291" y="152407"/>
                </a:lnTo>
                <a:lnTo>
                  <a:pt x="587126" y="115078"/>
                </a:lnTo>
                <a:lnTo>
                  <a:pt x="554120" y="82072"/>
                </a:lnTo>
                <a:lnTo>
                  <a:pt x="516791" y="53906"/>
                </a:lnTo>
                <a:lnTo>
                  <a:pt x="475657" y="31098"/>
                </a:lnTo>
                <a:lnTo>
                  <a:pt x="431235" y="14166"/>
                </a:lnTo>
                <a:lnTo>
                  <a:pt x="384043" y="3627"/>
                </a:lnTo>
                <a:lnTo>
                  <a:pt x="334599" y="0"/>
                </a:lnTo>
                <a:close/>
              </a:path>
              <a:path w="670560" h="669290">
                <a:moveTo>
                  <a:pt x="666333" y="620859"/>
                </a:moveTo>
                <a:lnTo>
                  <a:pt x="507939" y="620859"/>
                </a:lnTo>
                <a:lnTo>
                  <a:pt x="541532" y="624749"/>
                </a:lnTo>
                <a:lnTo>
                  <a:pt x="590710" y="647549"/>
                </a:lnTo>
                <a:lnTo>
                  <a:pt x="638817" y="669090"/>
                </a:lnTo>
                <a:lnTo>
                  <a:pt x="669197" y="669202"/>
                </a:lnTo>
                <a:lnTo>
                  <a:pt x="670469" y="634780"/>
                </a:lnTo>
                <a:lnTo>
                  <a:pt x="666333" y="620859"/>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3" name="object 23"/>
          <p:cNvSpPr txBox="1"/>
          <p:nvPr/>
        </p:nvSpPr>
        <p:spPr>
          <a:xfrm>
            <a:off x="725707" y="7467600"/>
            <a:ext cx="2143760" cy="230505"/>
          </a:xfrm>
          <a:prstGeom prst="rect">
            <a:avLst/>
          </a:prstGeom>
        </p:spPr>
        <p:txBody>
          <a:bodyPr vert="horz" wrap="square" lIns="0" tIns="6350" rIns="0" bIns="0" rtlCol="0">
            <a:spAutoFit/>
          </a:bodyPr>
          <a:lstStyle/>
          <a:p>
            <a:pPr marL="19050">
              <a:spcBef>
                <a:spcPts val="50"/>
              </a:spcBef>
              <a:tabLst>
                <a:tab pos="328295" algn="l"/>
              </a:tabLst>
            </a:pPr>
            <a:r>
              <a:rPr sz="2250" b="1" baseline="13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01</a:t>
            </a:r>
            <a:r>
              <a:rPr sz="2250" baseline="130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根据创新对象明确需要解决的问题；</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4" name="object 24"/>
          <p:cNvSpPr txBox="1"/>
          <p:nvPr/>
        </p:nvSpPr>
        <p:spPr>
          <a:xfrm>
            <a:off x="725707" y="7747045"/>
            <a:ext cx="2256155" cy="368935"/>
          </a:xfrm>
          <a:prstGeom prst="rect">
            <a:avLst/>
          </a:prstGeom>
        </p:spPr>
        <p:txBody>
          <a:bodyPr vert="horz" wrap="square" lIns="0" tIns="6350" rIns="0" bIns="0" rtlCol="0">
            <a:spAutoFit/>
          </a:bodyPr>
          <a:lstStyle/>
          <a:p>
            <a:pPr marL="19050">
              <a:spcBef>
                <a:spcPts val="50"/>
              </a:spcBef>
              <a:tabLst>
                <a:tab pos="328295" algn="l"/>
              </a:tabLst>
            </a:pPr>
            <a:r>
              <a:rPr sz="2250" baseline="-310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sz="9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检核讨论：</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参照表中问题，强制性地一</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5" name="object 25"/>
          <p:cNvSpPr txBox="1"/>
          <p:nvPr/>
        </p:nvSpPr>
        <p:spPr>
          <a:xfrm>
            <a:off x="725707" y="8147050"/>
            <a:ext cx="2256155" cy="368935"/>
          </a:xfrm>
          <a:prstGeom prst="rect">
            <a:avLst/>
          </a:prstGeom>
        </p:spPr>
        <p:txBody>
          <a:bodyPr vert="horz" wrap="square" lIns="0" tIns="6350" rIns="0" bIns="0" rtlCol="0">
            <a:spAutoFit/>
          </a:bodyPr>
          <a:lstStyle/>
          <a:p>
            <a:pPr marL="19050">
              <a:spcBef>
                <a:spcPts val="50"/>
              </a:spcBef>
              <a:tabLst>
                <a:tab pos="328295" algn="l"/>
              </a:tabLst>
            </a:pPr>
            <a:r>
              <a:rPr sz="2250" baseline="-300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sz="9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筛选评价：</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对新设想进行筛选，将最有</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6" name="object 26"/>
          <p:cNvSpPr/>
          <p:nvPr/>
        </p:nvSpPr>
        <p:spPr>
          <a:xfrm>
            <a:off x="2482850" y="3670300"/>
            <a:ext cx="1892300" cy="825500"/>
          </a:xfrm>
          <a:custGeom>
            <a:avLst/>
            <a:gdLst/>
            <a:ahLst/>
            <a:cxnLst/>
            <a:rect l="l" t="t" r="r" b="b"/>
            <a:pathLst>
              <a:path w="3784600" h="1651000">
                <a:moveTo>
                  <a:pt x="0" y="1651000"/>
                </a:moveTo>
                <a:lnTo>
                  <a:pt x="3784600" y="1651000"/>
                </a:lnTo>
                <a:lnTo>
                  <a:pt x="3784600" y="0"/>
                </a:lnTo>
                <a:lnTo>
                  <a:pt x="0" y="0"/>
                </a:lnTo>
                <a:lnTo>
                  <a:pt x="0" y="1651000"/>
                </a:lnTo>
                <a:close/>
              </a:path>
            </a:pathLst>
          </a:custGeom>
          <a:solidFill>
            <a:srgbClr val="FFFBF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7" name="object 27"/>
          <p:cNvSpPr txBox="1"/>
          <p:nvPr/>
        </p:nvSpPr>
        <p:spPr>
          <a:xfrm>
            <a:off x="2750762" y="2432050"/>
            <a:ext cx="1343978" cy="467995"/>
          </a:xfrm>
          <a:prstGeom prst="rect">
            <a:avLst/>
          </a:prstGeom>
        </p:spPr>
        <p:txBody>
          <a:bodyPr vert="horz" wrap="square" lIns="0" tIns="6350" rIns="0" bIns="0" rtlCol="0">
            <a:spAutoFit/>
          </a:bodyPr>
          <a:lstStyle/>
          <a:p>
            <a:pPr marL="6350">
              <a:spcBef>
                <a:spcPts val="50"/>
              </a:spcBef>
            </a:pPr>
            <a:r>
              <a:rPr sz="1500" b="1" dirty="0">
                <a:solidFill>
                  <a:srgbClr val="212121"/>
                </a:solidFill>
                <a:latin typeface="江城圆体 600W" panose="020B0800000000000000" pitchFamily="34" charset="-128"/>
                <a:ea typeface="江城圆体 600W" panose="020B0800000000000000" pitchFamily="34" charset="-128"/>
                <a:cs typeface="Microsoft JhengHei"/>
              </a:rPr>
              <a:t>奥斯本检核表法</a:t>
            </a:r>
            <a:endParaRPr sz="1500" b="1" dirty="0">
              <a:latin typeface="江城圆体 600W" panose="020B0800000000000000" pitchFamily="34" charset="-128"/>
              <a:ea typeface="江城圆体 600W" panose="020B0800000000000000" pitchFamily="34" charset="-128"/>
              <a:cs typeface="Microsoft JhengHei"/>
            </a:endParaRPr>
          </a:p>
        </p:txBody>
      </p:sp>
      <p:sp>
        <p:nvSpPr>
          <p:cNvPr id="28" name="object 28"/>
          <p:cNvSpPr txBox="1"/>
          <p:nvPr/>
        </p:nvSpPr>
        <p:spPr>
          <a:xfrm>
            <a:off x="1603981" y="5568950"/>
            <a:ext cx="678498" cy="167640"/>
          </a:xfrm>
          <a:prstGeom prst="rect">
            <a:avLst/>
          </a:prstGeom>
        </p:spPr>
        <p:txBody>
          <a:bodyPr vert="horz" wrap="square" lIns="0" tIns="6350" rIns="0" bIns="0" rtlCol="0">
            <a:spAutoFit/>
          </a:bodyPr>
          <a:lstStyle/>
          <a:p>
            <a:pPr marL="6350">
              <a:spcBef>
                <a:spcPts val="50"/>
              </a:spcBef>
            </a:pPr>
            <a:r>
              <a:rPr sz="1050" b="1" dirty="0">
                <a:solidFill>
                  <a:srgbClr val="212121"/>
                </a:solidFill>
                <a:latin typeface="江城圆体 600W" panose="020B0800000000000000" pitchFamily="34" charset="-128"/>
                <a:ea typeface="江城圆体 600W" panose="020B0800000000000000" pitchFamily="34" charset="-128"/>
                <a:cs typeface="Microsoft JhengHei"/>
              </a:rPr>
              <a:t>延伸应用：</a:t>
            </a:r>
            <a:endParaRPr sz="1050" b="1" dirty="0">
              <a:latin typeface="江城圆体 600W" panose="020B0800000000000000" pitchFamily="34" charset="-128"/>
              <a:ea typeface="江城圆体 600W" panose="020B0800000000000000" pitchFamily="34" charset="-128"/>
              <a:cs typeface="Microsoft JhengHei"/>
            </a:endParaRPr>
          </a:p>
        </p:txBody>
      </p:sp>
      <p:sp>
        <p:nvSpPr>
          <p:cNvPr id="29" name="object 29"/>
          <p:cNvSpPr txBox="1"/>
          <p:nvPr/>
        </p:nvSpPr>
        <p:spPr>
          <a:xfrm>
            <a:off x="679450" y="5695950"/>
            <a:ext cx="2427605" cy="1344930"/>
          </a:xfrm>
          <a:prstGeom prst="rect">
            <a:avLst/>
          </a:prstGeom>
        </p:spPr>
        <p:txBody>
          <a:bodyPr vert="horz" wrap="square" lIns="0" tIns="38100" rIns="0" bIns="0" rtlCol="0">
            <a:spAutoFit/>
          </a:bodyPr>
          <a:lstStyle/>
          <a:p>
            <a:pPr marL="99695" algn="ctr">
              <a:spcBef>
                <a:spcPts val="300"/>
              </a:spcBef>
            </a:pPr>
            <a:r>
              <a:rPr sz="150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SCAMPER Method</a:t>
            </a:r>
            <a:endParaRPr sz="1500" b="1" dirty="0">
              <a:latin typeface="江城圆体 600W" panose="020B0800000000000000" pitchFamily="34" charset="-128"/>
              <a:ea typeface="江城圆体 600W" panose="020B0800000000000000" pitchFamily="34" charset="-128"/>
              <a:cs typeface="PMingLiU" panose="02020500000000000000" charset="-120"/>
            </a:endParaRPr>
          </a:p>
          <a:p>
            <a:pPr marL="6350" marR="2540" algn="just">
              <a:lnSpc>
                <a:spcPct val="111000"/>
              </a:lnSpc>
              <a:spcBef>
                <a:spcPts val="3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美国创造性开发研究家鲍伯</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 </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伊瓦尔（ </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Bo b Eberle</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）以奥斯本检核表法为基础，开发出奥斯本检核表法的应用、改良版──「奔驰法」</a:t>
            </a:r>
            <a:endParaRPr sz="900" dirty="0">
              <a:latin typeface="江城圆体 400W" panose="020B0800000000000000" pitchFamily="34" charset="-128"/>
              <a:ea typeface="江城圆体 400W" panose="020B0800000000000000" pitchFamily="34" charset="-128"/>
              <a:cs typeface="PMingLiU" panose="02020500000000000000" charset="-120"/>
            </a:endParaRPr>
          </a:p>
          <a:p>
            <a:pPr marL="6350" marR="15240" algn="just">
              <a:lnSpc>
                <a:spcPct val="111000"/>
              </a:lnSpc>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SCAMPER Method</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）。奔驰法将奥斯本检核表法的九项简化为七项。学者陈龙安（</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2002</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）用了</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代结应改他去重</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七个的中文单字作代号，</a:t>
            </a:r>
            <a:r>
              <a:rPr lang="zh-CN" altLang="en-US"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以方便记熟这七种改良原物的方法。</a:t>
            </a:r>
            <a:endParaRPr lang="zh-CN" altLang="en-US"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30" name="object 30"/>
          <p:cNvSpPr txBox="1"/>
          <p:nvPr/>
        </p:nvSpPr>
        <p:spPr>
          <a:xfrm>
            <a:off x="1011226" y="7131050"/>
            <a:ext cx="1743393" cy="328930"/>
          </a:xfrm>
          <a:prstGeom prst="rect">
            <a:avLst/>
          </a:prstGeom>
        </p:spPr>
        <p:txBody>
          <a:bodyPr vert="horz" wrap="square" lIns="0" tIns="6350" rIns="0" bIns="0" rtlCol="0">
            <a:spAutoFit/>
          </a:bodyPr>
          <a:lstStyle/>
          <a:p>
            <a:pPr marL="6350">
              <a:spcBef>
                <a:spcPts val="50"/>
              </a:spcBef>
            </a:pPr>
            <a:r>
              <a:rPr sz="1050" b="1" dirty="0">
                <a:solidFill>
                  <a:srgbClr val="11A766"/>
                </a:solidFill>
                <a:latin typeface="江城圆体 600W" panose="020B0800000000000000" pitchFamily="34" charset="-128"/>
                <a:ea typeface="江城圆体 600W" panose="020B0800000000000000" pitchFamily="34" charset="-128"/>
                <a:cs typeface="PMingLiU" panose="02020500000000000000" charset="-120"/>
              </a:rPr>
              <a:t>奥斯本检核表法的实施三步骤</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31" name="object 31"/>
          <p:cNvSpPr txBox="1"/>
          <p:nvPr/>
        </p:nvSpPr>
        <p:spPr>
          <a:xfrm>
            <a:off x="3987800" y="6477000"/>
            <a:ext cx="1472565" cy="298450"/>
          </a:xfrm>
          <a:prstGeom prst="rect">
            <a:avLst/>
          </a:prstGeom>
        </p:spPr>
        <p:txBody>
          <a:bodyPr vert="horz" wrap="square" lIns="0" tIns="6350" rIns="0" bIns="0" rtlCol="0">
            <a:spAutoFit/>
          </a:bodyPr>
          <a:lstStyle/>
          <a:p>
            <a:pPr marL="10160">
              <a:lnSpc>
                <a:spcPts val="1230"/>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Adapt</a:t>
            </a:r>
            <a:endParaRPr sz="1050" dirty="0">
              <a:latin typeface="江城圆体 400W" panose="020B0800000000000000" pitchFamily="34" charset="-128"/>
              <a:ea typeface="江城圆体 400W" panose="020B0800000000000000" pitchFamily="34" charset="-128"/>
              <a:cs typeface="PMingLiU" panose="02020500000000000000" charset="-120"/>
            </a:endParaRPr>
          </a:p>
          <a:p>
            <a:pPr marL="6350">
              <a:lnSpc>
                <a:spcPts val="1050"/>
              </a:lnSpc>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是否能</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适应</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调整</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32" name="object 32"/>
          <p:cNvSpPr txBox="1"/>
          <p:nvPr/>
        </p:nvSpPr>
        <p:spPr>
          <a:xfrm>
            <a:off x="3987800" y="6889115"/>
            <a:ext cx="1505123" cy="330835"/>
          </a:xfrm>
          <a:prstGeom prst="rect">
            <a:avLst/>
          </a:prstGeom>
        </p:spPr>
        <p:txBody>
          <a:bodyPr vert="horz" wrap="square" lIns="0" tIns="19685" rIns="0" bIns="0" rtlCol="0">
            <a:spAutoFit/>
          </a:bodyPr>
          <a:lstStyle/>
          <a:p>
            <a:pPr marL="9525">
              <a:spcBef>
                <a:spcPts val="155"/>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Modify、Magnify</a:t>
            </a:r>
            <a:endParaRPr sz="1050" dirty="0">
              <a:latin typeface="江城圆体 400W" panose="020B0800000000000000" pitchFamily="34" charset="-128"/>
              <a:ea typeface="江城圆体 400W" panose="020B0800000000000000" pitchFamily="34" charset="-128"/>
              <a:cs typeface="PMingLiU" panose="02020500000000000000" charset="-120"/>
            </a:endParaRPr>
          </a:p>
          <a:p>
            <a:pPr marL="6350">
              <a:spcBef>
                <a:spcPts val="9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可否改变原物的某些特质？</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33" name="object 33"/>
          <p:cNvSpPr txBox="1"/>
          <p:nvPr/>
        </p:nvSpPr>
        <p:spPr>
          <a:xfrm>
            <a:off x="3987800" y="7340600"/>
            <a:ext cx="1472248" cy="298450"/>
          </a:xfrm>
          <a:prstGeom prst="rect">
            <a:avLst/>
          </a:prstGeom>
        </p:spPr>
        <p:txBody>
          <a:bodyPr vert="horz" wrap="square" lIns="0" tIns="6350" rIns="0" bIns="0" rtlCol="0">
            <a:spAutoFit/>
          </a:bodyPr>
          <a:lstStyle/>
          <a:p>
            <a:pPr marL="12065">
              <a:lnSpc>
                <a:spcPts val="1230"/>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Put to other uses</a:t>
            </a:r>
            <a:endParaRPr sz="1050" dirty="0">
              <a:latin typeface="江城圆体 400W" panose="020B0800000000000000" pitchFamily="34" charset="-128"/>
              <a:ea typeface="江城圆体 400W" panose="020B0800000000000000" pitchFamily="34" charset="-128"/>
              <a:cs typeface="PMingLiU" panose="02020500000000000000" charset="-120"/>
            </a:endParaRPr>
          </a:p>
          <a:p>
            <a:pPr marL="6350">
              <a:lnSpc>
                <a:spcPts val="1050"/>
              </a:lnSpc>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可有</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其它</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非传统的用途？</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34" name="object 34"/>
          <p:cNvSpPr txBox="1"/>
          <p:nvPr/>
        </p:nvSpPr>
        <p:spPr>
          <a:xfrm>
            <a:off x="3987800" y="7772400"/>
            <a:ext cx="1472248" cy="298450"/>
          </a:xfrm>
          <a:prstGeom prst="rect">
            <a:avLst/>
          </a:prstGeom>
        </p:spPr>
        <p:txBody>
          <a:bodyPr vert="horz" wrap="square" lIns="0" tIns="6350" rIns="0" bIns="0" rtlCol="0">
            <a:spAutoFit/>
          </a:bodyPr>
          <a:lstStyle/>
          <a:p>
            <a:pPr marL="7620">
              <a:lnSpc>
                <a:spcPts val="1230"/>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Eliminate</a:t>
            </a:r>
            <a:endParaRPr sz="1050" dirty="0">
              <a:latin typeface="江城圆体 400W" panose="020B0800000000000000" pitchFamily="34" charset="-128"/>
              <a:ea typeface="江城圆体 400W" panose="020B0800000000000000" pitchFamily="34" charset="-128"/>
              <a:cs typeface="PMingLiU" panose="02020500000000000000" charset="-120"/>
            </a:endParaRPr>
          </a:p>
          <a:p>
            <a:pPr marL="6350">
              <a:lnSpc>
                <a:spcPts val="1050"/>
              </a:lnSpc>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可否删除？可否浓缩、精致？</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35" name="object 35"/>
          <p:cNvSpPr txBox="1"/>
          <p:nvPr/>
        </p:nvSpPr>
        <p:spPr>
          <a:xfrm>
            <a:off x="3987800" y="8197850"/>
            <a:ext cx="1248093" cy="304800"/>
          </a:xfrm>
          <a:prstGeom prst="rect">
            <a:avLst/>
          </a:prstGeom>
        </p:spPr>
        <p:txBody>
          <a:bodyPr vert="horz" wrap="square" lIns="0" tIns="6350" rIns="0" bIns="0" rtlCol="0">
            <a:spAutoFit/>
          </a:bodyPr>
          <a:lstStyle/>
          <a:p>
            <a:pPr marL="6350">
              <a:lnSpc>
                <a:spcPts val="1255"/>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Reverse</a:t>
            </a:r>
            <a:endParaRPr sz="1050" dirty="0">
              <a:latin typeface="江城圆体 400W" panose="020B0800000000000000" pitchFamily="34" charset="-128"/>
              <a:ea typeface="江城圆体 400W" panose="020B0800000000000000" pitchFamily="34" charset="-128"/>
              <a:cs typeface="PMingLiU" panose="02020500000000000000" charset="-120"/>
            </a:endParaRPr>
          </a:p>
          <a:p>
            <a:pPr marL="6350">
              <a:lnSpc>
                <a:spcPts val="1075"/>
              </a:lnSpc>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重组产品的各个要素</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36" name="object 36"/>
          <p:cNvSpPr txBox="1"/>
          <p:nvPr/>
        </p:nvSpPr>
        <p:spPr>
          <a:xfrm>
            <a:off x="3987800" y="5607050"/>
            <a:ext cx="1023303" cy="304800"/>
          </a:xfrm>
          <a:prstGeom prst="rect">
            <a:avLst/>
          </a:prstGeom>
        </p:spPr>
        <p:txBody>
          <a:bodyPr vert="horz" wrap="square" lIns="0" tIns="6350" rIns="0" bIns="0" rtlCol="0">
            <a:spAutoFit/>
          </a:bodyPr>
          <a:lstStyle/>
          <a:p>
            <a:pPr marL="8890">
              <a:lnSpc>
                <a:spcPts val="1255"/>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Substitute</a:t>
            </a:r>
            <a:endParaRPr sz="1050" dirty="0">
              <a:latin typeface="江城圆体 400W" panose="020B0800000000000000" pitchFamily="34" charset="-128"/>
              <a:ea typeface="江城圆体 400W" panose="020B0800000000000000" pitchFamily="34" charset="-128"/>
              <a:cs typeface="PMingLiU" panose="02020500000000000000" charset="-120"/>
            </a:endParaRPr>
          </a:p>
          <a:p>
            <a:pPr marL="6350">
              <a:lnSpc>
                <a:spcPts val="1075"/>
              </a:lnSpc>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何物可被</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取代</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37" name="object 37"/>
          <p:cNvSpPr txBox="1"/>
          <p:nvPr/>
        </p:nvSpPr>
        <p:spPr>
          <a:xfrm>
            <a:off x="3721549" y="5632450"/>
            <a:ext cx="152083" cy="283210"/>
          </a:xfrm>
          <a:prstGeom prst="rect">
            <a:avLst/>
          </a:prstGeom>
        </p:spPr>
        <p:txBody>
          <a:bodyPr vert="horz" wrap="square" lIns="0" tIns="6350" rIns="0" bIns="0" rtlCol="0">
            <a:spAutoFit/>
          </a:bodyPr>
          <a:lstStyle/>
          <a:p>
            <a:pPr marL="6350">
              <a:spcBef>
                <a:spcPts val="50"/>
              </a:spcBef>
            </a:pPr>
            <a:r>
              <a:rPr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endParaRPr>
              <a:latin typeface="江城圆体 400W" panose="020B0800000000000000" pitchFamily="34" charset="-128"/>
              <a:ea typeface="江城圆体 400W" panose="020B0800000000000000" pitchFamily="34" charset="-128"/>
              <a:cs typeface="PMingLiU" panose="02020500000000000000" charset="-120"/>
            </a:endParaRPr>
          </a:p>
        </p:txBody>
      </p:sp>
      <p:sp>
        <p:nvSpPr>
          <p:cNvPr id="38" name="object 38"/>
          <p:cNvSpPr txBox="1"/>
          <p:nvPr/>
        </p:nvSpPr>
        <p:spPr>
          <a:xfrm>
            <a:off x="3721549" y="6064250"/>
            <a:ext cx="152083" cy="283210"/>
          </a:xfrm>
          <a:prstGeom prst="rect">
            <a:avLst/>
          </a:prstGeom>
        </p:spPr>
        <p:txBody>
          <a:bodyPr vert="horz" wrap="square" lIns="0" tIns="6350" rIns="0" bIns="0" rtlCol="0">
            <a:spAutoFit/>
          </a:bodyPr>
          <a:lstStyle/>
          <a:p>
            <a:pPr marL="6350">
              <a:spcBef>
                <a:spcPts val="50"/>
              </a:spcBef>
            </a:pPr>
            <a:r>
              <a:rPr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endParaRPr>
              <a:latin typeface="江城圆体 400W" panose="020B0800000000000000" pitchFamily="34" charset="-128"/>
              <a:ea typeface="江城圆体 400W" panose="020B0800000000000000" pitchFamily="34" charset="-128"/>
              <a:cs typeface="PMingLiU" panose="02020500000000000000" charset="-120"/>
            </a:endParaRPr>
          </a:p>
        </p:txBody>
      </p:sp>
      <p:sp>
        <p:nvSpPr>
          <p:cNvPr id="39" name="object 39"/>
          <p:cNvSpPr txBox="1"/>
          <p:nvPr/>
        </p:nvSpPr>
        <p:spPr>
          <a:xfrm>
            <a:off x="3721549" y="6496050"/>
            <a:ext cx="152083" cy="283210"/>
          </a:xfrm>
          <a:prstGeom prst="rect">
            <a:avLst/>
          </a:prstGeom>
        </p:spPr>
        <p:txBody>
          <a:bodyPr vert="horz" wrap="square" lIns="0" tIns="6350" rIns="0" bIns="0" rtlCol="0">
            <a:spAutoFit/>
          </a:bodyPr>
          <a:lstStyle/>
          <a:p>
            <a:pPr marL="6350">
              <a:spcBef>
                <a:spcPts val="50"/>
              </a:spcBef>
            </a:pPr>
            <a:r>
              <a:rPr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endParaRPr>
              <a:latin typeface="江城圆体 400W" panose="020B0800000000000000" pitchFamily="34" charset="-128"/>
              <a:ea typeface="江城圆体 400W" panose="020B0800000000000000" pitchFamily="34" charset="-128"/>
              <a:cs typeface="PMingLiU" panose="02020500000000000000" charset="-120"/>
            </a:endParaRPr>
          </a:p>
        </p:txBody>
      </p:sp>
      <p:sp>
        <p:nvSpPr>
          <p:cNvPr id="40" name="object 40"/>
          <p:cNvSpPr txBox="1"/>
          <p:nvPr/>
        </p:nvSpPr>
        <p:spPr>
          <a:xfrm>
            <a:off x="3721549" y="6927850"/>
            <a:ext cx="152083" cy="283210"/>
          </a:xfrm>
          <a:prstGeom prst="rect">
            <a:avLst/>
          </a:prstGeom>
        </p:spPr>
        <p:txBody>
          <a:bodyPr vert="horz" wrap="square" lIns="0" tIns="6350" rIns="0" bIns="0" rtlCol="0">
            <a:spAutoFit/>
          </a:bodyPr>
          <a:lstStyle/>
          <a:p>
            <a:pPr marL="6350">
              <a:spcBef>
                <a:spcPts val="50"/>
              </a:spcBef>
            </a:pPr>
            <a:r>
              <a:rPr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endParaRPr>
              <a:latin typeface="江城圆体 400W" panose="020B0800000000000000" pitchFamily="34" charset="-128"/>
              <a:ea typeface="江城圆体 400W" panose="020B0800000000000000" pitchFamily="34" charset="-128"/>
              <a:cs typeface="PMingLiU" panose="02020500000000000000" charset="-120"/>
            </a:endParaRPr>
          </a:p>
        </p:txBody>
      </p:sp>
      <p:sp>
        <p:nvSpPr>
          <p:cNvPr id="41" name="object 41"/>
          <p:cNvSpPr txBox="1"/>
          <p:nvPr/>
        </p:nvSpPr>
        <p:spPr>
          <a:xfrm>
            <a:off x="3721549" y="7359650"/>
            <a:ext cx="152083" cy="283210"/>
          </a:xfrm>
          <a:prstGeom prst="rect">
            <a:avLst/>
          </a:prstGeom>
        </p:spPr>
        <p:txBody>
          <a:bodyPr vert="horz" wrap="square" lIns="0" tIns="6350" rIns="0" bIns="0" rtlCol="0">
            <a:spAutoFit/>
          </a:bodyPr>
          <a:lstStyle/>
          <a:p>
            <a:pPr marL="6350">
              <a:spcBef>
                <a:spcPts val="50"/>
              </a:spcBef>
            </a:pPr>
            <a:r>
              <a:rPr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endParaRPr>
              <a:latin typeface="江城圆体 400W" panose="020B0800000000000000" pitchFamily="34" charset="-128"/>
              <a:ea typeface="江城圆体 400W" panose="020B0800000000000000" pitchFamily="34" charset="-128"/>
              <a:cs typeface="PMingLiU" panose="02020500000000000000" charset="-120"/>
            </a:endParaRPr>
          </a:p>
        </p:txBody>
      </p:sp>
      <p:sp>
        <p:nvSpPr>
          <p:cNvPr id="42" name="object 42"/>
          <p:cNvSpPr txBox="1"/>
          <p:nvPr/>
        </p:nvSpPr>
        <p:spPr>
          <a:xfrm>
            <a:off x="3721549" y="7791450"/>
            <a:ext cx="152083" cy="283210"/>
          </a:xfrm>
          <a:prstGeom prst="rect">
            <a:avLst/>
          </a:prstGeom>
        </p:spPr>
        <p:txBody>
          <a:bodyPr vert="horz" wrap="square" lIns="0" tIns="6350" rIns="0" bIns="0" rtlCol="0">
            <a:spAutoFit/>
          </a:bodyPr>
          <a:lstStyle/>
          <a:p>
            <a:pPr marL="6350">
              <a:spcBef>
                <a:spcPts val="50"/>
              </a:spcBef>
            </a:pPr>
            <a:r>
              <a:rPr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endParaRPr>
              <a:latin typeface="江城圆体 400W" panose="020B0800000000000000" pitchFamily="34" charset="-128"/>
              <a:ea typeface="江城圆体 400W" panose="020B0800000000000000" pitchFamily="34" charset="-128"/>
              <a:cs typeface="PMingLiU" panose="02020500000000000000" charset="-120"/>
            </a:endParaRPr>
          </a:p>
        </p:txBody>
      </p:sp>
      <p:sp>
        <p:nvSpPr>
          <p:cNvPr id="43" name="object 43"/>
          <p:cNvSpPr txBox="1"/>
          <p:nvPr/>
        </p:nvSpPr>
        <p:spPr>
          <a:xfrm>
            <a:off x="3721549" y="8223250"/>
            <a:ext cx="152083" cy="283210"/>
          </a:xfrm>
          <a:prstGeom prst="rect">
            <a:avLst/>
          </a:prstGeom>
        </p:spPr>
        <p:txBody>
          <a:bodyPr vert="horz" wrap="square" lIns="0" tIns="6350" rIns="0" bIns="0" rtlCol="0">
            <a:spAutoFit/>
          </a:bodyPr>
          <a:lstStyle/>
          <a:p>
            <a:pPr marL="6350">
              <a:spcBef>
                <a:spcPts val="50"/>
              </a:spcBef>
            </a:pPr>
            <a:r>
              <a:rPr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endParaRPr>
              <a:latin typeface="江城圆体 400W" panose="020B0800000000000000" pitchFamily="34" charset="-128"/>
              <a:ea typeface="江城圆体 400W" panose="020B0800000000000000" pitchFamily="34" charset="-128"/>
              <a:cs typeface="PMingLiU" panose="02020500000000000000" charset="-120"/>
            </a:endParaRPr>
          </a:p>
        </p:txBody>
      </p:sp>
      <p:sp>
        <p:nvSpPr>
          <p:cNvPr id="44" name="object 44"/>
          <p:cNvSpPr txBox="1"/>
          <p:nvPr/>
        </p:nvSpPr>
        <p:spPr>
          <a:xfrm>
            <a:off x="3987800" y="6045200"/>
            <a:ext cx="1584643" cy="292100"/>
          </a:xfrm>
          <a:prstGeom prst="rect">
            <a:avLst/>
          </a:prstGeom>
        </p:spPr>
        <p:txBody>
          <a:bodyPr vert="horz" wrap="square" lIns="0" tIns="6350" rIns="0" bIns="0" rtlCol="0">
            <a:spAutoFit/>
          </a:bodyPr>
          <a:lstStyle/>
          <a:p>
            <a:pPr marL="10795">
              <a:lnSpc>
                <a:spcPts val="1205"/>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Combine</a:t>
            </a:r>
            <a:endParaRPr sz="1050" dirty="0">
              <a:latin typeface="江城圆体 400W" panose="020B0800000000000000" pitchFamily="34" charset="-128"/>
              <a:ea typeface="江城圆体 400W" panose="020B0800000000000000" pitchFamily="34" charset="-128"/>
              <a:cs typeface="PMingLiU" panose="02020500000000000000" charset="-120"/>
            </a:endParaRPr>
          </a:p>
          <a:p>
            <a:pPr marL="6350">
              <a:lnSpc>
                <a:spcPts val="1025"/>
              </a:lnSpc>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可与何物</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结合</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而成为一体？</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graphicFrame>
        <p:nvGraphicFramePr>
          <p:cNvPr id="45" name="object 45"/>
          <p:cNvGraphicFramePr>
            <a:graphicFrameLocks noGrp="1"/>
          </p:cNvGraphicFramePr>
          <p:nvPr/>
        </p:nvGraphicFramePr>
        <p:xfrm>
          <a:off x="528072" y="2667000"/>
          <a:ext cx="5773420" cy="2815590"/>
        </p:xfrm>
        <a:graphic>
          <a:graphicData uri="http://schemas.openxmlformats.org/drawingml/2006/table">
            <a:tbl>
              <a:tblPr firstRow="1" bandRow="1">
                <a:tableStyleId>{2D5ABB26-0587-4C30-8999-92F81FD0307C}</a:tableStyleId>
              </a:tblPr>
              <a:tblGrid>
                <a:gridCol w="1892300">
                  <a:extLst>
                    <a:ext uri="{9D8B030D-6E8A-4147-A177-3AD203B41FA5}">
                      <a16:colId xmlns:a16="http://schemas.microsoft.com/office/drawing/2014/main" val="20000"/>
                    </a:ext>
                  </a:extLst>
                </a:gridCol>
                <a:gridCol w="1981835">
                  <a:extLst>
                    <a:ext uri="{9D8B030D-6E8A-4147-A177-3AD203B41FA5}">
                      <a16:colId xmlns:a16="http://schemas.microsoft.com/office/drawing/2014/main" val="20001"/>
                    </a:ext>
                  </a:extLst>
                </a:gridCol>
                <a:gridCol w="1899285">
                  <a:extLst>
                    <a:ext uri="{9D8B030D-6E8A-4147-A177-3AD203B41FA5}">
                      <a16:colId xmlns:a16="http://schemas.microsoft.com/office/drawing/2014/main" val="20002"/>
                    </a:ext>
                  </a:extLst>
                </a:gridCol>
              </a:tblGrid>
              <a:tr h="261620">
                <a:tc>
                  <a:txBody>
                    <a:bodyPr/>
                    <a:lstStyle/>
                    <a:p>
                      <a:pPr marL="147955">
                        <a:lnSpc>
                          <a:spcPct val="100000"/>
                        </a:lnSpc>
                        <a:spcBef>
                          <a:spcPts val="1400"/>
                        </a:spcBef>
                      </a:pPr>
                      <a:r>
                        <a:rPr sz="1100" b="1" i="0" spc="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能否他用 Other uses</a:t>
                      </a:r>
                      <a:endParaRPr sz="1100" b="1" i="0" spc="0" dirty="0">
                        <a:latin typeface="江城圆体 600W" panose="020B0800000000000000" pitchFamily="34" charset="-128"/>
                        <a:ea typeface="江城圆体 600W" panose="020B0800000000000000" pitchFamily="34" charset="-128"/>
                        <a:cs typeface="PMingLiU" panose="02020500000000000000" charset="-120"/>
                      </a:endParaRPr>
                    </a:p>
                  </a:txBody>
                  <a:tcPr marL="0" marR="0" marT="88900" marB="0">
                    <a:lnL w="6350" cap="flat" cmpd="sng" algn="ctr">
                      <a:solidFill>
                        <a:schemeClr val="tx1"/>
                      </a:solidFill>
                      <a:prstDash val="solid"/>
                      <a:round/>
                      <a:headEnd type="none" w="med" len="med"/>
                      <a:tailEnd type="none" w="med" len="med"/>
                    </a:lnL>
                    <a:lnR w="38100">
                      <a:noFill/>
                      <a:prstDash val="dash"/>
                    </a:lnR>
                    <a:lnT w="63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11A766"/>
                    </a:solidFill>
                  </a:tcPr>
                </a:tc>
                <a:tc>
                  <a:txBody>
                    <a:bodyPr/>
                    <a:lstStyle/>
                    <a:p>
                      <a:pPr marL="219710">
                        <a:lnSpc>
                          <a:spcPct val="100000"/>
                        </a:lnSpc>
                        <a:spcBef>
                          <a:spcPts val="1400"/>
                        </a:spcBef>
                      </a:pPr>
                      <a:r>
                        <a:rPr sz="1100" b="1" i="0" spc="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能否借用 Adapt</a:t>
                      </a:r>
                      <a:endParaRPr sz="1100" b="1" i="0" spc="0" dirty="0">
                        <a:latin typeface="江城圆体 600W" panose="020B0800000000000000" pitchFamily="34" charset="-128"/>
                        <a:ea typeface="江城圆体 600W" panose="020B0800000000000000" pitchFamily="34" charset="-128"/>
                        <a:cs typeface="PMingLiU" panose="02020500000000000000" charset="-120"/>
                      </a:endParaRPr>
                    </a:p>
                  </a:txBody>
                  <a:tcPr marL="0" marR="0" marT="88900" marB="0">
                    <a:lnL w="38100">
                      <a:noFill/>
                      <a:prstDash val="dash"/>
                    </a:lnL>
                    <a:lnR w="38100">
                      <a:noFill/>
                      <a:prstDash val="dash"/>
                    </a:lnR>
                    <a:lnT w="63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212121"/>
                    </a:solidFill>
                  </a:tcPr>
                </a:tc>
                <a:tc>
                  <a:txBody>
                    <a:bodyPr/>
                    <a:lstStyle/>
                    <a:p>
                      <a:pPr marL="153670">
                        <a:lnSpc>
                          <a:spcPct val="100000"/>
                        </a:lnSpc>
                        <a:spcBef>
                          <a:spcPts val="1400"/>
                        </a:spcBef>
                      </a:pPr>
                      <a:r>
                        <a:rPr sz="1100" b="1" i="0" spc="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能否改变 Modify</a:t>
                      </a:r>
                      <a:endParaRPr sz="1100" b="1" i="0" spc="0" dirty="0">
                        <a:latin typeface="江城圆体 600W" panose="020B0800000000000000" pitchFamily="34" charset="-128"/>
                        <a:ea typeface="江城圆体 600W" panose="020B0800000000000000" pitchFamily="34" charset="-128"/>
                        <a:cs typeface="PMingLiU" panose="02020500000000000000" charset="-120"/>
                      </a:endParaRPr>
                    </a:p>
                  </a:txBody>
                  <a:tcPr marL="0" marR="0" marT="88900" marB="0">
                    <a:lnL w="38100">
                      <a:noFill/>
                      <a:prstDash val="dash"/>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11A766"/>
                    </a:solidFill>
                  </a:tcPr>
                </a:tc>
                <a:extLst>
                  <a:ext uri="{0D108BD9-81ED-4DB2-BD59-A6C34878D82A}">
                    <a16:rowId xmlns:a16="http://schemas.microsoft.com/office/drawing/2014/main" val="10000"/>
                  </a:ext>
                </a:extLst>
              </a:tr>
              <a:tr h="711200">
                <a:tc>
                  <a:txBody>
                    <a:bodyPr/>
                    <a:lstStyle/>
                    <a:p>
                      <a:pPr marL="152400" marR="234950" algn="just">
                        <a:lnSpc>
                          <a:spcPct val="116000"/>
                        </a:lnSpc>
                        <a:spcBef>
                          <a:spcPts val="130"/>
                        </a:spcBef>
                      </a:pPr>
                      <a:r>
                        <a:rPr sz="900" b="0" i="0" spc="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有无其他用途？有无新的用途？保持原状不变的话，能否扩大用途？稍加改变，有无别的用途？</a:t>
                      </a:r>
                      <a:endParaRPr sz="900" b="0" i="0" spc="0" dirty="0">
                        <a:latin typeface="江城圆体 400W" panose="020B0800000000000000" pitchFamily="34" charset="-128"/>
                        <a:ea typeface="江城圆体 400W" panose="020B0800000000000000" pitchFamily="34" charset="-128"/>
                        <a:cs typeface="PMingLiU" panose="02020500000000000000" charset="-120"/>
                      </a:endParaRPr>
                    </a:p>
                  </a:txBody>
                  <a:tcPr marL="0" marR="0" marT="8255" marB="0">
                    <a:lnL w="6350" cap="flat" cmpd="sng" algn="ctr">
                      <a:solidFill>
                        <a:schemeClr val="tx1"/>
                      </a:solidFill>
                      <a:prstDash val="solid"/>
                      <a:round/>
                      <a:headEnd type="none" w="med" len="med"/>
                      <a:tailEnd type="none" w="med" len="med"/>
                    </a:lnL>
                    <a:lnR w="38100">
                      <a:noFill/>
                      <a:prstDash val="dash"/>
                    </a:lnR>
                    <a:lnT>
                      <a:noFill/>
                    </a:lnT>
                    <a:lnB w="38100">
                      <a:noFill/>
                      <a:prstDash val="dash"/>
                    </a:lnB>
                    <a:lnTlToBr w="12700" cmpd="sng">
                      <a:noFill/>
                      <a:prstDash val="solid"/>
                    </a:lnTlToBr>
                    <a:lnBlToTr w="12700" cmpd="sng">
                      <a:noFill/>
                      <a:prstDash val="solid"/>
                    </a:lnBlToTr>
                    <a:solidFill>
                      <a:srgbClr val="11A766"/>
                    </a:solidFill>
                  </a:tcPr>
                </a:tc>
                <a:tc>
                  <a:txBody>
                    <a:bodyPr/>
                    <a:lstStyle/>
                    <a:p>
                      <a:pPr marL="222250" marR="318135" algn="just">
                        <a:lnSpc>
                          <a:spcPct val="116000"/>
                        </a:lnSpc>
                        <a:spcBef>
                          <a:spcPts val="130"/>
                        </a:spcBef>
                      </a:pPr>
                      <a:r>
                        <a:rPr sz="900" b="0" i="0" spc="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能否从别处得到启发？过去有无类似的东西？ 谁的东西可供模仿？现有的发明能否引入其他的创造性想法中？</a:t>
                      </a:r>
                      <a:endParaRPr sz="900" b="0" i="0" spc="0" dirty="0">
                        <a:latin typeface="江城圆体 400W" panose="020B0800000000000000" pitchFamily="34" charset="-128"/>
                        <a:ea typeface="江城圆体 400W" panose="020B0800000000000000" pitchFamily="34" charset="-128"/>
                        <a:cs typeface="PMingLiU" panose="02020500000000000000" charset="-120"/>
                      </a:endParaRPr>
                    </a:p>
                  </a:txBody>
                  <a:tcPr marL="0" marR="0" marT="8255" marB="0">
                    <a:lnL w="38100">
                      <a:noFill/>
                      <a:prstDash val="dash"/>
                    </a:lnL>
                    <a:lnR w="38100">
                      <a:noFill/>
                      <a:prstDash val="dash"/>
                    </a:lnR>
                    <a:lnT>
                      <a:noFill/>
                    </a:lnT>
                    <a:lnB w="38100">
                      <a:noFill/>
                      <a:prstDash val="dash"/>
                    </a:lnB>
                    <a:lnTlToBr w="12700" cmpd="sng">
                      <a:noFill/>
                      <a:prstDash val="solid"/>
                    </a:lnTlToBr>
                    <a:lnBlToTr w="12700" cmpd="sng">
                      <a:noFill/>
                      <a:prstDash val="solid"/>
                    </a:lnBlToTr>
                    <a:solidFill>
                      <a:srgbClr val="212121"/>
                    </a:solidFill>
                  </a:tcPr>
                </a:tc>
                <a:tc>
                  <a:txBody>
                    <a:bodyPr/>
                    <a:lstStyle/>
                    <a:p>
                      <a:pPr marL="158750" marR="241300" algn="just">
                        <a:lnSpc>
                          <a:spcPct val="116000"/>
                        </a:lnSpc>
                        <a:spcBef>
                          <a:spcPts val="130"/>
                        </a:spcBef>
                      </a:pPr>
                      <a:r>
                        <a:rPr sz="900" b="0" i="0" spc="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修改可否改变一下形状、味道、颜色、声音？是否可改变一下型号、运动形式、模具？</a:t>
                      </a:r>
                      <a:endParaRPr sz="900" b="0" i="0" spc="0" dirty="0">
                        <a:latin typeface="江城圆体 400W" panose="020B0800000000000000" pitchFamily="34" charset="-128"/>
                        <a:ea typeface="江城圆体 400W" panose="020B0800000000000000" pitchFamily="34" charset="-128"/>
                        <a:cs typeface="PMingLiU" panose="02020500000000000000" charset="-120"/>
                      </a:endParaRPr>
                    </a:p>
                  </a:txBody>
                  <a:tcPr marL="0" marR="0" marT="8255" marB="0">
                    <a:lnL w="38100">
                      <a:noFill/>
                      <a:prstDash val="dash"/>
                    </a:lnL>
                    <a:lnR w="6350" cap="flat" cmpd="sng" algn="ctr">
                      <a:solidFill>
                        <a:schemeClr val="tx1"/>
                      </a:solidFill>
                      <a:prstDash val="solid"/>
                      <a:round/>
                      <a:headEnd type="none" w="med" len="med"/>
                      <a:tailEnd type="none" w="med" len="med"/>
                    </a:lnR>
                    <a:lnT>
                      <a:noFill/>
                    </a:lnT>
                    <a:lnB w="38100">
                      <a:noFill/>
                      <a:prstDash val="dash"/>
                    </a:lnB>
                    <a:lnTlToBr w="12700" cmpd="sng">
                      <a:noFill/>
                      <a:prstDash val="solid"/>
                    </a:lnTlToBr>
                    <a:lnBlToTr w="12700" cmpd="sng">
                      <a:noFill/>
                      <a:prstDash val="solid"/>
                    </a:lnBlToTr>
                    <a:solidFill>
                      <a:srgbClr val="11A766"/>
                    </a:solidFill>
                  </a:tcPr>
                </a:tc>
                <a:extLst>
                  <a:ext uri="{0D108BD9-81ED-4DB2-BD59-A6C34878D82A}">
                    <a16:rowId xmlns:a16="http://schemas.microsoft.com/office/drawing/2014/main" val="10001"/>
                  </a:ext>
                </a:extLst>
              </a:tr>
              <a:tr h="229870">
                <a:tc>
                  <a:txBody>
                    <a:bodyPr/>
                    <a:lstStyle/>
                    <a:p>
                      <a:pPr marL="170815">
                        <a:lnSpc>
                          <a:spcPct val="100000"/>
                        </a:lnSpc>
                        <a:spcBef>
                          <a:spcPts val="850"/>
                        </a:spcBef>
                      </a:pPr>
                      <a:r>
                        <a:rPr sz="1100" b="1" i="0" spc="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能否放大 Magnify</a:t>
                      </a:r>
                      <a:endParaRPr sz="1100" b="1" i="0" spc="0" dirty="0">
                        <a:latin typeface="江城圆体 600W" panose="020B0800000000000000" pitchFamily="34" charset="-128"/>
                        <a:ea typeface="江城圆体 600W" panose="020B0800000000000000" pitchFamily="34" charset="-128"/>
                        <a:cs typeface="PMingLiU" panose="02020500000000000000" charset="-120"/>
                      </a:endParaRPr>
                    </a:p>
                  </a:txBody>
                  <a:tcPr marL="0" marR="0" marT="53975" marB="0">
                    <a:lnL w="6350" cap="flat" cmpd="sng" algn="ctr">
                      <a:solidFill>
                        <a:schemeClr val="tx1"/>
                      </a:solidFill>
                      <a:prstDash val="solid"/>
                      <a:round/>
                      <a:headEnd type="none" w="med" len="med"/>
                      <a:tailEnd type="none" w="med" len="med"/>
                    </a:lnL>
                    <a:lnR w="38100">
                      <a:noFill/>
                      <a:prstDash val="dash"/>
                    </a:lnR>
                    <a:lnT w="38100">
                      <a:noFill/>
                      <a:prstDash val="dash"/>
                    </a:lnT>
                    <a:lnB>
                      <a:noFill/>
                    </a:lnB>
                    <a:lnTlToBr w="12700" cmpd="sng">
                      <a:noFill/>
                      <a:prstDash val="solid"/>
                    </a:lnTlToBr>
                    <a:lnBlToTr w="12700" cmpd="sng">
                      <a:noFill/>
                      <a:prstDash val="solid"/>
                    </a:lnBlToTr>
                    <a:solidFill>
                      <a:srgbClr val="E9F9FB"/>
                    </a:solidFill>
                  </a:tcPr>
                </a:tc>
                <a:tc rowSpan="2">
                  <a:txBody>
                    <a:bodyPr/>
                    <a:lstStyle/>
                    <a:p>
                      <a:pPr marL="195580" algn="just">
                        <a:lnSpc>
                          <a:spcPct val="100000"/>
                        </a:lnSpc>
                        <a:spcBef>
                          <a:spcPts val="850"/>
                        </a:spcBef>
                      </a:pPr>
                      <a:r>
                        <a:rPr sz="1100" b="1" i="0" spc="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能否缩小 Minify</a:t>
                      </a:r>
                      <a:endParaRPr sz="1100" b="1" i="0" spc="0" dirty="0">
                        <a:latin typeface="江城圆体 600W" panose="020B0800000000000000" pitchFamily="34" charset="-128"/>
                        <a:ea typeface="江城圆体 600W" panose="020B0800000000000000" pitchFamily="34" charset="-128"/>
                        <a:cs typeface="PMingLiU" panose="02020500000000000000" charset="-120"/>
                      </a:endParaRPr>
                    </a:p>
                    <a:p>
                      <a:pPr marL="222250" marR="340995" algn="just">
                        <a:lnSpc>
                          <a:spcPct val="116000"/>
                        </a:lnSpc>
                        <a:spcBef>
                          <a:spcPts val="440"/>
                        </a:spcBef>
                      </a:pPr>
                      <a:r>
                        <a:rPr sz="900" b="0" i="0" spc="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能否缩小体积、轻一点、低一点、薄一点、压缩？能否省略一些配件？能否细分？</a:t>
                      </a:r>
                      <a:endParaRPr sz="900" b="0" i="0" spc="0" dirty="0">
                        <a:latin typeface="江城圆体 400W" panose="020B0800000000000000" pitchFamily="34" charset="-128"/>
                        <a:ea typeface="江城圆体 400W" panose="020B0800000000000000" pitchFamily="34" charset="-128"/>
                        <a:cs typeface="PMingLiU" panose="02020500000000000000" charset="-120"/>
                      </a:endParaRPr>
                    </a:p>
                  </a:txBody>
                  <a:tcPr marL="0" marR="0" marT="53975" marB="0">
                    <a:lnL w="38100">
                      <a:noFill/>
                      <a:prstDash val="dash"/>
                    </a:lnL>
                    <a:lnR w="38100">
                      <a:noFill/>
                      <a:prstDash val="dash"/>
                    </a:lnR>
                    <a:lnT w="38100">
                      <a:noFill/>
                      <a:prstDash val="dash"/>
                    </a:lnT>
                    <a:lnB w="38100">
                      <a:noFill/>
                      <a:prstDash val="dash"/>
                    </a:lnB>
                    <a:lnTlToBr w="12700" cmpd="sng">
                      <a:noFill/>
                      <a:prstDash val="solid"/>
                    </a:lnTlToBr>
                    <a:lnBlToTr w="12700" cmpd="sng">
                      <a:noFill/>
                      <a:prstDash val="solid"/>
                    </a:lnBlToTr>
                    <a:solidFill>
                      <a:srgbClr val="FFFBF6"/>
                    </a:solidFill>
                  </a:tcPr>
                </a:tc>
                <a:tc>
                  <a:txBody>
                    <a:bodyPr/>
                    <a:lstStyle/>
                    <a:p>
                      <a:pPr marL="172085">
                        <a:lnSpc>
                          <a:spcPct val="100000"/>
                        </a:lnSpc>
                        <a:spcBef>
                          <a:spcPts val="850"/>
                        </a:spcBef>
                      </a:pPr>
                      <a:r>
                        <a:rPr sz="1100" b="1" i="0" spc="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能否替代 Substitute</a:t>
                      </a:r>
                      <a:endParaRPr sz="1100" b="1" i="0" spc="0" dirty="0">
                        <a:latin typeface="江城圆体 600W" panose="020B0800000000000000" pitchFamily="34" charset="-128"/>
                        <a:ea typeface="江城圆体 600W" panose="020B0800000000000000" pitchFamily="34" charset="-128"/>
                        <a:cs typeface="PMingLiU" panose="02020500000000000000" charset="-120"/>
                      </a:endParaRPr>
                    </a:p>
                  </a:txBody>
                  <a:tcPr marL="0" marR="0" marT="53975" marB="0">
                    <a:lnL w="38100">
                      <a:noFill/>
                      <a:prstDash val="dash"/>
                    </a:lnL>
                    <a:lnR w="6350" cap="flat" cmpd="sng" algn="ctr">
                      <a:solidFill>
                        <a:schemeClr val="tx1"/>
                      </a:solidFill>
                      <a:prstDash val="solid"/>
                      <a:round/>
                      <a:headEnd type="none" w="med" len="med"/>
                      <a:tailEnd type="none" w="med" len="med"/>
                    </a:lnR>
                    <a:lnT w="38100">
                      <a:noFill/>
                      <a:prstDash val="dash"/>
                    </a:lnT>
                    <a:lnB>
                      <a:noFill/>
                    </a:lnB>
                    <a:lnTlToBr w="12700" cmpd="sng">
                      <a:noFill/>
                      <a:prstDash val="solid"/>
                    </a:lnTlToBr>
                    <a:lnBlToTr w="12700" cmpd="sng">
                      <a:noFill/>
                      <a:prstDash val="solid"/>
                    </a:lnBlToTr>
                    <a:solidFill>
                      <a:srgbClr val="E9F9FB"/>
                    </a:solidFill>
                  </a:tcPr>
                </a:tc>
                <a:extLst>
                  <a:ext uri="{0D108BD9-81ED-4DB2-BD59-A6C34878D82A}">
                    <a16:rowId xmlns:a16="http://schemas.microsoft.com/office/drawing/2014/main" val="10002"/>
                  </a:ext>
                </a:extLst>
              </a:tr>
              <a:tr h="646430">
                <a:tc>
                  <a:txBody>
                    <a:bodyPr/>
                    <a:lstStyle/>
                    <a:p>
                      <a:pPr marL="152400" marR="216535" algn="just">
                        <a:lnSpc>
                          <a:spcPct val="116000"/>
                        </a:lnSpc>
                        <a:spcBef>
                          <a:spcPts val="180"/>
                        </a:spcBef>
                      </a:pPr>
                      <a:r>
                        <a:rPr sz="900" b="0" i="0" spc="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能否扩大使用范围？能不能增加一些东西？能否长一点？高一点？厚一点？重一点？大一点？</a:t>
                      </a:r>
                      <a:endParaRPr sz="900" b="0" i="0" spc="0" dirty="0">
                        <a:latin typeface="江城圆体 400W" panose="020B0800000000000000" pitchFamily="34" charset="-128"/>
                        <a:ea typeface="江城圆体 400W" panose="020B0800000000000000" pitchFamily="34" charset="-128"/>
                        <a:cs typeface="PMingLiU" panose="02020500000000000000" charset="-120"/>
                      </a:endParaRPr>
                    </a:p>
                  </a:txBody>
                  <a:tcPr marL="0" marR="0" marT="11430" marB="0">
                    <a:lnL w="6350" cap="flat" cmpd="sng" algn="ctr">
                      <a:solidFill>
                        <a:schemeClr val="tx1"/>
                      </a:solidFill>
                      <a:prstDash val="solid"/>
                      <a:round/>
                      <a:headEnd type="none" w="med" len="med"/>
                      <a:tailEnd type="none" w="med" len="med"/>
                    </a:lnL>
                    <a:lnR w="38100">
                      <a:noFill/>
                      <a:prstDash val="dash"/>
                    </a:lnR>
                    <a:lnT>
                      <a:noFill/>
                    </a:lnT>
                    <a:lnB w="38100">
                      <a:noFill/>
                      <a:prstDash val="dash"/>
                    </a:lnB>
                    <a:lnTlToBr w="12700" cmpd="sng">
                      <a:noFill/>
                      <a:prstDash val="solid"/>
                    </a:lnTlToBr>
                    <a:lnBlToTr w="12700" cmpd="sng">
                      <a:noFill/>
                      <a:prstDash val="solid"/>
                    </a:lnBlToTr>
                    <a:solidFill>
                      <a:srgbClr val="E9F9FB"/>
                    </a:solidFill>
                  </a:tcPr>
                </a:tc>
                <a:tc vMerge="1">
                  <a:txBody>
                    <a:bodyPr/>
                    <a:lstStyle/>
                    <a:p>
                      <a:endParaRPr lang="zh-CN"/>
                    </a:p>
                  </a:txBody>
                  <a:tcPr marL="0" marR="0" marT="107950" marB="0">
                    <a:lnL w="38100">
                      <a:solidFill>
                        <a:srgbClr val="212121"/>
                      </a:solidFill>
                      <a:prstDash val="dash"/>
                    </a:lnL>
                    <a:lnR w="38100">
                      <a:solidFill>
                        <a:srgbClr val="212121"/>
                      </a:solidFill>
                      <a:prstDash val="dash"/>
                    </a:lnR>
                    <a:lnT w="38100">
                      <a:solidFill>
                        <a:srgbClr val="212121"/>
                      </a:solidFill>
                      <a:prstDash val="dash"/>
                    </a:lnT>
                    <a:lnB w="38100">
                      <a:solidFill>
                        <a:srgbClr val="212121"/>
                      </a:solidFill>
                      <a:prstDash val="dash"/>
                    </a:lnB>
                    <a:solidFill>
                      <a:srgbClr val="FFFBF6"/>
                    </a:solidFill>
                  </a:tcPr>
                </a:tc>
                <a:tc>
                  <a:txBody>
                    <a:bodyPr/>
                    <a:lstStyle/>
                    <a:p>
                      <a:pPr marL="158750" marR="241300" algn="just">
                        <a:lnSpc>
                          <a:spcPct val="116000"/>
                        </a:lnSpc>
                        <a:spcBef>
                          <a:spcPts val="180"/>
                        </a:spcBef>
                      </a:pPr>
                      <a:r>
                        <a:rPr sz="900" b="0" i="0" spc="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可否采用其他成分、材质、制造程序、动力？可否以不同地点取代？其他声调？其他时间？</a:t>
                      </a:r>
                      <a:endParaRPr sz="900" b="0" i="0" spc="0" dirty="0">
                        <a:latin typeface="江城圆体 400W" panose="020B0800000000000000" pitchFamily="34" charset="-128"/>
                        <a:ea typeface="江城圆体 400W" panose="020B0800000000000000" pitchFamily="34" charset="-128"/>
                        <a:cs typeface="PMingLiU" panose="02020500000000000000" charset="-120"/>
                      </a:endParaRPr>
                    </a:p>
                  </a:txBody>
                  <a:tcPr marL="0" marR="0" marT="11430" marB="0">
                    <a:lnL w="38100">
                      <a:noFill/>
                      <a:prstDash val="dash"/>
                    </a:lnL>
                    <a:lnR w="6350" cap="flat" cmpd="sng" algn="ctr">
                      <a:solidFill>
                        <a:schemeClr val="tx1"/>
                      </a:solidFill>
                      <a:prstDash val="solid"/>
                      <a:round/>
                      <a:headEnd type="none" w="med" len="med"/>
                      <a:tailEnd type="none" w="med" len="med"/>
                    </a:lnR>
                    <a:lnT>
                      <a:noFill/>
                    </a:lnT>
                    <a:lnB w="38100">
                      <a:noFill/>
                      <a:prstDash val="dash"/>
                    </a:lnB>
                    <a:lnTlToBr w="12700" cmpd="sng">
                      <a:noFill/>
                      <a:prstDash val="solid"/>
                    </a:lnTlToBr>
                    <a:lnBlToTr w="12700" cmpd="sng">
                      <a:noFill/>
                      <a:prstDash val="solid"/>
                    </a:lnBlToTr>
                    <a:solidFill>
                      <a:srgbClr val="E9F9FB"/>
                    </a:solidFill>
                  </a:tcPr>
                </a:tc>
                <a:extLst>
                  <a:ext uri="{0D108BD9-81ED-4DB2-BD59-A6C34878D82A}">
                    <a16:rowId xmlns:a16="http://schemas.microsoft.com/office/drawing/2014/main" val="10003"/>
                  </a:ext>
                </a:extLst>
              </a:tr>
              <a:tr h="233045">
                <a:tc>
                  <a:txBody>
                    <a:bodyPr/>
                    <a:lstStyle/>
                    <a:p>
                      <a:pPr marL="144780">
                        <a:lnSpc>
                          <a:spcPct val="100000"/>
                        </a:lnSpc>
                        <a:spcBef>
                          <a:spcPts val="850"/>
                        </a:spcBef>
                      </a:pPr>
                      <a:r>
                        <a:rPr sz="1100" b="1" i="0" spc="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能否调整 Rearrange</a:t>
                      </a:r>
                      <a:endParaRPr sz="1100" b="1" i="0" spc="0">
                        <a:latin typeface="江城圆体 600W" panose="020B0800000000000000" pitchFamily="34" charset="-128"/>
                        <a:ea typeface="江城圆体 600W" panose="020B0800000000000000" pitchFamily="34" charset="-128"/>
                        <a:cs typeface="PMingLiU" panose="02020500000000000000" charset="-120"/>
                      </a:endParaRPr>
                    </a:p>
                  </a:txBody>
                  <a:tcPr marL="0" marR="0" marT="53975" marB="0">
                    <a:lnL w="6350" cap="flat" cmpd="sng" algn="ctr">
                      <a:solidFill>
                        <a:schemeClr val="tx1"/>
                      </a:solidFill>
                      <a:prstDash val="solid"/>
                      <a:round/>
                      <a:headEnd type="none" w="med" len="med"/>
                      <a:tailEnd type="none" w="med" len="med"/>
                    </a:lnL>
                    <a:lnR w="38100">
                      <a:noFill/>
                      <a:prstDash val="dash"/>
                    </a:lnR>
                    <a:lnT w="38100">
                      <a:noFill/>
                      <a:prstDash val="dash"/>
                    </a:lnT>
                    <a:lnB>
                      <a:noFill/>
                    </a:lnB>
                    <a:lnTlToBr w="12700" cmpd="sng">
                      <a:noFill/>
                      <a:prstDash val="solid"/>
                    </a:lnTlToBr>
                    <a:lnBlToTr w="12700" cmpd="sng">
                      <a:noFill/>
                      <a:prstDash val="solid"/>
                    </a:lnBlToTr>
                    <a:solidFill>
                      <a:srgbClr val="212121"/>
                    </a:solidFill>
                  </a:tcPr>
                </a:tc>
                <a:tc>
                  <a:txBody>
                    <a:bodyPr/>
                    <a:lstStyle/>
                    <a:p>
                      <a:pPr marL="221615">
                        <a:lnSpc>
                          <a:spcPct val="100000"/>
                        </a:lnSpc>
                        <a:spcBef>
                          <a:spcPts val="850"/>
                        </a:spcBef>
                      </a:pPr>
                      <a:r>
                        <a:rPr sz="1100" b="1" i="0" spc="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能否颠倒 Reverse</a:t>
                      </a:r>
                      <a:endParaRPr sz="1100" b="1" i="0" spc="0" dirty="0">
                        <a:latin typeface="江城圆体 600W" panose="020B0800000000000000" pitchFamily="34" charset="-128"/>
                        <a:ea typeface="江城圆体 600W" panose="020B0800000000000000" pitchFamily="34" charset="-128"/>
                        <a:cs typeface="PMingLiU" panose="02020500000000000000" charset="-120"/>
                      </a:endParaRPr>
                    </a:p>
                  </a:txBody>
                  <a:tcPr marL="0" marR="0" marT="53975" marB="0">
                    <a:lnL w="38100">
                      <a:noFill/>
                      <a:prstDash val="dash"/>
                    </a:lnL>
                    <a:lnR w="38100">
                      <a:noFill/>
                      <a:prstDash val="dash"/>
                    </a:lnR>
                    <a:lnT w="38100">
                      <a:noFill/>
                      <a:prstDash val="dash"/>
                    </a:lnT>
                    <a:lnB>
                      <a:noFill/>
                    </a:lnB>
                    <a:lnTlToBr w="12700" cmpd="sng">
                      <a:noFill/>
                      <a:prstDash val="solid"/>
                    </a:lnTlToBr>
                    <a:lnBlToTr w="12700" cmpd="sng">
                      <a:noFill/>
                      <a:prstDash val="solid"/>
                    </a:lnBlToTr>
                    <a:solidFill>
                      <a:srgbClr val="11A766"/>
                    </a:solidFill>
                  </a:tcPr>
                </a:tc>
                <a:tc>
                  <a:txBody>
                    <a:bodyPr/>
                    <a:lstStyle/>
                    <a:p>
                      <a:pPr marL="181610">
                        <a:lnSpc>
                          <a:spcPct val="100000"/>
                        </a:lnSpc>
                        <a:spcBef>
                          <a:spcPts val="850"/>
                        </a:spcBef>
                      </a:pPr>
                      <a:r>
                        <a:rPr sz="1100" b="1" i="0" spc="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能否组合 Combine</a:t>
                      </a:r>
                      <a:endParaRPr sz="1100" b="1" i="0" spc="0" dirty="0">
                        <a:latin typeface="江城圆体 600W" panose="020B0800000000000000" pitchFamily="34" charset="-128"/>
                        <a:ea typeface="江城圆体 600W" panose="020B0800000000000000" pitchFamily="34" charset="-128"/>
                        <a:cs typeface="PMingLiU" panose="02020500000000000000" charset="-120"/>
                      </a:endParaRPr>
                    </a:p>
                  </a:txBody>
                  <a:tcPr marL="0" marR="0" marT="53975" marB="0">
                    <a:lnL w="38100">
                      <a:noFill/>
                      <a:prstDash val="dash"/>
                    </a:lnL>
                    <a:lnR w="6350" cap="flat" cmpd="sng" algn="ctr">
                      <a:solidFill>
                        <a:schemeClr val="tx1"/>
                      </a:solidFill>
                      <a:prstDash val="solid"/>
                      <a:round/>
                      <a:headEnd type="none" w="med" len="med"/>
                      <a:tailEnd type="none" w="med" len="med"/>
                    </a:lnR>
                    <a:lnT w="38100">
                      <a:noFill/>
                      <a:prstDash val="dash"/>
                    </a:lnT>
                    <a:lnB>
                      <a:noFill/>
                    </a:lnB>
                    <a:lnTlToBr w="12700" cmpd="sng">
                      <a:noFill/>
                      <a:prstDash val="solid"/>
                    </a:lnTlToBr>
                    <a:lnBlToTr w="12700" cmpd="sng">
                      <a:noFill/>
                      <a:prstDash val="solid"/>
                    </a:lnBlToTr>
                    <a:solidFill>
                      <a:srgbClr val="212121"/>
                    </a:solidFill>
                  </a:tcPr>
                </a:tc>
                <a:extLst>
                  <a:ext uri="{0D108BD9-81ED-4DB2-BD59-A6C34878D82A}">
                    <a16:rowId xmlns:a16="http://schemas.microsoft.com/office/drawing/2014/main" val="10004"/>
                  </a:ext>
                </a:extLst>
              </a:tr>
              <a:tr h="733425">
                <a:tc>
                  <a:txBody>
                    <a:bodyPr/>
                    <a:lstStyle/>
                    <a:p>
                      <a:pPr marL="152400" marR="239395" algn="just">
                        <a:lnSpc>
                          <a:spcPct val="116000"/>
                        </a:lnSpc>
                        <a:spcBef>
                          <a:spcPts val="230"/>
                        </a:spcBef>
                      </a:pPr>
                      <a:r>
                        <a:rPr sz="900" b="0" i="0" spc="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调整元件？其他顺序？布局？样式？纹路？计划？位置？能否早一点？晚一点？</a:t>
                      </a:r>
                      <a:endParaRPr sz="900" b="0" i="0" spc="0">
                        <a:latin typeface="江城圆体 400W" panose="020B0800000000000000" pitchFamily="34" charset="-128"/>
                        <a:ea typeface="江城圆体 400W" panose="020B0800000000000000" pitchFamily="34" charset="-128"/>
                        <a:cs typeface="PMingLiU" panose="02020500000000000000" charset="-120"/>
                      </a:endParaRPr>
                    </a:p>
                  </a:txBody>
                  <a:tcPr marL="0" marR="0" marT="14605" marB="0">
                    <a:lnL w="6350" cap="flat" cmpd="sng" algn="ctr">
                      <a:solidFill>
                        <a:schemeClr val="tx1"/>
                      </a:solidFill>
                      <a:prstDash val="solid"/>
                      <a:round/>
                      <a:headEnd type="none" w="med" len="med"/>
                      <a:tailEnd type="none" w="med" len="med"/>
                    </a:lnL>
                    <a:lnR w="38100">
                      <a:noFill/>
                      <a:prstDash val="dash"/>
                    </a:lnR>
                    <a:lnT>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121"/>
                    </a:solidFill>
                  </a:tcPr>
                </a:tc>
                <a:tc>
                  <a:txBody>
                    <a:bodyPr/>
                    <a:lstStyle/>
                    <a:p>
                      <a:pPr marL="222250" marR="336550" algn="just">
                        <a:lnSpc>
                          <a:spcPct val="116000"/>
                        </a:lnSpc>
                        <a:spcBef>
                          <a:spcPts val="230"/>
                        </a:spcBef>
                      </a:pPr>
                      <a:r>
                        <a:rPr sz="900" b="0" i="0" spc="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由内而外？正负相反？因果相反会如何？？角色可否互换？位置上下、左右、前后、横竖、主次颠倒会如何？</a:t>
                      </a:r>
                      <a:endParaRPr sz="900" b="0" i="0" spc="0" dirty="0">
                        <a:latin typeface="江城圆体 400W" panose="020B0800000000000000" pitchFamily="34" charset="-128"/>
                        <a:ea typeface="江城圆体 400W" panose="020B0800000000000000" pitchFamily="34" charset="-128"/>
                        <a:cs typeface="PMingLiU" panose="02020500000000000000" charset="-120"/>
                      </a:endParaRPr>
                    </a:p>
                  </a:txBody>
                  <a:tcPr marL="0" marR="0" marT="14605" marB="0">
                    <a:lnL w="38100">
                      <a:noFill/>
                      <a:prstDash val="dash"/>
                    </a:lnL>
                    <a:lnR w="38100">
                      <a:noFill/>
                      <a:prstDash val="dash"/>
                    </a:lnR>
                    <a:lnT>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1A766"/>
                    </a:solidFill>
                  </a:tcPr>
                </a:tc>
                <a:tc>
                  <a:txBody>
                    <a:bodyPr/>
                    <a:lstStyle/>
                    <a:p>
                      <a:pPr marL="158750" marR="241300" algn="just">
                        <a:lnSpc>
                          <a:spcPct val="116000"/>
                        </a:lnSpc>
                        <a:spcBef>
                          <a:spcPts val="230"/>
                        </a:spcBef>
                      </a:pPr>
                      <a:r>
                        <a:rPr sz="900" b="0" i="0" spc="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重新组合、混合会如何？材料组合？形状组合？功能组合？系统组合？观念组合？目的组合？单位组合？</a:t>
                      </a:r>
                      <a:endParaRPr sz="900" b="0" i="0" spc="0" dirty="0">
                        <a:latin typeface="江城圆体 400W" panose="020B0800000000000000" pitchFamily="34" charset="-128"/>
                        <a:ea typeface="江城圆体 400W" panose="020B0800000000000000" pitchFamily="34" charset="-128"/>
                        <a:cs typeface="PMingLiU" panose="02020500000000000000" charset="-120"/>
                      </a:endParaRPr>
                    </a:p>
                  </a:txBody>
                  <a:tcPr marL="0" marR="0" marT="14605" marB="0">
                    <a:lnL w="38100">
                      <a:noFill/>
                      <a:prstDash val="dash"/>
                    </a:lnL>
                    <a:lnR w="6350" cap="flat" cmpd="sng" algn="ctr">
                      <a:solidFill>
                        <a:schemeClr val="tx1"/>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121"/>
                    </a:solidFill>
                  </a:tcPr>
                </a:tc>
                <a:extLst>
                  <a:ext uri="{0D108BD9-81ED-4DB2-BD59-A6C34878D82A}">
                    <a16:rowId xmlns:a16="http://schemas.microsoft.com/office/drawing/2014/main" val="10005"/>
                  </a:ext>
                </a:extLst>
              </a:tr>
            </a:tbl>
          </a:graphicData>
        </a:graphic>
      </p:graphicFrame>
      <p:grpSp>
        <p:nvGrpSpPr>
          <p:cNvPr id="46" name="object 46"/>
          <p:cNvGrpSpPr/>
          <p:nvPr/>
        </p:nvGrpSpPr>
        <p:grpSpPr>
          <a:xfrm>
            <a:off x="5689600" y="5480050"/>
            <a:ext cx="596900" cy="3187700"/>
            <a:chOff x="11379200" y="10960100"/>
            <a:chExt cx="1193800" cy="6375400"/>
          </a:xfrm>
        </p:grpSpPr>
        <p:pic>
          <p:nvPicPr>
            <p:cNvPr id="47" name="object 47"/>
            <p:cNvPicPr/>
            <p:nvPr/>
          </p:nvPicPr>
          <p:blipFill>
            <a:blip r:embed="rId3" cstate="print"/>
            <a:stretch>
              <a:fillRect/>
            </a:stretch>
          </p:blipFill>
          <p:spPr>
            <a:xfrm>
              <a:off x="11379200" y="10960100"/>
              <a:ext cx="1193800" cy="1193800"/>
            </a:xfrm>
            <a:prstGeom prst="rect">
              <a:avLst/>
            </a:prstGeom>
          </p:spPr>
        </p:pic>
        <p:pic>
          <p:nvPicPr>
            <p:cNvPr id="48" name="object 48"/>
            <p:cNvPicPr/>
            <p:nvPr/>
          </p:nvPicPr>
          <p:blipFill>
            <a:blip r:embed="rId4" cstate="print"/>
            <a:stretch>
              <a:fillRect/>
            </a:stretch>
          </p:blipFill>
          <p:spPr>
            <a:xfrm>
              <a:off x="11379200" y="11823700"/>
              <a:ext cx="1193800" cy="1193800"/>
            </a:xfrm>
            <a:prstGeom prst="rect">
              <a:avLst/>
            </a:prstGeom>
          </p:spPr>
        </p:pic>
        <p:pic>
          <p:nvPicPr>
            <p:cNvPr id="49" name="object 49"/>
            <p:cNvPicPr/>
            <p:nvPr/>
          </p:nvPicPr>
          <p:blipFill>
            <a:blip r:embed="rId5" cstate="print"/>
            <a:stretch>
              <a:fillRect/>
            </a:stretch>
          </p:blipFill>
          <p:spPr>
            <a:xfrm>
              <a:off x="11379200" y="12687300"/>
              <a:ext cx="1193800" cy="1193800"/>
            </a:xfrm>
            <a:prstGeom prst="rect">
              <a:avLst/>
            </a:prstGeom>
          </p:spPr>
        </p:pic>
        <p:pic>
          <p:nvPicPr>
            <p:cNvPr id="50" name="object 50"/>
            <p:cNvPicPr/>
            <p:nvPr/>
          </p:nvPicPr>
          <p:blipFill>
            <a:blip r:embed="rId6" cstate="print"/>
            <a:stretch>
              <a:fillRect/>
            </a:stretch>
          </p:blipFill>
          <p:spPr>
            <a:xfrm>
              <a:off x="11379200" y="13550900"/>
              <a:ext cx="1193800" cy="1193800"/>
            </a:xfrm>
            <a:prstGeom prst="rect">
              <a:avLst/>
            </a:prstGeom>
          </p:spPr>
        </p:pic>
        <p:pic>
          <p:nvPicPr>
            <p:cNvPr id="51" name="object 51"/>
            <p:cNvPicPr/>
            <p:nvPr/>
          </p:nvPicPr>
          <p:blipFill>
            <a:blip r:embed="rId7" cstate="print"/>
            <a:stretch>
              <a:fillRect/>
            </a:stretch>
          </p:blipFill>
          <p:spPr>
            <a:xfrm>
              <a:off x="11379200" y="14414500"/>
              <a:ext cx="1193800" cy="1193800"/>
            </a:xfrm>
            <a:prstGeom prst="rect">
              <a:avLst/>
            </a:prstGeom>
          </p:spPr>
        </p:pic>
        <p:pic>
          <p:nvPicPr>
            <p:cNvPr id="52" name="object 52"/>
            <p:cNvPicPr/>
            <p:nvPr/>
          </p:nvPicPr>
          <p:blipFill>
            <a:blip r:embed="rId8" cstate="print"/>
            <a:stretch>
              <a:fillRect/>
            </a:stretch>
          </p:blipFill>
          <p:spPr>
            <a:xfrm>
              <a:off x="11379200" y="15278100"/>
              <a:ext cx="1193800" cy="1193800"/>
            </a:xfrm>
            <a:prstGeom prst="rect">
              <a:avLst/>
            </a:prstGeom>
          </p:spPr>
        </p:pic>
        <p:pic>
          <p:nvPicPr>
            <p:cNvPr id="53" name="object 53"/>
            <p:cNvPicPr/>
            <p:nvPr/>
          </p:nvPicPr>
          <p:blipFill>
            <a:blip r:embed="rId9" cstate="print"/>
            <a:stretch>
              <a:fillRect/>
            </a:stretch>
          </p:blipFill>
          <p:spPr>
            <a:xfrm>
              <a:off x="11379200" y="16141700"/>
              <a:ext cx="1193800" cy="1193800"/>
            </a:xfrm>
            <a:prstGeom prst="rect">
              <a:avLst/>
            </a:prstGeom>
          </p:spPr>
        </p:pic>
      </p:grpSp>
      <p:sp>
        <p:nvSpPr>
          <p:cNvPr id="54" name="object 54"/>
          <p:cNvSpPr txBox="1"/>
          <p:nvPr/>
        </p:nvSpPr>
        <p:spPr>
          <a:xfrm>
            <a:off x="5886623" y="5651500"/>
            <a:ext cx="203200" cy="236855"/>
          </a:xfrm>
          <a:prstGeom prst="rect">
            <a:avLst/>
          </a:prstGeom>
        </p:spPr>
        <p:txBody>
          <a:bodyPr vert="horz" wrap="square" lIns="0" tIns="6350" rIns="0" bIns="0" rtlCol="0">
            <a:spAutoFit/>
          </a:bodyPr>
          <a:lstStyle/>
          <a:p>
            <a:pPr marL="6350">
              <a:spcBef>
                <a:spcPts val="50"/>
              </a:spcBef>
            </a:pPr>
            <a:r>
              <a:rPr sz="15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代</a:t>
            </a:r>
            <a:endParaRPr sz="1500">
              <a:latin typeface="江城圆体 400W" panose="020B0800000000000000" pitchFamily="34" charset="-128"/>
              <a:ea typeface="江城圆体 400W" panose="020B0800000000000000" pitchFamily="34" charset="-128"/>
              <a:cs typeface="PMingLiU" panose="02020500000000000000" charset="-120"/>
            </a:endParaRPr>
          </a:p>
        </p:txBody>
      </p:sp>
      <p:sp>
        <p:nvSpPr>
          <p:cNvPr id="55" name="object 55"/>
          <p:cNvSpPr txBox="1"/>
          <p:nvPr/>
        </p:nvSpPr>
        <p:spPr>
          <a:xfrm>
            <a:off x="5886623" y="6083300"/>
            <a:ext cx="203200" cy="236855"/>
          </a:xfrm>
          <a:prstGeom prst="rect">
            <a:avLst/>
          </a:prstGeom>
        </p:spPr>
        <p:txBody>
          <a:bodyPr vert="horz" wrap="square" lIns="0" tIns="6350" rIns="0" bIns="0" rtlCol="0">
            <a:spAutoFit/>
          </a:bodyPr>
          <a:lstStyle/>
          <a:p>
            <a:pPr marL="6350">
              <a:spcBef>
                <a:spcPts val="50"/>
              </a:spcBef>
            </a:pPr>
            <a:r>
              <a:rPr sz="15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结</a:t>
            </a:r>
            <a:endParaRPr sz="1500">
              <a:latin typeface="江城圆体 400W" panose="020B0800000000000000" pitchFamily="34" charset="-128"/>
              <a:ea typeface="江城圆体 400W" panose="020B0800000000000000" pitchFamily="34" charset="-128"/>
              <a:cs typeface="PMingLiU" panose="02020500000000000000" charset="-120"/>
            </a:endParaRPr>
          </a:p>
        </p:txBody>
      </p:sp>
      <p:sp>
        <p:nvSpPr>
          <p:cNvPr id="56" name="object 56"/>
          <p:cNvSpPr txBox="1"/>
          <p:nvPr/>
        </p:nvSpPr>
        <p:spPr>
          <a:xfrm>
            <a:off x="5886623" y="6515100"/>
            <a:ext cx="203200" cy="236855"/>
          </a:xfrm>
          <a:prstGeom prst="rect">
            <a:avLst/>
          </a:prstGeom>
        </p:spPr>
        <p:txBody>
          <a:bodyPr vert="horz" wrap="square" lIns="0" tIns="6350" rIns="0" bIns="0" rtlCol="0">
            <a:spAutoFit/>
          </a:bodyPr>
          <a:lstStyle/>
          <a:p>
            <a:pPr marL="6350">
              <a:spcBef>
                <a:spcPts val="50"/>
              </a:spcBef>
            </a:pPr>
            <a:r>
              <a:rPr sz="15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应</a:t>
            </a:r>
            <a:endParaRPr sz="1500">
              <a:latin typeface="江城圆体 400W" panose="020B0800000000000000" pitchFamily="34" charset="-128"/>
              <a:ea typeface="江城圆体 400W" panose="020B0800000000000000" pitchFamily="34" charset="-128"/>
              <a:cs typeface="PMingLiU" panose="02020500000000000000" charset="-120"/>
            </a:endParaRPr>
          </a:p>
        </p:txBody>
      </p:sp>
      <p:sp>
        <p:nvSpPr>
          <p:cNvPr id="57" name="object 57"/>
          <p:cNvSpPr txBox="1"/>
          <p:nvPr/>
        </p:nvSpPr>
        <p:spPr>
          <a:xfrm>
            <a:off x="5886623" y="6946900"/>
            <a:ext cx="203200" cy="236855"/>
          </a:xfrm>
          <a:prstGeom prst="rect">
            <a:avLst/>
          </a:prstGeom>
        </p:spPr>
        <p:txBody>
          <a:bodyPr vert="horz" wrap="square" lIns="0" tIns="6350" rIns="0" bIns="0" rtlCol="0">
            <a:spAutoFit/>
          </a:bodyPr>
          <a:lstStyle/>
          <a:p>
            <a:pPr marL="6350">
              <a:spcBef>
                <a:spcPts val="50"/>
              </a:spcBef>
            </a:pPr>
            <a:r>
              <a:rPr sz="15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改</a:t>
            </a:r>
            <a:endParaRPr sz="1500">
              <a:latin typeface="江城圆体 400W" panose="020B0800000000000000" pitchFamily="34" charset="-128"/>
              <a:ea typeface="江城圆体 400W" panose="020B0800000000000000" pitchFamily="34" charset="-128"/>
              <a:cs typeface="PMingLiU" panose="02020500000000000000" charset="-120"/>
            </a:endParaRPr>
          </a:p>
        </p:txBody>
      </p:sp>
      <p:sp>
        <p:nvSpPr>
          <p:cNvPr id="58" name="object 58"/>
          <p:cNvSpPr txBox="1"/>
          <p:nvPr/>
        </p:nvSpPr>
        <p:spPr>
          <a:xfrm>
            <a:off x="5886623" y="7378700"/>
            <a:ext cx="203200" cy="236855"/>
          </a:xfrm>
          <a:prstGeom prst="rect">
            <a:avLst/>
          </a:prstGeom>
        </p:spPr>
        <p:txBody>
          <a:bodyPr vert="horz" wrap="square" lIns="0" tIns="6350" rIns="0" bIns="0" rtlCol="0">
            <a:spAutoFit/>
          </a:bodyPr>
          <a:lstStyle/>
          <a:p>
            <a:pPr marL="6350">
              <a:spcBef>
                <a:spcPts val="50"/>
              </a:spcBef>
            </a:pPr>
            <a:r>
              <a:rPr sz="15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他</a:t>
            </a:r>
            <a:endParaRPr sz="1500">
              <a:latin typeface="江城圆体 400W" panose="020B0800000000000000" pitchFamily="34" charset="-128"/>
              <a:ea typeface="江城圆体 400W" panose="020B0800000000000000" pitchFamily="34" charset="-128"/>
              <a:cs typeface="PMingLiU" panose="02020500000000000000" charset="-120"/>
            </a:endParaRPr>
          </a:p>
        </p:txBody>
      </p:sp>
      <p:sp>
        <p:nvSpPr>
          <p:cNvPr id="59" name="object 59"/>
          <p:cNvSpPr txBox="1"/>
          <p:nvPr/>
        </p:nvSpPr>
        <p:spPr>
          <a:xfrm>
            <a:off x="5886623" y="7810500"/>
            <a:ext cx="203200" cy="236855"/>
          </a:xfrm>
          <a:prstGeom prst="rect">
            <a:avLst/>
          </a:prstGeom>
        </p:spPr>
        <p:txBody>
          <a:bodyPr vert="horz" wrap="square" lIns="0" tIns="6350" rIns="0" bIns="0" rtlCol="0">
            <a:spAutoFit/>
          </a:bodyPr>
          <a:lstStyle/>
          <a:p>
            <a:pPr marL="6350">
              <a:spcBef>
                <a:spcPts val="50"/>
              </a:spcBef>
            </a:pPr>
            <a:r>
              <a:rPr sz="15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去</a:t>
            </a:r>
            <a:endParaRPr sz="1500">
              <a:latin typeface="江城圆体 400W" panose="020B0800000000000000" pitchFamily="34" charset="-128"/>
              <a:ea typeface="江城圆体 400W" panose="020B0800000000000000" pitchFamily="34" charset="-128"/>
              <a:cs typeface="PMingLiU" panose="02020500000000000000" charset="-120"/>
            </a:endParaRPr>
          </a:p>
        </p:txBody>
      </p:sp>
      <p:sp>
        <p:nvSpPr>
          <p:cNvPr id="60" name="object 60"/>
          <p:cNvSpPr txBox="1"/>
          <p:nvPr/>
        </p:nvSpPr>
        <p:spPr>
          <a:xfrm>
            <a:off x="5886623" y="8242300"/>
            <a:ext cx="203200" cy="236855"/>
          </a:xfrm>
          <a:prstGeom prst="rect">
            <a:avLst/>
          </a:prstGeom>
        </p:spPr>
        <p:txBody>
          <a:bodyPr vert="horz" wrap="square" lIns="0" tIns="6350" rIns="0" bIns="0" rtlCol="0">
            <a:spAutoFit/>
          </a:bodyPr>
          <a:lstStyle/>
          <a:p>
            <a:pPr marL="6350">
              <a:spcBef>
                <a:spcPts val="50"/>
              </a:spcBef>
            </a:pPr>
            <a:r>
              <a:rPr sz="15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重</a:t>
            </a:r>
            <a:endParaRPr sz="1500">
              <a:latin typeface="江城圆体 400W" panose="020B0800000000000000" pitchFamily="34" charset="-128"/>
              <a:ea typeface="江城圆体 400W" panose="020B0800000000000000" pitchFamily="34" charset="-128"/>
              <a:cs typeface="PMingLiU" panose="02020500000000000000" charset="-120"/>
            </a:endParaRPr>
          </a:p>
        </p:txBody>
      </p:sp>
      <p:sp>
        <p:nvSpPr>
          <p:cNvPr id="61" name="object 61"/>
          <p:cNvSpPr/>
          <p:nvPr/>
        </p:nvSpPr>
        <p:spPr>
          <a:xfrm>
            <a:off x="3244850" y="5594350"/>
            <a:ext cx="368300" cy="368300"/>
          </a:xfrm>
          <a:custGeom>
            <a:avLst/>
            <a:gdLst/>
            <a:ahLst/>
            <a:cxnLst/>
            <a:rect l="l" t="t" r="r" b="b"/>
            <a:pathLst>
              <a:path w="736600" h="736600">
                <a:moveTo>
                  <a:pt x="368300" y="0"/>
                </a:moveTo>
                <a:lnTo>
                  <a:pt x="322101" y="2869"/>
                </a:lnTo>
                <a:lnTo>
                  <a:pt x="277614" y="11248"/>
                </a:lnTo>
                <a:lnTo>
                  <a:pt x="235186" y="24790"/>
                </a:lnTo>
                <a:lnTo>
                  <a:pt x="195160" y="43152"/>
                </a:lnTo>
                <a:lnTo>
                  <a:pt x="157882" y="65986"/>
                </a:lnTo>
                <a:lnTo>
                  <a:pt x="123697" y="92950"/>
                </a:lnTo>
                <a:lnTo>
                  <a:pt x="92950" y="123697"/>
                </a:lnTo>
                <a:lnTo>
                  <a:pt x="65986" y="157882"/>
                </a:lnTo>
                <a:lnTo>
                  <a:pt x="43152" y="195160"/>
                </a:lnTo>
                <a:lnTo>
                  <a:pt x="24790" y="235186"/>
                </a:lnTo>
                <a:lnTo>
                  <a:pt x="11248" y="277614"/>
                </a:lnTo>
                <a:lnTo>
                  <a:pt x="2869" y="322101"/>
                </a:lnTo>
                <a:lnTo>
                  <a:pt x="0" y="368300"/>
                </a:lnTo>
                <a:lnTo>
                  <a:pt x="2869" y="414498"/>
                </a:lnTo>
                <a:lnTo>
                  <a:pt x="11248" y="458985"/>
                </a:lnTo>
                <a:lnTo>
                  <a:pt x="24790" y="501413"/>
                </a:lnTo>
                <a:lnTo>
                  <a:pt x="43152" y="541439"/>
                </a:lnTo>
                <a:lnTo>
                  <a:pt x="65986" y="578717"/>
                </a:lnTo>
                <a:lnTo>
                  <a:pt x="92950" y="612902"/>
                </a:lnTo>
                <a:lnTo>
                  <a:pt x="123697" y="643649"/>
                </a:lnTo>
                <a:lnTo>
                  <a:pt x="157882" y="670613"/>
                </a:lnTo>
                <a:lnTo>
                  <a:pt x="195160" y="693447"/>
                </a:lnTo>
                <a:lnTo>
                  <a:pt x="235186" y="711809"/>
                </a:lnTo>
                <a:lnTo>
                  <a:pt x="277614" y="725351"/>
                </a:lnTo>
                <a:lnTo>
                  <a:pt x="322101" y="733730"/>
                </a:lnTo>
                <a:lnTo>
                  <a:pt x="368300" y="736600"/>
                </a:lnTo>
                <a:lnTo>
                  <a:pt x="414498" y="733730"/>
                </a:lnTo>
                <a:lnTo>
                  <a:pt x="458985" y="725351"/>
                </a:lnTo>
                <a:lnTo>
                  <a:pt x="501413" y="711809"/>
                </a:lnTo>
                <a:lnTo>
                  <a:pt x="541439" y="693447"/>
                </a:lnTo>
                <a:lnTo>
                  <a:pt x="578717" y="670613"/>
                </a:lnTo>
                <a:lnTo>
                  <a:pt x="612902" y="643649"/>
                </a:lnTo>
                <a:lnTo>
                  <a:pt x="643649" y="612902"/>
                </a:lnTo>
                <a:lnTo>
                  <a:pt x="670613" y="578717"/>
                </a:lnTo>
                <a:lnTo>
                  <a:pt x="693447" y="541439"/>
                </a:lnTo>
                <a:lnTo>
                  <a:pt x="711809" y="501413"/>
                </a:lnTo>
                <a:lnTo>
                  <a:pt x="725351" y="458985"/>
                </a:lnTo>
                <a:lnTo>
                  <a:pt x="733730" y="414498"/>
                </a:lnTo>
                <a:lnTo>
                  <a:pt x="736600" y="368300"/>
                </a:lnTo>
                <a:lnTo>
                  <a:pt x="733730" y="322101"/>
                </a:lnTo>
                <a:lnTo>
                  <a:pt x="725351" y="277614"/>
                </a:lnTo>
                <a:lnTo>
                  <a:pt x="711809" y="235186"/>
                </a:lnTo>
                <a:lnTo>
                  <a:pt x="693447" y="195160"/>
                </a:lnTo>
                <a:lnTo>
                  <a:pt x="670613" y="157882"/>
                </a:lnTo>
                <a:lnTo>
                  <a:pt x="643649" y="123697"/>
                </a:lnTo>
                <a:lnTo>
                  <a:pt x="612902" y="92950"/>
                </a:lnTo>
                <a:lnTo>
                  <a:pt x="578717" y="65986"/>
                </a:lnTo>
                <a:lnTo>
                  <a:pt x="541439" y="43152"/>
                </a:lnTo>
                <a:lnTo>
                  <a:pt x="501413" y="24790"/>
                </a:lnTo>
                <a:lnTo>
                  <a:pt x="458985" y="11248"/>
                </a:lnTo>
                <a:lnTo>
                  <a:pt x="414498" y="2869"/>
                </a:lnTo>
                <a:lnTo>
                  <a:pt x="3683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2" name="object 62"/>
          <p:cNvSpPr/>
          <p:nvPr/>
        </p:nvSpPr>
        <p:spPr>
          <a:xfrm>
            <a:off x="3244850" y="6026150"/>
            <a:ext cx="368300" cy="368300"/>
          </a:xfrm>
          <a:custGeom>
            <a:avLst/>
            <a:gdLst/>
            <a:ahLst/>
            <a:cxnLst/>
            <a:rect l="l" t="t" r="r" b="b"/>
            <a:pathLst>
              <a:path w="736600" h="736600">
                <a:moveTo>
                  <a:pt x="368300" y="0"/>
                </a:moveTo>
                <a:lnTo>
                  <a:pt x="322101" y="2869"/>
                </a:lnTo>
                <a:lnTo>
                  <a:pt x="277614" y="11248"/>
                </a:lnTo>
                <a:lnTo>
                  <a:pt x="235186" y="24790"/>
                </a:lnTo>
                <a:lnTo>
                  <a:pt x="195160" y="43152"/>
                </a:lnTo>
                <a:lnTo>
                  <a:pt x="157882" y="65986"/>
                </a:lnTo>
                <a:lnTo>
                  <a:pt x="123697" y="92950"/>
                </a:lnTo>
                <a:lnTo>
                  <a:pt x="92950" y="123697"/>
                </a:lnTo>
                <a:lnTo>
                  <a:pt x="65986" y="157882"/>
                </a:lnTo>
                <a:lnTo>
                  <a:pt x="43152" y="195160"/>
                </a:lnTo>
                <a:lnTo>
                  <a:pt x="24790" y="235186"/>
                </a:lnTo>
                <a:lnTo>
                  <a:pt x="11248" y="277614"/>
                </a:lnTo>
                <a:lnTo>
                  <a:pt x="2869" y="322101"/>
                </a:lnTo>
                <a:lnTo>
                  <a:pt x="0" y="368300"/>
                </a:lnTo>
                <a:lnTo>
                  <a:pt x="2869" y="414498"/>
                </a:lnTo>
                <a:lnTo>
                  <a:pt x="11248" y="458985"/>
                </a:lnTo>
                <a:lnTo>
                  <a:pt x="24790" y="501413"/>
                </a:lnTo>
                <a:lnTo>
                  <a:pt x="43152" y="541439"/>
                </a:lnTo>
                <a:lnTo>
                  <a:pt x="65986" y="578717"/>
                </a:lnTo>
                <a:lnTo>
                  <a:pt x="92950" y="612902"/>
                </a:lnTo>
                <a:lnTo>
                  <a:pt x="123697" y="643649"/>
                </a:lnTo>
                <a:lnTo>
                  <a:pt x="157882" y="670613"/>
                </a:lnTo>
                <a:lnTo>
                  <a:pt x="195160" y="693447"/>
                </a:lnTo>
                <a:lnTo>
                  <a:pt x="235186" y="711809"/>
                </a:lnTo>
                <a:lnTo>
                  <a:pt x="277614" y="725351"/>
                </a:lnTo>
                <a:lnTo>
                  <a:pt x="322101" y="733730"/>
                </a:lnTo>
                <a:lnTo>
                  <a:pt x="368300" y="736600"/>
                </a:lnTo>
                <a:lnTo>
                  <a:pt x="414498" y="733730"/>
                </a:lnTo>
                <a:lnTo>
                  <a:pt x="458985" y="725351"/>
                </a:lnTo>
                <a:lnTo>
                  <a:pt x="501413" y="711809"/>
                </a:lnTo>
                <a:lnTo>
                  <a:pt x="541439" y="693447"/>
                </a:lnTo>
                <a:lnTo>
                  <a:pt x="578717" y="670613"/>
                </a:lnTo>
                <a:lnTo>
                  <a:pt x="612902" y="643649"/>
                </a:lnTo>
                <a:lnTo>
                  <a:pt x="643649" y="612902"/>
                </a:lnTo>
                <a:lnTo>
                  <a:pt x="670613" y="578717"/>
                </a:lnTo>
                <a:lnTo>
                  <a:pt x="693447" y="541439"/>
                </a:lnTo>
                <a:lnTo>
                  <a:pt x="711809" y="501413"/>
                </a:lnTo>
                <a:lnTo>
                  <a:pt x="725351" y="458985"/>
                </a:lnTo>
                <a:lnTo>
                  <a:pt x="733730" y="414498"/>
                </a:lnTo>
                <a:lnTo>
                  <a:pt x="736600" y="368300"/>
                </a:lnTo>
                <a:lnTo>
                  <a:pt x="733730" y="322101"/>
                </a:lnTo>
                <a:lnTo>
                  <a:pt x="725351" y="277614"/>
                </a:lnTo>
                <a:lnTo>
                  <a:pt x="711809" y="235186"/>
                </a:lnTo>
                <a:lnTo>
                  <a:pt x="693447" y="195160"/>
                </a:lnTo>
                <a:lnTo>
                  <a:pt x="670613" y="157882"/>
                </a:lnTo>
                <a:lnTo>
                  <a:pt x="643649" y="123697"/>
                </a:lnTo>
                <a:lnTo>
                  <a:pt x="612902" y="92950"/>
                </a:lnTo>
                <a:lnTo>
                  <a:pt x="578717" y="65986"/>
                </a:lnTo>
                <a:lnTo>
                  <a:pt x="541439" y="43152"/>
                </a:lnTo>
                <a:lnTo>
                  <a:pt x="501413" y="24790"/>
                </a:lnTo>
                <a:lnTo>
                  <a:pt x="458985" y="11248"/>
                </a:lnTo>
                <a:lnTo>
                  <a:pt x="414498" y="2869"/>
                </a:lnTo>
                <a:lnTo>
                  <a:pt x="368300" y="0"/>
                </a:lnTo>
                <a:close/>
              </a:path>
            </a:pathLst>
          </a:custGeom>
          <a:solidFill>
            <a:srgbClr val="7F62A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3" name="object 63"/>
          <p:cNvSpPr/>
          <p:nvPr/>
        </p:nvSpPr>
        <p:spPr>
          <a:xfrm>
            <a:off x="3244850" y="6457950"/>
            <a:ext cx="368300" cy="368300"/>
          </a:xfrm>
          <a:custGeom>
            <a:avLst/>
            <a:gdLst/>
            <a:ahLst/>
            <a:cxnLst/>
            <a:rect l="l" t="t" r="r" b="b"/>
            <a:pathLst>
              <a:path w="736600" h="736600">
                <a:moveTo>
                  <a:pt x="368300" y="0"/>
                </a:moveTo>
                <a:lnTo>
                  <a:pt x="322101" y="2869"/>
                </a:lnTo>
                <a:lnTo>
                  <a:pt x="277614" y="11248"/>
                </a:lnTo>
                <a:lnTo>
                  <a:pt x="235186" y="24790"/>
                </a:lnTo>
                <a:lnTo>
                  <a:pt x="195160" y="43152"/>
                </a:lnTo>
                <a:lnTo>
                  <a:pt x="157882" y="65986"/>
                </a:lnTo>
                <a:lnTo>
                  <a:pt x="123697" y="92950"/>
                </a:lnTo>
                <a:lnTo>
                  <a:pt x="92950" y="123697"/>
                </a:lnTo>
                <a:lnTo>
                  <a:pt x="65986" y="157882"/>
                </a:lnTo>
                <a:lnTo>
                  <a:pt x="43152" y="195160"/>
                </a:lnTo>
                <a:lnTo>
                  <a:pt x="24790" y="235186"/>
                </a:lnTo>
                <a:lnTo>
                  <a:pt x="11248" y="277614"/>
                </a:lnTo>
                <a:lnTo>
                  <a:pt x="2869" y="322101"/>
                </a:lnTo>
                <a:lnTo>
                  <a:pt x="0" y="368300"/>
                </a:lnTo>
                <a:lnTo>
                  <a:pt x="2869" y="414498"/>
                </a:lnTo>
                <a:lnTo>
                  <a:pt x="11248" y="458985"/>
                </a:lnTo>
                <a:lnTo>
                  <a:pt x="24790" y="501413"/>
                </a:lnTo>
                <a:lnTo>
                  <a:pt x="43152" y="541439"/>
                </a:lnTo>
                <a:lnTo>
                  <a:pt x="65986" y="578717"/>
                </a:lnTo>
                <a:lnTo>
                  <a:pt x="92950" y="612902"/>
                </a:lnTo>
                <a:lnTo>
                  <a:pt x="123697" y="643649"/>
                </a:lnTo>
                <a:lnTo>
                  <a:pt x="157882" y="670613"/>
                </a:lnTo>
                <a:lnTo>
                  <a:pt x="195160" y="693447"/>
                </a:lnTo>
                <a:lnTo>
                  <a:pt x="235186" y="711809"/>
                </a:lnTo>
                <a:lnTo>
                  <a:pt x="277614" y="725351"/>
                </a:lnTo>
                <a:lnTo>
                  <a:pt x="322101" y="733730"/>
                </a:lnTo>
                <a:lnTo>
                  <a:pt x="368300" y="736600"/>
                </a:lnTo>
                <a:lnTo>
                  <a:pt x="414498" y="733730"/>
                </a:lnTo>
                <a:lnTo>
                  <a:pt x="458985" y="725351"/>
                </a:lnTo>
                <a:lnTo>
                  <a:pt x="501413" y="711809"/>
                </a:lnTo>
                <a:lnTo>
                  <a:pt x="541439" y="693447"/>
                </a:lnTo>
                <a:lnTo>
                  <a:pt x="578717" y="670613"/>
                </a:lnTo>
                <a:lnTo>
                  <a:pt x="612902" y="643649"/>
                </a:lnTo>
                <a:lnTo>
                  <a:pt x="643649" y="612902"/>
                </a:lnTo>
                <a:lnTo>
                  <a:pt x="670613" y="578717"/>
                </a:lnTo>
                <a:lnTo>
                  <a:pt x="693447" y="541439"/>
                </a:lnTo>
                <a:lnTo>
                  <a:pt x="711809" y="501413"/>
                </a:lnTo>
                <a:lnTo>
                  <a:pt x="725351" y="458985"/>
                </a:lnTo>
                <a:lnTo>
                  <a:pt x="733730" y="414498"/>
                </a:lnTo>
                <a:lnTo>
                  <a:pt x="736600" y="368300"/>
                </a:lnTo>
                <a:lnTo>
                  <a:pt x="733730" y="322101"/>
                </a:lnTo>
                <a:lnTo>
                  <a:pt x="725351" y="277614"/>
                </a:lnTo>
                <a:lnTo>
                  <a:pt x="711809" y="235186"/>
                </a:lnTo>
                <a:lnTo>
                  <a:pt x="693447" y="195160"/>
                </a:lnTo>
                <a:lnTo>
                  <a:pt x="670613" y="157882"/>
                </a:lnTo>
                <a:lnTo>
                  <a:pt x="643649" y="123697"/>
                </a:lnTo>
                <a:lnTo>
                  <a:pt x="612902" y="92950"/>
                </a:lnTo>
                <a:lnTo>
                  <a:pt x="578717" y="65986"/>
                </a:lnTo>
                <a:lnTo>
                  <a:pt x="541439" y="43152"/>
                </a:lnTo>
                <a:lnTo>
                  <a:pt x="501413" y="24790"/>
                </a:lnTo>
                <a:lnTo>
                  <a:pt x="458985" y="11248"/>
                </a:lnTo>
                <a:lnTo>
                  <a:pt x="414498" y="2869"/>
                </a:lnTo>
                <a:lnTo>
                  <a:pt x="368300" y="0"/>
                </a:lnTo>
                <a:close/>
              </a:path>
            </a:pathLst>
          </a:custGeom>
          <a:solidFill>
            <a:srgbClr val="95C864"/>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4" name="object 64"/>
          <p:cNvSpPr/>
          <p:nvPr/>
        </p:nvSpPr>
        <p:spPr>
          <a:xfrm>
            <a:off x="3244850" y="6889750"/>
            <a:ext cx="368300" cy="368300"/>
          </a:xfrm>
          <a:custGeom>
            <a:avLst/>
            <a:gdLst/>
            <a:ahLst/>
            <a:cxnLst/>
            <a:rect l="l" t="t" r="r" b="b"/>
            <a:pathLst>
              <a:path w="736600" h="736600">
                <a:moveTo>
                  <a:pt x="368300" y="0"/>
                </a:moveTo>
                <a:lnTo>
                  <a:pt x="322101" y="2869"/>
                </a:lnTo>
                <a:lnTo>
                  <a:pt x="277614" y="11248"/>
                </a:lnTo>
                <a:lnTo>
                  <a:pt x="235186" y="24790"/>
                </a:lnTo>
                <a:lnTo>
                  <a:pt x="195160" y="43152"/>
                </a:lnTo>
                <a:lnTo>
                  <a:pt x="157882" y="65986"/>
                </a:lnTo>
                <a:lnTo>
                  <a:pt x="123697" y="92950"/>
                </a:lnTo>
                <a:lnTo>
                  <a:pt x="92950" y="123697"/>
                </a:lnTo>
                <a:lnTo>
                  <a:pt x="65986" y="157882"/>
                </a:lnTo>
                <a:lnTo>
                  <a:pt x="43152" y="195160"/>
                </a:lnTo>
                <a:lnTo>
                  <a:pt x="24790" y="235186"/>
                </a:lnTo>
                <a:lnTo>
                  <a:pt x="11248" y="277614"/>
                </a:lnTo>
                <a:lnTo>
                  <a:pt x="2869" y="322101"/>
                </a:lnTo>
                <a:lnTo>
                  <a:pt x="0" y="368300"/>
                </a:lnTo>
                <a:lnTo>
                  <a:pt x="2869" y="414498"/>
                </a:lnTo>
                <a:lnTo>
                  <a:pt x="11248" y="458985"/>
                </a:lnTo>
                <a:lnTo>
                  <a:pt x="24790" y="501413"/>
                </a:lnTo>
                <a:lnTo>
                  <a:pt x="43152" y="541439"/>
                </a:lnTo>
                <a:lnTo>
                  <a:pt x="65986" y="578717"/>
                </a:lnTo>
                <a:lnTo>
                  <a:pt x="92950" y="612902"/>
                </a:lnTo>
                <a:lnTo>
                  <a:pt x="123697" y="643649"/>
                </a:lnTo>
                <a:lnTo>
                  <a:pt x="157882" y="670613"/>
                </a:lnTo>
                <a:lnTo>
                  <a:pt x="195160" y="693447"/>
                </a:lnTo>
                <a:lnTo>
                  <a:pt x="235186" y="711809"/>
                </a:lnTo>
                <a:lnTo>
                  <a:pt x="277614" y="725351"/>
                </a:lnTo>
                <a:lnTo>
                  <a:pt x="322101" y="733730"/>
                </a:lnTo>
                <a:lnTo>
                  <a:pt x="368300" y="736600"/>
                </a:lnTo>
                <a:lnTo>
                  <a:pt x="414498" y="733730"/>
                </a:lnTo>
                <a:lnTo>
                  <a:pt x="458985" y="725351"/>
                </a:lnTo>
                <a:lnTo>
                  <a:pt x="501413" y="711809"/>
                </a:lnTo>
                <a:lnTo>
                  <a:pt x="541439" y="693447"/>
                </a:lnTo>
                <a:lnTo>
                  <a:pt x="578717" y="670613"/>
                </a:lnTo>
                <a:lnTo>
                  <a:pt x="612902" y="643649"/>
                </a:lnTo>
                <a:lnTo>
                  <a:pt x="643649" y="612902"/>
                </a:lnTo>
                <a:lnTo>
                  <a:pt x="670613" y="578717"/>
                </a:lnTo>
                <a:lnTo>
                  <a:pt x="693447" y="541439"/>
                </a:lnTo>
                <a:lnTo>
                  <a:pt x="711809" y="501413"/>
                </a:lnTo>
                <a:lnTo>
                  <a:pt x="725351" y="458985"/>
                </a:lnTo>
                <a:lnTo>
                  <a:pt x="733730" y="414498"/>
                </a:lnTo>
                <a:lnTo>
                  <a:pt x="736600" y="368300"/>
                </a:lnTo>
                <a:lnTo>
                  <a:pt x="733730" y="322101"/>
                </a:lnTo>
                <a:lnTo>
                  <a:pt x="725351" y="277614"/>
                </a:lnTo>
                <a:lnTo>
                  <a:pt x="711809" y="235186"/>
                </a:lnTo>
                <a:lnTo>
                  <a:pt x="693447" y="195160"/>
                </a:lnTo>
                <a:lnTo>
                  <a:pt x="670613" y="157882"/>
                </a:lnTo>
                <a:lnTo>
                  <a:pt x="643649" y="123697"/>
                </a:lnTo>
                <a:lnTo>
                  <a:pt x="612902" y="92950"/>
                </a:lnTo>
                <a:lnTo>
                  <a:pt x="578717" y="65986"/>
                </a:lnTo>
                <a:lnTo>
                  <a:pt x="541439" y="43152"/>
                </a:lnTo>
                <a:lnTo>
                  <a:pt x="501413" y="24790"/>
                </a:lnTo>
                <a:lnTo>
                  <a:pt x="458985" y="11248"/>
                </a:lnTo>
                <a:lnTo>
                  <a:pt x="414498" y="2869"/>
                </a:lnTo>
                <a:lnTo>
                  <a:pt x="368300" y="0"/>
                </a:lnTo>
                <a:close/>
              </a:path>
            </a:pathLst>
          </a:custGeom>
          <a:solidFill>
            <a:srgbClr val="3068E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5" name="object 65"/>
          <p:cNvSpPr/>
          <p:nvPr/>
        </p:nvSpPr>
        <p:spPr>
          <a:xfrm>
            <a:off x="3244850" y="7321550"/>
            <a:ext cx="368300" cy="368300"/>
          </a:xfrm>
          <a:custGeom>
            <a:avLst/>
            <a:gdLst/>
            <a:ahLst/>
            <a:cxnLst/>
            <a:rect l="l" t="t" r="r" b="b"/>
            <a:pathLst>
              <a:path w="736600" h="736600">
                <a:moveTo>
                  <a:pt x="368300" y="0"/>
                </a:moveTo>
                <a:lnTo>
                  <a:pt x="322101" y="2869"/>
                </a:lnTo>
                <a:lnTo>
                  <a:pt x="277614" y="11248"/>
                </a:lnTo>
                <a:lnTo>
                  <a:pt x="235186" y="24790"/>
                </a:lnTo>
                <a:lnTo>
                  <a:pt x="195160" y="43152"/>
                </a:lnTo>
                <a:lnTo>
                  <a:pt x="157882" y="65986"/>
                </a:lnTo>
                <a:lnTo>
                  <a:pt x="123697" y="92950"/>
                </a:lnTo>
                <a:lnTo>
                  <a:pt x="92950" y="123697"/>
                </a:lnTo>
                <a:lnTo>
                  <a:pt x="65986" y="157882"/>
                </a:lnTo>
                <a:lnTo>
                  <a:pt x="43152" y="195160"/>
                </a:lnTo>
                <a:lnTo>
                  <a:pt x="24790" y="235186"/>
                </a:lnTo>
                <a:lnTo>
                  <a:pt x="11248" y="277614"/>
                </a:lnTo>
                <a:lnTo>
                  <a:pt x="2869" y="322101"/>
                </a:lnTo>
                <a:lnTo>
                  <a:pt x="0" y="368300"/>
                </a:lnTo>
                <a:lnTo>
                  <a:pt x="2869" y="414498"/>
                </a:lnTo>
                <a:lnTo>
                  <a:pt x="11248" y="458985"/>
                </a:lnTo>
                <a:lnTo>
                  <a:pt x="24790" y="501413"/>
                </a:lnTo>
                <a:lnTo>
                  <a:pt x="43152" y="541439"/>
                </a:lnTo>
                <a:lnTo>
                  <a:pt x="65986" y="578717"/>
                </a:lnTo>
                <a:lnTo>
                  <a:pt x="92950" y="612902"/>
                </a:lnTo>
                <a:lnTo>
                  <a:pt x="123697" y="643649"/>
                </a:lnTo>
                <a:lnTo>
                  <a:pt x="157882" y="670613"/>
                </a:lnTo>
                <a:lnTo>
                  <a:pt x="195160" y="693447"/>
                </a:lnTo>
                <a:lnTo>
                  <a:pt x="235186" y="711809"/>
                </a:lnTo>
                <a:lnTo>
                  <a:pt x="277614" y="725351"/>
                </a:lnTo>
                <a:lnTo>
                  <a:pt x="322101" y="733730"/>
                </a:lnTo>
                <a:lnTo>
                  <a:pt x="368300" y="736600"/>
                </a:lnTo>
                <a:lnTo>
                  <a:pt x="414498" y="733730"/>
                </a:lnTo>
                <a:lnTo>
                  <a:pt x="458985" y="725351"/>
                </a:lnTo>
                <a:lnTo>
                  <a:pt x="501413" y="711809"/>
                </a:lnTo>
                <a:lnTo>
                  <a:pt x="541439" y="693447"/>
                </a:lnTo>
                <a:lnTo>
                  <a:pt x="578717" y="670613"/>
                </a:lnTo>
                <a:lnTo>
                  <a:pt x="612902" y="643649"/>
                </a:lnTo>
                <a:lnTo>
                  <a:pt x="643649" y="612902"/>
                </a:lnTo>
                <a:lnTo>
                  <a:pt x="670613" y="578717"/>
                </a:lnTo>
                <a:lnTo>
                  <a:pt x="693447" y="541439"/>
                </a:lnTo>
                <a:lnTo>
                  <a:pt x="711809" y="501413"/>
                </a:lnTo>
                <a:lnTo>
                  <a:pt x="725351" y="458985"/>
                </a:lnTo>
                <a:lnTo>
                  <a:pt x="733730" y="414498"/>
                </a:lnTo>
                <a:lnTo>
                  <a:pt x="736600" y="368300"/>
                </a:lnTo>
                <a:lnTo>
                  <a:pt x="733730" y="322101"/>
                </a:lnTo>
                <a:lnTo>
                  <a:pt x="725351" y="277614"/>
                </a:lnTo>
                <a:lnTo>
                  <a:pt x="711809" y="235186"/>
                </a:lnTo>
                <a:lnTo>
                  <a:pt x="693447" y="195160"/>
                </a:lnTo>
                <a:lnTo>
                  <a:pt x="670613" y="157882"/>
                </a:lnTo>
                <a:lnTo>
                  <a:pt x="643649" y="123697"/>
                </a:lnTo>
                <a:lnTo>
                  <a:pt x="612902" y="92950"/>
                </a:lnTo>
                <a:lnTo>
                  <a:pt x="578717" y="65986"/>
                </a:lnTo>
                <a:lnTo>
                  <a:pt x="541439" y="43152"/>
                </a:lnTo>
                <a:lnTo>
                  <a:pt x="501413" y="24790"/>
                </a:lnTo>
                <a:lnTo>
                  <a:pt x="458985" y="11248"/>
                </a:lnTo>
                <a:lnTo>
                  <a:pt x="414498" y="2869"/>
                </a:lnTo>
                <a:lnTo>
                  <a:pt x="368300" y="0"/>
                </a:lnTo>
                <a:close/>
              </a:path>
            </a:pathLst>
          </a:custGeom>
          <a:solidFill>
            <a:srgbClr val="4E81BB"/>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6" name="object 66"/>
          <p:cNvSpPr/>
          <p:nvPr/>
        </p:nvSpPr>
        <p:spPr>
          <a:xfrm>
            <a:off x="3244850" y="7753350"/>
            <a:ext cx="368300" cy="368300"/>
          </a:xfrm>
          <a:custGeom>
            <a:avLst/>
            <a:gdLst/>
            <a:ahLst/>
            <a:cxnLst/>
            <a:rect l="l" t="t" r="r" b="b"/>
            <a:pathLst>
              <a:path w="736600" h="736600">
                <a:moveTo>
                  <a:pt x="368300" y="0"/>
                </a:moveTo>
                <a:lnTo>
                  <a:pt x="322101" y="2869"/>
                </a:lnTo>
                <a:lnTo>
                  <a:pt x="277614" y="11248"/>
                </a:lnTo>
                <a:lnTo>
                  <a:pt x="235186" y="24790"/>
                </a:lnTo>
                <a:lnTo>
                  <a:pt x="195160" y="43152"/>
                </a:lnTo>
                <a:lnTo>
                  <a:pt x="157882" y="65986"/>
                </a:lnTo>
                <a:lnTo>
                  <a:pt x="123697" y="92950"/>
                </a:lnTo>
                <a:lnTo>
                  <a:pt x="92950" y="123697"/>
                </a:lnTo>
                <a:lnTo>
                  <a:pt x="65986" y="157882"/>
                </a:lnTo>
                <a:lnTo>
                  <a:pt x="43152" y="195160"/>
                </a:lnTo>
                <a:lnTo>
                  <a:pt x="24790" y="235186"/>
                </a:lnTo>
                <a:lnTo>
                  <a:pt x="11248" y="277614"/>
                </a:lnTo>
                <a:lnTo>
                  <a:pt x="2869" y="322101"/>
                </a:lnTo>
                <a:lnTo>
                  <a:pt x="0" y="368300"/>
                </a:lnTo>
                <a:lnTo>
                  <a:pt x="2869" y="414498"/>
                </a:lnTo>
                <a:lnTo>
                  <a:pt x="11248" y="458985"/>
                </a:lnTo>
                <a:lnTo>
                  <a:pt x="24790" y="501413"/>
                </a:lnTo>
                <a:lnTo>
                  <a:pt x="43152" y="541439"/>
                </a:lnTo>
                <a:lnTo>
                  <a:pt x="65986" y="578717"/>
                </a:lnTo>
                <a:lnTo>
                  <a:pt x="92950" y="612902"/>
                </a:lnTo>
                <a:lnTo>
                  <a:pt x="123697" y="643649"/>
                </a:lnTo>
                <a:lnTo>
                  <a:pt x="157882" y="670613"/>
                </a:lnTo>
                <a:lnTo>
                  <a:pt x="195160" y="693447"/>
                </a:lnTo>
                <a:lnTo>
                  <a:pt x="235186" y="711809"/>
                </a:lnTo>
                <a:lnTo>
                  <a:pt x="277614" y="725351"/>
                </a:lnTo>
                <a:lnTo>
                  <a:pt x="322101" y="733730"/>
                </a:lnTo>
                <a:lnTo>
                  <a:pt x="368300" y="736600"/>
                </a:lnTo>
                <a:lnTo>
                  <a:pt x="414498" y="733730"/>
                </a:lnTo>
                <a:lnTo>
                  <a:pt x="458985" y="725351"/>
                </a:lnTo>
                <a:lnTo>
                  <a:pt x="501413" y="711809"/>
                </a:lnTo>
                <a:lnTo>
                  <a:pt x="541439" y="693447"/>
                </a:lnTo>
                <a:lnTo>
                  <a:pt x="578717" y="670613"/>
                </a:lnTo>
                <a:lnTo>
                  <a:pt x="612902" y="643649"/>
                </a:lnTo>
                <a:lnTo>
                  <a:pt x="643649" y="612902"/>
                </a:lnTo>
                <a:lnTo>
                  <a:pt x="670613" y="578717"/>
                </a:lnTo>
                <a:lnTo>
                  <a:pt x="693447" y="541439"/>
                </a:lnTo>
                <a:lnTo>
                  <a:pt x="711809" y="501413"/>
                </a:lnTo>
                <a:lnTo>
                  <a:pt x="725351" y="458985"/>
                </a:lnTo>
                <a:lnTo>
                  <a:pt x="733730" y="414498"/>
                </a:lnTo>
                <a:lnTo>
                  <a:pt x="736600" y="368300"/>
                </a:lnTo>
                <a:lnTo>
                  <a:pt x="733730" y="322101"/>
                </a:lnTo>
                <a:lnTo>
                  <a:pt x="725351" y="277614"/>
                </a:lnTo>
                <a:lnTo>
                  <a:pt x="711809" y="235186"/>
                </a:lnTo>
                <a:lnTo>
                  <a:pt x="693447" y="195160"/>
                </a:lnTo>
                <a:lnTo>
                  <a:pt x="670613" y="157882"/>
                </a:lnTo>
                <a:lnTo>
                  <a:pt x="643649" y="123697"/>
                </a:lnTo>
                <a:lnTo>
                  <a:pt x="612902" y="92950"/>
                </a:lnTo>
                <a:lnTo>
                  <a:pt x="578717" y="65986"/>
                </a:lnTo>
                <a:lnTo>
                  <a:pt x="541439" y="43152"/>
                </a:lnTo>
                <a:lnTo>
                  <a:pt x="501413" y="24790"/>
                </a:lnTo>
                <a:lnTo>
                  <a:pt x="458985" y="11248"/>
                </a:lnTo>
                <a:lnTo>
                  <a:pt x="414498" y="2869"/>
                </a:lnTo>
                <a:lnTo>
                  <a:pt x="368300" y="0"/>
                </a:lnTo>
                <a:close/>
              </a:path>
            </a:pathLst>
          </a:custGeom>
          <a:solidFill>
            <a:srgbClr val="E9564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7" name="object 67"/>
          <p:cNvSpPr/>
          <p:nvPr/>
        </p:nvSpPr>
        <p:spPr>
          <a:xfrm>
            <a:off x="3244850" y="8185150"/>
            <a:ext cx="368300" cy="368300"/>
          </a:xfrm>
          <a:custGeom>
            <a:avLst/>
            <a:gdLst/>
            <a:ahLst/>
            <a:cxnLst/>
            <a:rect l="l" t="t" r="r" b="b"/>
            <a:pathLst>
              <a:path w="736600" h="736600">
                <a:moveTo>
                  <a:pt x="368300" y="0"/>
                </a:moveTo>
                <a:lnTo>
                  <a:pt x="322101" y="2869"/>
                </a:lnTo>
                <a:lnTo>
                  <a:pt x="277614" y="11248"/>
                </a:lnTo>
                <a:lnTo>
                  <a:pt x="235186" y="24790"/>
                </a:lnTo>
                <a:lnTo>
                  <a:pt x="195160" y="43152"/>
                </a:lnTo>
                <a:lnTo>
                  <a:pt x="157882" y="65986"/>
                </a:lnTo>
                <a:lnTo>
                  <a:pt x="123697" y="92950"/>
                </a:lnTo>
                <a:lnTo>
                  <a:pt x="92950" y="123697"/>
                </a:lnTo>
                <a:lnTo>
                  <a:pt x="65986" y="157882"/>
                </a:lnTo>
                <a:lnTo>
                  <a:pt x="43152" y="195160"/>
                </a:lnTo>
                <a:lnTo>
                  <a:pt x="24790" y="235186"/>
                </a:lnTo>
                <a:lnTo>
                  <a:pt x="11248" y="277614"/>
                </a:lnTo>
                <a:lnTo>
                  <a:pt x="2869" y="322101"/>
                </a:lnTo>
                <a:lnTo>
                  <a:pt x="0" y="368300"/>
                </a:lnTo>
                <a:lnTo>
                  <a:pt x="2869" y="414498"/>
                </a:lnTo>
                <a:lnTo>
                  <a:pt x="11248" y="458985"/>
                </a:lnTo>
                <a:lnTo>
                  <a:pt x="24790" y="501413"/>
                </a:lnTo>
                <a:lnTo>
                  <a:pt x="43152" y="541439"/>
                </a:lnTo>
                <a:lnTo>
                  <a:pt x="65986" y="578717"/>
                </a:lnTo>
                <a:lnTo>
                  <a:pt x="92950" y="612902"/>
                </a:lnTo>
                <a:lnTo>
                  <a:pt x="123697" y="643649"/>
                </a:lnTo>
                <a:lnTo>
                  <a:pt x="157882" y="670613"/>
                </a:lnTo>
                <a:lnTo>
                  <a:pt x="195160" y="693447"/>
                </a:lnTo>
                <a:lnTo>
                  <a:pt x="235186" y="711809"/>
                </a:lnTo>
                <a:lnTo>
                  <a:pt x="277614" y="725351"/>
                </a:lnTo>
                <a:lnTo>
                  <a:pt x="322101" y="733730"/>
                </a:lnTo>
                <a:lnTo>
                  <a:pt x="368300" y="736600"/>
                </a:lnTo>
                <a:lnTo>
                  <a:pt x="414498" y="733730"/>
                </a:lnTo>
                <a:lnTo>
                  <a:pt x="458985" y="725351"/>
                </a:lnTo>
                <a:lnTo>
                  <a:pt x="501413" y="711809"/>
                </a:lnTo>
                <a:lnTo>
                  <a:pt x="541439" y="693447"/>
                </a:lnTo>
                <a:lnTo>
                  <a:pt x="578717" y="670613"/>
                </a:lnTo>
                <a:lnTo>
                  <a:pt x="612902" y="643649"/>
                </a:lnTo>
                <a:lnTo>
                  <a:pt x="643649" y="612902"/>
                </a:lnTo>
                <a:lnTo>
                  <a:pt x="670613" y="578717"/>
                </a:lnTo>
                <a:lnTo>
                  <a:pt x="693447" y="541439"/>
                </a:lnTo>
                <a:lnTo>
                  <a:pt x="711809" y="501413"/>
                </a:lnTo>
                <a:lnTo>
                  <a:pt x="725351" y="458985"/>
                </a:lnTo>
                <a:lnTo>
                  <a:pt x="733730" y="414498"/>
                </a:lnTo>
                <a:lnTo>
                  <a:pt x="736600" y="368300"/>
                </a:lnTo>
                <a:lnTo>
                  <a:pt x="733730" y="322101"/>
                </a:lnTo>
                <a:lnTo>
                  <a:pt x="725351" y="277614"/>
                </a:lnTo>
                <a:lnTo>
                  <a:pt x="711809" y="235186"/>
                </a:lnTo>
                <a:lnTo>
                  <a:pt x="693447" y="195160"/>
                </a:lnTo>
                <a:lnTo>
                  <a:pt x="670613" y="157882"/>
                </a:lnTo>
                <a:lnTo>
                  <a:pt x="643649" y="123697"/>
                </a:lnTo>
                <a:lnTo>
                  <a:pt x="612902" y="92950"/>
                </a:lnTo>
                <a:lnTo>
                  <a:pt x="578717" y="65986"/>
                </a:lnTo>
                <a:lnTo>
                  <a:pt x="541439" y="43152"/>
                </a:lnTo>
                <a:lnTo>
                  <a:pt x="501413" y="24790"/>
                </a:lnTo>
                <a:lnTo>
                  <a:pt x="458985" y="11248"/>
                </a:lnTo>
                <a:lnTo>
                  <a:pt x="414498" y="2869"/>
                </a:lnTo>
                <a:lnTo>
                  <a:pt x="368300" y="0"/>
                </a:lnTo>
                <a:close/>
              </a:path>
            </a:pathLst>
          </a:custGeom>
          <a:solidFill>
            <a:srgbClr val="F6B800"/>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8" name="object 68"/>
          <p:cNvSpPr txBox="1"/>
          <p:nvPr/>
        </p:nvSpPr>
        <p:spPr>
          <a:xfrm>
            <a:off x="3347847" y="5638800"/>
            <a:ext cx="134620" cy="313690"/>
          </a:xfrm>
          <a:prstGeom prst="rect">
            <a:avLst/>
          </a:prstGeom>
        </p:spPr>
        <p:txBody>
          <a:bodyPr vert="horz" wrap="square" lIns="0" tIns="6350" rIns="0" bIns="0" rtlCol="0">
            <a:spAutoFit/>
          </a:bodyPr>
          <a:lstStyle/>
          <a:p>
            <a:pPr marL="6350">
              <a:spcBef>
                <a:spcPts val="50"/>
              </a:spcBef>
            </a:pPr>
            <a:r>
              <a:rPr sz="20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S</a:t>
            </a:r>
            <a:endParaRPr sz="20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69" name="object 69"/>
          <p:cNvSpPr txBox="1"/>
          <p:nvPr/>
        </p:nvSpPr>
        <p:spPr>
          <a:xfrm>
            <a:off x="3345180" y="6070600"/>
            <a:ext cx="140018" cy="313690"/>
          </a:xfrm>
          <a:prstGeom prst="rect">
            <a:avLst/>
          </a:prstGeom>
        </p:spPr>
        <p:txBody>
          <a:bodyPr vert="horz" wrap="square" lIns="0" tIns="6350" rIns="0" bIns="0" rtlCol="0">
            <a:spAutoFit/>
          </a:bodyPr>
          <a:lstStyle/>
          <a:p>
            <a:pPr marL="6350">
              <a:spcBef>
                <a:spcPts val="50"/>
              </a:spcBef>
            </a:pPr>
            <a:r>
              <a:rPr sz="20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C</a:t>
            </a:r>
            <a:endParaRPr sz="20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70" name="object 70"/>
          <p:cNvSpPr txBox="1"/>
          <p:nvPr/>
        </p:nvSpPr>
        <p:spPr>
          <a:xfrm>
            <a:off x="3345847" y="6502400"/>
            <a:ext cx="138430" cy="313690"/>
          </a:xfrm>
          <a:prstGeom prst="rect">
            <a:avLst/>
          </a:prstGeom>
        </p:spPr>
        <p:txBody>
          <a:bodyPr vert="horz" wrap="square" lIns="0" tIns="6350" rIns="0" bIns="0" rtlCol="0">
            <a:spAutoFit/>
          </a:bodyPr>
          <a:lstStyle/>
          <a:p>
            <a:pPr marL="6350">
              <a:spcBef>
                <a:spcPts val="50"/>
              </a:spcBef>
            </a:pPr>
            <a:r>
              <a:rPr sz="20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A</a:t>
            </a:r>
            <a:endParaRPr sz="2000" b="1">
              <a:latin typeface="江城圆体 600W" panose="020B0800000000000000" pitchFamily="34" charset="-128"/>
              <a:ea typeface="江城圆体 600W" panose="020B0800000000000000" pitchFamily="34" charset="-128"/>
              <a:cs typeface="PMingLiU" panose="02020500000000000000" charset="-120"/>
            </a:endParaRPr>
          </a:p>
        </p:txBody>
      </p:sp>
      <p:sp>
        <p:nvSpPr>
          <p:cNvPr id="71" name="object 71"/>
          <p:cNvSpPr txBox="1"/>
          <p:nvPr/>
        </p:nvSpPr>
        <p:spPr>
          <a:xfrm>
            <a:off x="3325178" y="6934200"/>
            <a:ext cx="180023" cy="313690"/>
          </a:xfrm>
          <a:prstGeom prst="rect">
            <a:avLst/>
          </a:prstGeom>
        </p:spPr>
        <p:txBody>
          <a:bodyPr vert="horz" wrap="square" lIns="0" tIns="6350" rIns="0" bIns="0" rtlCol="0">
            <a:spAutoFit/>
          </a:bodyPr>
          <a:lstStyle/>
          <a:p>
            <a:pPr marL="6350">
              <a:spcBef>
                <a:spcPts val="50"/>
              </a:spcBef>
            </a:pPr>
            <a:r>
              <a:rPr sz="20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M</a:t>
            </a:r>
            <a:endParaRPr sz="2000" b="1">
              <a:latin typeface="江城圆体 600W" panose="020B0800000000000000" pitchFamily="34" charset="-128"/>
              <a:ea typeface="江城圆体 600W" panose="020B0800000000000000" pitchFamily="34" charset="-128"/>
              <a:cs typeface="PMingLiU" panose="02020500000000000000" charset="-120"/>
            </a:endParaRPr>
          </a:p>
        </p:txBody>
      </p:sp>
      <p:sp>
        <p:nvSpPr>
          <p:cNvPr id="72" name="object 72"/>
          <p:cNvSpPr txBox="1"/>
          <p:nvPr/>
        </p:nvSpPr>
        <p:spPr>
          <a:xfrm>
            <a:off x="3343276" y="7366000"/>
            <a:ext cx="143828" cy="313690"/>
          </a:xfrm>
          <a:prstGeom prst="rect">
            <a:avLst/>
          </a:prstGeom>
        </p:spPr>
        <p:txBody>
          <a:bodyPr vert="horz" wrap="square" lIns="0" tIns="6350" rIns="0" bIns="0" rtlCol="0">
            <a:spAutoFit/>
          </a:bodyPr>
          <a:lstStyle/>
          <a:p>
            <a:pPr marL="6350">
              <a:spcBef>
                <a:spcPts val="50"/>
              </a:spcBef>
            </a:pPr>
            <a:r>
              <a:rPr sz="20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P</a:t>
            </a:r>
            <a:endParaRPr sz="2000" b="1">
              <a:latin typeface="江城圆体 600W" panose="020B0800000000000000" pitchFamily="34" charset="-128"/>
              <a:ea typeface="江城圆体 600W" panose="020B0800000000000000" pitchFamily="34" charset="-128"/>
              <a:cs typeface="PMingLiU" panose="02020500000000000000" charset="-120"/>
            </a:endParaRPr>
          </a:p>
        </p:txBody>
      </p:sp>
      <p:sp>
        <p:nvSpPr>
          <p:cNvPr id="73" name="object 73"/>
          <p:cNvSpPr txBox="1"/>
          <p:nvPr/>
        </p:nvSpPr>
        <p:spPr>
          <a:xfrm>
            <a:off x="3348705" y="7797800"/>
            <a:ext cx="132715" cy="313690"/>
          </a:xfrm>
          <a:prstGeom prst="rect">
            <a:avLst/>
          </a:prstGeom>
        </p:spPr>
        <p:txBody>
          <a:bodyPr vert="horz" wrap="square" lIns="0" tIns="6350" rIns="0" bIns="0" rtlCol="0">
            <a:spAutoFit/>
          </a:bodyPr>
          <a:lstStyle/>
          <a:p>
            <a:pPr marL="6350">
              <a:spcBef>
                <a:spcPts val="50"/>
              </a:spcBef>
            </a:pPr>
            <a:r>
              <a:rPr sz="20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E</a:t>
            </a:r>
            <a:endParaRPr sz="2000" b="1">
              <a:latin typeface="江城圆体 600W" panose="020B0800000000000000" pitchFamily="34" charset="-128"/>
              <a:ea typeface="江城圆体 600W" panose="020B0800000000000000" pitchFamily="34" charset="-128"/>
              <a:cs typeface="PMingLiU" panose="02020500000000000000" charset="-120"/>
            </a:endParaRPr>
          </a:p>
        </p:txBody>
      </p:sp>
      <p:sp>
        <p:nvSpPr>
          <p:cNvPr id="74" name="object 74"/>
          <p:cNvSpPr txBox="1"/>
          <p:nvPr/>
        </p:nvSpPr>
        <p:spPr>
          <a:xfrm>
            <a:off x="3341275" y="8229600"/>
            <a:ext cx="147638" cy="313690"/>
          </a:xfrm>
          <a:prstGeom prst="rect">
            <a:avLst/>
          </a:prstGeom>
        </p:spPr>
        <p:txBody>
          <a:bodyPr vert="horz" wrap="square" lIns="0" tIns="6350" rIns="0" bIns="0" rtlCol="0">
            <a:spAutoFit/>
          </a:bodyPr>
          <a:lstStyle/>
          <a:p>
            <a:pPr marL="6350">
              <a:spcBef>
                <a:spcPts val="50"/>
              </a:spcBef>
            </a:pPr>
            <a:r>
              <a:rPr sz="20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R</a:t>
            </a:r>
            <a:endParaRPr sz="2000" b="1">
              <a:latin typeface="江城圆体 600W" panose="020B0800000000000000" pitchFamily="34" charset="-128"/>
              <a:ea typeface="江城圆体 600W" panose="020B0800000000000000" pitchFamily="34" charset="-128"/>
              <a:cs typeface="PMingLiU" panose="02020500000000000000" charset="-120"/>
            </a:endParaRPr>
          </a:p>
        </p:txBody>
      </p:sp>
      <p:grpSp>
        <p:nvGrpSpPr>
          <p:cNvPr id="75" name="object 75"/>
          <p:cNvGrpSpPr/>
          <p:nvPr/>
        </p:nvGrpSpPr>
        <p:grpSpPr>
          <a:xfrm>
            <a:off x="5556147" y="5692341"/>
            <a:ext cx="220345" cy="2757488"/>
            <a:chOff x="11112293" y="11384681"/>
            <a:chExt cx="440690" cy="5514975"/>
          </a:xfrm>
        </p:grpSpPr>
        <p:sp>
          <p:nvSpPr>
            <p:cNvPr id="76" name="object 76"/>
            <p:cNvSpPr/>
            <p:nvPr/>
          </p:nvSpPr>
          <p:spPr>
            <a:xfrm>
              <a:off x="11118643" y="11391031"/>
              <a:ext cx="270510" cy="319405"/>
            </a:xfrm>
            <a:custGeom>
              <a:avLst/>
              <a:gdLst/>
              <a:ahLst/>
              <a:cxnLst/>
              <a:rect l="l" t="t" r="r" b="b"/>
              <a:pathLst>
                <a:path w="270509" h="319404">
                  <a:moveTo>
                    <a:pt x="110262" y="0"/>
                  </a:moveTo>
                  <a:lnTo>
                    <a:pt x="10534" y="0"/>
                  </a:lnTo>
                  <a:lnTo>
                    <a:pt x="7113" y="1517"/>
                  </a:lnTo>
                  <a:lnTo>
                    <a:pt x="0" y="9380"/>
                  </a:lnTo>
                  <a:lnTo>
                    <a:pt x="401" y="17411"/>
                  </a:lnTo>
                  <a:lnTo>
                    <a:pt x="147782" y="150784"/>
                  </a:lnTo>
                  <a:lnTo>
                    <a:pt x="152772" y="156298"/>
                  </a:lnTo>
                  <a:lnTo>
                    <a:pt x="152370" y="164330"/>
                  </a:lnTo>
                  <a:lnTo>
                    <a:pt x="2941" y="299528"/>
                  </a:lnTo>
                  <a:lnTo>
                    <a:pt x="1423" y="302948"/>
                  </a:lnTo>
                  <a:lnTo>
                    <a:pt x="1423" y="313551"/>
                  </a:lnTo>
                  <a:lnTo>
                    <a:pt x="7109" y="319237"/>
                  </a:lnTo>
                  <a:lnTo>
                    <a:pt x="110262" y="319237"/>
                  </a:lnTo>
                  <a:lnTo>
                    <a:pt x="113369" y="318007"/>
                  </a:lnTo>
                  <a:lnTo>
                    <a:pt x="263593" y="176997"/>
                  </a:lnTo>
                  <a:lnTo>
                    <a:pt x="268902" y="168421"/>
                  </a:lnTo>
                  <a:lnTo>
                    <a:pt x="270456" y="158809"/>
                  </a:lnTo>
                  <a:lnTo>
                    <a:pt x="268292" y="149315"/>
                  </a:lnTo>
                  <a:lnTo>
                    <a:pt x="262448" y="141094"/>
                  </a:lnTo>
                  <a:lnTo>
                    <a:pt x="113369" y="1229"/>
                  </a:lnTo>
                  <a:lnTo>
                    <a:pt x="11026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7" name="object 77"/>
            <p:cNvSpPr/>
            <p:nvPr/>
          </p:nvSpPr>
          <p:spPr>
            <a:xfrm>
              <a:off x="11118643" y="11391031"/>
              <a:ext cx="270510" cy="319405"/>
            </a:xfrm>
            <a:custGeom>
              <a:avLst/>
              <a:gdLst/>
              <a:ahLst/>
              <a:cxnLst/>
              <a:rect l="l" t="t" r="r" b="b"/>
              <a:pathLst>
                <a:path w="270509" h="319404">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8" name="object 78"/>
            <p:cNvSpPr/>
            <p:nvPr/>
          </p:nvSpPr>
          <p:spPr>
            <a:xfrm>
              <a:off x="11271043" y="11391031"/>
              <a:ext cx="270510" cy="319405"/>
            </a:xfrm>
            <a:custGeom>
              <a:avLst/>
              <a:gdLst/>
              <a:ahLst/>
              <a:cxnLst/>
              <a:rect l="l" t="t" r="r" b="b"/>
              <a:pathLst>
                <a:path w="270509" h="319404">
                  <a:moveTo>
                    <a:pt x="110262" y="0"/>
                  </a:moveTo>
                  <a:lnTo>
                    <a:pt x="10534" y="0"/>
                  </a:lnTo>
                  <a:lnTo>
                    <a:pt x="7113" y="1517"/>
                  </a:lnTo>
                  <a:lnTo>
                    <a:pt x="0" y="9380"/>
                  </a:lnTo>
                  <a:lnTo>
                    <a:pt x="401" y="17411"/>
                  </a:lnTo>
                  <a:lnTo>
                    <a:pt x="147782" y="150784"/>
                  </a:lnTo>
                  <a:lnTo>
                    <a:pt x="152772" y="156298"/>
                  </a:lnTo>
                  <a:lnTo>
                    <a:pt x="152370" y="164330"/>
                  </a:lnTo>
                  <a:lnTo>
                    <a:pt x="2941" y="299528"/>
                  </a:lnTo>
                  <a:lnTo>
                    <a:pt x="1423" y="302948"/>
                  </a:lnTo>
                  <a:lnTo>
                    <a:pt x="1423" y="313551"/>
                  </a:lnTo>
                  <a:lnTo>
                    <a:pt x="7109" y="319237"/>
                  </a:lnTo>
                  <a:lnTo>
                    <a:pt x="110262" y="319237"/>
                  </a:lnTo>
                  <a:lnTo>
                    <a:pt x="113369" y="318007"/>
                  </a:lnTo>
                  <a:lnTo>
                    <a:pt x="263593" y="176997"/>
                  </a:lnTo>
                  <a:lnTo>
                    <a:pt x="268902" y="168421"/>
                  </a:lnTo>
                  <a:lnTo>
                    <a:pt x="270456" y="158809"/>
                  </a:lnTo>
                  <a:lnTo>
                    <a:pt x="268292" y="149315"/>
                  </a:lnTo>
                  <a:lnTo>
                    <a:pt x="262448" y="141094"/>
                  </a:lnTo>
                  <a:lnTo>
                    <a:pt x="113369" y="1229"/>
                  </a:lnTo>
                  <a:lnTo>
                    <a:pt x="11026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9" name="object 79"/>
            <p:cNvSpPr/>
            <p:nvPr/>
          </p:nvSpPr>
          <p:spPr>
            <a:xfrm>
              <a:off x="11271043" y="11391031"/>
              <a:ext cx="270510" cy="319405"/>
            </a:xfrm>
            <a:custGeom>
              <a:avLst/>
              <a:gdLst/>
              <a:ahLst/>
              <a:cxnLst/>
              <a:rect l="l" t="t" r="r" b="b"/>
              <a:pathLst>
                <a:path w="270509" h="319404">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0" name="object 80"/>
            <p:cNvSpPr/>
            <p:nvPr/>
          </p:nvSpPr>
          <p:spPr>
            <a:xfrm>
              <a:off x="11118643" y="12254631"/>
              <a:ext cx="270510" cy="319405"/>
            </a:xfrm>
            <a:custGeom>
              <a:avLst/>
              <a:gdLst/>
              <a:ahLst/>
              <a:cxnLst/>
              <a:rect l="l" t="t" r="r" b="b"/>
              <a:pathLst>
                <a:path w="270509" h="319404">
                  <a:moveTo>
                    <a:pt x="110262" y="0"/>
                  </a:moveTo>
                  <a:lnTo>
                    <a:pt x="10534" y="0"/>
                  </a:lnTo>
                  <a:lnTo>
                    <a:pt x="7113" y="1517"/>
                  </a:lnTo>
                  <a:lnTo>
                    <a:pt x="0" y="9380"/>
                  </a:lnTo>
                  <a:lnTo>
                    <a:pt x="401" y="17411"/>
                  </a:lnTo>
                  <a:lnTo>
                    <a:pt x="147782" y="150784"/>
                  </a:lnTo>
                  <a:lnTo>
                    <a:pt x="152772" y="156298"/>
                  </a:lnTo>
                  <a:lnTo>
                    <a:pt x="152370" y="164330"/>
                  </a:lnTo>
                  <a:lnTo>
                    <a:pt x="2941" y="299528"/>
                  </a:lnTo>
                  <a:lnTo>
                    <a:pt x="1423" y="302948"/>
                  </a:lnTo>
                  <a:lnTo>
                    <a:pt x="1423" y="313551"/>
                  </a:lnTo>
                  <a:lnTo>
                    <a:pt x="7109" y="319237"/>
                  </a:lnTo>
                  <a:lnTo>
                    <a:pt x="110262" y="319237"/>
                  </a:lnTo>
                  <a:lnTo>
                    <a:pt x="113369" y="318008"/>
                  </a:lnTo>
                  <a:lnTo>
                    <a:pt x="263593" y="176997"/>
                  </a:lnTo>
                  <a:lnTo>
                    <a:pt x="268902" y="168421"/>
                  </a:lnTo>
                  <a:lnTo>
                    <a:pt x="270456" y="158809"/>
                  </a:lnTo>
                  <a:lnTo>
                    <a:pt x="268292" y="149315"/>
                  </a:lnTo>
                  <a:lnTo>
                    <a:pt x="262448" y="141094"/>
                  </a:lnTo>
                  <a:lnTo>
                    <a:pt x="113369" y="1229"/>
                  </a:lnTo>
                  <a:lnTo>
                    <a:pt x="11026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1" name="object 81"/>
            <p:cNvSpPr/>
            <p:nvPr/>
          </p:nvSpPr>
          <p:spPr>
            <a:xfrm>
              <a:off x="11118643" y="12254631"/>
              <a:ext cx="270510" cy="319405"/>
            </a:xfrm>
            <a:custGeom>
              <a:avLst/>
              <a:gdLst/>
              <a:ahLst/>
              <a:cxnLst/>
              <a:rect l="l" t="t" r="r" b="b"/>
              <a:pathLst>
                <a:path w="270509" h="319404">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2" name="object 82"/>
            <p:cNvSpPr/>
            <p:nvPr/>
          </p:nvSpPr>
          <p:spPr>
            <a:xfrm>
              <a:off x="11271043" y="12254631"/>
              <a:ext cx="270510" cy="319405"/>
            </a:xfrm>
            <a:custGeom>
              <a:avLst/>
              <a:gdLst/>
              <a:ahLst/>
              <a:cxnLst/>
              <a:rect l="l" t="t" r="r" b="b"/>
              <a:pathLst>
                <a:path w="270509" h="319404">
                  <a:moveTo>
                    <a:pt x="110262" y="0"/>
                  </a:moveTo>
                  <a:lnTo>
                    <a:pt x="10534" y="0"/>
                  </a:lnTo>
                  <a:lnTo>
                    <a:pt x="7113" y="1517"/>
                  </a:lnTo>
                  <a:lnTo>
                    <a:pt x="0" y="9380"/>
                  </a:lnTo>
                  <a:lnTo>
                    <a:pt x="401" y="17411"/>
                  </a:lnTo>
                  <a:lnTo>
                    <a:pt x="147782" y="150784"/>
                  </a:lnTo>
                  <a:lnTo>
                    <a:pt x="152772" y="156298"/>
                  </a:lnTo>
                  <a:lnTo>
                    <a:pt x="152370" y="164330"/>
                  </a:lnTo>
                  <a:lnTo>
                    <a:pt x="2941" y="299528"/>
                  </a:lnTo>
                  <a:lnTo>
                    <a:pt x="1423" y="302948"/>
                  </a:lnTo>
                  <a:lnTo>
                    <a:pt x="1423" y="313551"/>
                  </a:lnTo>
                  <a:lnTo>
                    <a:pt x="7109" y="319237"/>
                  </a:lnTo>
                  <a:lnTo>
                    <a:pt x="110262" y="319237"/>
                  </a:lnTo>
                  <a:lnTo>
                    <a:pt x="113369" y="318008"/>
                  </a:lnTo>
                  <a:lnTo>
                    <a:pt x="263593" y="176997"/>
                  </a:lnTo>
                  <a:lnTo>
                    <a:pt x="268902" y="168421"/>
                  </a:lnTo>
                  <a:lnTo>
                    <a:pt x="270456" y="158809"/>
                  </a:lnTo>
                  <a:lnTo>
                    <a:pt x="268292" y="149315"/>
                  </a:lnTo>
                  <a:lnTo>
                    <a:pt x="262448" y="141094"/>
                  </a:lnTo>
                  <a:lnTo>
                    <a:pt x="113369" y="1229"/>
                  </a:lnTo>
                  <a:lnTo>
                    <a:pt x="11026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3" name="object 83"/>
            <p:cNvSpPr/>
            <p:nvPr/>
          </p:nvSpPr>
          <p:spPr>
            <a:xfrm>
              <a:off x="11271043" y="12254631"/>
              <a:ext cx="270510" cy="319405"/>
            </a:xfrm>
            <a:custGeom>
              <a:avLst/>
              <a:gdLst/>
              <a:ahLst/>
              <a:cxnLst/>
              <a:rect l="l" t="t" r="r" b="b"/>
              <a:pathLst>
                <a:path w="270509" h="319404">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4" name="object 84"/>
            <p:cNvSpPr/>
            <p:nvPr/>
          </p:nvSpPr>
          <p:spPr>
            <a:xfrm>
              <a:off x="11118643" y="13130931"/>
              <a:ext cx="270510" cy="319405"/>
            </a:xfrm>
            <a:custGeom>
              <a:avLst/>
              <a:gdLst/>
              <a:ahLst/>
              <a:cxnLst/>
              <a:rect l="l" t="t" r="r" b="b"/>
              <a:pathLst>
                <a:path w="270509" h="319405">
                  <a:moveTo>
                    <a:pt x="110262" y="0"/>
                  </a:moveTo>
                  <a:lnTo>
                    <a:pt x="10534" y="0"/>
                  </a:lnTo>
                  <a:lnTo>
                    <a:pt x="7113" y="1517"/>
                  </a:lnTo>
                  <a:lnTo>
                    <a:pt x="0" y="9380"/>
                  </a:lnTo>
                  <a:lnTo>
                    <a:pt x="401" y="17411"/>
                  </a:lnTo>
                  <a:lnTo>
                    <a:pt x="147782" y="150784"/>
                  </a:lnTo>
                  <a:lnTo>
                    <a:pt x="152772" y="156298"/>
                  </a:lnTo>
                  <a:lnTo>
                    <a:pt x="152370" y="164330"/>
                  </a:lnTo>
                  <a:lnTo>
                    <a:pt x="2941" y="299528"/>
                  </a:lnTo>
                  <a:lnTo>
                    <a:pt x="1423" y="302948"/>
                  </a:lnTo>
                  <a:lnTo>
                    <a:pt x="1423" y="313551"/>
                  </a:lnTo>
                  <a:lnTo>
                    <a:pt x="7109" y="319237"/>
                  </a:lnTo>
                  <a:lnTo>
                    <a:pt x="110262" y="319237"/>
                  </a:lnTo>
                  <a:lnTo>
                    <a:pt x="113369" y="318008"/>
                  </a:lnTo>
                  <a:lnTo>
                    <a:pt x="263593" y="176997"/>
                  </a:lnTo>
                  <a:lnTo>
                    <a:pt x="268902" y="168421"/>
                  </a:lnTo>
                  <a:lnTo>
                    <a:pt x="270456" y="158809"/>
                  </a:lnTo>
                  <a:lnTo>
                    <a:pt x="268292" y="149315"/>
                  </a:lnTo>
                  <a:lnTo>
                    <a:pt x="262448" y="141094"/>
                  </a:lnTo>
                  <a:lnTo>
                    <a:pt x="113369" y="1229"/>
                  </a:lnTo>
                  <a:lnTo>
                    <a:pt x="11026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5" name="object 85"/>
            <p:cNvSpPr/>
            <p:nvPr/>
          </p:nvSpPr>
          <p:spPr>
            <a:xfrm>
              <a:off x="11118643" y="13130931"/>
              <a:ext cx="270510" cy="319405"/>
            </a:xfrm>
            <a:custGeom>
              <a:avLst/>
              <a:gdLst/>
              <a:ahLst/>
              <a:cxnLst/>
              <a:rect l="l" t="t" r="r" b="b"/>
              <a:pathLst>
                <a:path w="270509" h="319405">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6" name="object 86"/>
            <p:cNvSpPr/>
            <p:nvPr/>
          </p:nvSpPr>
          <p:spPr>
            <a:xfrm>
              <a:off x="11271043" y="13130931"/>
              <a:ext cx="270510" cy="319405"/>
            </a:xfrm>
            <a:custGeom>
              <a:avLst/>
              <a:gdLst/>
              <a:ahLst/>
              <a:cxnLst/>
              <a:rect l="l" t="t" r="r" b="b"/>
              <a:pathLst>
                <a:path w="270509" h="319405">
                  <a:moveTo>
                    <a:pt x="110262" y="0"/>
                  </a:moveTo>
                  <a:lnTo>
                    <a:pt x="10534" y="0"/>
                  </a:lnTo>
                  <a:lnTo>
                    <a:pt x="7113" y="1517"/>
                  </a:lnTo>
                  <a:lnTo>
                    <a:pt x="0" y="9380"/>
                  </a:lnTo>
                  <a:lnTo>
                    <a:pt x="401" y="17411"/>
                  </a:lnTo>
                  <a:lnTo>
                    <a:pt x="147782" y="150784"/>
                  </a:lnTo>
                  <a:lnTo>
                    <a:pt x="152772" y="156298"/>
                  </a:lnTo>
                  <a:lnTo>
                    <a:pt x="152370" y="164330"/>
                  </a:lnTo>
                  <a:lnTo>
                    <a:pt x="2941" y="299528"/>
                  </a:lnTo>
                  <a:lnTo>
                    <a:pt x="1423" y="302948"/>
                  </a:lnTo>
                  <a:lnTo>
                    <a:pt x="1423" y="313551"/>
                  </a:lnTo>
                  <a:lnTo>
                    <a:pt x="7109" y="319237"/>
                  </a:lnTo>
                  <a:lnTo>
                    <a:pt x="110262" y="319237"/>
                  </a:lnTo>
                  <a:lnTo>
                    <a:pt x="113369" y="318008"/>
                  </a:lnTo>
                  <a:lnTo>
                    <a:pt x="263593" y="176997"/>
                  </a:lnTo>
                  <a:lnTo>
                    <a:pt x="268902" y="168421"/>
                  </a:lnTo>
                  <a:lnTo>
                    <a:pt x="270456" y="158809"/>
                  </a:lnTo>
                  <a:lnTo>
                    <a:pt x="268292" y="149315"/>
                  </a:lnTo>
                  <a:lnTo>
                    <a:pt x="262448" y="141094"/>
                  </a:lnTo>
                  <a:lnTo>
                    <a:pt x="113369" y="1229"/>
                  </a:lnTo>
                  <a:lnTo>
                    <a:pt x="11026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7" name="object 87"/>
            <p:cNvSpPr/>
            <p:nvPr/>
          </p:nvSpPr>
          <p:spPr>
            <a:xfrm>
              <a:off x="11271043" y="13130931"/>
              <a:ext cx="270510" cy="319405"/>
            </a:xfrm>
            <a:custGeom>
              <a:avLst/>
              <a:gdLst/>
              <a:ahLst/>
              <a:cxnLst/>
              <a:rect l="l" t="t" r="r" b="b"/>
              <a:pathLst>
                <a:path w="270509" h="319405">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8" name="object 88"/>
            <p:cNvSpPr/>
            <p:nvPr/>
          </p:nvSpPr>
          <p:spPr>
            <a:xfrm>
              <a:off x="11123776" y="13982699"/>
              <a:ext cx="270510" cy="319405"/>
            </a:xfrm>
            <a:custGeom>
              <a:avLst/>
              <a:gdLst/>
              <a:ahLst/>
              <a:cxnLst/>
              <a:rect l="l" t="t" r="r" b="b"/>
              <a:pathLst>
                <a:path w="270509" h="319405">
                  <a:moveTo>
                    <a:pt x="110262" y="0"/>
                  </a:moveTo>
                  <a:lnTo>
                    <a:pt x="10534" y="0"/>
                  </a:lnTo>
                  <a:lnTo>
                    <a:pt x="7114" y="1517"/>
                  </a:lnTo>
                  <a:lnTo>
                    <a:pt x="0" y="9380"/>
                  </a:lnTo>
                  <a:lnTo>
                    <a:pt x="402" y="17411"/>
                  </a:lnTo>
                  <a:lnTo>
                    <a:pt x="147782" y="150784"/>
                  </a:lnTo>
                  <a:lnTo>
                    <a:pt x="152772" y="156298"/>
                  </a:lnTo>
                  <a:lnTo>
                    <a:pt x="152370" y="164330"/>
                  </a:lnTo>
                  <a:lnTo>
                    <a:pt x="2942" y="299528"/>
                  </a:lnTo>
                  <a:lnTo>
                    <a:pt x="1423" y="302948"/>
                  </a:lnTo>
                  <a:lnTo>
                    <a:pt x="1423" y="313551"/>
                  </a:lnTo>
                  <a:lnTo>
                    <a:pt x="7109" y="319237"/>
                  </a:lnTo>
                  <a:lnTo>
                    <a:pt x="110262" y="319237"/>
                  </a:lnTo>
                  <a:lnTo>
                    <a:pt x="113369" y="318008"/>
                  </a:lnTo>
                  <a:lnTo>
                    <a:pt x="263593" y="176997"/>
                  </a:lnTo>
                  <a:lnTo>
                    <a:pt x="268902" y="168421"/>
                  </a:lnTo>
                  <a:lnTo>
                    <a:pt x="270457" y="158809"/>
                  </a:lnTo>
                  <a:lnTo>
                    <a:pt x="268293" y="149315"/>
                  </a:lnTo>
                  <a:lnTo>
                    <a:pt x="262449" y="141094"/>
                  </a:lnTo>
                  <a:lnTo>
                    <a:pt x="113369" y="1229"/>
                  </a:lnTo>
                  <a:lnTo>
                    <a:pt x="11026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9" name="object 89"/>
            <p:cNvSpPr/>
            <p:nvPr/>
          </p:nvSpPr>
          <p:spPr>
            <a:xfrm>
              <a:off x="11123776" y="13982699"/>
              <a:ext cx="270510" cy="319405"/>
            </a:xfrm>
            <a:custGeom>
              <a:avLst/>
              <a:gdLst/>
              <a:ahLst/>
              <a:cxnLst/>
              <a:rect l="l" t="t" r="r" b="b"/>
              <a:pathLst>
                <a:path w="270509" h="319405">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0" name="object 90"/>
            <p:cNvSpPr/>
            <p:nvPr/>
          </p:nvSpPr>
          <p:spPr>
            <a:xfrm>
              <a:off x="11276176" y="13982699"/>
              <a:ext cx="270510" cy="319405"/>
            </a:xfrm>
            <a:custGeom>
              <a:avLst/>
              <a:gdLst/>
              <a:ahLst/>
              <a:cxnLst/>
              <a:rect l="l" t="t" r="r" b="b"/>
              <a:pathLst>
                <a:path w="270509" h="319405">
                  <a:moveTo>
                    <a:pt x="110262" y="0"/>
                  </a:moveTo>
                  <a:lnTo>
                    <a:pt x="10534" y="0"/>
                  </a:lnTo>
                  <a:lnTo>
                    <a:pt x="7114" y="1517"/>
                  </a:lnTo>
                  <a:lnTo>
                    <a:pt x="0" y="9380"/>
                  </a:lnTo>
                  <a:lnTo>
                    <a:pt x="402" y="17411"/>
                  </a:lnTo>
                  <a:lnTo>
                    <a:pt x="147782" y="150784"/>
                  </a:lnTo>
                  <a:lnTo>
                    <a:pt x="152772" y="156298"/>
                  </a:lnTo>
                  <a:lnTo>
                    <a:pt x="152370" y="164330"/>
                  </a:lnTo>
                  <a:lnTo>
                    <a:pt x="2942" y="299528"/>
                  </a:lnTo>
                  <a:lnTo>
                    <a:pt x="1423" y="302948"/>
                  </a:lnTo>
                  <a:lnTo>
                    <a:pt x="1423" y="313551"/>
                  </a:lnTo>
                  <a:lnTo>
                    <a:pt x="7109" y="319237"/>
                  </a:lnTo>
                  <a:lnTo>
                    <a:pt x="110262" y="319237"/>
                  </a:lnTo>
                  <a:lnTo>
                    <a:pt x="113369" y="318008"/>
                  </a:lnTo>
                  <a:lnTo>
                    <a:pt x="263593" y="176997"/>
                  </a:lnTo>
                  <a:lnTo>
                    <a:pt x="268902" y="168421"/>
                  </a:lnTo>
                  <a:lnTo>
                    <a:pt x="270457" y="158809"/>
                  </a:lnTo>
                  <a:lnTo>
                    <a:pt x="268293" y="149315"/>
                  </a:lnTo>
                  <a:lnTo>
                    <a:pt x="262449" y="141094"/>
                  </a:lnTo>
                  <a:lnTo>
                    <a:pt x="113369" y="1229"/>
                  </a:lnTo>
                  <a:lnTo>
                    <a:pt x="11026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1" name="object 91"/>
            <p:cNvSpPr/>
            <p:nvPr/>
          </p:nvSpPr>
          <p:spPr>
            <a:xfrm>
              <a:off x="11276176" y="13982699"/>
              <a:ext cx="270510" cy="319405"/>
            </a:xfrm>
            <a:custGeom>
              <a:avLst/>
              <a:gdLst/>
              <a:ahLst/>
              <a:cxnLst/>
              <a:rect l="l" t="t" r="r" b="b"/>
              <a:pathLst>
                <a:path w="270509" h="319405">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2" name="object 92"/>
            <p:cNvSpPr/>
            <p:nvPr/>
          </p:nvSpPr>
          <p:spPr>
            <a:xfrm>
              <a:off x="11123776" y="14858999"/>
              <a:ext cx="270510" cy="319405"/>
            </a:xfrm>
            <a:custGeom>
              <a:avLst/>
              <a:gdLst/>
              <a:ahLst/>
              <a:cxnLst/>
              <a:rect l="l" t="t" r="r" b="b"/>
              <a:pathLst>
                <a:path w="270509" h="319405">
                  <a:moveTo>
                    <a:pt x="110262" y="0"/>
                  </a:moveTo>
                  <a:lnTo>
                    <a:pt x="10534" y="0"/>
                  </a:lnTo>
                  <a:lnTo>
                    <a:pt x="7114" y="1517"/>
                  </a:lnTo>
                  <a:lnTo>
                    <a:pt x="0" y="9380"/>
                  </a:lnTo>
                  <a:lnTo>
                    <a:pt x="402" y="17411"/>
                  </a:lnTo>
                  <a:lnTo>
                    <a:pt x="147782" y="150784"/>
                  </a:lnTo>
                  <a:lnTo>
                    <a:pt x="152772" y="156298"/>
                  </a:lnTo>
                  <a:lnTo>
                    <a:pt x="152370" y="164330"/>
                  </a:lnTo>
                  <a:lnTo>
                    <a:pt x="2942" y="299528"/>
                  </a:lnTo>
                  <a:lnTo>
                    <a:pt x="1423" y="302948"/>
                  </a:lnTo>
                  <a:lnTo>
                    <a:pt x="1423" y="313551"/>
                  </a:lnTo>
                  <a:lnTo>
                    <a:pt x="7109" y="319237"/>
                  </a:lnTo>
                  <a:lnTo>
                    <a:pt x="110262" y="319237"/>
                  </a:lnTo>
                  <a:lnTo>
                    <a:pt x="113369" y="318007"/>
                  </a:lnTo>
                  <a:lnTo>
                    <a:pt x="263593" y="176997"/>
                  </a:lnTo>
                  <a:lnTo>
                    <a:pt x="268902" y="168421"/>
                  </a:lnTo>
                  <a:lnTo>
                    <a:pt x="270457" y="158809"/>
                  </a:lnTo>
                  <a:lnTo>
                    <a:pt x="268293" y="149315"/>
                  </a:lnTo>
                  <a:lnTo>
                    <a:pt x="262449" y="141094"/>
                  </a:lnTo>
                  <a:lnTo>
                    <a:pt x="113369" y="1229"/>
                  </a:lnTo>
                  <a:lnTo>
                    <a:pt x="11026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3" name="object 93"/>
            <p:cNvSpPr/>
            <p:nvPr/>
          </p:nvSpPr>
          <p:spPr>
            <a:xfrm>
              <a:off x="11123776" y="14858999"/>
              <a:ext cx="270510" cy="319405"/>
            </a:xfrm>
            <a:custGeom>
              <a:avLst/>
              <a:gdLst/>
              <a:ahLst/>
              <a:cxnLst/>
              <a:rect l="l" t="t" r="r" b="b"/>
              <a:pathLst>
                <a:path w="270509" h="319405">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4" name="object 94"/>
            <p:cNvSpPr/>
            <p:nvPr/>
          </p:nvSpPr>
          <p:spPr>
            <a:xfrm>
              <a:off x="11276176" y="14858999"/>
              <a:ext cx="270510" cy="319405"/>
            </a:xfrm>
            <a:custGeom>
              <a:avLst/>
              <a:gdLst/>
              <a:ahLst/>
              <a:cxnLst/>
              <a:rect l="l" t="t" r="r" b="b"/>
              <a:pathLst>
                <a:path w="270509" h="319405">
                  <a:moveTo>
                    <a:pt x="110262" y="0"/>
                  </a:moveTo>
                  <a:lnTo>
                    <a:pt x="10534" y="0"/>
                  </a:lnTo>
                  <a:lnTo>
                    <a:pt x="7114" y="1517"/>
                  </a:lnTo>
                  <a:lnTo>
                    <a:pt x="0" y="9380"/>
                  </a:lnTo>
                  <a:lnTo>
                    <a:pt x="402" y="17411"/>
                  </a:lnTo>
                  <a:lnTo>
                    <a:pt x="147782" y="150784"/>
                  </a:lnTo>
                  <a:lnTo>
                    <a:pt x="152772" y="156298"/>
                  </a:lnTo>
                  <a:lnTo>
                    <a:pt x="152370" y="164330"/>
                  </a:lnTo>
                  <a:lnTo>
                    <a:pt x="2942" y="299528"/>
                  </a:lnTo>
                  <a:lnTo>
                    <a:pt x="1423" y="302948"/>
                  </a:lnTo>
                  <a:lnTo>
                    <a:pt x="1423" y="313551"/>
                  </a:lnTo>
                  <a:lnTo>
                    <a:pt x="7109" y="319237"/>
                  </a:lnTo>
                  <a:lnTo>
                    <a:pt x="110262" y="319237"/>
                  </a:lnTo>
                  <a:lnTo>
                    <a:pt x="113369" y="318007"/>
                  </a:lnTo>
                  <a:lnTo>
                    <a:pt x="263593" y="176997"/>
                  </a:lnTo>
                  <a:lnTo>
                    <a:pt x="268902" y="168421"/>
                  </a:lnTo>
                  <a:lnTo>
                    <a:pt x="270457" y="158809"/>
                  </a:lnTo>
                  <a:lnTo>
                    <a:pt x="268293" y="149315"/>
                  </a:lnTo>
                  <a:lnTo>
                    <a:pt x="262449" y="141094"/>
                  </a:lnTo>
                  <a:lnTo>
                    <a:pt x="113369" y="1229"/>
                  </a:lnTo>
                  <a:lnTo>
                    <a:pt x="11026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5" name="object 95"/>
            <p:cNvSpPr/>
            <p:nvPr/>
          </p:nvSpPr>
          <p:spPr>
            <a:xfrm>
              <a:off x="11276176" y="14858999"/>
              <a:ext cx="270510" cy="319405"/>
            </a:xfrm>
            <a:custGeom>
              <a:avLst/>
              <a:gdLst/>
              <a:ahLst/>
              <a:cxnLst/>
              <a:rect l="l" t="t" r="r" b="b"/>
              <a:pathLst>
                <a:path w="270509" h="319405">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6" name="object 96"/>
            <p:cNvSpPr/>
            <p:nvPr/>
          </p:nvSpPr>
          <p:spPr>
            <a:xfrm>
              <a:off x="11123776" y="15722599"/>
              <a:ext cx="270510" cy="319405"/>
            </a:xfrm>
            <a:custGeom>
              <a:avLst/>
              <a:gdLst/>
              <a:ahLst/>
              <a:cxnLst/>
              <a:rect l="l" t="t" r="r" b="b"/>
              <a:pathLst>
                <a:path w="270509" h="319405">
                  <a:moveTo>
                    <a:pt x="110262" y="0"/>
                  </a:moveTo>
                  <a:lnTo>
                    <a:pt x="10534" y="0"/>
                  </a:lnTo>
                  <a:lnTo>
                    <a:pt x="7114" y="1517"/>
                  </a:lnTo>
                  <a:lnTo>
                    <a:pt x="0" y="9380"/>
                  </a:lnTo>
                  <a:lnTo>
                    <a:pt x="402" y="17411"/>
                  </a:lnTo>
                  <a:lnTo>
                    <a:pt x="147782" y="150784"/>
                  </a:lnTo>
                  <a:lnTo>
                    <a:pt x="152772" y="156298"/>
                  </a:lnTo>
                  <a:lnTo>
                    <a:pt x="152370" y="164330"/>
                  </a:lnTo>
                  <a:lnTo>
                    <a:pt x="2942" y="299528"/>
                  </a:lnTo>
                  <a:lnTo>
                    <a:pt x="1423" y="302948"/>
                  </a:lnTo>
                  <a:lnTo>
                    <a:pt x="1423" y="313551"/>
                  </a:lnTo>
                  <a:lnTo>
                    <a:pt x="7109" y="319237"/>
                  </a:lnTo>
                  <a:lnTo>
                    <a:pt x="110262" y="319237"/>
                  </a:lnTo>
                  <a:lnTo>
                    <a:pt x="113369" y="318007"/>
                  </a:lnTo>
                  <a:lnTo>
                    <a:pt x="263593" y="176997"/>
                  </a:lnTo>
                  <a:lnTo>
                    <a:pt x="268902" y="168421"/>
                  </a:lnTo>
                  <a:lnTo>
                    <a:pt x="270457" y="158809"/>
                  </a:lnTo>
                  <a:lnTo>
                    <a:pt x="268293" y="149315"/>
                  </a:lnTo>
                  <a:lnTo>
                    <a:pt x="262449" y="141094"/>
                  </a:lnTo>
                  <a:lnTo>
                    <a:pt x="113369" y="1229"/>
                  </a:lnTo>
                  <a:lnTo>
                    <a:pt x="11026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7" name="object 97"/>
            <p:cNvSpPr/>
            <p:nvPr/>
          </p:nvSpPr>
          <p:spPr>
            <a:xfrm>
              <a:off x="11123776" y="15722599"/>
              <a:ext cx="270510" cy="319405"/>
            </a:xfrm>
            <a:custGeom>
              <a:avLst/>
              <a:gdLst/>
              <a:ahLst/>
              <a:cxnLst/>
              <a:rect l="l" t="t" r="r" b="b"/>
              <a:pathLst>
                <a:path w="270509" h="319405">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8" name="object 98"/>
            <p:cNvSpPr/>
            <p:nvPr/>
          </p:nvSpPr>
          <p:spPr>
            <a:xfrm>
              <a:off x="11276176" y="15722599"/>
              <a:ext cx="270510" cy="319405"/>
            </a:xfrm>
            <a:custGeom>
              <a:avLst/>
              <a:gdLst/>
              <a:ahLst/>
              <a:cxnLst/>
              <a:rect l="l" t="t" r="r" b="b"/>
              <a:pathLst>
                <a:path w="270509" h="319405">
                  <a:moveTo>
                    <a:pt x="110262" y="0"/>
                  </a:moveTo>
                  <a:lnTo>
                    <a:pt x="10534" y="0"/>
                  </a:lnTo>
                  <a:lnTo>
                    <a:pt x="7114" y="1517"/>
                  </a:lnTo>
                  <a:lnTo>
                    <a:pt x="0" y="9380"/>
                  </a:lnTo>
                  <a:lnTo>
                    <a:pt x="402" y="17411"/>
                  </a:lnTo>
                  <a:lnTo>
                    <a:pt x="147782" y="150784"/>
                  </a:lnTo>
                  <a:lnTo>
                    <a:pt x="152772" y="156298"/>
                  </a:lnTo>
                  <a:lnTo>
                    <a:pt x="152370" y="164330"/>
                  </a:lnTo>
                  <a:lnTo>
                    <a:pt x="2942" y="299528"/>
                  </a:lnTo>
                  <a:lnTo>
                    <a:pt x="1423" y="302948"/>
                  </a:lnTo>
                  <a:lnTo>
                    <a:pt x="1423" y="313551"/>
                  </a:lnTo>
                  <a:lnTo>
                    <a:pt x="7109" y="319237"/>
                  </a:lnTo>
                  <a:lnTo>
                    <a:pt x="110262" y="319237"/>
                  </a:lnTo>
                  <a:lnTo>
                    <a:pt x="113369" y="318007"/>
                  </a:lnTo>
                  <a:lnTo>
                    <a:pt x="263593" y="176997"/>
                  </a:lnTo>
                  <a:lnTo>
                    <a:pt x="268902" y="168421"/>
                  </a:lnTo>
                  <a:lnTo>
                    <a:pt x="270457" y="158809"/>
                  </a:lnTo>
                  <a:lnTo>
                    <a:pt x="268293" y="149315"/>
                  </a:lnTo>
                  <a:lnTo>
                    <a:pt x="262449" y="141094"/>
                  </a:lnTo>
                  <a:lnTo>
                    <a:pt x="113369" y="1229"/>
                  </a:lnTo>
                  <a:lnTo>
                    <a:pt x="11026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9" name="object 99"/>
            <p:cNvSpPr/>
            <p:nvPr/>
          </p:nvSpPr>
          <p:spPr>
            <a:xfrm>
              <a:off x="11276176" y="15722599"/>
              <a:ext cx="270510" cy="319405"/>
            </a:xfrm>
            <a:custGeom>
              <a:avLst/>
              <a:gdLst/>
              <a:ahLst/>
              <a:cxnLst/>
              <a:rect l="l" t="t" r="r" b="b"/>
              <a:pathLst>
                <a:path w="270509" h="319405">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0" name="object 100"/>
            <p:cNvSpPr/>
            <p:nvPr/>
          </p:nvSpPr>
          <p:spPr>
            <a:xfrm>
              <a:off x="11123776" y="16573499"/>
              <a:ext cx="270510" cy="319405"/>
            </a:xfrm>
            <a:custGeom>
              <a:avLst/>
              <a:gdLst/>
              <a:ahLst/>
              <a:cxnLst/>
              <a:rect l="l" t="t" r="r" b="b"/>
              <a:pathLst>
                <a:path w="270509" h="319405">
                  <a:moveTo>
                    <a:pt x="110262" y="0"/>
                  </a:moveTo>
                  <a:lnTo>
                    <a:pt x="10534" y="0"/>
                  </a:lnTo>
                  <a:lnTo>
                    <a:pt x="7114" y="1517"/>
                  </a:lnTo>
                  <a:lnTo>
                    <a:pt x="0" y="9380"/>
                  </a:lnTo>
                  <a:lnTo>
                    <a:pt x="402" y="17411"/>
                  </a:lnTo>
                  <a:lnTo>
                    <a:pt x="147782" y="150784"/>
                  </a:lnTo>
                  <a:lnTo>
                    <a:pt x="152772" y="156298"/>
                  </a:lnTo>
                  <a:lnTo>
                    <a:pt x="152370" y="164330"/>
                  </a:lnTo>
                  <a:lnTo>
                    <a:pt x="2942" y="299528"/>
                  </a:lnTo>
                  <a:lnTo>
                    <a:pt x="1423" y="302948"/>
                  </a:lnTo>
                  <a:lnTo>
                    <a:pt x="1423" y="313551"/>
                  </a:lnTo>
                  <a:lnTo>
                    <a:pt x="7109" y="319237"/>
                  </a:lnTo>
                  <a:lnTo>
                    <a:pt x="110262" y="319237"/>
                  </a:lnTo>
                  <a:lnTo>
                    <a:pt x="113369" y="318008"/>
                  </a:lnTo>
                  <a:lnTo>
                    <a:pt x="263593" y="176997"/>
                  </a:lnTo>
                  <a:lnTo>
                    <a:pt x="268902" y="168421"/>
                  </a:lnTo>
                  <a:lnTo>
                    <a:pt x="270457" y="158809"/>
                  </a:lnTo>
                  <a:lnTo>
                    <a:pt x="268293" y="149315"/>
                  </a:lnTo>
                  <a:lnTo>
                    <a:pt x="262449" y="141094"/>
                  </a:lnTo>
                  <a:lnTo>
                    <a:pt x="113369" y="1229"/>
                  </a:lnTo>
                  <a:lnTo>
                    <a:pt x="11026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1" name="object 101"/>
            <p:cNvSpPr/>
            <p:nvPr/>
          </p:nvSpPr>
          <p:spPr>
            <a:xfrm>
              <a:off x="11123776" y="16573499"/>
              <a:ext cx="270510" cy="319405"/>
            </a:xfrm>
            <a:custGeom>
              <a:avLst/>
              <a:gdLst/>
              <a:ahLst/>
              <a:cxnLst/>
              <a:rect l="l" t="t" r="r" b="b"/>
              <a:pathLst>
                <a:path w="270509" h="319405">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2" name="object 102"/>
            <p:cNvSpPr/>
            <p:nvPr/>
          </p:nvSpPr>
          <p:spPr>
            <a:xfrm>
              <a:off x="11276176" y="16573499"/>
              <a:ext cx="270510" cy="319405"/>
            </a:xfrm>
            <a:custGeom>
              <a:avLst/>
              <a:gdLst/>
              <a:ahLst/>
              <a:cxnLst/>
              <a:rect l="l" t="t" r="r" b="b"/>
              <a:pathLst>
                <a:path w="270509" h="319405">
                  <a:moveTo>
                    <a:pt x="110262" y="0"/>
                  </a:moveTo>
                  <a:lnTo>
                    <a:pt x="10534" y="0"/>
                  </a:lnTo>
                  <a:lnTo>
                    <a:pt x="7114" y="1517"/>
                  </a:lnTo>
                  <a:lnTo>
                    <a:pt x="0" y="9380"/>
                  </a:lnTo>
                  <a:lnTo>
                    <a:pt x="402" y="17411"/>
                  </a:lnTo>
                  <a:lnTo>
                    <a:pt x="147782" y="150784"/>
                  </a:lnTo>
                  <a:lnTo>
                    <a:pt x="152772" y="156298"/>
                  </a:lnTo>
                  <a:lnTo>
                    <a:pt x="152370" y="164330"/>
                  </a:lnTo>
                  <a:lnTo>
                    <a:pt x="2942" y="299528"/>
                  </a:lnTo>
                  <a:lnTo>
                    <a:pt x="1423" y="302948"/>
                  </a:lnTo>
                  <a:lnTo>
                    <a:pt x="1423" y="313551"/>
                  </a:lnTo>
                  <a:lnTo>
                    <a:pt x="7109" y="319237"/>
                  </a:lnTo>
                  <a:lnTo>
                    <a:pt x="110262" y="319237"/>
                  </a:lnTo>
                  <a:lnTo>
                    <a:pt x="113369" y="318008"/>
                  </a:lnTo>
                  <a:lnTo>
                    <a:pt x="263593" y="176997"/>
                  </a:lnTo>
                  <a:lnTo>
                    <a:pt x="268902" y="168421"/>
                  </a:lnTo>
                  <a:lnTo>
                    <a:pt x="270457" y="158809"/>
                  </a:lnTo>
                  <a:lnTo>
                    <a:pt x="268293" y="149315"/>
                  </a:lnTo>
                  <a:lnTo>
                    <a:pt x="262449" y="141094"/>
                  </a:lnTo>
                  <a:lnTo>
                    <a:pt x="113369" y="1229"/>
                  </a:lnTo>
                  <a:lnTo>
                    <a:pt x="110262"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3" name="object 103"/>
            <p:cNvSpPr/>
            <p:nvPr/>
          </p:nvSpPr>
          <p:spPr>
            <a:xfrm>
              <a:off x="11276176" y="16573499"/>
              <a:ext cx="270510" cy="319405"/>
            </a:xfrm>
            <a:custGeom>
              <a:avLst/>
              <a:gdLst/>
              <a:ahLst/>
              <a:cxnLst/>
              <a:rect l="l" t="t" r="r" b="b"/>
              <a:pathLst>
                <a:path w="270509" h="319405">
                  <a:moveTo>
                    <a:pt x="262448" y="178142"/>
                  </a:moveTo>
                  <a:lnTo>
                    <a:pt x="115723" y="315799"/>
                  </a:lnTo>
                  <a:lnTo>
                    <a:pt x="113369" y="318008"/>
                  </a:lnTo>
                  <a:lnTo>
                    <a:pt x="110262" y="319237"/>
                  </a:lnTo>
                  <a:lnTo>
                    <a:pt x="107033" y="319237"/>
                  </a:lnTo>
                  <a:lnTo>
                    <a:pt x="14123" y="319237"/>
                  </a:lnTo>
                  <a:lnTo>
                    <a:pt x="7109" y="319237"/>
                  </a:lnTo>
                  <a:lnTo>
                    <a:pt x="1423" y="313551"/>
                  </a:lnTo>
                  <a:lnTo>
                    <a:pt x="1423" y="306537"/>
                  </a:lnTo>
                  <a:lnTo>
                    <a:pt x="1423" y="302948"/>
                  </a:lnTo>
                  <a:lnTo>
                    <a:pt x="2941" y="299527"/>
                  </a:lnTo>
                  <a:lnTo>
                    <a:pt x="5602" y="297120"/>
                  </a:lnTo>
                  <a:lnTo>
                    <a:pt x="147169" y="169036"/>
                  </a:lnTo>
                  <a:lnTo>
                    <a:pt x="152370" y="164330"/>
                  </a:lnTo>
                  <a:lnTo>
                    <a:pt x="152771" y="156299"/>
                  </a:lnTo>
                  <a:lnTo>
                    <a:pt x="148066" y="151098"/>
                  </a:lnTo>
                  <a:lnTo>
                    <a:pt x="147782" y="150784"/>
                  </a:lnTo>
                  <a:lnTo>
                    <a:pt x="147482" y="150485"/>
                  </a:lnTo>
                  <a:lnTo>
                    <a:pt x="147169" y="150201"/>
                  </a:lnTo>
                  <a:lnTo>
                    <a:pt x="5602" y="22117"/>
                  </a:lnTo>
                  <a:lnTo>
                    <a:pt x="401" y="17411"/>
                  </a:lnTo>
                  <a:lnTo>
                    <a:pt x="0" y="9380"/>
                  </a:lnTo>
                  <a:lnTo>
                    <a:pt x="4705" y="4179"/>
                  </a:lnTo>
                  <a:lnTo>
                    <a:pt x="7113" y="1518"/>
                  </a:lnTo>
                  <a:lnTo>
                    <a:pt x="10534" y="0"/>
                  </a:lnTo>
                  <a:lnTo>
                    <a:pt x="14123" y="0"/>
                  </a:lnTo>
                  <a:lnTo>
                    <a:pt x="107033" y="0"/>
                  </a:lnTo>
                  <a:lnTo>
                    <a:pt x="110262" y="0"/>
                  </a:lnTo>
                  <a:lnTo>
                    <a:pt x="113369" y="1229"/>
                  </a:lnTo>
                  <a:lnTo>
                    <a:pt x="115723" y="3438"/>
                  </a:lnTo>
                  <a:lnTo>
                    <a:pt x="262448" y="141094"/>
                  </a:lnTo>
                  <a:lnTo>
                    <a:pt x="268292" y="149315"/>
                  </a:lnTo>
                  <a:lnTo>
                    <a:pt x="270456" y="158809"/>
                  </a:lnTo>
                  <a:lnTo>
                    <a:pt x="268902" y="168421"/>
                  </a:lnTo>
                  <a:lnTo>
                    <a:pt x="263593" y="176997"/>
                  </a:lnTo>
                  <a:lnTo>
                    <a:pt x="263223" y="177391"/>
                  </a:lnTo>
                  <a:lnTo>
                    <a:pt x="262842" y="177773"/>
                  </a:lnTo>
                  <a:lnTo>
                    <a:pt x="262448" y="178142"/>
                  </a:lnTo>
                  <a:close/>
                </a:path>
              </a:pathLst>
            </a:custGeom>
            <a:ln w="12700">
              <a:solidFill>
                <a:srgbClr val="FFFFFF"/>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05" name="文本框 104"/>
          <p:cNvSpPr txBox="1"/>
          <p:nvPr/>
        </p:nvSpPr>
        <p:spPr>
          <a:xfrm>
            <a:off x="654980" y="7747909"/>
            <a:ext cx="476250" cy="330835"/>
          </a:xfrm>
          <a:prstGeom prst="rect">
            <a:avLst/>
          </a:prstGeom>
          <a:noFill/>
        </p:spPr>
        <p:txBody>
          <a:bodyPr wrap="square">
            <a:spAutoFit/>
          </a:bodyPr>
          <a:lstStyle/>
          <a:p>
            <a:r>
              <a:rPr lang="en-US" altLang="zh-CN" sz="2400" b="1" baseline="13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02</a:t>
            </a:r>
            <a:endParaRPr lang="zh-CN" altLang="en-US" sz="2400" dirty="0"/>
          </a:p>
        </p:txBody>
      </p:sp>
      <p:sp>
        <p:nvSpPr>
          <p:cNvPr id="106" name="文本框 105"/>
          <p:cNvSpPr txBox="1"/>
          <p:nvPr/>
        </p:nvSpPr>
        <p:spPr>
          <a:xfrm>
            <a:off x="651088" y="8163773"/>
            <a:ext cx="561290" cy="330835"/>
          </a:xfrm>
          <a:prstGeom prst="rect">
            <a:avLst/>
          </a:prstGeom>
          <a:noFill/>
        </p:spPr>
        <p:txBody>
          <a:bodyPr wrap="square">
            <a:spAutoFit/>
          </a:bodyPr>
          <a:lstStyle/>
          <a:p>
            <a:r>
              <a:rPr lang="en-US" altLang="zh-CN" sz="2400" b="1" baseline="1300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03</a:t>
            </a:r>
            <a:endParaRPr lang="zh-CN" alt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28375" y="646430"/>
            <a:ext cx="3452495" cy="772160"/>
          </a:xfrm>
          <a:prstGeom prst="rect">
            <a:avLst/>
          </a:prstGeom>
        </p:spPr>
        <p:txBody>
          <a:bodyPr vert="horz" wrap="square" lIns="0" tIns="77470" rIns="0" bIns="0" rtlCol="0">
            <a:spAutoFit/>
          </a:bodyPr>
          <a:lstStyle/>
          <a:p>
            <a:pPr marR="46990" algn="ctr">
              <a:spcBef>
                <a:spcPts val="610"/>
              </a:spcBef>
            </a:pPr>
            <a:r>
              <a:rPr sz="900"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a:p>
            <a:pPr>
              <a:lnSpc>
                <a:spcPct val="100000"/>
              </a:lnSpc>
            </a:pPr>
            <a:endParaRPr sz="800" b="1" dirty="0">
              <a:latin typeface="江城圆体 600W" panose="020B0800000000000000" pitchFamily="34" charset="-128"/>
              <a:ea typeface="江城圆体 600W" panose="020B0800000000000000" pitchFamily="34" charset="-128"/>
              <a:cs typeface="PMingLiU" panose="02020500000000000000" charset="-120"/>
            </a:endParaRPr>
          </a:p>
          <a:p>
            <a:pPr marL="6350" algn="ctr"/>
            <a:r>
              <a:rPr b="1" dirty="0">
                <a:solidFill>
                  <a:srgbClr val="212121"/>
                </a:solidFill>
                <a:latin typeface="江城圆体 600W" panose="020B0800000000000000" pitchFamily="34" charset="-128"/>
                <a:ea typeface="江城圆体 600W" panose="020B0800000000000000" pitchFamily="34" charset="-128"/>
                <a:cs typeface="Microsoft JhengHei"/>
              </a:rPr>
              <a:t>奥斯本检核表法应用示例</a:t>
            </a:r>
            <a:endParaRPr b="1" dirty="0">
              <a:latin typeface="江城圆体 600W" panose="020B0800000000000000" pitchFamily="34" charset="-128"/>
              <a:ea typeface="江城圆体 600W" panose="020B0800000000000000" pitchFamily="34" charset="-128"/>
              <a:cs typeface="Microsoft JhengHei"/>
            </a:endParaRPr>
          </a:p>
          <a:p>
            <a:pPr algn="ctr">
              <a:spcBef>
                <a:spcPts val="140"/>
              </a:spcBef>
            </a:pPr>
            <a:r>
              <a:rPr sz="90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Example of the application of the Osborne checklist method</a:t>
            </a:r>
            <a:endParaRPr sz="900" b="1" dirty="0">
              <a:latin typeface="江城圆体 600W" panose="020B0800000000000000" pitchFamily="34" charset="-128"/>
              <a:ea typeface="江城圆体 600W" panose="020B0800000000000000" pitchFamily="34" charset="-128"/>
              <a:cs typeface="PMingLiU" panose="02020500000000000000" charset="-120"/>
            </a:endParaRPr>
          </a:p>
        </p:txBody>
      </p:sp>
      <p:pic>
        <p:nvPicPr>
          <p:cNvPr id="4" name="object 4"/>
          <p:cNvPicPr/>
          <p:nvPr/>
        </p:nvPicPr>
        <p:blipFill>
          <a:blip r:embed="rId2" cstate="print"/>
          <a:stretch>
            <a:fillRect/>
          </a:stretch>
        </p:blipFill>
        <p:spPr>
          <a:xfrm>
            <a:off x="3189837" y="8851900"/>
            <a:ext cx="486698" cy="292100"/>
          </a:xfrm>
          <a:prstGeom prst="rect">
            <a:avLst/>
          </a:prstGeom>
        </p:spPr>
      </p:pic>
      <p:cxnSp>
        <p:nvCxnSpPr>
          <p:cNvPr id="5" name="直线连接符 4"/>
          <p:cNvCxnSpPr/>
          <p:nvPr/>
        </p:nvCxnSpPr>
        <p:spPr>
          <a:xfrm>
            <a:off x="660228" y="1550701"/>
            <a:ext cx="5492750" cy="0"/>
          </a:xfrm>
          <a:prstGeom prst="line">
            <a:avLst/>
          </a:prstGeom>
          <a:ln w="508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线连接符 5"/>
          <p:cNvCxnSpPr/>
          <p:nvPr/>
        </p:nvCxnSpPr>
        <p:spPr>
          <a:xfrm>
            <a:off x="660229" y="8569915"/>
            <a:ext cx="5492750" cy="0"/>
          </a:xfrm>
          <a:prstGeom prst="line">
            <a:avLst/>
          </a:prstGeom>
          <a:ln w="5080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43091" y="4012891"/>
            <a:ext cx="1663871" cy="245110"/>
          </a:xfrm>
          <a:prstGeom prst="rect">
            <a:avLst/>
          </a:prstGeom>
          <a:noFill/>
        </p:spPr>
        <p:txBody>
          <a:bodyPr wrap="square">
            <a:spAutoFit/>
          </a:bodyPr>
          <a:lstStyle/>
          <a:p>
            <a:pPr marR="50800" algn="r">
              <a:spcBef>
                <a:spcPts val="820"/>
              </a:spcBef>
            </a:pPr>
            <a:r>
              <a:rPr lang="en-US" altLang="zh-CN" sz="1000" b="1" spc="-30" dirty="0">
                <a:solidFill>
                  <a:srgbClr val="212121"/>
                </a:solidFill>
                <a:latin typeface="江城圆体 600W" panose="020B0800000000000000" pitchFamily="34" charset="-128"/>
                <a:ea typeface="江城圆体 600W" panose="020B0800000000000000" pitchFamily="34" charset="-128"/>
                <a:cs typeface="Microsoft JhengHei"/>
              </a:rPr>
              <a:t>3</a:t>
            </a:r>
            <a:r>
              <a:rPr lang="zh-CN" altLang="en-US" sz="1000" b="1" spc="-48" dirty="0">
                <a:solidFill>
                  <a:srgbClr val="212121"/>
                </a:solidFill>
                <a:latin typeface="江城圆体 600W" panose="020B0800000000000000" pitchFamily="34" charset="-128"/>
                <a:ea typeface="江城圆体 600W" panose="020B0800000000000000" pitchFamily="34" charset="-128"/>
                <a:cs typeface="Microsoft JhengHei"/>
              </a:rPr>
              <a:t>、能不能修改原物的特性？</a:t>
            </a:r>
            <a:endParaRPr lang="zh-CN" altLang="en-US" sz="1000" b="1" dirty="0">
              <a:latin typeface="江城圆体 600W" panose="020B0800000000000000" pitchFamily="34" charset="-128"/>
              <a:ea typeface="江城圆体 600W" panose="020B0800000000000000" pitchFamily="34" charset="-128"/>
              <a:cs typeface="Microsoft JhengHei"/>
            </a:endParaRPr>
          </a:p>
        </p:txBody>
      </p:sp>
      <p:sp>
        <p:nvSpPr>
          <p:cNvPr id="9" name="文本框 8"/>
          <p:cNvSpPr txBox="1"/>
          <p:nvPr/>
        </p:nvSpPr>
        <p:spPr>
          <a:xfrm>
            <a:off x="705848" y="5388428"/>
            <a:ext cx="1663871" cy="245110"/>
          </a:xfrm>
          <a:prstGeom prst="rect">
            <a:avLst/>
          </a:prstGeom>
          <a:noFill/>
        </p:spPr>
        <p:txBody>
          <a:bodyPr wrap="square">
            <a:spAutoFit/>
          </a:bodyPr>
          <a:lstStyle/>
          <a:p>
            <a:pPr marR="65405" algn="r">
              <a:spcBef>
                <a:spcPts val="820"/>
              </a:spcBef>
            </a:pPr>
            <a:r>
              <a:rPr lang="en-US" altLang="zh-CN" sz="1000" b="1" spc="-30" dirty="0">
                <a:solidFill>
                  <a:srgbClr val="212121"/>
                </a:solidFill>
                <a:latin typeface="江城圆体 600W" panose="020B0800000000000000" pitchFamily="34" charset="-128"/>
                <a:ea typeface="江城圆体 600W" panose="020B0800000000000000" pitchFamily="34" charset="-128"/>
                <a:cs typeface="Microsoft JhengHei"/>
              </a:rPr>
              <a:t>6</a:t>
            </a:r>
            <a:r>
              <a:rPr lang="zh-CN" altLang="en-US" sz="1000" b="1" spc="-48" dirty="0">
                <a:solidFill>
                  <a:srgbClr val="212121"/>
                </a:solidFill>
                <a:latin typeface="江城圆体 600W" panose="020B0800000000000000" pitchFamily="34" charset="-128"/>
                <a:ea typeface="江城圆体 600W" panose="020B0800000000000000" pitchFamily="34" charset="-128"/>
                <a:cs typeface="Microsoft JhengHei"/>
              </a:rPr>
              <a:t>、能不能以其他东⻄取代？</a:t>
            </a:r>
            <a:endParaRPr lang="zh-CN" altLang="en-US" sz="1000" b="1" dirty="0">
              <a:latin typeface="江城圆体 600W" panose="020B0800000000000000" pitchFamily="34" charset="-128"/>
              <a:ea typeface="江城圆体 600W" panose="020B0800000000000000" pitchFamily="34" charset="-128"/>
              <a:cs typeface="Microsoft JhengHei"/>
            </a:endParaRPr>
          </a:p>
        </p:txBody>
      </p:sp>
      <p:cxnSp>
        <p:nvCxnSpPr>
          <p:cNvPr id="7" name="直线连接符 6"/>
          <p:cNvCxnSpPr/>
          <p:nvPr/>
        </p:nvCxnSpPr>
        <p:spPr>
          <a:xfrm>
            <a:off x="660228" y="1542960"/>
            <a:ext cx="0" cy="7026955"/>
          </a:xfrm>
          <a:prstGeom prst="line">
            <a:avLst/>
          </a:prstGeom>
          <a:ln w="508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线连接符 10"/>
          <p:cNvCxnSpPr/>
          <p:nvPr/>
        </p:nvCxnSpPr>
        <p:spPr>
          <a:xfrm>
            <a:off x="6190354" y="1537449"/>
            <a:ext cx="0" cy="7026955"/>
          </a:xfrm>
          <a:prstGeom prst="line">
            <a:avLst/>
          </a:prstGeom>
          <a:ln w="508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线连接符 11"/>
          <p:cNvCxnSpPr/>
          <p:nvPr/>
        </p:nvCxnSpPr>
        <p:spPr>
          <a:xfrm>
            <a:off x="2449799" y="2027583"/>
            <a:ext cx="0" cy="5149202"/>
          </a:xfrm>
          <a:prstGeom prst="line">
            <a:avLst/>
          </a:prstGeom>
          <a:ln w="508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线连接符 14"/>
          <p:cNvCxnSpPr/>
          <p:nvPr/>
        </p:nvCxnSpPr>
        <p:spPr>
          <a:xfrm>
            <a:off x="686732" y="2041031"/>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 name="直线连接符 15"/>
          <p:cNvCxnSpPr/>
          <p:nvPr/>
        </p:nvCxnSpPr>
        <p:spPr>
          <a:xfrm>
            <a:off x="686732" y="2385588"/>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线连接符 16"/>
          <p:cNvCxnSpPr/>
          <p:nvPr/>
        </p:nvCxnSpPr>
        <p:spPr>
          <a:xfrm>
            <a:off x="686732" y="3114458"/>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8" name="直线连接符 17"/>
          <p:cNvCxnSpPr/>
          <p:nvPr/>
        </p:nvCxnSpPr>
        <p:spPr>
          <a:xfrm>
            <a:off x="686732" y="3763814"/>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686732" y="4452927"/>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线连接符 19"/>
          <p:cNvCxnSpPr/>
          <p:nvPr/>
        </p:nvCxnSpPr>
        <p:spPr>
          <a:xfrm>
            <a:off x="686732" y="4797483"/>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1" name="直线连接符 20"/>
          <p:cNvCxnSpPr/>
          <p:nvPr/>
        </p:nvCxnSpPr>
        <p:spPr>
          <a:xfrm>
            <a:off x="686732" y="5234805"/>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2" name="直线连接符 21"/>
          <p:cNvCxnSpPr/>
          <p:nvPr/>
        </p:nvCxnSpPr>
        <p:spPr>
          <a:xfrm>
            <a:off x="686732" y="5764892"/>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3" name="直线连接符 22"/>
          <p:cNvCxnSpPr/>
          <p:nvPr/>
        </p:nvCxnSpPr>
        <p:spPr>
          <a:xfrm>
            <a:off x="686732" y="6175709"/>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 name="直线连接符 23"/>
          <p:cNvCxnSpPr/>
          <p:nvPr/>
        </p:nvCxnSpPr>
        <p:spPr>
          <a:xfrm>
            <a:off x="686732" y="6520266"/>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5" name="直线连接符 24"/>
          <p:cNvCxnSpPr/>
          <p:nvPr/>
        </p:nvCxnSpPr>
        <p:spPr>
          <a:xfrm>
            <a:off x="686732" y="7156370"/>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743091" y="1677430"/>
            <a:ext cx="3211067" cy="270510"/>
          </a:xfrm>
          <a:prstGeom prst="rect">
            <a:avLst/>
          </a:prstGeom>
          <a:noFill/>
        </p:spPr>
        <p:txBody>
          <a:bodyPr wrap="square">
            <a:spAutoFit/>
          </a:bodyPr>
          <a:lstStyle/>
          <a:p>
            <a:pPr marR="50800" algn="r">
              <a:spcBef>
                <a:spcPts val="820"/>
              </a:spcBef>
            </a:pPr>
            <a:r>
              <a:rPr lang="zh-CN" altLang="en-US" sz="1800" b="0" i="0" spc="-15" baseline="-5000" dirty="0">
                <a:solidFill>
                  <a:srgbClr val="212121"/>
                </a:solidFill>
                <a:latin typeface="江城圆体 400W" panose="020B0800000000000000" pitchFamily="34" charset="-128"/>
                <a:ea typeface="江城圆体 400W" panose="020B0800000000000000" pitchFamily="34" charset="-128"/>
                <a:cs typeface="Microsoft JhengHei"/>
              </a:rPr>
              <a:t>主题</a:t>
            </a:r>
            <a:r>
              <a:rPr lang="zh-CN" altLang="en-US" sz="1800" b="0" i="0" spc="-75" baseline="-5000" dirty="0">
                <a:solidFill>
                  <a:srgbClr val="212121"/>
                </a:solidFill>
                <a:latin typeface="江城圆体 400W" panose="020B0800000000000000" pitchFamily="34" charset="-128"/>
                <a:ea typeface="江城圆体 400W" panose="020B0800000000000000" pitchFamily="34" charset="-128"/>
                <a:cs typeface="Microsoft JhengHei"/>
              </a:rPr>
              <a:t>：</a:t>
            </a:r>
            <a:r>
              <a:rPr lang="zh-CN" altLang="en-US" sz="1800" b="0" i="0" baseline="-5000" dirty="0">
                <a:solidFill>
                  <a:srgbClr val="212121"/>
                </a:solidFill>
                <a:latin typeface="江城圆体 400W" panose="020B0800000000000000" pitchFamily="34" charset="-128"/>
                <a:ea typeface="江城圆体 400W" panose="020B0800000000000000" pitchFamily="34" charset="-128"/>
                <a:cs typeface="Microsoft JhengHei"/>
              </a:rPr>
              <a:t>	</a:t>
            </a:r>
            <a:r>
              <a:rPr lang="zh-CN" altLang="en-US" sz="10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出版社面对图书市场萎缩，新书如何出奇制胜？</a:t>
            </a:r>
            <a:endParaRPr lang="zh-CN" altLang="en-US" sz="1000" b="1" dirty="0">
              <a:latin typeface="江城圆体 600W" panose="020B0800000000000000" pitchFamily="34" charset="-128"/>
              <a:ea typeface="江城圆体 600W" panose="020B0800000000000000" pitchFamily="34" charset="-128"/>
              <a:cs typeface="Microsoft JhengHei"/>
            </a:endParaRPr>
          </a:p>
        </p:txBody>
      </p:sp>
      <p:sp>
        <p:nvSpPr>
          <p:cNvPr id="27" name="文本框 26"/>
          <p:cNvSpPr txBox="1"/>
          <p:nvPr/>
        </p:nvSpPr>
        <p:spPr>
          <a:xfrm>
            <a:off x="520671" y="2096231"/>
            <a:ext cx="1468768" cy="275590"/>
          </a:xfrm>
          <a:prstGeom prst="rect">
            <a:avLst/>
          </a:prstGeom>
          <a:noFill/>
        </p:spPr>
        <p:txBody>
          <a:bodyPr wrap="square">
            <a:spAutoFit/>
          </a:bodyPr>
          <a:lstStyle/>
          <a:p>
            <a:pPr marL="210185">
              <a:lnSpc>
                <a:spcPct val="100000"/>
              </a:lnSpc>
              <a:spcBef>
                <a:spcPts val="1450"/>
              </a:spcBef>
            </a:pPr>
            <a:r>
              <a:rPr lang="zh-CN" altLang="en-US" sz="1200" b="1" i="0" spc="-20" dirty="0">
                <a:solidFill>
                  <a:srgbClr val="212121"/>
                </a:solidFill>
                <a:latin typeface="江城圆体 600W" panose="020B0800000000000000" pitchFamily="34" charset="-128"/>
                <a:ea typeface="江城圆体 600W" panose="020B0800000000000000" pitchFamily="34" charset="-128"/>
                <a:cs typeface="Microsoft JhengHei"/>
              </a:rPr>
              <a:t>检核问题</a:t>
            </a:r>
            <a:endParaRPr lang="zh-CN" altLang="en-US" sz="1200" b="1" i="0" dirty="0">
              <a:latin typeface="江城圆体 600W" panose="020B0800000000000000" pitchFamily="34" charset="-128"/>
              <a:ea typeface="江城圆体 600W" panose="020B0800000000000000" pitchFamily="34" charset="-128"/>
              <a:cs typeface="Microsoft JhengHei"/>
            </a:endParaRPr>
          </a:p>
        </p:txBody>
      </p:sp>
      <p:sp>
        <p:nvSpPr>
          <p:cNvPr id="28" name="文本框 27"/>
          <p:cNvSpPr txBox="1"/>
          <p:nvPr/>
        </p:nvSpPr>
        <p:spPr>
          <a:xfrm>
            <a:off x="2282992" y="2084947"/>
            <a:ext cx="2494378" cy="275590"/>
          </a:xfrm>
          <a:prstGeom prst="rect">
            <a:avLst/>
          </a:prstGeom>
          <a:noFill/>
        </p:spPr>
        <p:txBody>
          <a:bodyPr wrap="square">
            <a:spAutoFit/>
          </a:bodyPr>
          <a:lstStyle/>
          <a:p>
            <a:pPr marL="415925">
              <a:lnSpc>
                <a:spcPct val="100000"/>
              </a:lnSpc>
              <a:spcBef>
                <a:spcPts val="1450"/>
              </a:spcBef>
            </a:pPr>
            <a:r>
              <a:rPr lang="zh-CN" altLang="en-US" sz="1200" b="1" i="0" spc="-15" dirty="0">
                <a:solidFill>
                  <a:srgbClr val="212121"/>
                </a:solidFill>
                <a:latin typeface="江城圆体 600W" panose="020B0800000000000000" pitchFamily="34" charset="-128"/>
                <a:ea typeface="江城圆体 600W" panose="020B0800000000000000" pitchFamily="34" charset="-128"/>
                <a:cs typeface="Microsoft JhengHei"/>
              </a:rPr>
              <a:t>发想各种问题及可能的点子</a:t>
            </a:r>
            <a:endParaRPr lang="zh-CN" altLang="en-US" sz="1200" b="1" i="0" dirty="0">
              <a:latin typeface="江城圆体 600W" panose="020B0800000000000000" pitchFamily="34" charset="-128"/>
              <a:ea typeface="江城圆体 600W" panose="020B0800000000000000" pitchFamily="34" charset="-128"/>
              <a:cs typeface="Microsoft JhengHei"/>
            </a:endParaRPr>
          </a:p>
        </p:txBody>
      </p:sp>
      <p:sp>
        <p:nvSpPr>
          <p:cNvPr id="29" name="文本框 28"/>
          <p:cNvSpPr txBox="1"/>
          <p:nvPr/>
        </p:nvSpPr>
        <p:spPr>
          <a:xfrm>
            <a:off x="499766" y="2616047"/>
            <a:ext cx="1663871" cy="245110"/>
          </a:xfrm>
          <a:prstGeom prst="rect">
            <a:avLst/>
          </a:prstGeom>
          <a:noFill/>
        </p:spPr>
        <p:txBody>
          <a:bodyPr wrap="square">
            <a:spAutoFit/>
          </a:bodyPr>
          <a:lstStyle/>
          <a:p>
            <a:pPr marL="212725">
              <a:lnSpc>
                <a:spcPct val="100000"/>
              </a:lnSpc>
              <a:spcBef>
                <a:spcPts val="1535"/>
              </a:spcBef>
            </a:pPr>
            <a:r>
              <a:rPr lang="en-US" altLang="zh-CN" sz="1000" b="1" i="0" spc="-75" dirty="0">
                <a:solidFill>
                  <a:srgbClr val="212121"/>
                </a:solidFill>
                <a:latin typeface="江城圆体 600W" panose="020B0800000000000000" pitchFamily="34" charset="-128"/>
                <a:ea typeface="江城圆体 600W" panose="020B0800000000000000" pitchFamily="34" charset="-128"/>
                <a:cs typeface="Microsoft JhengHei"/>
              </a:rPr>
              <a:t>1</a:t>
            </a:r>
            <a:r>
              <a:rPr lang="zh-CN" altLang="en-US" sz="1000" b="1" i="0" spc="-105" dirty="0">
                <a:solidFill>
                  <a:srgbClr val="212121"/>
                </a:solidFill>
                <a:latin typeface="江城圆体 600W" panose="020B0800000000000000" pitchFamily="34" charset="-128"/>
                <a:ea typeface="江城圆体 600W" panose="020B0800000000000000" pitchFamily="34" charset="-128"/>
                <a:cs typeface="Microsoft JhengHei"/>
              </a:rPr>
              <a:t>、是不是有其他用途？</a:t>
            </a:r>
            <a:endParaRPr lang="zh-CN" altLang="en-US" sz="1000" b="1" i="0" dirty="0">
              <a:latin typeface="江城圆体 600W" panose="020B0800000000000000" pitchFamily="34" charset="-128"/>
              <a:ea typeface="江城圆体 600W" panose="020B0800000000000000" pitchFamily="34" charset="-128"/>
              <a:cs typeface="Microsoft JhengHei"/>
            </a:endParaRPr>
          </a:p>
        </p:txBody>
      </p:sp>
      <p:sp>
        <p:nvSpPr>
          <p:cNvPr id="30" name="文本框 29"/>
          <p:cNvSpPr txBox="1"/>
          <p:nvPr/>
        </p:nvSpPr>
        <p:spPr>
          <a:xfrm>
            <a:off x="499766" y="3320382"/>
            <a:ext cx="1663871" cy="245110"/>
          </a:xfrm>
          <a:prstGeom prst="rect">
            <a:avLst/>
          </a:prstGeom>
          <a:noFill/>
        </p:spPr>
        <p:txBody>
          <a:bodyPr wrap="square">
            <a:spAutoFit/>
          </a:bodyPr>
          <a:lstStyle/>
          <a:p>
            <a:pPr marL="238125">
              <a:lnSpc>
                <a:spcPct val="100000"/>
              </a:lnSpc>
              <a:spcBef>
                <a:spcPts val="1535"/>
              </a:spcBef>
            </a:pPr>
            <a:r>
              <a:rPr lang="en-US" altLang="zh-CN" sz="1000" b="1" i="0" spc="-75" dirty="0">
                <a:solidFill>
                  <a:srgbClr val="212121"/>
                </a:solidFill>
                <a:latin typeface="江城圆体 600W" panose="020B0800000000000000" pitchFamily="34" charset="-128"/>
                <a:ea typeface="江城圆体 600W" panose="020B0800000000000000" pitchFamily="34" charset="-128"/>
                <a:cs typeface="Microsoft JhengHei"/>
              </a:rPr>
              <a:t>2</a:t>
            </a:r>
            <a:r>
              <a:rPr lang="zh-CN" altLang="en-US" sz="1000" b="1" i="0" spc="-105" dirty="0">
                <a:solidFill>
                  <a:srgbClr val="212121"/>
                </a:solidFill>
                <a:latin typeface="江城圆体 600W" panose="020B0800000000000000" pitchFamily="34" charset="-128"/>
                <a:ea typeface="江城圆体 600W" panose="020B0800000000000000" pitchFamily="34" charset="-128"/>
                <a:cs typeface="Microsoft JhengHei"/>
              </a:rPr>
              <a:t>、能不能应用其他构想？</a:t>
            </a:r>
            <a:endParaRPr lang="zh-CN" altLang="en-US" sz="1000" b="1" i="0" dirty="0">
              <a:latin typeface="江城圆体 600W" panose="020B0800000000000000" pitchFamily="34" charset="-128"/>
              <a:ea typeface="江城圆体 600W" panose="020B0800000000000000" pitchFamily="34" charset="-128"/>
              <a:cs typeface="Microsoft JhengHei"/>
            </a:endParaRPr>
          </a:p>
        </p:txBody>
      </p:sp>
      <p:sp>
        <p:nvSpPr>
          <p:cNvPr id="31" name="文本框 30"/>
          <p:cNvSpPr txBox="1"/>
          <p:nvPr/>
        </p:nvSpPr>
        <p:spPr>
          <a:xfrm>
            <a:off x="512123" y="4506631"/>
            <a:ext cx="1663871" cy="245110"/>
          </a:xfrm>
          <a:prstGeom prst="rect">
            <a:avLst/>
          </a:prstGeom>
          <a:noFill/>
        </p:spPr>
        <p:txBody>
          <a:bodyPr wrap="square">
            <a:spAutoFit/>
          </a:bodyPr>
          <a:lstStyle/>
          <a:p>
            <a:pPr marL="203200">
              <a:lnSpc>
                <a:spcPct val="100000"/>
              </a:lnSpc>
              <a:spcBef>
                <a:spcPts val="1450"/>
              </a:spcBef>
            </a:pPr>
            <a:r>
              <a:rPr lang="en-US" altLang="zh-CN" sz="1000" b="1" i="0" spc="-85" dirty="0">
                <a:solidFill>
                  <a:srgbClr val="212121"/>
                </a:solidFill>
                <a:latin typeface="江城圆体 600W" panose="020B0800000000000000" pitchFamily="34" charset="-128"/>
                <a:ea typeface="江城圆体 600W" panose="020B0800000000000000" pitchFamily="34" charset="-128"/>
                <a:cs typeface="Microsoft JhengHei"/>
              </a:rPr>
              <a:t>4</a:t>
            </a:r>
            <a:r>
              <a:rPr lang="zh-CN" altLang="en-US" sz="1000" b="1" i="0" spc="-130" dirty="0">
                <a:solidFill>
                  <a:srgbClr val="212121"/>
                </a:solidFill>
                <a:latin typeface="江城圆体 600W" panose="020B0800000000000000" pitchFamily="34" charset="-128"/>
                <a:ea typeface="江城圆体 600W" panose="020B0800000000000000" pitchFamily="34" charset="-128"/>
                <a:cs typeface="Microsoft JhengHei"/>
              </a:rPr>
              <a:t>、可否增加些什么？</a:t>
            </a:r>
            <a:endParaRPr lang="zh-CN" altLang="en-US" sz="1000" b="1" i="0" dirty="0">
              <a:latin typeface="江城圆体 600W" panose="020B0800000000000000" pitchFamily="34" charset="-128"/>
              <a:ea typeface="江城圆体 600W" panose="020B0800000000000000" pitchFamily="34" charset="-128"/>
              <a:cs typeface="Microsoft JhengHei"/>
            </a:endParaRPr>
          </a:p>
        </p:txBody>
      </p:sp>
      <p:sp>
        <p:nvSpPr>
          <p:cNvPr id="32" name="文本框 31"/>
          <p:cNvSpPr txBox="1"/>
          <p:nvPr/>
        </p:nvSpPr>
        <p:spPr>
          <a:xfrm>
            <a:off x="512123" y="4914404"/>
            <a:ext cx="1663871" cy="245110"/>
          </a:xfrm>
          <a:prstGeom prst="rect">
            <a:avLst/>
          </a:prstGeom>
          <a:noFill/>
        </p:spPr>
        <p:txBody>
          <a:bodyPr wrap="square">
            <a:spAutoFit/>
          </a:bodyPr>
          <a:lstStyle/>
          <a:p>
            <a:pPr marL="203200">
              <a:lnSpc>
                <a:spcPct val="100000"/>
              </a:lnSpc>
              <a:spcBef>
                <a:spcPts val="1350"/>
              </a:spcBef>
            </a:pPr>
            <a:r>
              <a:rPr lang="en-US" altLang="zh-CN" sz="1000" b="1" i="0" spc="-85" dirty="0">
                <a:solidFill>
                  <a:srgbClr val="212121"/>
                </a:solidFill>
                <a:latin typeface="江城圆体 600W" panose="020B0800000000000000" pitchFamily="34" charset="-128"/>
                <a:ea typeface="江城圆体 600W" panose="020B0800000000000000" pitchFamily="34" charset="-128"/>
                <a:cs typeface="Microsoft JhengHei"/>
              </a:rPr>
              <a:t>5</a:t>
            </a:r>
            <a:r>
              <a:rPr lang="zh-CN" altLang="en-US" sz="1000" b="1" i="0" spc="-130" dirty="0">
                <a:solidFill>
                  <a:srgbClr val="212121"/>
                </a:solidFill>
                <a:latin typeface="江城圆体 600W" panose="020B0800000000000000" pitchFamily="34" charset="-128"/>
                <a:ea typeface="江城圆体 600W" panose="020B0800000000000000" pitchFamily="34" charset="-128"/>
                <a:cs typeface="Microsoft JhengHei"/>
              </a:rPr>
              <a:t>、可否减少些什么？</a:t>
            </a:r>
            <a:endParaRPr lang="zh-CN" altLang="en-US" sz="1000" b="1" i="0" dirty="0">
              <a:latin typeface="江城圆体 600W" panose="020B0800000000000000" pitchFamily="34" charset="-128"/>
              <a:ea typeface="江城圆体 600W" panose="020B0800000000000000" pitchFamily="34" charset="-128"/>
              <a:cs typeface="Microsoft JhengHei"/>
            </a:endParaRPr>
          </a:p>
        </p:txBody>
      </p:sp>
      <p:sp>
        <p:nvSpPr>
          <p:cNvPr id="33" name="文本框 32"/>
          <p:cNvSpPr txBox="1"/>
          <p:nvPr/>
        </p:nvSpPr>
        <p:spPr>
          <a:xfrm>
            <a:off x="512123" y="5841160"/>
            <a:ext cx="1663871" cy="245110"/>
          </a:xfrm>
          <a:prstGeom prst="rect">
            <a:avLst/>
          </a:prstGeom>
          <a:noFill/>
        </p:spPr>
        <p:txBody>
          <a:bodyPr wrap="square">
            <a:spAutoFit/>
          </a:bodyPr>
          <a:lstStyle/>
          <a:p>
            <a:pPr marL="177800">
              <a:lnSpc>
                <a:spcPct val="100000"/>
              </a:lnSpc>
              <a:spcBef>
                <a:spcPts val="1250"/>
              </a:spcBef>
            </a:pPr>
            <a:r>
              <a:rPr lang="en-US" altLang="zh-CN" sz="1000" b="1" i="0" spc="-100" dirty="0">
                <a:solidFill>
                  <a:srgbClr val="212121"/>
                </a:solidFill>
                <a:latin typeface="江城圆体 600W" panose="020B0800000000000000" pitchFamily="34" charset="-128"/>
                <a:ea typeface="江城圆体 600W" panose="020B0800000000000000" pitchFamily="34" charset="-128"/>
                <a:cs typeface="Microsoft JhengHei"/>
              </a:rPr>
              <a:t>7</a:t>
            </a:r>
            <a:r>
              <a:rPr lang="zh-CN" altLang="en-US" sz="1000" b="1" i="0" spc="-145" dirty="0">
                <a:solidFill>
                  <a:srgbClr val="212121"/>
                </a:solidFill>
                <a:latin typeface="江城圆体 600W" panose="020B0800000000000000" pitchFamily="34" charset="-128"/>
                <a:ea typeface="江城圆体 600W" panose="020B0800000000000000" pitchFamily="34" charset="-128"/>
                <a:cs typeface="Microsoft JhengHei"/>
              </a:rPr>
              <a:t>、能不能替换？</a:t>
            </a:r>
            <a:endParaRPr lang="zh-CN" altLang="en-US" sz="1000" b="1" i="0" dirty="0">
              <a:latin typeface="江城圆体 600W" panose="020B0800000000000000" pitchFamily="34" charset="-128"/>
              <a:ea typeface="江城圆体 600W" panose="020B0800000000000000" pitchFamily="34" charset="-128"/>
              <a:cs typeface="Microsoft JhengHei"/>
            </a:endParaRPr>
          </a:p>
        </p:txBody>
      </p:sp>
      <p:sp>
        <p:nvSpPr>
          <p:cNvPr id="34" name="文本框 33"/>
          <p:cNvSpPr txBox="1"/>
          <p:nvPr/>
        </p:nvSpPr>
        <p:spPr>
          <a:xfrm>
            <a:off x="499766" y="6236577"/>
            <a:ext cx="1663871" cy="245110"/>
          </a:xfrm>
          <a:prstGeom prst="rect">
            <a:avLst/>
          </a:prstGeom>
          <a:noFill/>
        </p:spPr>
        <p:txBody>
          <a:bodyPr wrap="square">
            <a:spAutoFit/>
          </a:bodyPr>
          <a:lstStyle/>
          <a:p>
            <a:pPr marL="203200">
              <a:lnSpc>
                <a:spcPct val="100000"/>
              </a:lnSpc>
              <a:spcBef>
                <a:spcPts val="1350"/>
              </a:spcBef>
            </a:pPr>
            <a:r>
              <a:rPr lang="en-US" altLang="zh-CN" sz="1000" b="1" i="0" spc="-100" dirty="0">
                <a:solidFill>
                  <a:srgbClr val="212121"/>
                </a:solidFill>
                <a:latin typeface="江城圆体 600W" panose="020B0800000000000000" pitchFamily="34" charset="-128"/>
                <a:ea typeface="江城圆体 600W" panose="020B0800000000000000" pitchFamily="34" charset="-128"/>
                <a:cs typeface="Microsoft JhengHei"/>
              </a:rPr>
              <a:t>8</a:t>
            </a:r>
            <a:r>
              <a:rPr lang="zh-CN" altLang="en-US" sz="1000" b="1" i="0" spc="-145" dirty="0">
                <a:solidFill>
                  <a:srgbClr val="212121"/>
                </a:solidFill>
                <a:latin typeface="江城圆体 600W" panose="020B0800000000000000" pitchFamily="34" charset="-128"/>
                <a:ea typeface="江城圆体 600W" panose="020B0800000000000000" pitchFamily="34" charset="-128"/>
                <a:cs typeface="Microsoft JhengHei"/>
              </a:rPr>
              <a:t>、能不能反转？</a:t>
            </a:r>
            <a:endParaRPr lang="zh-CN" altLang="en-US" sz="1000" b="1" i="0" dirty="0">
              <a:latin typeface="江城圆体 600W" panose="020B0800000000000000" pitchFamily="34" charset="-128"/>
              <a:ea typeface="江城圆体 600W" panose="020B0800000000000000" pitchFamily="34" charset="-128"/>
              <a:cs typeface="Microsoft JhengHei"/>
            </a:endParaRPr>
          </a:p>
        </p:txBody>
      </p:sp>
      <p:sp>
        <p:nvSpPr>
          <p:cNvPr id="35" name="文本框 34"/>
          <p:cNvSpPr txBox="1"/>
          <p:nvPr/>
        </p:nvSpPr>
        <p:spPr>
          <a:xfrm>
            <a:off x="499766" y="6718490"/>
            <a:ext cx="1663871" cy="245110"/>
          </a:xfrm>
          <a:prstGeom prst="rect">
            <a:avLst/>
          </a:prstGeom>
          <a:noFill/>
        </p:spPr>
        <p:txBody>
          <a:bodyPr wrap="square">
            <a:spAutoFit/>
          </a:bodyPr>
          <a:lstStyle/>
          <a:p>
            <a:pPr marL="203200">
              <a:lnSpc>
                <a:spcPct val="100000"/>
              </a:lnSpc>
              <a:spcBef>
                <a:spcPts val="1735"/>
              </a:spcBef>
            </a:pPr>
            <a:r>
              <a:rPr lang="en-US" altLang="zh-CN" sz="1000" b="1" i="0" spc="-85" dirty="0">
                <a:solidFill>
                  <a:srgbClr val="212121"/>
                </a:solidFill>
                <a:latin typeface="江城圆体 600W" panose="020B0800000000000000" pitchFamily="34" charset="-128"/>
                <a:ea typeface="江城圆体 600W" panose="020B0800000000000000" pitchFamily="34" charset="-128"/>
                <a:cs typeface="Microsoft JhengHei"/>
              </a:rPr>
              <a:t>9</a:t>
            </a:r>
            <a:r>
              <a:rPr lang="zh-CN" altLang="en-US" sz="1000" b="1" i="0" spc="-130" dirty="0">
                <a:solidFill>
                  <a:srgbClr val="212121"/>
                </a:solidFill>
                <a:latin typeface="江城圆体 600W" panose="020B0800000000000000" pitchFamily="34" charset="-128"/>
                <a:ea typeface="江城圆体 600W" panose="020B0800000000000000" pitchFamily="34" charset="-128"/>
                <a:cs typeface="Microsoft JhengHei"/>
              </a:rPr>
              <a:t>、能不能重新组合？</a:t>
            </a:r>
            <a:endParaRPr lang="zh-CN" altLang="en-US" sz="1000" b="1" i="0" dirty="0">
              <a:latin typeface="江城圆体 600W" panose="020B0800000000000000" pitchFamily="34" charset="-128"/>
              <a:ea typeface="江城圆体 600W" panose="020B0800000000000000" pitchFamily="34" charset="-128"/>
              <a:cs typeface="Microsoft JhengHei"/>
            </a:endParaRPr>
          </a:p>
        </p:txBody>
      </p:sp>
      <p:sp>
        <p:nvSpPr>
          <p:cNvPr id="36" name="文本框 35"/>
          <p:cNvSpPr txBox="1"/>
          <p:nvPr/>
        </p:nvSpPr>
        <p:spPr>
          <a:xfrm>
            <a:off x="499766" y="7286901"/>
            <a:ext cx="1663871" cy="245110"/>
          </a:xfrm>
          <a:prstGeom prst="rect">
            <a:avLst/>
          </a:prstGeom>
          <a:noFill/>
        </p:spPr>
        <p:txBody>
          <a:bodyPr wrap="square">
            <a:spAutoFit/>
          </a:bodyPr>
          <a:lstStyle/>
          <a:p>
            <a:pPr marL="203200">
              <a:lnSpc>
                <a:spcPct val="100000"/>
              </a:lnSpc>
              <a:spcBef>
                <a:spcPts val="1450"/>
              </a:spcBef>
            </a:pPr>
            <a:r>
              <a:rPr lang="zh-CN" altLang="en-US" sz="1000" b="1" i="0" spc="-25" dirty="0">
                <a:solidFill>
                  <a:srgbClr val="212121"/>
                </a:solidFill>
                <a:latin typeface="江城圆体 600W" panose="020B0800000000000000" pitchFamily="34" charset="-128"/>
                <a:ea typeface="江城圆体 600W" panose="020B0800000000000000" pitchFamily="34" charset="-128"/>
                <a:cs typeface="Microsoft JhengHei"/>
              </a:rPr>
              <a:t>结论：</a:t>
            </a:r>
            <a:endParaRPr lang="zh-CN" altLang="en-US" sz="1000" b="1" i="0" dirty="0">
              <a:latin typeface="江城圆体 600W" panose="020B0800000000000000" pitchFamily="34" charset="-128"/>
              <a:ea typeface="江城圆体 600W" panose="020B0800000000000000" pitchFamily="34" charset="-128"/>
              <a:cs typeface="Microsoft JhengHei"/>
            </a:endParaRPr>
          </a:p>
        </p:txBody>
      </p:sp>
      <p:sp>
        <p:nvSpPr>
          <p:cNvPr id="38" name="文本框 37"/>
          <p:cNvSpPr txBox="1"/>
          <p:nvPr/>
        </p:nvSpPr>
        <p:spPr>
          <a:xfrm>
            <a:off x="475053" y="7487515"/>
            <a:ext cx="3615878" cy="958215"/>
          </a:xfrm>
          <a:prstGeom prst="rect">
            <a:avLst/>
          </a:prstGeom>
          <a:noFill/>
        </p:spPr>
        <p:txBody>
          <a:bodyPr wrap="square">
            <a:spAutoFit/>
          </a:bodyPr>
          <a:lstStyle/>
          <a:p>
            <a:pPr marL="228600">
              <a:lnSpc>
                <a:spcPct val="100000"/>
              </a:lnSpc>
              <a:spcBef>
                <a:spcPts val="1580"/>
              </a:spcBef>
            </a:pPr>
            <a:r>
              <a:rPr lang="en-US" altLang="zh-CN" sz="900" b="0" i="0" spc="13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1</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、可结合各级学校的课程，当成补充教材或教科书</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a:p>
            <a:pPr marL="228600">
              <a:lnSpc>
                <a:spcPct val="100000"/>
              </a:lnSpc>
              <a:spcBef>
                <a:spcPts val="340"/>
              </a:spcBef>
            </a:pPr>
            <a:r>
              <a:rPr lang="en-US" altLang="zh-CN" sz="900" b="0" i="0" spc="13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2</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、可设计成生日礼物，作为成长必读的丛书</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a:p>
            <a:pPr marL="228600">
              <a:lnSpc>
                <a:spcPct val="100000"/>
              </a:lnSpc>
              <a:spcBef>
                <a:spcPts val="340"/>
              </a:spcBef>
            </a:pPr>
            <a:r>
              <a:rPr lang="en-US" altLang="zh-CN" sz="900" b="0" i="0" spc="13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3</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、可邀特定团体定期办读书会，并搭配宣传</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a:p>
            <a:pPr marL="228600">
              <a:lnSpc>
                <a:spcPct val="100000"/>
              </a:lnSpc>
              <a:spcBef>
                <a:spcPts val="340"/>
              </a:spcBef>
            </a:pPr>
            <a:r>
              <a:rPr lang="en-US" altLang="zh-CN" sz="900" b="0" i="0" spc="13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4</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、改变书藉的呈现方法，结合可听、可看的多媒体形式</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a:p>
            <a:pPr marL="228600">
              <a:lnSpc>
                <a:spcPct val="100000"/>
              </a:lnSpc>
              <a:spcBef>
                <a:spcPts val="340"/>
              </a:spcBef>
            </a:pPr>
            <a:r>
              <a:rPr lang="en-US" altLang="zh-CN" sz="900" b="0" i="0" spc="-6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endParaRPr lang="zh-CN" altLang="en-US" sz="900" b="0" i="0" dirty="0">
              <a:latin typeface="江城圆体 400W" panose="020B0800000000000000" pitchFamily="34" charset="-128"/>
              <a:ea typeface="江城圆体 400W" panose="020B0800000000000000" pitchFamily="34" charset="-128"/>
              <a:cs typeface="宋体" panose="02010600030101010101" pitchFamily="2" charset="-122"/>
            </a:endParaRPr>
          </a:p>
        </p:txBody>
      </p:sp>
      <p:sp>
        <p:nvSpPr>
          <p:cNvPr id="39" name="文本框 38"/>
          <p:cNvSpPr txBox="1"/>
          <p:nvPr/>
        </p:nvSpPr>
        <p:spPr>
          <a:xfrm>
            <a:off x="2262660" y="2385587"/>
            <a:ext cx="3615878" cy="775970"/>
          </a:xfrm>
          <a:prstGeom prst="rect">
            <a:avLst/>
          </a:prstGeom>
          <a:noFill/>
        </p:spPr>
        <p:txBody>
          <a:bodyPr wrap="square">
            <a:spAutoFit/>
          </a:bodyPr>
          <a:lstStyle/>
          <a:p>
            <a:pPr marL="415925">
              <a:lnSpc>
                <a:spcPct val="100000"/>
              </a:lnSpc>
              <a:spcBef>
                <a:spcPts val="450"/>
              </a:spcBef>
            </a:pP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可以让书变成教材吗？</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a:p>
            <a:pPr marL="415925">
              <a:lnSpc>
                <a:spcPct val="100000"/>
              </a:lnSpc>
              <a:spcBef>
                <a:spcPts val="340"/>
              </a:spcBef>
            </a:pP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→可结合各级学校的课程，当成补充教材或教科书</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a:p>
            <a:pPr marL="415925">
              <a:lnSpc>
                <a:spcPct val="100000"/>
              </a:lnSpc>
              <a:spcBef>
                <a:spcPts val="340"/>
              </a:spcBef>
            </a:pPr>
            <a:r>
              <a:rPr lang="en-US" altLang="zh-CN" sz="900" b="0" i="0" spc="-117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可以让书变成礼品吗？</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a:p>
            <a:pPr marL="415925">
              <a:lnSpc>
                <a:spcPct val="100000"/>
              </a:lnSpc>
              <a:spcBef>
                <a:spcPts val="340"/>
              </a:spcBef>
            </a:pP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→可设计成生日礼物，作为成长必读的丛书</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0" name="文本框 39"/>
          <p:cNvSpPr txBox="1"/>
          <p:nvPr/>
        </p:nvSpPr>
        <p:spPr>
          <a:xfrm>
            <a:off x="2262660" y="3163716"/>
            <a:ext cx="3615878" cy="593725"/>
          </a:xfrm>
          <a:prstGeom prst="rect">
            <a:avLst/>
          </a:prstGeom>
          <a:noFill/>
        </p:spPr>
        <p:txBody>
          <a:bodyPr wrap="square">
            <a:spAutoFit/>
          </a:bodyPr>
          <a:lstStyle/>
          <a:p>
            <a:pPr marL="415925">
              <a:lnSpc>
                <a:spcPct val="100000"/>
              </a:lnSpc>
              <a:spcBef>
                <a:spcPts val="1850"/>
              </a:spcBef>
            </a:pPr>
            <a:r>
              <a:rPr lang="en-US" altLang="zh-CN" sz="900" b="0" i="0" spc="-117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同业畅销书的行销手法能否当示例？</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a:p>
            <a:pPr marL="415925">
              <a:lnSpc>
                <a:spcPct val="100000"/>
              </a:lnSpc>
              <a:spcBef>
                <a:spcPts val="340"/>
              </a:spcBef>
            </a:pP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→可邀特定团体定期办读书会，并搭配宣传</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a:p>
            <a:pPr marL="415925">
              <a:lnSpc>
                <a:spcPct val="100000"/>
              </a:lnSpc>
              <a:spcBef>
                <a:spcPts val="340"/>
              </a:spcBef>
            </a:pPr>
            <a:r>
              <a:rPr lang="en-US" altLang="zh-CN" sz="900" b="0" i="0" spc="-117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其他文创产业有没有可以参考的做法？</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1" name="文本框 40"/>
          <p:cNvSpPr txBox="1"/>
          <p:nvPr/>
        </p:nvSpPr>
        <p:spPr>
          <a:xfrm>
            <a:off x="2262660" y="3818624"/>
            <a:ext cx="3615878" cy="593725"/>
          </a:xfrm>
          <a:prstGeom prst="rect">
            <a:avLst/>
          </a:prstGeom>
          <a:noFill/>
        </p:spPr>
        <p:txBody>
          <a:bodyPr wrap="square">
            <a:spAutoFit/>
          </a:bodyPr>
          <a:lstStyle/>
          <a:p>
            <a:pPr marL="415925">
              <a:lnSpc>
                <a:spcPct val="100000"/>
              </a:lnSpc>
              <a:spcBef>
                <a:spcPts val="1750"/>
              </a:spcBef>
            </a:pPr>
            <a:r>
              <a:rPr lang="en-US" altLang="zh-CN" sz="900" b="0" i="0" spc="-117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把书的形式，变成刊物的形式可行吗？</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a:p>
            <a:pPr marL="415925">
              <a:lnSpc>
                <a:spcPct val="100000"/>
              </a:lnSpc>
              <a:spcBef>
                <a:spcPts val="340"/>
              </a:spcBef>
            </a:pPr>
            <a:r>
              <a:rPr lang="en-US" altLang="zh-CN" sz="900" b="0" i="0" spc="-117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变成多媒体的形式可行吗？</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a:p>
            <a:pPr marL="415925">
              <a:lnSpc>
                <a:spcPct val="100000"/>
              </a:lnSpc>
              <a:spcBef>
                <a:spcPts val="340"/>
              </a:spcBef>
            </a:pP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→改变书籍的呈现方法，结合可听、可看的多媒体形式</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2" name="文本框 41"/>
          <p:cNvSpPr txBox="1"/>
          <p:nvPr/>
        </p:nvSpPr>
        <p:spPr>
          <a:xfrm>
            <a:off x="2262660" y="4522916"/>
            <a:ext cx="3615878" cy="229870"/>
          </a:xfrm>
          <a:prstGeom prst="rect">
            <a:avLst/>
          </a:prstGeom>
          <a:noFill/>
        </p:spPr>
        <p:txBody>
          <a:bodyPr wrap="square">
            <a:spAutoFit/>
          </a:bodyPr>
          <a:lstStyle/>
          <a:p>
            <a:pPr marL="415925">
              <a:lnSpc>
                <a:spcPct val="100000"/>
              </a:lnSpc>
              <a:spcBef>
                <a:spcPts val="1650"/>
              </a:spcBef>
            </a:pPr>
            <a:r>
              <a:rPr lang="en-US" altLang="zh-CN" sz="900" b="0" i="0" spc="-117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搭配赠品能不能增加销量？如何增加免费宣传机会？</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3" name="文本框 42"/>
          <p:cNvSpPr txBox="1"/>
          <p:nvPr/>
        </p:nvSpPr>
        <p:spPr>
          <a:xfrm>
            <a:off x="2262660" y="4831658"/>
            <a:ext cx="3615878" cy="411480"/>
          </a:xfrm>
          <a:prstGeom prst="rect">
            <a:avLst/>
          </a:prstGeom>
          <a:noFill/>
        </p:spPr>
        <p:txBody>
          <a:bodyPr wrap="square">
            <a:spAutoFit/>
          </a:bodyPr>
          <a:lstStyle/>
          <a:p>
            <a:pPr marL="415925">
              <a:lnSpc>
                <a:spcPct val="100000"/>
              </a:lnSpc>
              <a:spcBef>
                <a:spcPts val="550"/>
              </a:spcBef>
            </a:pPr>
            <a:r>
              <a:rPr lang="en-US" altLang="zh-CN" sz="900" b="0" i="0" spc="-117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缩小尺寸做成口袋书可行吗？</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a:p>
            <a:pPr marL="415925">
              <a:lnSpc>
                <a:spcPct val="100000"/>
              </a:lnSpc>
              <a:spcBef>
                <a:spcPts val="340"/>
              </a:spcBef>
            </a:pPr>
            <a:r>
              <a:rPr lang="en-US" altLang="zh-CN" sz="900" b="0" i="0" spc="-117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可以减少无效的销售点、降低退货率吗？</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4" name="文本框 43"/>
          <p:cNvSpPr txBox="1"/>
          <p:nvPr/>
        </p:nvSpPr>
        <p:spPr>
          <a:xfrm>
            <a:off x="2262660" y="5288858"/>
            <a:ext cx="3615878" cy="411480"/>
          </a:xfrm>
          <a:prstGeom prst="rect">
            <a:avLst/>
          </a:prstGeom>
          <a:noFill/>
        </p:spPr>
        <p:txBody>
          <a:bodyPr wrap="square">
            <a:spAutoFit/>
          </a:bodyPr>
          <a:lstStyle/>
          <a:p>
            <a:pPr marL="415925">
              <a:lnSpc>
                <a:spcPct val="100000"/>
              </a:lnSpc>
            </a:pPr>
            <a:r>
              <a:rPr lang="en-US" altLang="zh-CN" sz="900" b="0" i="0" spc="-117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除了书店卖书，还有哪些渠道可以卖书？</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a:p>
            <a:pPr marL="415925">
              <a:lnSpc>
                <a:spcPct val="100000"/>
              </a:lnSpc>
              <a:spcBef>
                <a:spcPts val="340"/>
              </a:spcBef>
            </a:pPr>
            <a:r>
              <a:rPr lang="en-US" altLang="zh-CN" sz="900" b="0" i="0" spc="-117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可以外包给其他人制作吗？</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5" name="文本框 44"/>
          <p:cNvSpPr txBox="1"/>
          <p:nvPr/>
        </p:nvSpPr>
        <p:spPr>
          <a:xfrm>
            <a:off x="2262660" y="5783128"/>
            <a:ext cx="3615878" cy="411480"/>
          </a:xfrm>
          <a:prstGeom prst="rect">
            <a:avLst/>
          </a:prstGeom>
          <a:noFill/>
        </p:spPr>
        <p:txBody>
          <a:bodyPr wrap="square">
            <a:spAutoFit/>
          </a:bodyPr>
          <a:lstStyle/>
          <a:p>
            <a:pPr marL="415925">
              <a:lnSpc>
                <a:spcPct val="100000"/>
              </a:lnSpc>
              <a:spcBef>
                <a:spcPts val="250"/>
              </a:spcBef>
            </a:pP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不做实体发行，只做数字发行可以吗？</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a:p>
            <a:pPr marL="415925">
              <a:lnSpc>
                <a:spcPct val="100000"/>
              </a:lnSpc>
              <a:spcBef>
                <a:spcPts val="340"/>
              </a:spcBef>
            </a:pPr>
            <a:r>
              <a:rPr lang="en-US" altLang="zh-CN" sz="900" b="0" i="0" spc="-117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可以先调查搜集读者意见，再出版吗？</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6" name="文本框 45"/>
          <p:cNvSpPr txBox="1"/>
          <p:nvPr/>
        </p:nvSpPr>
        <p:spPr>
          <a:xfrm>
            <a:off x="2262660" y="6166188"/>
            <a:ext cx="3615878" cy="411480"/>
          </a:xfrm>
          <a:prstGeom prst="rect">
            <a:avLst/>
          </a:prstGeom>
          <a:noFill/>
        </p:spPr>
        <p:txBody>
          <a:bodyPr wrap="square">
            <a:spAutoFit/>
          </a:bodyPr>
          <a:lstStyle/>
          <a:p>
            <a:pPr marL="415925">
              <a:lnSpc>
                <a:spcPct val="100000"/>
              </a:lnSpc>
              <a:spcBef>
                <a:spcPts val="350"/>
              </a:spcBef>
            </a:pPr>
            <a:r>
              <a:rPr lang="en-US" altLang="zh-CN" sz="900" b="0" i="0" spc="-117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旧书可以重新包装变身新书吗？</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a:p>
            <a:pPr marL="415925">
              <a:lnSpc>
                <a:spcPct val="100000"/>
              </a:lnSpc>
              <a:spcBef>
                <a:spcPts val="340"/>
              </a:spcBef>
            </a:pPr>
            <a:r>
              <a:rPr lang="en-US" altLang="zh-CN" sz="900" b="0" i="0" spc="-117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能让其他产品作为销售主体，书籍作为其赠品吗？</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47" name="文本框 46"/>
          <p:cNvSpPr txBox="1"/>
          <p:nvPr/>
        </p:nvSpPr>
        <p:spPr>
          <a:xfrm>
            <a:off x="2262660" y="6635745"/>
            <a:ext cx="3615878" cy="411480"/>
          </a:xfrm>
          <a:prstGeom prst="rect">
            <a:avLst/>
          </a:prstGeom>
          <a:noFill/>
        </p:spPr>
        <p:txBody>
          <a:bodyPr wrap="square">
            <a:spAutoFit/>
          </a:bodyPr>
          <a:lstStyle/>
          <a:p>
            <a:pPr marL="415925">
              <a:lnSpc>
                <a:spcPct val="100000"/>
              </a:lnSpc>
            </a:pPr>
            <a:r>
              <a:rPr lang="en-US" altLang="zh-CN" sz="900" b="0" i="0" spc="-117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可以和旧书，组成套装销售吗？</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a:p>
            <a:pPr marL="415925">
              <a:lnSpc>
                <a:spcPct val="100000"/>
              </a:lnSpc>
              <a:spcBef>
                <a:spcPts val="340"/>
              </a:spcBef>
            </a:pPr>
            <a:r>
              <a:rPr lang="en-US" altLang="zh-CN" sz="900" b="0" i="0" spc="-1175"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a:t>
            </a:r>
            <a:r>
              <a:rPr lang="zh-CN" altLang="en-US" sz="900" b="0" i="0" spc="-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可以和别的产业的产品一起搭售吗？</a:t>
            </a:r>
            <a:endParaRPr lang="zh-CN" altLang="en-US" sz="900" b="0" i="0" dirty="0">
              <a:latin typeface="江城圆体 400W" panose="020B0800000000000000" pitchFamily="34" charset="-128"/>
              <a:ea typeface="江城圆体 400W" panose="020B0800000000000000" pitchFamily="34" charset="-128"/>
              <a:cs typeface="PMingLiU" panose="02020500000000000000" charset="-12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28375" y="646430"/>
            <a:ext cx="3452495" cy="772160"/>
          </a:xfrm>
          <a:prstGeom prst="rect">
            <a:avLst/>
          </a:prstGeom>
        </p:spPr>
        <p:txBody>
          <a:bodyPr vert="horz" wrap="square" lIns="0" tIns="77470" rIns="0" bIns="0" rtlCol="0">
            <a:spAutoFit/>
          </a:bodyPr>
          <a:lstStyle/>
          <a:p>
            <a:pPr marR="46990" algn="ctr">
              <a:spcBef>
                <a:spcPts val="610"/>
              </a:spcBef>
            </a:pPr>
            <a:r>
              <a:rPr sz="900"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a:p>
            <a:pPr>
              <a:lnSpc>
                <a:spcPct val="100000"/>
              </a:lnSpc>
            </a:pPr>
            <a:endParaRPr sz="800" b="1" dirty="0">
              <a:latin typeface="江城圆体 600W" panose="020B0800000000000000" pitchFamily="34" charset="-128"/>
              <a:ea typeface="江城圆体 600W" panose="020B0800000000000000" pitchFamily="34" charset="-128"/>
              <a:cs typeface="PMingLiU" panose="02020500000000000000" charset="-120"/>
            </a:endParaRPr>
          </a:p>
          <a:p>
            <a:pPr marL="6350" algn="ctr"/>
            <a:r>
              <a:rPr lang="zh-CN" altLang="en-US" b="1" dirty="0">
                <a:solidFill>
                  <a:srgbClr val="212121"/>
                </a:solidFill>
                <a:latin typeface="江城圆体 600W" panose="020B0800000000000000" pitchFamily="34" charset="-128"/>
                <a:ea typeface="江城圆体 600W" panose="020B0800000000000000" pitchFamily="34" charset="-128"/>
                <a:cs typeface="Microsoft JhengHei"/>
              </a:rPr>
              <a:t>奥斯本检核表法应用模板</a:t>
            </a:r>
            <a:endParaRPr lang="zh-CN" altLang="en-US" b="1" dirty="0">
              <a:latin typeface="江城圆体 600W" panose="020B0800000000000000" pitchFamily="34" charset="-128"/>
              <a:ea typeface="江城圆体 600W" panose="020B0800000000000000" pitchFamily="34" charset="-128"/>
              <a:cs typeface="Microsoft JhengHei"/>
            </a:endParaRPr>
          </a:p>
          <a:p>
            <a:pPr algn="ctr">
              <a:spcBef>
                <a:spcPts val="140"/>
              </a:spcBef>
            </a:pPr>
            <a:r>
              <a:rPr lang="en-US" altLang="zh-CN" sz="90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Osborne Checklist Method Application Template</a:t>
            </a:r>
            <a:endParaRPr lang="en-US" altLang="zh-CN" sz="900" b="1" dirty="0">
              <a:latin typeface="江城圆体 600W" panose="020B0800000000000000" pitchFamily="34" charset="-128"/>
              <a:ea typeface="江城圆体 600W" panose="020B0800000000000000" pitchFamily="34" charset="-128"/>
              <a:cs typeface="PMingLiU" panose="02020500000000000000" charset="-120"/>
            </a:endParaRPr>
          </a:p>
        </p:txBody>
      </p:sp>
      <p:pic>
        <p:nvPicPr>
          <p:cNvPr id="4" name="object 4"/>
          <p:cNvPicPr/>
          <p:nvPr/>
        </p:nvPicPr>
        <p:blipFill>
          <a:blip r:embed="rId2" cstate="print"/>
          <a:stretch>
            <a:fillRect/>
          </a:stretch>
        </p:blipFill>
        <p:spPr>
          <a:xfrm>
            <a:off x="3189837" y="8851900"/>
            <a:ext cx="486698" cy="292100"/>
          </a:xfrm>
          <a:prstGeom prst="rect">
            <a:avLst/>
          </a:prstGeom>
        </p:spPr>
      </p:pic>
      <p:cxnSp>
        <p:nvCxnSpPr>
          <p:cNvPr id="5" name="直线连接符 4"/>
          <p:cNvCxnSpPr/>
          <p:nvPr/>
        </p:nvCxnSpPr>
        <p:spPr>
          <a:xfrm>
            <a:off x="660228" y="1550701"/>
            <a:ext cx="5492750" cy="0"/>
          </a:xfrm>
          <a:prstGeom prst="line">
            <a:avLst/>
          </a:prstGeom>
          <a:ln w="508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线连接符 5"/>
          <p:cNvCxnSpPr/>
          <p:nvPr/>
        </p:nvCxnSpPr>
        <p:spPr>
          <a:xfrm>
            <a:off x="660229" y="8569915"/>
            <a:ext cx="5492750" cy="0"/>
          </a:xfrm>
          <a:prstGeom prst="line">
            <a:avLst/>
          </a:prstGeom>
          <a:ln w="5080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43091" y="4012891"/>
            <a:ext cx="1663871" cy="245110"/>
          </a:xfrm>
          <a:prstGeom prst="rect">
            <a:avLst/>
          </a:prstGeom>
          <a:noFill/>
        </p:spPr>
        <p:txBody>
          <a:bodyPr wrap="square">
            <a:spAutoFit/>
          </a:bodyPr>
          <a:lstStyle/>
          <a:p>
            <a:pPr marR="50800" algn="r">
              <a:spcBef>
                <a:spcPts val="820"/>
              </a:spcBef>
            </a:pPr>
            <a:r>
              <a:rPr lang="en-US" altLang="zh-CN" sz="1000" b="1" spc="-30" dirty="0">
                <a:solidFill>
                  <a:srgbClr val="212121"/>
                </a:solidFill>
                <a:latin typeface="江城圆体 600W" panose="020B0800000000000000" pitchFamily="34" charset="-128"/>
                <a:ea typeface="江城圆体 600W" panose="020B0800000000000000" pitchFamily="34" charset="-128"/>
                <a:cs typeface="Microsoft JhengHei"/>
              </a:rPr>
              <a:t>3</a:t>
            </a:r>
            <a:r>
              <a:rPr lang="zh-CN" altLang="en-US" sz="1000" b="1" spc="-48" dirty="0">
                <a:solidFill>
                  <a:srgbClr val="212121"/>
                </a:solidFill>
                <a:latin typeface="江城圆体 600W" panose="020B0800000000000000" pitchFamily="34" charset="-128"/>
                <a:ea typeface="江城圆体 600W" panose="020B0800000000000000" pitchFamily="34" charset="-128"/>
                <a:cs typeface="Microsoft JhengHei"/>
              </a:rPr>
              <a:t>、能不能修改原物的特性？</a:t>
            </a:r>
            <a:endParaRPr lang="zh-CN" altLang="en-US" sz="1000" b="1" dirty="0">
              <a:latin typeface="江城圆体 600W" panose="020B0800000000000000" pitchFamily="34" charset="-128"/>
              <a:ea typeface="江城圆体 600W" panose="020B0800000000000000" pitchFamily="34" charset="-128"/>
              <a:cs typeface="Microsoft JhengHei"/>
            </a:endParaRPr>
          </a:p>
        </p:txBody>
      </p:sp>
      <p:sp>
        <p:nvSpPr>
          <p:cNvPr id="9" name="文本框 8"/>
          <p:cNvSpPr txBox="1"/>
          <p:nvPr/>
        </p:nvSpPr>
        <p:spPr>
          <a:xfrm>
            <a:off x="705848" y="5388428"/>
            <a:ext cx="1663871" cy="245110"/>
          </a:xfrm>
          <a:prstGeom prst="rect">
            <a:avLst/>
          </a:prstGeom>
          <a:noFill/>
        </p:spPr>
        <p:txBody>
          <a:bodyPr wrap="square">
            <a:spAutoFit/>
          </a:bodyPr>
          <a:lstStyle/>
          <a:p>
            <a:pPr marR="65405" algn="r">
              <a:spcBef>
                <a:spcPts val="820"/>
              </a:spcBef>
            </a:pPr>
            <a:r>
              <a:rPr lang="en-US" altLang="zh-CN" sz="1000" b="1" spc="-30" dirty="0">
                <a:solidFill>
                  <a:srgbClr val="212121"/>
                </a:solidFill>
                <a:latin typeface="江城圆体 600W" panose="020B0800000000000000" pitchFamily="34" charset="-128"/>
                <a:ea typeface="江城圆体 600W" panose="020B0800000000000000" pitchFamily="34" charset="-128"/>
                <a:cs typeface="Microsoft JhengHei"/>
              </a:rPr>
              <a:t>6</a:t>
            </a:r>
            <a:r>
              <a:rPr lang="zh-CN" altLang="en-US" sz="1000" b="1" spc="-48" dirty="0">
                <a:solidFill>
                  <a:srgbClr val="212121"/>
                </a:solidFill>
                <a:latin typeface="江城圆体 600W" panose="020B0800000000000000" pitchFamily="34" charset="-128"/>
                <a:ea typeface="江城圆体 600W" panose="020B0800000000000000" pitchFamily="34" charset="-128"/>
                <a:cs typeface="Microsoft JhengHei"/>
              </a:rPr>
              <a:t>、能不能以其他东⻄取代？</a:t>
            </a:r>
            <a:endParaRPr lang="zh-CN" altLang="en-US" sz="1000" b="1" dirty="0">
              <a:latin typeface="江城圆体 600W" panose="020B0800000000000000" pitchFamily="34" charset="-128"/>
              <a:ea typeface="江城圆体 600W" panose="020B0800000000000000" pitchFamily="34" charset="-128"/>
              <a:cs typeface="Microsoft JhengHei"/>
            </a:endParaRPr>
          </a:p>
        </p:txBody>
      </p:sp>
      <p:cxnSp>
        <p:nvCxnSpPr>
          <p:cNvPr id="7" name="直线连接符 6"/>
          <p:cNvCxnSpPr/>
          <p:nvPr/>
        </p:nvCxnSpPr>
        <p:spPr>
          <a:xfrm>
            <a:off x="660228" y="1542960"/>
            <a:ext cx="0" cy="7026955"/>
          </a:xfrm>
          <a:prstGeom prst="line">
            <a:avLst/>
          </a:prstGeom>
          <a:ln w="508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线连接符 10"/>
          <p:cNvCxnSpPr/>
          <p:nvPr/>
        </p:nvCxnSpPr>
        <p:spPr>
          <a:xfrm>
            <a:off x="6190354" y="1537449"/>
            <a:ext cx="0" cy="7026955"/>
          </a:xfrm>
          <a:prstGeom prst="line">
            <a:avLst/>
          </a:prstGeom>
          <a:ln w="508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线连接符 11"/>
          <p:cNvCxnSpPr/>
          <p:nvPr/>
        </p:nvCxnSpPr>
        <p:spPr>
          <a:xfrm>
            <a:off x="2449799" y="2027583"/>
            <a:ext cx="0" cy="5149202"/>
          </a:xfrm>
          <a:prstGeom prst="line">
            <a:avLst/>
          </a:prstGeom>
          <a:ln w="508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线连接符 14"/>
          <p:cNvCxnSpPr/>
          <p:nvPr/>
        </p:nvCxnSpPr>
        <p:spPr>
          <a:xfrm>
            <a:off x="686732" y="2041031"/>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 name="直线连接符 15"/>
          <p:cNvCxnSpPr/>
          <p:nvPr/>
        </p:nvCxnSpPr>
        <p:spPr>
          <a:xfrm>
            <a:off x="686732" y="2385588"/>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线连接符 16"/>
          <p:cNvCxnSpPr/>
          <p:nvPr/>
        </p:nvCxnSpPr>
        <p:spPr>
          <a:xfrm>
            <a:off x="686732" y="3114458"/>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8" name="直线连接符 17"/>
          <p:cNvCxnSpPr/>
          <p:nvPr/>
        </p:nvCxnSpPr>
        <p:spPr>
          <a:xfrm>
            <a:off x="686732" y="3763814"/>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 name="直线连接符 18"/>
          <p:cNvCxnSpPr/>
          <p:nvPr/>
        </p:nvCxnSpPr>
        <p:spPr>
          <a:xfrm>
            <a:off x="686732" y="4452927"/>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线连接符 19"/>
          <p:cNvCxnSpPr/>
          <p:nvPr/>
        </p:nvCxnSpPr>
        <p:spPr>
          <a:xfrm>
            <a:off x="686732" y="4797483"/>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1" name="直线连接符 20"/>
          <p:cNvCxnSpPr/>
          <p:nvPr/>
        </p:nvCxnSpPr>
        <p:spPr>
          <a:xfrm>
            <a:off x="686732" y="5234805"/>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2" name="直线连接符 21"/>
          <p:cNvCxnSpPr/>
          <p:nvPr/>
        </p:nvCxnSpPr>
        <p:spPr>
          <a:xfrm>
            <a:off x="686732" y="5764892"/>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3" name="直线连接符 22"/>
          <p:cNvCxnSpPr/>
          <p:nvPr/>
        </p:nvCxnSpPr>
        <p:spPr>
          <a:xfrm>
            <a:off x="686732" y="6175709"/>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 name="直线连接符 23"/>
          <p:cNvCxnSpPr/>
          <p:nvPr/>
        </p:nvCxnSpPr>
        <p:spPr>
          <a:xfrm>
            <a:off x="686732" y="6520266"/>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5" name="直线连接符 24"/>
          <p:cNvCxnSpPr/>
          <p:nvPr/>
        </p:nvCxnSpPr>
        <p:spPr>
          <a:xfrm>
            <a:off x="686732" y="7156370"/>
            <a:ext cx="5492750" cy="0"/>
          </a:xfrm>
          <a:prstGeom prst="line">
            <a:avLst/>
          </a:prstGeom>
          <a:ln w="50800"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743091" y="1612567"/>
            <a:ext cx="3211067" cy="270510"/>
          </a:xfrm>
          <a:prstGeom prst="rect">
            <a:avLst/>
          </a:prstGeom>
          <a:noFill/>
        </p:spPr>
        <p:txBody>
          <a:bodyPr wrap="square">
            <a:spAutoFit/>
          </a:bodyPr>
          <a:lstStyle/>
          <a:p>
            <a:pPr marR="50800">
              <a:spcBef>
                <a:spcPts val="820"/>
              </a:spcBef>
            </a:pPr>
            <a:r>
              <a:rPr lang="zh-CN" altLang="en-US" sz="1800" b="1" spc="-15" baseline="-5000" dirty="0">
                <a:solidFill>
                  <a:srgbClr val="212121"/>
                </a:solidFill>
                <a:latin typeface="江城圆体 600W" panose="020B0800000000000000" pitchFamily="34" charset="-128"/>
                <a:ea typeface="江城圆体 600W" panose="020B0800000000000000" pitchFamily="34" charset="-128"/>
                <a:cs typeface="Microsoft JhengHei"/>
              </a:rPr>
              <a:t>主题</a:t>
            </a:r>
            <a:r>
              <a:rPr lang="zh-CN" altLang="en-US" sz="1800" b="1" spc="-75" baseline="-5000" dirty="0">
                <a:solidFill>
                  <a:srgbClr val="212121"/>
                </a:solidFill>
                <a:latin typeface="江城圆体 600W" panose="020B0800000000000000" pitchFamily="34" charset="-128"/>
                <a:ea typeface="江城圆体 600W" panose="020B0800000000000000" pitchFamily="34" charset="-128"/>
                <a:cs typeface="Microsoft JhengHei"/>
              </a:rPr>
              <a:t>：</a:t>
            </a:r>
            <a:endParaRPr lang="zh-CN" altLang="en-US" sz="1000" b="1" dirty="0">
              <a:latin typeface="江城圆体 600W" panose="020B0800000000000000" pitchFamily="34" charset="-128"/>
              <a:ea typeface="江城圆体 600W" panose="020B0800000000000000" pitchFamily="34" charset="-128"/>
              <a:cs typeface="Microsoft JhengHei"/>
            </a:endParaRPr>
          </a:p>
        </p:txBody>
      </p:sp>
      <p:sp>
        <p:nvSpPr>
          <p:cNvPr id="27" name="文本框 26"/>
          <p:cNvSpPr txBox="1"/>
          <p:nvPr/>
        </p:nvSpPr>
        <p:spPr>
          <a:xfrm>
            <a:off x="520671" y="2096231"/>
            <a:ext cx="1468768" cy="275590"/>
          </a:xfrm>
          <a:prstGeom prst="rect">
            <a:avLst/>
          </a:prstGeom>
          <a:noFill/>
        </p:spPr>
        <p:txBody>
          <a:bodyPr wrap="square">
            <a:spAutoFit/>
          </a:bodyPr>
          <a:lstStyle/>
          <a:p>
            <a:pPr marL="210185">
              <a:lnSpc>
                <a:spcPct val="100000"/>
              </a:lnSpc>
              <a:spcBef>
                <a:spcPts val="1450"/>
              </a:spcBef>
            </a:pPr>
            <a:r>
              <a:rPr lang="zh-CN" altLang="en-US" sz="1200" b="1" i="0" spc="-20" dirty="0">
                <a:solidFill>
                  <a:srgbClr val="212121"/>
                </a:solidFill>
                <a:latin typeface="江城圆体 600W" panose="020B0800000000000000" pitchFamily="34" charset="-128"/>
                <a:ea typeface="江城圆体 600W" panose="020B0800000000000000" pitchFamily="34" charset="-128"/>
                <a:cs typeface="Microsoft JhengHei"/>
              </a:rPr>
              <a:t>检核问题</a:t>
            </a:r>
            <a:endParaRPr lang="zh-CN" altLang="en-US" sz="1200" b="1" i="0" dirty="0">
              <a:latin typeface="江城圆体 600W" panose="020B0800000000000000" pitchFamily="34" charset="-128"/>
              <a:ea typeface="江城圆体 600W" panose="020B0800000000000000" pitchFamily="34" charset="-128"/>
              <a:cs typeface="Microsoft JhengHei"/>
            </a:endParaRPr>
          </a:p>
        </p:txBody>
      </p:sp>
      <p:sp>
        <p:nvSpPr>
          <p:cNvPr id="28" name="文本框 27"/>
          <p:cNvSpPr txBox="1"/>
          <p:nvPr/>
        </p:nvSpPr>
        <p:spPr>
          <a:xfrm>
            <a:off x="2282992" y="2084947"/>
            <a:ext cx="2494378" cy="275590"/>
          </a:xfrm>
          <a:prstGeom prst="rect">
            <a:avLst/>
          </a:prstGeom>
          <a:noFill/>
        </p:spPr>
        <p:txBody>
          <a:bodyPr wrap="square">
            <a:spAutoFit/>
          </a:bodyPr>
          <a:lstStyle/>
          <a:p>
            <a:pPr marL="415925">
              <a:lnSpc>
                <a:spcPct val="100000"/>
              </a:lnSpc>
              <a:spcBef>
                <a:spcPts val="1450"/>
              </a:spcBef>
            </a:pPr>
            <a:r>
              <a:rPr lang="zh-CN" altLang="en-US" sz="1200" b="1" i="0" spc="-15" dirty="0">
                <a:solidFill>
                  <a:srgbClr val="212121"/>
                </a:solidFill>
                <a:latin typeface="江城圆体 600W" panose="020B0800000000000000" pitchFamily="34" charset="-128"/>
                <a:ea typeface="江城圆体 600W" panose="020B0800000000000000" pitchFamily="34" charset="-128"/>
                <a:cs typeface="Microsoft JhengHei"/>
              </a:rPr>
              <a:t>发想各种问题及可能的点子</a:t>
            </a:r>
            <a:endParaRPr lang="zh-CN" altLang="en-US" sz="1200" b="1" i="0" dirty="0">
              <a:latin typeface="江城圆体 600W" panose="020B0800000000000000" pitchFamily="34" charset="-128"/>
              <a:ea typeface="江城圆体 600W" panose="020B0800000000000000" pitchFamily="34" charset="-128"/>
              <a:cs typeface="Microsoft JhengHei"/>
            </a:endParaRPr>
          </a:p>
        </p:txBody>
      </p:sp>
      <p:sp>
        <p:nvSpPr>
          <p:cNvPr id="29" name="文本框 28"/>
          <p:cNvSpPr txBox="1"/>
          <p:nvPr/>
        </p:nvSpPr>
        <p:spPr>
          <a:xfrm>
            <a:off x="499766" y="2616047"/>
            <a:ext cx="1663871" cy="245110"/>
          </a:xfrm>
          <a:prstGeom prst="rect">
            <a:avLst/>
          </a:prstGeom>
          <a:noFill/>
        </p:spPr>
        <p:txBody>
          <a:bodyPr wrap="square">
            <a:spAutoFit/>
          </a:bodyPr>
          <a:lstStyle/>
          <a:p>
            <a:pPr marL="212725">
              <a:lnSpc>
                <a:spcPct val="100000"/>
              </a:lnSpc>
              <a:spcBef>
                <a:spcPts val="1535"/>
              </a:spcBef>
            </a:pPr>
            <a:r>
              <a:rPr lang="en-US" altLang="zh-CN" sz="1000" b="1" i="0" spc="-75" dirty="0">
                <a:solidFill>
                  <a:srgbClr val="212121"/>
                </a:solidFill>
                <a:latin typeface="江城圆体 600W" panose="020B0800000000000000" pitchFamily="34" charset="-128"/>
                <a:ea typeface="江城圆体 600W" panose="020B0800000000000000" pitchFamily="34" charset="-128"/>
                <a:cs typeface="Microsoft JhengHei"/>
              </a:rPr>
              <a:t>1</a:t>
            </a:r>
            <a:r>
              <a:rPr lang="zh-CN" altLang="en-US" sz="1000" b="1" i="0" spc="-105" dirty="0">
                <a:solidFill>
                  <a:srgbClr val="212121"/>
                </a:solidFill>
                <a:latin typeface="江城圆体 600W" panose="020B0800000000000000" pitchFamily="34" charset="-128"/>
                <a:ea typeface="江城圆体 600W" panose="020B0800000000000000" pitchFamily="34" charset="-128"/>
                <a:cs typeface="Microsoft JhengHei"/>
              </a:rPr>
              <a:t>、是不是有其他用途？</a:t>
            </a:r>
            <a:endParaRPr lang="zh-CN" altLang="en-US" sz="1000" b="1" i="0" dirty="0">
              <a:latin typeface="江城圆体 600W" panose="020B0800000000000000" pitchFamily="34" charset="-128"/>
              <a:ea typeface="江城圆体 600W" panose="020B0800000000000000" pitchFamily="34" charset="-128"/>
              <a:cs typeface="Microsoft JhengHei"/>
            </a:endParaRPr>
          </a:p>
        </p:txBody>
      </p:sp>
      <p:sp>
        <p:nvSpPr>
          <p:cNvPr id="30" name="文本框 29"/>
          <p:cNvSpPr txBox="1"/>
          <p:nvPr/>
        </p:nvSpPr>
        <p:spPr>
          <a:xfrm>
            <a:off x="499766" y="3320382"/>
            <a:ext cx="1663871" cy="245110"/>
          </a:xfrm>
          <a:prstGeom prst="rect">
            <a:avLst/>
          </a:prstGeom>
          <a:noFill/>
        </p:spPr>
        <p:txBody>
          <a:bodyPr wrap="square">
            <a:spAutoFit/>
          </a:bodyPr>
          <a:lstStyle/>
          <a:p>
            <a:pPr marL="238125">
              <a:lnSpc>
                <a:spcPct val="100000"/>
              </a:lnSpc>
              <a:spcBef>
                <a:spcPts val="1535"/>
              </a:spcBef>
            </a:pPr>
            <a:r>
              <a:rPr lang="en-US" altLang="zh-CN" sz="1000" b="1" i="0" spc="-75" dirty="0">
                <a:solidFill>
                  <a:srgbClr val="212121"/>
                </a:solidFill>
                <a:latin typeface="江城圆体 600W" panose="020B0800000000000000" pitchFamily="34" charset="-128"/>
                <a:ea typeface="江城圆体 600W" panose="020B0800000000000000" pitchFamily="34" charset="-128"/>
                <a:cs typeface="Microsoft JhengHei"/>
              </a:rPr>
              <a:t>2</a:t>
            </a:r>
            <a:r>
              <a:rPr lang="zh-CN" altLang="en-US" sz="1000" b="1" i="0" spc="-105" dirty="0">
                <a:solidFill>
                  <a:srgbClr val="212121"/>
                </a:solidFill>
                <a:latin typeface="江城圆体 600W" panose="020B0800000000000000" pitchFamily="34" charset="-128"/>
                <a:ea typeface="江城圆体 600W" panose="020B0800000000000000" pitchFamily="34" charset="-128"/>
                <a:cs typeface="Microsoft JhengHei"/>
              </a:rPr>
              <a:t>、能不能应用其他构想？</a:t>
            </a:r>
            <a:endParaRPr lang="zh-CN" altLang="en-US" sz="1000" b="1" i="0" dirty="0">
              <a:latin typeface="江城圆体 600W" panose="020B0800000000000000" pitchFamily="34" charset="-128"/>
              <a:ea typeface="江城圆体 600W" panose="020B0800000000000000" pitchFamily="34" charset="-128"/>
              <a:cs typeface="Microsoft JhengHei"/>
            </a:endParaRPr>
          </a:p>
        </p:txBody>
      </p:sp>
      <p:sp>
        <p:nvSpPr>
          <p:cNvPr id="31" name="文本框 30"/>
          <p:cNvSpPr txBox="1"/>
          <p:nvPr/>
        </p:nvSpPr>
        <p:spPr>
          <a:xfrm>
            <a:off x="512123" y="4506631"/>
            <a:ext cx="1663871" cy="245110"/>
          </a:xfrm>
          <a:prstGeom prst="rect">
            <a:avLst/>
          </a:prstGeom>
          <a:noFill/>
        </p:spPr>
        <p:txBody>
          <a:bodyPr wrap="square">
            <a:spAutoFit/>
          </a:bodyPr>
          <a:lstStyle/>
          <a:p>
            <a:pPr marL="203200">
              <a:lnSpc>
                <a:spcPct val="100000"/>
              </a:lnSpc>
              <a:spcBef>
                <a:spcPts val="1450"/>
              </a:spcBef>
            </a:pPr>
            <a:r>
              <a:rPr lang="en-US" altLang="zh-CN" sz="1000" b="1" i="0" spc="-85" dirty="0">
                <a:solidFill>
                  <a:srgbClr val="212121"/>
                </a:solidFill>
                <a:latin typeface="江城圆体 600W" panose="020B0800000000000000" pitchFamily="34" charset="-128"/>
                <a:ea typeface="江城圆体 600W" panose="020B0800000000000000" pitchFamily="34" charset="-128"/>
                <a:cs typeface="Microsoft JhengHei"/>
              </a:rPr>
              <a:t>4</a:t>
            </a:r>
            <a:r>
              <a:rPr lang="zh-CN" altLang="en-US" sz="1000" b="1" i="0" spc="-130" dirty="0">
                <a:solidFill>
                  <a:srgbClr val="212121"/>
                </a:solidFill>
                <a:latin typeface="江城圆体 600W" panose="020B0800000000000000" pitchFamily="34" charset="-128"/>
                <a:ea typeface="江城圆体 600W" panose="020B0800000000000000" pitchFamily="34" charset="-128"/>
                <a:cs typeface="Microsoft JhengHei"/>
              </a:rPr>
              <a:t>、可否增加些什么？</a:t>
            </a:r>
            <a:endParaRPr lang="zh-CN" altLang="en-US" sz="1000" b="1" i="0" dirty="0">
              <a:latin typeface="江城圆体 600W" panose="020B0800000000000000" pitchFamily="34" charset="-128"/>
              <a:ea typeface="江城圆体 600W" panose="020B0800000000000000" pitchFamily="34" charset="-128"/>
              <a:cs typeface="Microsoft JhengHei"/>
            </a:endParaRPr>
          </a:p>
        </p:txBody>
      </p:sp>
      <p:sp>
        <p:nvSpPr>
          <p:cNvPr id="32" name="文本框 31"/>
          <p:cNvSpPr txBox="1"/>
          <p:nvPr/>
        </p:nvSpPr>
        <p:spPr>
          <a:xfrm>
            <a:off x="512123" y="4914404"/>
            <a:ext cx="1663871" cy="245110"/>
          </a:xfrm>
          <a:prstGeom prst="rect">
            <a:avLst/>
          </a:prstGeom>
          <a:noFill/>
        </p:spPr>
        <p:txBody>
          <a:bodyPr wrap="square">
            <a:spAutoFit/>
          </a:bodyPr>
          <a:lstStyle/>
          <a:p>
            <a:pPr marL="203200">
              <a:lnSpc>
                <a:spcPct val="100000"/>
              </a:lnSpc>
              <a:spcBef>
                <a:spcPts val="1350"/>
              </a:spcBef>
            </a:pPr>
            <a:r>
              <a:rPr lang="en-US" altLang="zh-CN" sz="1000" b="1" i="0" spc="-85" dirty="0">
                <a:solidFill>
                  <a:srgbClr val="212121"/>
                </a:solidFill>
                <a:latin typeface="江城圆体 600W" panose="020B0800000000000000" pitchFamily="34" charset="-128"/>
                <a:ea typeface="江城圆体 600W" panose="020B0800000000000000" pitchFamily="34" charset="-128"/>
                <a:cs typeface="Microsoft JhengHei"/>
              </a:rPr>
              <a:t>5</a:t>
            </a:r>
            <a:r>
              <a:rPr lang="zh-CN" altLang="en-US" sz="1000" b="1" i="0" spc="-130" dirty="0">
                <a:solidFill>
                  <a:srgbClr val="212121"/>
                </a:solidFill>
                <a:latin typeface="江城圆体 600W" panose="020B0800000000000000" pitchFamily="34" charset="-128"/>
                <a:ea typeface="江城圆体 600W" panose="020B0800000000000000" pitchFamily="34" charset="-128"/>
                <a:cs typeface="Microsoft JhengHei"/>
              </a:rPr>
              <a:t>、可否减少些什么？</a:t>
            </a:r>
            <a:endParaRPr lang="zh-CN" altLang="en-US" sz="1000" b="1" i="0" dirty="0">
              <a:latin typeface="江城圆体 600W" panose="020B0800000000000000" pitchFamily="34" charset="-128"/>
              <a:ea typeface="江城圆体 600W" panose="020B0800000000000000" pitchFamily="34" charset="-128"/>
              <a:cs typeface="Microsoft JhengHei"/>
            </a:endParaRPr>
          </a:p>
        </p:txBody>
      </p:sp>
      <p:sp>
        <p:nvSpPr>
          <p:cNvPr id="33" name="文本框 32"/>
          <p:cNvSpPr txBox="1"/>
          <p:nvPr/>
        </p:nvSpPr>
        <p:spPr>
          <a:xfrm>
            <a:off x="512123" y="5841160"/>
            <a:ext cx="1663871" cy="245110"/>
          </a:xfrm>
          <a:prstGeom prst="rect">
            <a:avLst/>
          </a:prstGeom>
          <a:noFill/>
        </p:spPr>
        <p:txBody>
          <a:bodyPr wrap="square">
            <a:spAutoFit/>
          </a:bodyPr>
          <a:lstStyle/>
          <a:p>
            <a:pPr marL="177800">
              <a:lnSpc>
                <a:spcPct val="100000"/>
              </a:lnSpc>
              <a:spcBef>
                <a:spcPts val="1250"/>
              </a:spcBef>
            </a:pPr>
            <a:r>
              <a:rPr lang="en-US" altLang="zh-CN" sz="1000" b="1" i="0" spc="-100" dirty="0">
                <a:solidFill>
                  <a:srgbClr val="212121"/>
                </a:solidFill>
                <a:latin typeface="江城圆体 600W" panose="020B0800000000000000" pitchFamily="34" charset="-128"/>
                <a:ea typeface="江城圆体 600W" panose="020B0800000000000000" pitchFamily="34" charset="-128"/>
                <a:cs typeface="Microsoft JhengHei"/>
              </a:rPr>
              <a:t>7</a:t>
            </a:r>
            <a:r>
              <a:rPr lang="zh-CN" altLang="en-US" sz="1000" b="1" i="0" spc="-145" dirty="0">
                <a:solidFill>
                  <a:srgbClr val="212121"/>
                </a:solidFill>
                <a:latin typeface="江城圆体 600W" panose="020B0800000000000000" pitchFamily="34" charset="-128"/>
                <a:ea typeface="江城圆体 600W" panose="020B0800000000000000" pitchFamily="34" charset="-128"/>
                <a:cs typeface="Microsoft JhengHei"/>
              </a:rPr>
              <a:t>、能不能替换？</a:t>
            </a:r>
            <a:endParaRPr lang="zh-CN" altLang="en-US" sz="1000" b="1" i="0" dirty="0">
              <a:latin typeface="江城圆体 600W" panose="020B0800000000000000" pitchFamily="34" charset="-128"/>
              <a:ea typeface="江城圆体 600W" panose="020B0800000000000000" pitchFamily="34" charset="-128"/>
              <a:cs typeface="Microsoft JhengHei"/>
            </a:endParaRPr>
          </a:p>
        </p:txBody>
      </p:sp>
      <p:sp>
        <p:nvSpPr>
          <p:cNvPr id="34" name="文本框 33"/>
          <p:cNvSpPr txBox="1"/>
          <p:nvPr/>
        </p:nvSpPr>
        <p:spPr>
          <a:xfrm>
            <a:off x="499766" y="6236577"/>
            <a:ext cx="1663871" cy="245110"/>
          </a:xfrm>
          <a:prstGeom prst="rect">
            <a:avLst/>
          </a:prstGeom>
          <a:noFill/>
        </p:spPr>
        <p:txBody>
          <a:bodyPr wrap="square">
            <a:spAutoFit/>
          </a:bodyPr>
          <a:lstStyle/>
          <a:p>
            <a:pPr marL="203200">
              <a:lnSpc>
                <a:spcPct val="100000"/>
              </a:lnSpc>
              <a:spcBef>
                <a:spcPts val="1350"/>
              </a:spcBef>
            </a:pPr>
            <a:r>
              <a:rPr lang="en-US" altLang="zh-CN" sz="1000" b="1" i="0" spc="-100" dirty="0">
                <a:solidFill>
                  <a:srgbClr val="212121"/>
                </a:solidFill>
                <a:latin typeface="江城圆体 600W" panose="020B0800000000000000" pitchFamily="34" charset="-128"/>
                <a:ea typeface="江城圆体 600W" panose="020B0800000000000000" pitchFamily="34" charset="-128"/>
                <a:cs typeface="Microsoft JhengHei"/>
              </a:rPr>
              <a:t>8</a:t>
            </a:r>
            <a:r>
              <a:rPr lang="zh-CN" altLang="en-US" sz="1000" b="1" i="0" spc="-145" dirty="0">
                <a:solidFill>
                  <a:srgbClr val="212121"/>
                </a:solidFill>
                <a:latin typeface="江城圆体 600W" panose="020B0800000000000000" pitchFamily="34" charset="-128"/>
                <a:ea typeface="江城圆体 600W" panose="020B0800000000000000" pitchFamily="34" charset="-128"/>
                <a:cs typeface="Microsoft JhengHei"/>
              </a:rPr>
              <a:t>、能不能反转？</a:t>
            </a:r>
            <a:endParaRPr lang="zh-CN" altLang="en-US" sz="1000" b="1" i="0" dirty="0">
              <a:latin typeface="江城圆体 600W" panose="020B0800000000000000" pitchFamily="34" charset="-128"/>
              <a:ea typeface="江城圆体 600W" panose="020B0800000000000000" pitchFamily="34" charset="-128"/>
              <a:cs typeface="Microsoft JhengHei"/>
            </a:endParaRPr>
          </a:p>
        </p:txBody>
      </p:sp>
      <p:sp>
        <p:nvSpPr>
          <p:cNvPr id="35" name="文本框 34"/>
          <p:cNvSpPr txBox="1"/>
          <p:nvPr/>
        </p:nvSpPr>
        <p:spPr>
          <a:xfrm>
            <a:off x="499766" y="6718490"/>
            <a:ext cx="1663871" cy="245110"/>
          </a:xfrm>
          <a:prstGeom prst="rect">
            <a:avLst/>
          </a:prstGeom>
          <a:noFill/>
        </p:spPr>
        <p:txBody>
          <a:bodyPr wrap="square">
            <a:spAutoFit/>
          </a:bodyPr>
          <a:lstStyle/>
          <a:p>
            <a:pPr marL="203200">
              <a:lnSpc>
                <a:spcPct val="100000"/>
              </a:lnSpc>
              <a:spcBef>
                <a:spcPts val="1735"/>
              </a:spcBef>
            </a:pPr>
            <a:r>
              <a:rPr lang="en-US" altLang="zh-CN" sz="1000" b="1" i="0" spc="-85" dirty="0">
                <a:solidFill>
                  <a:srgbClr val="212121"/>
                </a:solidFill>
                <a:latin typeface="江城圆体 600W" panose="020B0800000000000000" pitchFamily="34" charset="-128"/>
                <a:ea typeface="江城圆体 600W" panose="020B0800000000000000" pitchFamily="34" charset="-128"/>
                <a:cs typeface="Microsoft JhengHei"/>
              </a:rPr>
              <a:t>9</a:t>
            </a:r>
            <a:r>
              <a:rPr lang="zh-CN" altLang="en-US" sz="1000" b="1" i="0" spc="-130" dirty="0">
                <a:solidFill>
                  <a:srgbClr val="212121"/>
                </a:solidFill>
                <a:latin typeface="江城圆体 600W" panose="020B0800000000000000" pitchFamily="34" charset="-128"/>
                <a:ea typeface="江城圆体 600W" panose="020B0800000000000000" pitchFamily="34" charset="-128"/>
                <a:cs typeface="Microsoft JhengHei"/>
              </a:rPr>
              <a:t>、能不能重新组合？</a:t>
            </a:r>
            <a:endParaRPr lang="zh-CN" altLang="en-US" sz="1000" b="1" i="0" dirty="0">
              <a:latin typeface="江城圆体 600W" panose="020B0800000000000000" pitchFamily="34" charset="-128"/>
              <a:ea typeface="江城圆体 600W" panose="020B0800000000000000" pitchFamily="34" charset="-128"/>
              <a:cs typeface="Microsoft JhengHei"/>
            </a:endParaRPr>
          </a:p>
        </p:txBody>
      </p:sp>
      <p:sp>
        <p:nvSpPr>
          <p:cNvPr id="36" name="文本框 35"/>
          <p:cNvSpPr txBox="1"/>
          <p:nvPr/>
        </p:nvSpPr>
        <p:spPr>
          <a:xfrm>
            <a:off x="499766" y="7286901"/>
            <a:ext cx="1663871" cy="245110"/>
          </a:xfrm>
          <a:prstGeom prst="rect">
            <a:avLst/>
          </a:prstGeom>
          <a:noFill/>
        </p:spPr>
        <p:txBody>
          <a:bodyPr wrap="square">
            <a:spAutoFit/>
          </a:bodyPr>
          <a:lstStyle/>
          <a:p>
            <a:pPr marL="203200">
              <a:lnSpc>
                <a:spcPct val="100000"/>
              </a:lnSpc>
              <a:spcBef>
                <a:spcPts val="1450"/>
              </a:spcBef>
            </a:pPr>
            <a:r>
              <a:rPr lang="zh-CN" altLang="en-US" sz="1000" b="1" i="0" spc="-25" dirty="0">
                <a:solidFill>
                  <a:srgbClr val="212121"/>
                </a:solidFill>
                <a:latin typeface="江城圆体 600W" panose="020B0800000000000000" pitchFamily="34" charset="-128"/>
                <a:ea typeface="江城圆体 600W" panose="020B0800000000000000" pitchFamily="34" charset="-128"/>
                <a:cs typeface="Microsoft JhengHei"/>
              </a:rPr>
              <a:t>结论：</a:t>
            </a:r>
            <a:endParaRPr lang="zh-CN" altLang="en-US" sz="1000" b="1" i="0" dirty="0">
              <a:latin typeface="江城圆体 600W" panose="020B0800000000000000" pitchFamily="34" charset="-128"/>
              <a:ea typeface="江城圆体 600W" panose="020B0800000000000000" pitchFamily="34" charset="-128"/>
              <a:cs typeface="Microsoft JhengHe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1060450" y="6838950"/>
            <a:ext cx="412750" cy="1733550"/>
            <a:chOff x="2120900" y="13677900"/>
            <a:chExt cx="825500" cy="3467100"/>
          </a:xfrm>
        </p:grpSpPr>
        <p:sp>
          <p:nvSpPr>
            <p:cNvPr id="5" name="object 5"/>
            <p:cNvSpPr/>
            <p:nvPr/>
          </p:nvSpPr>
          <p:spPr>
            <a:xfrm>
              <a:off x="2139950" y="13696950"/>
              <a:ext cx="787400" cy="3429000"/>
            </a:xfrm>
            <a:custGeom>
              <a:avLst/>
              <a:gdLst/>
              <a:ahLst/>
              <a:cxnLst/>
              <a:rect l="l" t="t" r="r" b="b"/>
              <a:pathLst>
                <a:path w="787400" h="3429000">
                  <a:moveTo>
                    <a:pt x="787400" y="0"/>
                  </a:moveTo>
                  <a:lnTo>
                    <a:pt x="0" y="0"/>
                  </a:lnTo>
                  <a:lnTo>
                    <a:pt x="0" y="3429000"/>
                  </a:lnTo>
                  <a:lnTo>
                    <a:pt x="787400" y="3429000"/>
                  </a:lnTo>
                  <a:lnTo>
                    <a:pt x="787400" y="0"/>
                  </a:lnTo>
                  <a:close/>
                </a:path>
              </a:pathLst>
            </a:custGeom>
            <a:solidFill>
              <a:srgbClr val="11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 name="object 6"/>
            <p:cNvSpPr/>
            <p:nvPr/>
          </p:nvSpPr>
          <p:spPr>
            <a:xfrm>
              <a:off x="2139950" y="13696950"/>
              <a:ext cx="787400" cy="3429000"/>
            </a:xfrm>
            <a:custGeom>
              <a:avLst/>
              <a:gdLst/>
              <a:ahLst/>
              <a:cxnLst/>
              <a:rect l="l" t="t" r="r" b="b"/>
              <a:pathLst>
                <a:path w="787400" h="3429000">
                  <a:moveTo>
                    <a:pt x="787400" y="0"/>
                  </a:moveTo>
                  <a:lnTo>
                    <a:pt x="787400" y="3429000"/>
                  </a:lnTo>
                  <a:lnTo>
                    <a:pt x="0" y="3429000"/>
                  </a:lnTo>
                  <a:lnTo>
                    <a:pt x="0" y="0"/>
                  </a:lnTo>
                  <a:lnTo>
                    <a:pt x="78740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7" name="object 7"/>
          <p:cNvSpPr txBox="1"/>
          <p:nvPr/>
        </p:nvSpPr>
        <p:spPr>
          <a:xfrm>
            <a:off x="1206604" y="6864350"/>
            <a:ext cx="127000" cy="755015"/>
          </a:xfrm>
          <a:prstGeom prst="rect">
            <a:avLst/>
          </a:prstGeom>
        </p:spPr>
        <p:txBody>
          <a:bodyPr vert="horz" wrap="square" lIns="0" tIns="24130" rIns="0" bIns="0" rtlCol="0">
            <a:spAutoFit/>
          </a:bodyPr>
          <a:lstStyle/>
          <a:p>
            <a:pPr marL="6350" marR="2540" algn="just">
              <a:lnSpc>
                <a:spcPts val="950"/>
              </a:lnSpc>
              <a:spcBef>
                <a:spcPts val="190"/>
              </a:spcBef>
            </a:pPr>
            <a:r>
              <a:rPr sz="900" dirty="0">
                <a:solidFill>
                  <a:srgbClr val="FFFFFF"/>
                </a:solidFill>
                <a:latin typeface="江城圆体 400W" panose="020B0800000000000000" pitchFamily="34" charset="-128"/>
                <a:ea typeface="江城圆体 400W" panose="020B0800000000000000" pitchFamily="34" charset="-128"/>
                <a:cs typeface="Microsoft JhengHei"/>
              </a:rPr>
              <a:t>自我揭露程度</a:t>
            </a:r>
            <a:endParaRPr sz="900">
              <a:latin typeface="江城圆体 400W" panose="020B0800000000000000" pitchFamily="34" charset="-128"/>
              <a:ea typeface="江城圆体 400W" panose="020B0800000000000000" pitchFamily="34" charset="-128"/>
              <a:cs typeface="Microsoft JhengHei"/>
            </a:endParaRPr>
          </a:p>
        </p:txBody>
      </p:sp>
      <p:sp>
        <p:nvSpPr>
          <p:cNvPr id="8" name="object 8"/>
          <p:cNvSpPr txBox="1"/>
          <p:nvPr/>
        </p:nvSpPr>
        <p:spPr>
          <a:xfrm>
            <a:off x="1206604" y="7931150"/>
            <a:ext cx="127000" cy="633095"/>
          </a:xfrm>
          <a:prstGeom prst="rect">
            <a:avLst/>
          </a:prstGeom>
        </p:spPr>
        <p:txBody>
          <a:bodyPr vert="horz" wrap="square" lIns="0" tIns="24130" rIns="0" bIns="0" rtlCol="0">
            <a:spAutoFit/>
          </a:bodyPr>
          <a:lstStyle/>
          <a:p>
            <a:pPr marL="6350" marR="2540" algn="just">
              <a:lnSpc>
                <a:spcPts val="950"/>
              </a:lnSpc>
              <a:spcBef>
                <a:spcPts val="190"/>
              </a:spcBef>
            </a:pPr>
            <a:r>
              <a:rPr sz="900" dirty="0">
                <a:solidFill>
                  <a:srgbClr val="FFFFFF"/>
                </a:solidFill>
                <a:latin typeface="江城圆体 400W" panose="020B0800000000000000" pitchFamily="34" charset="-128"/>
                <a:ea typeface="江城圆体 400W" panose="020B0800000000000000" pitchFamily="34" charset="-128"/>
                <a:cs typeface="Microsoft JhengHei"/>
              </a:rPr>
              <a:t>关系满意度</a:t>
            </a:r>
            <a:endParaRPr sz="900">
              <a:latin typeface="江城圆体 400W" panose="020B0800000000000000" pitchFamily="34" charset="-128"/>
              <a:ea typeface="江城圆体 400W" panose="020B0800000000000000" pitchFamily="34" charset="-128"/>
              <a:cs typeface="Microsoft JhengHei"/>
            </a:endParaRPr>
          </a:p>
        </p:txBody>
      </p:sp>
      <p:grpSp>
        <p:nvGrpSpPr>
          <p:cNvPr id="9" name="object 9"/>
          <p:cNvGrpSpPr/>
          <p:nvPr/>
        </p:nvGrpSpPr>
        <p:grpSpPr>
          <a:xfrm>
            <a:off x="1221626" y="6838950"/>
            <a:ext cx="1775777" cy="1733550"/>
            <a:chOff x="2443252" y="13677900"/>
            <a:chExt cx="3551554" cy="3467100"/>
          </a:xfrm>
        </p:grpSpPr>
        <p:sp>
          <p:nvSpPr>
            <p:cNvPr id="10" name="object 10"/>
            <p:cNvSpPr/>
            <p:nvPr/>
          </p:nvSpPr>
          <p:spPr>
            <a:xfrm>
              <a:off x="2443252" y="15196874"/>
              <a:ext cx="179705" cy="695960"/>
            </a:xfrm>
            <a:custGeom>
              <a:avLst/>
              <a:gdLst/>
              <a:ahLst/>
              <a:cxnLst/>
              <a:rect l="l" t="t" r="r" b="b"/>
              <a:pathLst>
                <a:path w="179705" h="695959">
                  <a:moveTo>
                    <a:pt x="90893" y="0"/>
                  </a:moveTo>
                  <a:lnTo>
                    <a:pt x="83602" y="3646"/>
                  </a:lnTo>
                  <a:lnTo>
                    <a:pt x="81939" y="5309"/>
                  </a:lnTo>
                  <a:lnTo>
                    <a:pt x="0" y="169188"/>
                  </a:lnTo>
                  <a:lnTo>
                    <a:pt x="2123" y="175558"/>
                  </a:lnTo>
                  <a:lnTo>
                    <a:pt x="8881" y="178795"/>
                  </a:lnTo>
                  <a:lnTo>
                    <a:pt x="11008" y="179297"/>
                  </a:lnTo>
                  <a:lnTo>
                    <a:pt x="77697" y="179294"/>
                  </a:lnTo>
                  <a:lnTo>
                    <a:pt x="77697" y="516543"/>
                  </a:lnTo>
                  <a:lnTo>
                    <a:pt x="10459" y="516553"/>
                  </a:lnTo>
                  <a:lnTo>
                    <a:pt x="8835" y="516936"/>
                  </a:lnTo>
                  <a:lnTo>
                    <a:pt x="2123" y="520292"/>
                  </a:lnTo>
                  <a:lnTo>
                    <a:pt x="0" y="526662"/>
                  </a:lnTo>
                  <a:lnTo>
                    <a:pt x="81939" y="690540"/>
                  </a:lnTo>
                  <a:lnTo>
                    <a:pt x="83602" y="692204"/>
                  </a:lnTo>
                  <a:lnTo>
                    <a:pt x="90893" y="695850"/>
                  </a:lnTo>
                  <a:lnTo>
                    <a:pt x="97265" y="693727"/>
                  </a:lnTo>
                  <a:lnTo>
                    <a:pt x="178913" y="530429"/>
                  </a:lnTo>
                  <a:lnTo>
                    <a:pt x="179297" y="528805"/>
                  </a:lnTo>
                  <a:lnTo>
                    <a:pt x="179297" y="527159"/>
                  </a:lnTo>
                  <a:lnTo>
                    <a:pt x="178560" y="520599"/>
                  </a:lnTo>
                  <a:lnTo>
                    <a:pt x="174097" y="516553"/>
                  </a:lnTo>
                  <a:lnTo>
                    <a:pt x="103097" y="516543"/>
                  </a:lnTo>
                  <a:lnTo>
                    <a:pt x="103097" y="179294"/>
                  </a:lnTo>
                  <a:lnTo>
                    <a:pt x="174548" y="179297"/>
                  </a:lnTo>
                  <a:lnTo>
                    <a:pt x="179297" y="174548"/>
                  </a:lnTo>
                  <a:lnTo>
                    <a:pt x="179297" y="167045"/>
                  </a:lnTo>
                  <a:lnTo>
                    <a:pt x="178913" y="165421"/>
                  </a:lnTo>
                  <a:lnTo>
                    <a:pt x="99884" y="7362"/>
                  </a:lnTo>
                  <a:lnTo>
                    <a:pt x="97265" y="2123"/>
                  </a:lnTo>
                  <a:lnTo>
                    <a:pt x="90893" y="0"/>
                  </a:lnTo>
                  <a:close/>
                </a:path>
              </a:pathLst>
            </a:custGeom>
            <a:solidFill>
              <a:srgbClr val="F0BEC7"/>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 name="object 11"/>
            <p:cNvSpPr/>
            <p:nvPr/>
          </p:nvSpPr>
          <p:spPr>
            <a:xfrm>
              <a:off x="3232149" y="13696950"/>
              <a:ext cx="2743200" cy="3429000"/>
            </a:xfrm>
            <a:custGeom>
              <a:avLst/>
              <a:gdLst/>
              <a:ahLst/>
              <a:cxnLst/>
              <a:rect l="l" t="t" r="r" b="b"/>
              <a:pathLst>
                <a:path w="2743200" h="3429000">
                  <a:moveTo>
                    <a:pt x="2743200" y="0"/>
                  </a:moveTo>
                  <a:lnTo>
                    <a:pt x="2743200" y="3429000"/>
                  </a:lnTo>
                  <a:lnTo>
                    <a:pt x="0" y="3429000"/>
                  </a:lnTo>
                  <a:lnTo>
                    <a:pt x="0" y="0"/>
                  </a:lnTo>
                  <a:lnTo>
                    <a:pt x="274320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2" name="object 12"/>
          <p:cNvSpPr txBox="1"/>
          <p:nvPr/>
        </p:nvSpPr>
        <p:spPr>
          <a:xfrm>
            <a:off x="1107616" y="7708900"/>
            <a:ext cx="312103" cy="98425"/>
          </a:xfrm>
          <a:prstGeom prst="rect">
            <a:avLst/>
          </a:prstGeom>
        </p:spPr>
        <p:txBody>
          <a:bodyPr vert="horz" wrap="square" lIns="0" tIns="6350" rIns="0" bIns="0" rtlCol="0">
            <a:spAutoFit/>
          </a:bodyPr>
          <a:lstStyle/>
          <a:p>
            <a:pPr marL="6350">
              <a:spcBef>
                <a:spcPts val="50"/>
              </a:spcBef>
            </a:pPr>
            <a:r>
              <a:rPr sz="6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显著相关</a:t>
            </a:r>
            <a:endParaRPr sz="600">
              <a:latin typeface="江城圆体 400W" panose="020B0800000000000000" pitchFamily="34" charset="-128"/>
              <a:ea typeface="江城圆体 400W" panose="020B0800000000000000" pitchFamily="34" charset="-128"/>
              <a:cs typeface="PMingLiU" panose="02020500000000000000" charset="-120"/>
            </a:endParaRPr>
          </a:p>
        </p:txBody>
      </p:sp>
      <p:sp>
        <p:nvSpPr>
          <p:cNvPr id="13" name="object 13"/>
          <p:cNvSpPr txBox="1"/>
          <p:nvPr/>
        </p:nvSpPr>
        <p:spPr>
          <a:xfrm>
            <a:off x="2069146" y="8356600"/>
            <a:ext cx="656273" cy="128905"/>
          </a:xfrm>
          <a:prstGeom prst="rect">
            <a:avLst/>
          </a:prstGeom>
        </p:spPr>
        <p:txBody>
          <a:bodyPr vert="horz" wrap="square" lIns="0" tIns="6350" rIns="0" bIns="0" rtlCol="0">
            <a:spAutoFit/>
          </a:bodyPr>
          <a:lstStyle/>
          <a:p>
            <a:pPr marL="6350">
              <a:spcBef>
                <a:spcPts val="5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自我揭露-广度</a:t>
            </a:r>
            <a:endParaRPr sz="800">
              <a:latin typeface="江城圆体 400W" panose="020B0800000000000000" pitchFamily="34" charset="-128"/>
              <a:ea typeface="江城圆体 400W" panose="020B0800000000000000" pitchFamily="34" charset="-128"/>
              <a:cs typeface="PMingLiU" panose="02020500000000000000" charset="-120"/>
            </a:endParaRPr>
          </a:p>
        </p:txBody>
      </p:sp>
      <p:sp>
        <p:nvSpPr>
          <p:cNvPr id="14" name="object 14"/>
          <p:cNvSpPr txBox="1"/>
          <p:nvPr/>
        </p:nvSpPr>
        <p:spPr>
          <a:xfrm>
            <a:off x="1692240" y="7867650"/>
            <a:ext cx="44768" cy="128905"/>
          </a:xfrm>
          <a:prstGeom prst="rect">
            <a:avLst/>
          </a:prstGeom>
        </p:spPr>
        <p:txBody>
          <a:bodyPr vert="horz" wrap="square" lIns="0" tIns="6350" rIns="0" bIns="0" rtlCol="0">
            <a:spAutoFit/>
          </a:bodyPr>
          <a:lstStyle/>
          <a:p>
            <a:pPr>
              <a:spcBef>
                <a:spcPts val="5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endParaRPr sz="800">
              <a:latin typeface="江城圆体 400W" panose="020B0800000000000000" pitchFamily="34" charset="-128"/>
              <a:ea typeface="江城圆体 400W" panose="020B0800000000000000" pitchFamily="34" charset="-128"/>
              <a:cs typeface="PMingLiU" panose="02020500000000000000" charset="-120"/>
            </a:endParaRPr>
          </a:p>
        </p:txBody>
      </p:sp>
      <p:sp>
        <p:nvSpPr>
          <p:cNvPr id="15" name="object 15"/>
          <p:cNvSpPr txBox="1"/>
          <p:nvPr/>
        </p:nvSpPr>
        <p:spPr>
          <a:xfrm>
            <a:off x="1664605" y="7975600"/>
            <a:ext cx="226378" cy="576580"/>
          </a:xfrm>
          <a:prstGeom prst="rect">
            <a:avLst/>
          </a:prstGeom>
        </p:spPr>
        <p:txBody>
          <a:bodyPr vert="horz" wrap="square" lIns="0" tIns="21590" rIns="0" bIns="0" rtlCol="0">
            <a:spAutoFit/>
          </a:bodyPr>
          <a:lstStyle/>
          <a:p>
            <a:pPr marR="122555">
              <a:lnSpc>
                <a:spcPts val="850"/>
              </a:lnSpc>
              <a:spcBef>
                <a:spcPts val="170"/>
              </a:spcBef>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深度</a:t>
            </a:r>
            <a:endParaRPr sz="800">
              <a:latin typeface="江城圆体 400W" panose="020B0800000000000000" pitchFamily="34" charset="-128"/>
              <a:ea typeface="江城圆体 400W" panose="020B0800000000000000" pitchFamily="34" charset="-128"/>
              <a:cs typeface="PMingLiU" panose="02020500000000000000" charset="-120"/>
            </a:endParaRPr>
          </a:p>
          <a:p>
            <a:pPr marL="69850" indent="-31750">
              <a:lnSpc>
                <a:spcPct val="117000"/>
              </a:lnSpc>
              <a:spcBef>
                <a:spcPts val="530"/>
              </a:spcBef>
            </a:pPr>
            <a:r>
              <a:rPr sz="5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亲密的话题</a:t>
            </a:r>
            <a:endParaRPr sz="50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16" name="object 16"/>
          <p:cNvGrpSpPr/>
          <p:nvPr/>
        </p:nvGrpSpPr>
        <p:grpSpPr>
          <a:xfrm>
            <a:off x="1736732" y="7412857"/>
            <a:ext cx="1196975" cy="988378"/>
            <a:chOff x="3473463" y="14825713"/>
            <a:chExt cx="2393950" cy="1976755"/>
          </a:xfrm>
        </p:grpSpPr>
        <p:sp>
          <p:nvSpPr>
            <p:cNvPr id="17" name="object 17"/>
            <p:cNvSpPr/>
            <p:nvPr/>
          </p:nvSpPr>
          <p:spPr>
            <a:xfrm>
              <a:off x="3473462" y="14825713"/>
              <a:ext cx="2191385" cy="1976755"/>
            </a:xfrm>
            <a:custGeom>
              <a:avLst/>
              <a:gdLst/>
              <a:ahLst/>
              <a:cxnLst/>
              <a:rect l="l" t="t" r="r" b="b"/>
              <a:pathLst>
                <a:path w="2191385" h="1976755">
                  <a:moveTo>
                    <a:pt x="266661" y="1695170"/>
                  </a:moveTo>
                  <a:lnTo>
                    <a:pt x="265061" y="1687779"/>
                  </a:lnTo>
                  <a:lnTo>
                    <a:pt x="260883" y="1681784"/>
                  </a:lnTo>
                  <a:lnTo>
                    <a:pt x="254762" y="1677784"/>
                  </a:lnTo>
                  <a:lnTo>
                    <a:pt x="247332" y="1676400"/>
                  </a:lnTo>
                  <a:lnTo>
                    <a:pt x="164782" y="1677644"/>
                  </a:lnTo>
                  <a:lnTo>
                    <a:pt x="139979" y="39344"/>
                  </a:lnTo>
                  <a:lnTo>
                    <a:pt x="222504" y="38100"/>
                  </a:lnTo>
                  <a:lnTo>
                    <a:pt x="241261" y="18770"/>
                  </a:lnTo>
                  <a:lnTo>
                    <a:pt x="239661" y="11379"/>
                  </a:lnTo>
                  <a:lnTo>
                    <a:pt x="235483" y="5384"/>
                  </a:lnTo>
                  <a:lnTo>
                    <a:pt x="229362" y="1384"/>
                  </a:lnTo>
                  <a:lnTo>
                    <a:pt x="221932" y="0"/>
                  </a:lnTo>
                  <a:lnTo>
                    <a:pt x="18757" y="3086"/>
                  </a:lnTo>
                  <a:lnTo>
                    <a:pt x="11366" y="4699"/>
                  </a:lnTo>
                  <a:lnTo>
                    <a:pt x="5372" y="8864"/>
                  </a:lnTo>
                  <a:lnTo>
                    <a:pt x="1384" y="14986"/>
                  </a:lnTo>
                  <a:lnTo>
                    <a:pt x="0" y="22415"/>
                  </a:lnTo>
                  <a:lnTo>
                    <a:pt x="1600" y="29806"/>
                  </a:lnTo>
                  <a:lnTo>
                    <a:pt x="5778" y="35801"/>
                  </a:lnTo>
                  <a:lnTo>
                    <a:pt x="11899" y="39801"/>
                  </a:lnTo>
                  <a:lnTo>
                    <a:pt x="19329" y="41173"/>
                  </a:lnTo>
                  <a:lnTo>
                    <a:pt x="101892" y="39916"/>
                  </a:lnTo>
                  <a:lnTo>
                    <a:pt x="126707" y="1678216"/>
                  </a:lnTo>
                  <a:lnTo>
                    <a:pt x="44157" y="1679486"/>
                  </a:lnTo>
                  <a:lnTo>
                    <a:pt x="25400" y="1698815"/>
                  </a:lnTo>
                  <a:lnTo>
                    <a:pt x="27000" y="1706206"/>
                  </a:lnTo>
                  <a:lnTo>
                    <a:pt x="31178" y="1712201"/>
                  </a:lnTo>
                  <a:lnTo>
                    <a:pt x="37299" y="1716201"/>
                  </a:lnTo>
                  <a:lnTo>
                    <a:pt x="44729" y="1717573"/>
                  </a:lnTo>
                  <a:lnTo>
                    <a:pt x="247904" y="1714500"/>
                  </a:lnTo>
                  <a:lnTo>
                    <a:pt x="255295" y="1712887"/>
                  </a:lnTo>
                  <a:lnTo>
                    <a:pt x="261289" y="1708721"/>
                  </a:lnTo>
                  <a:lnTo>
                    <a:pt x="265277" y="1702600"/>
                  </a:lnTo>
                  <a:lnTo>
                    <a:pt x="266661" y="1695170"/>
                  </a:lnTo>
                  <a:close/>
                </a:path>
                <a:path w="2191385" h="1976755">
                  <a:moveTo>
                    <a:pt x="2191105" y="1950707"/>
                  </a:moveTo>
                  <a:lnTo>
                    <a:pt x="2190356" y="1747507"/>
                  </a:lnTo>
                  <a:lnTo>
                    <a:pt x="2171242" y="1728520"/>
                  </a:lnTo>
                  <a:lnTo>
                    <a:pt x="2163826" y="1730044"/>
                  </a:lnTo>
                  <a:lnTo>
                    <a:pt x="2157793" y="1734159"/>
                  </a:lnTo>
                  <a:lnTo>
                    <a:pt x="2153729" y="1740230"/>
                  </a:lnTo>
                  <a:lnTo>
                    <a:pt x="2152256" y="1747647"/>
                  </a:lnTo>
                  <a:lnTo>
                    <a:pt x="2152561" y="1830197"/>
                  </a:lnTo>
                  <a:lnTo>
                    <a:pt x="387261" y="1836635"/>
                  </a:lnTo>
                  <a:lnTo>
                    <a:pt x="386956" y="1754073"/>
                  </a:lnTo>
                  <a:lnTo>
                    <a:pt x="367842" y="1735099"/>
                  </a:lnTo>
                  <a:lnTo>
                    <a:pt x="360426" y="1736623"/>
                  </a:lnTo>
                  <a:lnTo>
                    <a:pt x="354393" y="1740725"/>
                  </a:lnTo>
                  <a:lnTo>
                    <a:pt x="350329" y="1746796"/>
                  </a:lnTo>
                  <a:lnTo>
                    <a:pt x="348856" y="1754212"/>
                  </a:lnTo>
                  <a:lnTo>
                    <a:pt x="349605" y="1957412"/>
                  </a:lnTo>
                  <a:lnTo>
                    <a:pt x="351129" y="1964817"/>
                  </a:lnTo>
                  <a:lnTo>
                    <a:pt x="355231" y="1970862"/>
                  </a:lnTo>
                  <a:lnTo>
                    <a:pt x="361302" y="1974926"/>
                  </a:lnTo>
                  <a:lnTo>
                    <a:pt x="368719" y="1976386"/>
                  </a:lnTo>
                  <a:lnTo>
                    <a:pt x="376135" y="1974862"/>
                  </a:lnTo>
                  <a:lnTo>
                    <a:pt x="382168" y="1970760"/>
                  </a:lnTo>
                  <a:lnTo>
                    <a:pt x="386232" y="1964690"/>
                  </a:lnTo>
                  <a:lnTo>
                    <a:pt x="387705" y="1957273"/>
                  </a:lnTo>
                  <a:lnTo>
                    <a:pt x="387400" y="1874723"/>
                  </a:lnTo>
                  <a:lnTo>
                    <a:pt x="2152700" y="1868284"/>
                  </a:lnTo>
                  <a:lnTo>
                    <a:pt x="2153005" y="1950847"/>
                  </a:lnTo>
                  <a:lnTo>
                    <a:pt x="2172119" y="1969820"/>
                  </a:lnTo>
                  <a:lnTo>
                    <a:pt x="2179536" y="1968296"/>
                  </a:lnTo>
                  <a:lnTo>
                    <a:pt x="2185568" y="1964194"/>
                  </a:lnTo>
                  <a:lnTo>
                    <a:pt x="2189632" y="1958124"/>
                  </a:lnTo>
                  <a:lnTo>
                    <a:pt x="2191105" y="1950707"/>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8" name="object 18"/>
            <p:cNvSpPr/>
            <p:nvPr/>
          </p:nvSpPr>
          <p:spPr>
            <a:xfrm>
              <a:off x="4044950" y="15220950"/>
              <a:ext cx="749300" cy="965200"/>
            </a:xfrm>
            <a:custGeom>
              <a:avLst/>
              <a:gdLst/>
              <a:ahLst/>
              <a:cxnLst/>
              <a:rect l="l" t="t" r="r" b="b"/>
              <a:pathLst>
                <a:path w="749300" h="965200">
                  <a:moveTo>
                    <a:pt x="0" y="0"/>
                  </a:moveTo>
                  <a:lnTo>
                    <a:pt x="749300" y="965200"/>
                  </a:lnTo>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9" name="object 19"/>
            <p:cNvSpPr/>
            <p:nvPr/>
          </p:nvSpPr>
          <p:spPr>
            <a:xfrm>
              <a:off x="3727449" y="15220950"/>
              <a:ext cx="1066800" cy="1346200"/>
            </a:xfrm>
            <a:custGeom>
              <a:avLst/>
              <a:gdLst/>
              <a:ahLst/>
              <a:cxnLst/>
              <a:rect l="l" t="t" r="r" b="b"/>
              <a:pathLst>
                <a:path w="1066800" h="1346200">
                  <a:moveTo>
                    <a:pt x="0" y="0"/>
                  </a:moveTo>
                  <a:lnTo>
                    <a:pt x="1066800" y="1346200"/>
                  </a:lnTo>
                </a:path>
              </a:pathLst>
            </a:custGeom>
            <a:ln w="38100">
              <a:solidFill>
                <a:srgbClr val="49A9C2"/>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0" name="object 20"/>
            <p:cNvSpPr/>
            <p:nvPr/>
          </p:nvSpPr>
          <p:spPr>
            <a:xfrm>
              <a:off x="4324350" y="15220950"/>
              <a:ext cx="469900" cy="609600"/>
            </a:xfrm>
            <a:custGeom>
              <a:avLst/>
              <a:gdLst/>
              <a:ahLst/>
              <a:cxnLst/>
              <a:rect l="l" t="t" r="r" b="b"/>
              <a:pathLst>
                <a:path w="469900" h="609600">
                  <a:moveTo>
                    <a:pt x="0" y="0"/>
                  </a:moveTo>
                  <a:lnTo>
                    <a:pt x="469900" y="609600"/>
                  </a:lnTo>
                </a:path>
              </a:pathLst>
            </a:custGeom>
            <a:ln w="38100">
              <a:solidFill>
                <a:srgbClr val="7F62A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1" name="object 21"/>
            <p:cNvSpPr/>
            <p:nvPr/>
          </p:nvSpPr>
          <p:spPr>
            <a:xfrm>
              <a:off x="4794250" y="15220950"/>
              <a:ext cx="749300" cy="965200"/>
            </a:xfrm>
            <a:custGeom>
              <a:avLst/>
              <a:gdLst/>
              <a:ahLst/>
              <a:cxnLst/>
              <a:rect l="l" t="t" r="r" b="b"/>
              <a:pathLst>
                <a:path w="749300" h="965200">
                  <a:moveTo>
                    <a:pt x="749300" y="0"/>
                  </a:moveTo>
                  <a:lnTo>
                    <a:pt x="0" y="965200"/>
                  </a:lnTo>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2" name="object 22"/>
            <p:cNvSpPr/>
            <p:nvPr/>
          </p:nvSpPr>
          <p:spPr>
            <a:xfrm>
              <a:off x="4794250" y="15220950"/>
              <a:ext cx="1054100" cy="1346200"/>
            </a:xfrm>
            <a:custGeom>
              <a:avLst/>
              <a:gdLst/>
              <a:ahLst/>
              <a:cxnLst/>
              <a:rect l="l" t="t" r="r" b="b"/>
              <a:pathLst>
                <a:path w="1054100" h="1346200">
                  <a:moveTo>
                    <a:pt x="1054100" y="0"/>
                  </a:moveTo>
                  <a:lnTo>
                    <a:pt x="0" y="1346200"/>
                  </a:lnTo>
                </a:path>
              </a:pathLst>
            </a:custGeom>
            <a:ln w="38100">
              <a:solidFill>
                <a:srgbClr val="49A9C2"/>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3" name="object 23"/>
            <p:cNvSpPr/>
            <p:nvPr/>
          </p:nvSpPr>
          <p:spPr>
            <a:xfrm>
              <a:off x="4794250" y="15220950"/>
              <a:ext cx="469900" cy="609600"/>
            </a:xfrm>
            <a:custGeom>
              <a:avLst/>
              <a:gdLst/>
              <a:ahLst/>
              <a:cxnLst/>
              <a:rect l="l" t="t" r="r" b="b"/>
              <a:pathLst>
                <a:path w="469900" h="609600">
                  <a:moveTo>
                    <a:pt x="469900" y="0"/>
                  </a:moveTo>
                  <a:lnTo>
                    <a:pt x="0" y="609600"/>
                  </a:lnTo>
                </a:path>
              </a:pathLst>
            </a:custGeom>
            <a:ln w="38100">
              <a:solidFill>
                <a:srgbClr val="7F62A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4" name="object 24"/>
          <p:cNvSpPr txBox="1"/>
          <p:nvPr/>
        </p:nvSpPr>
        <p:spPr>
          <a:xfrm>
            <a:off x="1678097" y="6902450"/>
            <a:ext cx="1223010" cy="390525"/>
          </a:xfrm>
          <a:prstGeom prst="rect">
            <a:avLst/>
          </a:prstGeom>
        </p:spPr>
        <p:txBody>
          <a:bodyPr vert="horz" wrap="square" lIns="0" tIns="27940" rIns="0" bIns="0" rtlCol="0">
            <a:spAutoFit/>
          </a:bodyPr>
          <a:lstStyle/>
          <a:p>
            <a:pPr marL="417830" marR="2540" indent="-399415">
              <a:lnSpc>
                <a:spcPts val="1100"/>
              </a:lnSpc>
              <a:spcBef>
                <a:spcPts val="220"/>
              </a:spcBef>
            </a:pPr>
            <a:r>
              <a:rPr sz="1050" b="1" dirty="0">
                <a:solidFill>
                  <a:srgbClr val="212121"/>
                </a:solidFill>
                <a:latin typeface="江城圆体 600W" panose="020B0800000000000000" pitchFamily="34" charset="-128"/>
                <a:ea typeface="江城圆体 600W" panose="020B0800000000000000" pitchFamily="34" charset="-128"/>
                <a:cs typeface="Microsoft JhengHei"/>
              </a:rPr>
              <a:t>自我揭露与人际关系的发展</a:t>
            </a:r>
            <a:endParaRPr sz="1050" b="1" dirty="0">
              <a:latin typeface="江城圆体 600W" panose="020B0800000000000000" pitchFamily="34" charset="-128"/>
              <a:ea typeface="江城圆体 600W" panose="020B0800000000000000" pitchFamily="34" charset="-128"/>
              <a:cs typeface="Microsoft JhengHei"/>
            </a:endParaRPr>
          </a:p>
          <a:p>
            <a:pPr marL="6350">
              <a:spcBef>
                <a:spcPts val="30"/>
              </a:spcBef>
            </a:pPr>
            <a:r>
              <a:rPr sz="5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不亲密</a:t>
            </a:r>
            <a:endParaRPr sz="5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5" name="object 25"/>
          <p:cNvSpPr txBox="1"/>
          <p:nvPr/>
        </p:nvSpPr>
        <p:spPr>
          <a:xfrm>
            <a:off x="1664605" y="7256463"/>
            <a:ext cx="207328" cy="704850"/>
          </a:xfrm>
          <a:prstGeom prst="rect">
            <a:avLst/>
          </a:prstGeom>
        </p:spPr>
        <p:txBody>
          <a:bodyPr vert="horz" wrap="square" lIns="0" tIns="46038" rIns="0" bIns="0" rtlCol="0">
            <a:spAutoFit/>
          </a:bodyPr>
          <a:lstStyle/>
          <a:p>
            <a:pPr marL="19685">
              <a:spcBef>
                <a:spcPts val="365"/>
              </a:spcBef>
            </a:pPr>
            <a:r>
              <a:rPr sz="5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的话题</a:t>
            </a:r>
            <a:endParaRPr sz="500">
              <a:latin typeface="江城圆体 400W" panose="020B0800000000000000" pitchFamily="34" charset="-128"/>
              <a:ea typeface="江城圆体 400W" panose="020B0800000000000000" pitchFamily="34" charset="-128"/>
              <a:cs typeface="PMingLiU" panose="02020500000000000000" charset="-120"/>
            </a:endParaRPr>
          </a:p>
          <a:p>
            <a:pPr>
              <a:spcBef>
                <a:spcPts val="25"/>
              </a:spcBef>
            </a:pPr>
            <a:endParaRPr sz="425">
              <a:latin typeface="江城圆体 400W" panose="020B0800000000000000" pitchFamily="34" charset="-128"/>
              <a:ea typeface="江城圆体 400W" panose="020B0800000000000000" pitchFamily="34" charset="-128"/>
              <a:cs typeface="PMingLiU" panose="02020500000000000000" charset="-120"/>
            </a:endParaRPr>
          </a:p>
          <a:p>
            <a:pPr marR="103505" algn="just">
              <a:lnSpc>
                <a:spcPts val="850"/>
              </a:lnSpc>
            </a:pPr>
            <a:r>
              <a:rPr sz="8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自我揭露</a:t>
            </a:r>
            <a:endParaRPr sz="80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26" name="object 26"/>
          <p:cNvGrpSpPr/>
          <p:nvPr/>
        </p:nvGrpSpPr>
        <p:grpSpPr>
          <a:xfrm>
            <a:off x="1435100" y="7296150"/>
            <a:ext cx="685800" cy="444500"/>
            <a:chOff x="2870200" y="14592300"/>
            <a:chExt cx="1371600" cy="889000"/>
          </a:xfrm>
        </p:grpSpPr>
        <p:sp>
          <p:nvSpPr>
            <p:cNvPr id="27" name="object 27"/>
            <p:cNvSpPr/>
            <p:nvPr/>
          </p:nvSpPr>
          <p:spPr>
            <a:xfrm>
              <a:off x="2870200" y="15367000"/>
              <a:ext cx="419100" cy="114300"/>
            </a:xfrm>
            <a:custGeom>
              <a:avLst/>
              <a:gdLst/>
              <a:ahLst/>
              <a:cxnLst/>
              <a:rect l="l" t="t" r="r" b="b"/>
              <a:pathLst>
                <a:path w="419100" h="114300">
                  <a:moveTo>
                    <a:pt x="361950" y="0"/>
                  </a:moveTo>
                  <a:lnTo>
                    <a:pt x="341109" y="3919"/>
                  </a:lnTo>
                  <a:lnTo>
                    <a:pt x="323703" y="14684"/>
                  </a:lnTo>
                  <a:lnTo>
                    <a:pt x="311220" y="30806"/>
                  </a:lnTo>
                  <a:lnTo>
                    <a:pt x="305149" y="50798"/>
                  </a:lnTo>
                  <a:lnTo>
                    <a:pt x="113950" y="50798"/>
                  </a:lnTo>
                  <a:lnTo>
                    <a:pt x="107879" y="30806"/>
                  </a:lnTo>
                  <a:lnTo>
                    <a:pt x="95396" y="14684"/>
                  </a:lnTo>
                  <a:lnTo>
                    <a:pt x="77990" y="3919"/>
                  </a:lnTo>
                  <a:lnTo>
                    <a:pt x="57150" y="0"/>
                  </a:lnTo>
                  <a:lnTo>
                    <a:pt x="34904" y="4491"/>
                  </a:lnTo>
                  <a:lnTo>
                    <a:pt x="16738" y="16738"/>
                  </a:lnTo>
                  <a:lnTo>
                    <a:pt x="4491" y="34904"/>
                  </a:lnTo>
                  <a:lnTo>
                    <a:pt x="0" y="57150"/>
                  </a:lnTo>
                  <a:lnTo>
                    <a:pt x="4491" y="79395"/>
                  </a:lnTo>
                  <a:lnTo>
                    <a:pt x="16738" y="97561"/>
                  </a:lnTo>
                  <a:lnTo>
                    <a:pt x="34904" y="109808"/>
                  </a:lnTo>
                  <a:lnTo>
                    <a:pt x="57150" y="114300"/>
                  </a:lnTo>
                  <a:lnTo>
                    <a:pt x="77988" y="110381"/>
                  </a:lnTo>
                  <a:lnTo>
                    <a:pt x="95393" y="99618"/>
                  </a:lnTo>
                  <a:lnTo>
                    <a:pt x="107877" y="83497"/>
                  </a:lnTo>
                  <a:lnTo>
                    <a:pt x="113950" y="63508"/>
                  </a:lnTo>
                  <a:lnTo>
                    <a:pt x="305149" y="63508"/>
                  </a:lnTo>
                  <a:lnTo>
                    <a:pt x="311222" y="83497"/>
                  </a:lnTo>
                  <a:lnTo>
                    <a:pt x="323706" y="99618"/>
                  </a:lnTo>
                  <a:lnTo>
                    <a:pt x="341111" y="110381"/>
                  </a:lnTo>
                  <a:lnTo>
                    <a:pt x="361950" y="114300"/>
                  </a:lnTo>
                  <a:lnTo>
                    <a:pt x="384195" y="109808"/>
                  </a:lnTo>
                  <a:lnTo>
                    <a:pt x="402361" y="97561"/>
                  </a:lnTo>
                  <a:lnTo>
                    <a:pt x="414608" y="79395"/>
                  </a:lnTo>
                  <a:lnTo>
                    <a:pt x="419100" y="57150"/>
                  </a:lnTo>
                  <a:lnTo>
                    <a:pt x="414608" y="34904"/>
                  </a:lnTo>
                  <a:lnTo>
                    <a:pt x="402361" y="16738"/>
                  </a:lnTo>
                  <a:lnTo>
                    <a:pt x="384195" y="4491"/>
                  </a:lnTo>
                  <a:lnTo>
                    <a:pt x="3619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8" name="object 28"/>
            <p:cNvSpPr/>
            <p:nvPr/>
          </p:nvSpPr>
          <p:spPr>
            <a:xfrm>
              <a:off x="4057650" y="14611350"/>
              <a:ext cx="165100" cy="0"/>
            </a:xfrm>
            <a:custGeom>
              <a:avLst/>
              <a:gdLst/>
              <a:ahLst/>
              <a:cxnLst/>
              <a:rect l="l" t="t" r="r" b="b"/>
              <a:pathLst>
                <a:path w="165100">
                  <a:moveTo>
                    <a:pt x="165100" y="0"/>
                  </a:moveTo>
                  <a:lnTo>
                    <a:pt x="0" y="0"/>
                  </a:lnTo>
                </a:path>
              </a:pathLst>
            </a:custGeom>
            <a:ln w="38100">
              <a:solidFill>
                <a:srgbClr val="7F62A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9" name="object 29"/>
            <p:cNvSpPr/>
            <p:nvPr/>
          </p:nvSpPr>
          <p:spPr>
            <a:xfrm>
              <a:off x="4057650" y="14814550"/>
              <a:ext cx="165100" cy="0"/>
            </a:xfrm>
            <a:custGeom>
              <a:avLst/>
              <a:gdLst/>
              <a:ahLst/>
              <a:cxnLst/>
              <a:rect l="l" t="t" r="r" b="b"/>
              <a:pathLst>
                <a:path w="165100">
                  <a:moveTo>
                    <a:pt x="165100" y="0"/>
                  </a:moveTo>
                  <a:lnTo>
                    <a:pt x="0" y="0"/>
                  </a:lnTo>
                </a:path>
              </a:pathLst>
            </a:custGeom>
            <a:ln w="38100">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0" name="object 30"/>
            <p:cNvSpPr/>
            <p:nvPr/>
          </p:nvSpPr>
          <p:spPr>
            <a:xfrm>
              <a:off x="4057650" y="15017750"/>
              <a:ext cx="165100" cy="0"/>
            </a:xfrm>
            <a:custGeom>
              <a:avLst/>
              <a:gdLst/>
              <a:ahLst/>
              <a:cxnLst/>
              <a:rect l="l" t="t" r="r" b="b"/>
              <a:pathLst>
                <a:path w="165100">
                  <a:moveTo>
                    <a:pt x="165100" y="0"/>
                  </a:moveTo>
                  <a:lnTo>
                    <a:pt x="0" y="0"/>
                  </a:lnTo>
                </a:path>
              </a:pathLst>
            </a:custGeom>
            <a:ln w="38100">
              <a:solidFill>
                <a:srgbClr val="49A9C2"/>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31" name="object 31"/>
          <p:cNvSpPr txBox="1"/>
          <p:nvPr/>
        </p:nvSpPr>
        <p:spPr>
          <a:xfrm>
            <a:off x="2121339" y="7235190"/>
            <a:ext cx="761365" cy="312420"/>
          </a:xfrm>
          <a:prstGeom prst="rect">
            <a:avLst/>
          </a:prstGeom>
        </p:spPr>
        <p:txBody>
          <a:bodyPr vert="horz" wrap="square" lIns="0" tIns="16510" rIns="0" bIns="0" rtlCol="0">
            <a:spAutoFit/>
          </a:bodyPr>
          <a:lstStyle/>
          <a:p>
            <a:pPr marL="6985">
              <a:spcBef>
                <a:spcPts val="130"/>
              </a:spcBef>
            </a:pPr>
            <a:r>
              <a:rPr sz="6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陌生人：浅、窄</a:t>
            </a:r>
            <a:endParaRPr sz="600">
              <a:latin typeface="江城圆体 400W" panose="020B0800000000000000" pitchFamily="34" charset="-128"/>
              <a:ea typeface="江城圆体 400W" panose="020B0800000000000000" pitchFamily="34" charset="-128"/>
              <a:cs typeface="PMingLiU" panose="02020500000000000000" charset="-120"/>
            </a:endParaRPr>
          </a:p>
          <a:p>
            <a:pPr marL="12065" marR="2540" indent="-5715">
              <a:lnSpc>
                <a:spcPct val="111000"/>
              </a:lnSpc>
            </a:pPr>
            <a:r>
              <a:rPr sz="6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认识的人：较深、较宽亲密的朋友：深、宽</a:t>
            </a:r>
            <a:endParaRPr sz="600">
              <a:latin typeface="江城圆体 400W" panose="020B0800000000000000" pitchFamily="34" charset="-128"/>
              <a:ea typeface="江城圆体 400W" panose="020B0800000000000000" pitchFamily="34" charset="-128"/>
              <a:cs typeface="PMingLiU" panose="02020500000000000000" charset="-120"/>
            </a:endParaRPr>
          </a:p>
        </p:txBody>
      </p:sp>
      <p:sp>
        <p:nvSpPr>
          <p:cNvPr id="32" name="object 32"/>
          <p:cNvSpPr/>
          <p:nvPr/>
        </p:nvSpPr>
        <p:spPr>
          <a:xfrm>
            <a:off x="3133725" y="6848475"/>
            <a:ext cx="1371600" cy="1714500"/>
          </a:xfrm>
          <a:custGeom>
            <a:avLst/>
            <a:gdLst/>
            <a:ahLst/>
            <a:cxnLst/>
            <a:rect l="l" t="t" r="r" b="b"/>
            <a:pathLst>
              <a:path w="2743200" h="3429000">
                <a:moveTo>
                  <a:pt x="2743200" y="0"/>
                </a:moveTo>
                <a:lnTo>
                  <a:pt x="2743200" y="3429000"/>
                </a:lnTo>
                <a:lnTo>
                  <a:pt x="0" y="3429000"/>
                </a:lnTo>
                <a:lnTo>
                  <a:pt x="0" y="0"/>
                </a:lnTo>
                <a:lnTo>
                  <a:pt x="274320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3" name="object 33"/>
          <p:cNvSpPr txBox="1"/>
          <p:nvPr/>
        </p:nvSpPr>
        <p:spPr>
          <a:xfrm>
            <a:off x="3201491" y="6902450"/>
            <a:ext cx="1210945" cy="328930"/>
          </a:xfrm>
          <a:prstGeom prst="rect">
            <a:avLst/>
          </a:prstGeom>
        </p:spPr>
        <p:txBody>
          <a:bodyPr vert="horz" wrap="square" lIns="0" tIns="6350" rIns="0" bIns="0" rtlCol="0">
            <a:spAutoFit/>
          </a:bodyPr>
          <a:lstStyle/>
          <a:p>
            <a:pPr marL="6350">
              <a:spcBef>
                <a:spcPts val="50"/>
              </a:spcBef>
            </a:pPr>
            <a:r>
              <a:rPr sz="1050" b="1" dirty="0">
                <a:solidFill>
                  <a:srgbClr val="212121"/>
                </a:solidFill>
                <a:latin typeface="江城圆体 600W" panose="020B0800000000000000" pitchFamily="34" charset="-128"/>
                <a:ea typeface="江城圆体 600W" panose="020B0800000000000000" pitchFamily="34" charset="-128"/>
                <a:cs typeface="Microsoft JhengHei"/>
              </a:rPr>
              <a:t>影响自我揭露的因素</a:t>
            </a:r>
            <a:endParaRPr sz="1050" b="1" dirty="0">
              <a:latin typeface="江城圆体 600W" panose="020B0800000000000000" pitchFamily="34" charset="-128"/>
              <a:ea typeface="江城圆体 600W" panose="020B0800000000000000" pitchFamily="34" charset="-128"/>
              <a:cs typeface="Microsoft JhengHei"/>
            </a:endParaRPr>
          </a:p>
        </p:txBody>
      </p:sp>
      <p:sp>
        <p:nvSpPr>
          <p:cNvPr id="34" name="object 34"/>
          <p:cNvSpPr/>
          <p:nvPr/>
        </p:nvSpPr>
        <p:spPr>
          <a:xfrm>
            <a:off x="2952750" y="7683500"/>
            <a:ext cx="209550" cy="57150"/>
          </a:xfrm>
          <a:custGeom>
            <a:avLst/>
            <a:gdLst/>
            <a:ahLst/>
            <a:cxnLst/>
            <a:rect l="l" t="t" r="r" b="b"/>
            <a:pathLst>
              <a:path w="419100" h="114300">
                <a:moveTo>
                  <a:pt x="361950" y="0"/>
                </a:moveTo>
                <a:lnTo>
                  <a:pt x="341109" y="3919"/>
                </a:lnTo>
                <a:lnTo>
                  <a:pt x="323703" y="14684"/>
                </a:lnTo>
                <a:lnTo>
                  <a:pt x="311220" y="30806"/>
                </a:lnTo>
                <a:lnTo>
                  <a:pt x="305149" y="50798"/>
                </a:lnTo>
                <a:lnTo>
                  <a:pt x="113950" y="50798"/>
                </a:lnTo>
                <a:lnTo>
                  <a:pt x="107879" y="30806"/>
                </a:lnTo>
                <a:lnTo>
                  <a:pt x="95396" y="14684"/>
                </a:lnTo>
                <a:lnTo>
                  <a:pt x="77990" y="3919"/>
                </a:lnTo>
                <a:lnTo>
                  <a:pt x="57150" y="0"/>
                </a:lnTo>
                <a:lnTo>
                  <a:pt x="34904" y="4491"/>
                </a:lnTo>
                <a:lnTo>
                  <a:pt x="16738" y="16738"/>
                </a:lnTo>
                <a:lnTo>
                  <a:pt x="4491" y="34904"/>
                </a:lnTo>
                <a:lnTo>
                  <a:pt x="0" y="57150"/>
                </a:lnTo>
                <a:lnTo>
                  <a:pt x="4491" y="79395"/>
                </a:lnTo>
                <a:lnTo>
                  <a:pt x="16738" y="97561"/>
                </a:lnTo>
                <a:lnTo>
                  <a:pt x="34904" y="109808"/>
                </a:lnTo>
                <a:lnTo>
                  <a:pt x="57150" y="114300"/>
                </a:lnTo>
                <a:lnTo>
                  <a:pt x="77988" y="110381"/>
                </a:lnTo>
                <a:lnTo>
                  <a:pt x="95393" y="99618"/>
                </a:lnTo>
                <a:lnTo>
                  <a:pt x="107877" y="83497"/>
                </a:lnTo>
                <a:lnTo>
                  <a:pt x="113950" y="63508"/>
                </a:lnTo>
                <a:lnTo>
                  <a:pt x="305149" y="63508"/>
                </a:lnTo>
                <a:lnTo>
                  <a:pt x="311222" y="83497"/>
                </a:lnTo>
                <a:lnTo>
                  <a:pt x="323706" y="99618"/>
                </a:lnTo>
                <a:lnTo>
                  <a:pt x="341111" y="110381"/>
                </a:lnTo>
                <a:lnTo>
                  <a:pt x="361950" y="114300"/>
                </a:lnTo>
                <a:lnTo>
                  <a:pt x="384195" y="109808"/>
                </a:lnTo>
                <a:lnTo>
                  <a:pt x="402361" y="97561"/>
                </a:lnTo>
                <a:lnTo>
                  <a:pt x="414608" y="79395"/>
                </a:lnTo>
                <a:lnTo>
                  <a:pt x="419100" y="57150"/>
                </a:lnTo>
                <a:lnTo>
                  <a:pt x="414608" y="34904"/>
                </a:lnTo>
                <a:lnTo>
                  <a:pt x="402361" y="16738"/>
                </a:lnTo>
                <a:lnTo>
                  <a:pt x="384195" y="4491"/>
                </a:lnTo>
                <a:lnTo>
                  <a:pt x="3619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 name="object 35"/>
          <p:cNvSpPr txBox="1"/>
          <p:nvPr/>
        </p:nvSpPr>
        <p:spPr>
          <a:xfrm>
            <a:off x="3136900" y="7118350"/>
            <a:ext cx="1514476"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·团体的大小（group size）</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36" name="object 36"/>
          <p:cNvSpPr txBox="1"/>
          <p:nvPr/>
        </p:nvSpPr>
        <p:spPr>
          <a:xfrm>
            <a:off x="3136900" y="7255510"/>
            <a:ext cx="1314450" cy="1159510"/>
          </a:xfrm>
          <a:prstGeom prst="rect">
            <a:avLst/>
          </a:prstGeom>
        </p:spPr>
        <p:txBody>
          <a:bodyPr vert="horz" wrap="square" lIns="0" tIns="59690" rIns="0" bIns="0" rtlCol="0">
            <a:spAutoFit/>
          </a:bodyPr>
          <a:lstStyle/>
          <a:p>
            <a:pPr marL="6350">
              <a:spcBef>
                <a:spcPts val="47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·喜欢（liking）</a:t>
            </a:r>
            <a:endParaRPr sz="900" dirty="0">
              <a:latin typeface="江城圆体 400W" panose="020B0800000000000000" pitchFamily="34" charset="-128"/>
              <a:ea typeface="江城圆体 400W" panose="020B0800000000000000" pitchFamily="34" charset="-128"/>
              <a:cs typeface="PMingLiU" panose="02020500000000000000" charset="-120"/>
            </a:endParaRPr>
          </a:p>
          <a:p>
            <a:pPr marL="6350">
              <a:spcBef>
                <a:spcPts val="42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·相互性（reciprocity）</a:t>
            </a:r>
            <a:endParaRPr sz="900" dirty="0">
              <a:latin typeface="江城圆体 400W" panose="020B0800000000000000" pitchFamily="34" charset="-128"/>
              <a:ea typeface="江城圆体 400W" panose="020B0800000000000000" pitchFamily="34" charset="-128"/>
              <a:cs typeface="PMingLiU" panose="02020500000000000000" charset="-120"/>
            </a:endParaRPr>
          </a:p>
          <a:p>
            <a:pPr marL="6350">
              <a:spcBef>
                <a:spcPts val="42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·性别（gender）</a:t>
            </a:r>
            <a:endParaRPr sz="900" dirty="0">
              <a:latin typeface="江城圆体 400W" panose="020B0800000000000000" pitchFamily="34" charset="-128"/>
              <a:ea typeface="江城圆体 400W" panose="020B0800000000000000" pitchFamily="34" charset="-128"/>
              <a:cs typeface="PMingLiU" panose="02020500000000000000" charset="-120"/>
            </a:endParaRPr>
          </a:p>
          <a:p>
            <a:pPr marL="6350">
              <a:spcBef>
                <a:spcPts val="42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·性格（personality）</a:t>
            </a:r>
            <a:endParaRPr sz="900" dirty="0">
              <a:latin typeface="江城圆体 400W" panose="020B0800000000000000" pitchFamily="34" charset="-128"/>
              <a:ea typeface="江城圆体 400W" panose="020B0800000000000000" pitchFamily="34" charset="-128"/>
              <a:cs typeface="PMingLiU" panose="02020500000000000000" charset="-120"/>
            </a:endParaRPr>
          </a:p>
          <a:p>
            <a:pPr marL="6350">
              <a:spcBef>
                <a:spcPts val="42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·文化（culture）</a:t>
            </a:r>
            <a:endParaRPr sz="900" dirty="0">
              <a:latin typeface="江城圆体 400W" panose="020B0800000000000000" pitchFamily="34" charset="-128"/>
              <a:ea typeface="江城圆体 400W" panose="020B0800000000000000" pitchFamily="34" charset="-128"/>
              <a:cs typeface="PMingLiU" panose="02020500000000000000" charset="-120"/>
            </a:endParaRPr>
          </a:p>
          <a:p>
            <a:pPr marL="6350">
              <a:spcBef>
                <a:spcPts val="42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·危机（crisis）</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37" name="object 37"/>
          <p:cNvGrpSpPr/>
          <p:nvPr/>
        </p:nvGrpSpPr>
        <p:grpSpPr>
          <a:xfrm>
            <a:off x="346075" y="8788400"/>
            <a:ext cx="6165850" cy="6350"/>
            <a:chOff x="692150" y="17576800"/>
            <a:chExt cx="12331700" cy="12700"/>
          </a:xfrm>
        </p:grpSpPr>
        <p:sp>
          <p:nvSpPr>
            <p:cNvPr id="38" name="object 38"/>
            <p:cNvSpPr/>
            <p:nvPr/>
          </p:nvSpPr>
          <p:spPr>
            <a:xfrm>
              <a:off x="1854200" y="17583150"/>
              <a:ext cx="10096500" cy="0"/>
            </a:xfrm>
            <a:custGeom>
              <a:avLst/>
              <a:gdLst/>
              <a:ahLst/>
              <a:cxnLst/>
              <a:rect l="l" t="t" r="r" b="b"/>
              <a:pathLst>
                <a:path w="10096500">
                  <a:moveTo>
                    <a:pt x="10096500" y="0"/>
                  </a:moveTo>
                  <a:lnTo>
                    <a:pt x="0" y="0"/>
                  </a:lnTo>
                </a:path>
              </a:pathLst>
            </a:custGeom>
            <a:ln w="127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9" name="object 39"/>
            <p:cNvSpPr/>
            <p:nvPr/>
          </p:nvSpPr>
          <p:spPr>
            <a:xfrm>
              <a:off x="11931650" y="17583150"/>
              <a:ext cx="1092200" cy="0"/>
            </a:xfrm>
            <a:custGeom>
              <a:avLst/>
              <a:gdLst/>
              <a:ahLst/>
              <a:cxnLst/>
              <a:rect l="l" t="t" r="r" b="b"/>
              <a:pathLst>
                <a:path w="1092200">
                  <a:moveTo>
                    <a:pt x="1092200" y="0"/>
                  </a:moveTo>
                  <a:lnTo>
                    <a:pt x="0" y="0"/>
                  </a:lnTo>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0" name="object 40"/>
            <p:cNvSpPr/>
            <p:nvPr/>
          </p:nvSpPr>
          <p:spPr>
            <a:xfrm>
              <a:off x="692150" y="17583150"/>
              <a:ext cx="1155700" cy="0"/>
            </a:xfrm>
            <a:custGeom>
              <a:avLst/>
              <a:gdLst/>
              <a:ahLst/>
              <a:cxnLst/>
              <a:rect l="l" t="t" r="r" b="b"/>
              <a:pathLst>
                <a:path w="1155700">
                  <a:moveTo>
                    <a:pt x="1155700" y="0"/>
                  </a:moveTo>
                  <a:lnTo>
                    <a:pt x="0" y="0"/>
                  </a:lnTo>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pic>
        <p:nvPicPr>
          <p:cNvPr id="41" name="object 41"/>
          <p:cNvPicPr/>
          <p:nvPr/>
        </p:nvPicPr>
        <p:blipFill>
          <a:blip r:embed="rId2" cstate="print"/>
          <a:stretch>
            <a:fillRect/>
          </a:stretch>
        </p:blipFill>
        <p:spPr>
          <a:xfrm>
            <a:off x="3257550" y="8934450"/>
            <a:ext cx="338572" cy="209550"/>
          </a:xfrm>
          <a:prstGeom prst="rect">
            <a:avLst/>
          </a:prstGeom>
        </p:spPr>
      </p:pic>
      <p:sp>
        <p:nvSpPr>
          <p:cNvPr id="48" name="object 48"/>
          <p:cNvSpPr txBox="1"/>
          <p:nvPr/>
        </p:nvSpPr>
        <p:spPr>
          <a:xfrm>
            <a:off x="1455258" y="768350"/>
            <a:ext cx="4144645"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400W" panose="020B0800000000000000" pitchFamily="34" charset="-128"/>
                <a:ea typeface="江城圆体 400W" panose="020B0800000000000000" pitchFamily="34" charset="-128"/>
                <a:cs typeface="Microsoft JhengHei"/>
              </a:rPr>
              <a:t>@ 美国社会心理学家乔瑟夫·勒夫(Joseph Luft)和哈里·英格拉姆(Harry Ingram)</a:t>
            </a:r>
            <a:endParaRPr sz="900" dirty="0">
              <a:latin typeface="江城圆体 400W" panose="020B0800000000000000" pitchFamily="34" charset="-128"/>
              <a:ea typeface="江城圆体 400W" panose="020B0800000000000000" pitchFamily="34" charset="-128"/>
              <a:cs typeface="Microsoft JhengHei"/>
            </a:endParaRPr>
          </a:p>
        </p:txBody>
      </p:sp>
      <p:grpSp>
        <p:nvGrpSpPr>
          <p:cNvPr id="49" name="object 49"/>
          <p:cNvGrpSpPr/>
          <p:nvPr/>
        </p:nvGrpSpPr>
        <p:grpSpPr>
          <a:xfrm>
            <a:off x="673100" y="6838950"/>
            <a:ext cx="254000" cy="1733550"/>
            <a:chOff x="1346200" y="13677900"/>
            <a:chExt cx="508000" cy="3467100"/>
          </a:xfrm>
        </p:grpSpPr>
        <p:sp>
          <p:nvSpPr>
            <p:cNvPr id="50" name="object 50"/>
            <p:cNvSpPr/>
            <p:nvPr/>
          </p:nvSpPr>
          <p:spPr>
            <a:xfrm>
              <a:off x="1365250" y="13696950"/>
              <a:ext cx="469900" cy="3429000"/>
            </a:xfrm>
            <a:custGeom>
              <a:avLst/>
              <a:gdLst/>
              <a:ahLst/>
              <a:cxnLst/>
              <a:rect l="l" t="t" r="r" b="b"/>
              <a:pathLst>
                <a:path w="469900" h="3429000">
                  <a:moveTo>
                    <a:pt x="469900" y="0"/>
                  </a:moveTo>
                  <a:lnTo>
                    <a:pt x="0" y="0"/>
                  </a:lnTo>
                  <a:lnTo>
                    <a:pt x="0" y="3429000"/>
                  </a:lnTo>
                  <a:lnTo>
                    <a:pt x="469900" y="3429000"/>
                  </a:lnTo>
                  <a:lnTo>
                    <a:pt x="46990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1" name="object 51"/>
            <p:cNvSpPr/>
            <p:nvPr/>
          </p:nvSpPr>
          <p:spPr>
            <a:xfrm>
              <a:off x="1365250" y="13696950"/>
              <a:ext cx="469900" cy="3429000"/>
            </a:xfrm>
            <a:custGeom>
              <a:avLst/>
              <a:gdLst/>
              <a:ahLst/>
              <a:cxnLst/>
              <a:rect l="l" t="t" r="r" b="b"/>
              <a:pathLst>
                <a:path w="469900" h="3429000">
                  <a:moveTo>
                    <a:pt x="469900" y="0"/>
                  </a:moveTo>
                  <a:lnTo>
                    <a:pt x="469900" y="3429000"/>
                  </a:lnTo>
                  <a:lnTo>
                    <a:pt x="0" y="3429000"/>
                  </a:lnTo>
                  <a:lnTo>
                    <a:pt x="0" y="0"/>
                  </a:lnTo>
                  <a:lnTo>
                    <a:pt x="46990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52" name="object 52"/>
          <p:cNvSpPr txBox="1">
            <a:spLocks noGrp="1"/>
          </p:cNvSpPr>
          <p:nvPr>
            <p:ph type="title"/>
          </p:nvPr>
        </p:nvSpPr>
        <p:spPr>
          <a:xfrm>
            <a:off x="1230188" y="946321"/>
            <a:ext cx="4517475" cy="560070"/>
          </a:xfrm>
          <a:prstGeom prst="rect">
            <a:avLst/>
          </a:prstGeom>
        </p:spPr>
        <p:txBody>
          <a:bodyPr vert="horz" wrap="square" lIns="0" tIns="6350" rIns="0" bIns="0" rtlCol="0" anchor="ctr">
            <a:spAutoFit/>
          </a:bodyPr>
          <a:lstStyle/>
          <a:p>
            <a:pPr marL="6350">
              <a:lnSpc>
                <a:spcPct val="100000"/>
              </a:lnSpc>
              <a:spcBef>
                <a:spcPts val="50"/>
              </a:spcBef>
            </a:pPr>
            <a:r>
              <a:rPr sz="3600" b="1" dirty="0">
                <a:latin typeface="江城圆体 700W" panose="020B0800000000000000" pitchFamily="34" charset="-128"/>
                <a:ea typeface="江城圆体 700W" panose="020B0800000000000000" pitchFamily="34" charset="-128"/>
              </a:rPr>
              <a:t>人际关系中的4种自我</a:t>
            </a:r>
          </a:p>
        </p:txBody>
      </p:sp>
      <p:sp>
        <p:nvSpPr>
          <p:cNvPr id="53" name="object 53"/>
          <p:cNvSpPr txBox="1"/>
          <p:nvPr/>
        </p:nvSpPr>
        <p:spPr>
          <a:xfrm>
            <a:off x="2839593" y="8801100"/>
            <a:ext cx="1210628"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300W" panose="020B0800000000000000" pitchFamily="34" charset="-128"/>
                <a:ea typeface="江城圆体 300W" panose="020B0800000000000000" pitchFamily="34" charset="-128"/>
                <a:cs typeface="Microsoft JhengHei"/>
              </a:rPr>
              <a:t>自我是人际关系的主角。</a:t>
            </a:r>
            <a:endParaRPr sz="900" dirty="0">
              <a:latin typeface="江城圆体 300W" panose="020B0800000000000000" pitchFamily="34" charset="-128"/>
              <a:ea typeface="江城圆体 300W" panose="020B0800000000000000" pitchFamily="34" charset="-128"/>
              <a:cs typeface="Microsoft JhengHei"/>
            </a:endParaRPr>
          </a:p>
        </p:txBody>
      </p:sp>
      <p:sp>
        <p:nvSpPr>
          <p:cNvPr id="54" name="object 54"/>
          <p:cNvSpPr txBox="1"/>
          <p:nvPr/>
        </p:nvSpPr>
        <p:spPr>
          <a:xfrm>
            <a:off x="679450" y="1333500"/>
            <a:ext cx="5514023" cy="1048385"/>
          </a:xfrm>
          <a:prstGeom prst="rect">
            <a:avLst/>
          </a:prstGeom>
        </p:spPr>
        <p:txBody>
          <a:bodyPr vert="horz" wrap="square" lIns="0" tIns="6350" rIns="0" bIns="0" rtlCol="0">
            <a:spAutoFit/>
          </a:bodyPr>
          <a:lstStyle/>
          <a:p>
            <a:pPr marR="10160" algn="ctr">
              <a:spcBef>
                <a:spcPts val="50"/>
              </a:spcBef>
            </a:pPr>
            <a:r>
              <a:rPr b="1" dirty="0">
                <a:solidFill>
                  <a:srgbClr val="11A766"/>
                </a:solidFill>
                <a:latin typeface="江城圆体 700W" panose="020B0800000000000000" pitchFamily="34" charset="-128"/>
                <a:ea typeface="江城圆体 700W" panose="020B0800000000000000" pitchFamily="34" charset="-128"/>
                <a:cs typeface="PMingLiU" panose="02020500000000000000" charset="-120"/>
              </a:rPr>
              <a:t>4 Types of Ego in Relationships</a:t>
            </a:r>
            <a:endParaRPr b="1" dirty="0">
              <a:latin typeface="江城圆体 700W" panose="020B0800000000000000" pitchFamily="34" charset="-128"/>
              <a:ea typeface="江城圆体 700W" panose="020B0800000000000000" pitchFamily="34" charset="-128"/>
              <a:cs typeface="PMingLiU" panose="02020500000000000000" charset="-120"/>
            </a:endParaRPr>
          </a:p>
          <a:p>
            <a:pPr marL="6350" marR="2540" algn="just">
              <a:lnSpc>
                <a:spcPct val="125000"/>
              </a:lnSpc>
              <a:spcBef>
                <a:spcPts val="57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美</a:t>
            </a:r>
            <a:r>
              <a:rPr sz="90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国社会心理学家乔瑟夫·勒夫（Joseph Luft）和哈里·英格拉姆(Harry Ingham)在20世纪50年代提出了一个促进人际沟通的概念:“自我意识的发现-反馈模型”—乔哈里窗（Johari Window），用来解释自我和公众沟通关系的动态变化。依据人际传播双方对传播内容的熟悉程度，将人际沟通信息划分为四个区：开放区、盲目区、隐藏区和未知区，此理论被引入到人际交往心理学、管理学、人力资源、传播学等领域。</a:t>
            </a:r>
            <a:endParaRPr sz="90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55" name="object 55"/>
          <p:cNvSpPr txBox="1"/>
          <p:nvPr/>
        </p:nvSpPr>
        <p:spPr>
          <a:xfrm>
            <a:off x="3041650" y="2749549"/>
            <a:ext cx="3130550" cy="330200"/>
          </a:xfrm>
          <a:prstGeom prst="rect">
            <a:avLst/>
          </a:prstGeom>
          <a:ln w="25400" cap="rnd">
            <a:solidFill>
              <a:srgbClr val="212121"/>
            </a:solidFill>
          </a:ln>
        </p:spPr>
        <p:txBody>
          <a:bodyPr vert="horz" wrap="square" lIns="0" tIns="10160" rIns="0" bIns="0" rtlCol="0">
            <a:spAutoFit/>
          </a:bodyPr>
          <a:lstStyle/>
          <a:p>
            <a:pPr marL="63500" marR="29845">
              <a:lnSpc>
                <a:spcPct val="116000"/>
              </a:lnSpc>
              <a:spcBef>
                <a:spcPts val="8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自己知道，别人也知道的部份。包括行为、态度、感情、愿望、动机、想法等。</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56" name="object 56"/>
          <p:cNvSpPr txBox="1"/>
          <p:nvPr/>
        </p:nvSpPr>
        <p:spPr>
          <a:xfrm>
            <a:off x="3038475" y="3150114"/>
            <a:ext cx="3130550" cy="240030"/>
          </a:xfrm>
          <a:prstGeom prst="rect">
            <a:avLst/>
          </a:prstGeom>
          <a:ln w="25400">
            <a:solidFill>
              <a:srgbClr val="212121"/>
            </a:solidFill>
          </a:ln>
        </p:spPr>
        <p:txBody>
          <a:bodyPr vert="horz" wrap="square" lIns="0" tIns="101600" rIns="0" bIns="0" rtlCol="0">
            <a:spAutoFit/>
          </a:bodyPr>
          <a:lstStyle/>
          <a:p>
            <a:pPr marL="63500">
              <a:spcBef>
                <a:spcPts val="800"/>
              </a:spcBef>
            </a:pP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57" name="object 57"/>
          <p:cNvSpPr txBox="1"/>
          <p:nvPr/>
        </p:nvSpPr>
        <p:spPr>
          <a:xfrm>
            <a:off x="3041650" y="3953799"/>
            <a:ext cx="3130550" cy="323850"/>
          </a:xfrm>
          <a:prstGeom prst="rect">
            <a:avLst/>
          </a:prstGeom>
          <a:ln w="25400" cap="rnd">
            <a:solidFill>
              <a:srgbClr val="212121"/>
            </a:solidFill>
          </a:ln>
        </p:spPr>
        <p:txBody>
          <a:bodyPr vert="horz" wrap="square" lIns="0" tIns="3810" rIns="0" bIns="0" rtlCol="0">
            <a:spAutoFit/>
          </a:bodyPr>
          <a:lstStyle/>
          <a:p>
            <a:pPr marL="63500" marR="36195">
              <a:lnSpc>
                <a:spcPct val="116000"/>
              </a:lnSpc>
              <a:spcBef>
                <a:spcPts val="3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自己不知道，别人也不知道的部分。包括未曾觉察的潜能，或压抑下来的记忆、经验等。</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58" name="object 58"/>
          <p:cNvSpPr txBox="1"/>
          <p:nvPr/>
        </p:nvSpPr>
        <p:spPr>
          <a:xfrm>
            <a:off x="2618297" y="4390683"/>
            <a:ext cx="1610043"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随着人际关系的发展与亲密</a:t>
            </a:r>
            <a:endParaRPr sz="1050" dirty="0">
              <a:latin typeface="江城圆体 400W" panose="020B0800000000000000" pitchFamily="34" charset="-128"/>
              <a:ea typeface="江城圆体 400W" panose="020B0800000000000000" pitchFamily="34" charset="-128"/>
              <a:cs typeface="Microsoft JhengHei"/>
            </a:endParaRPr>
          </a:p>
        </p:txBody>
      </p:sp>
      <p:sp>
        <p:nvSpPr>
          <p:cNvPr id="59" name="object 59"/>
          <p:cNvSpPr txBox="1"/>
          <p:nvPr/>
        </p:nvSpPr>
        <p:spPr>
          <a:xfrm>
            <a:off x="727075" y="7310120"/>
            <a:ext cx="146050" cy="747395"/>
          </a:xfrm>
          <a:prstGeom prst="rect">
            <a:avLst/>
          </a:prstGeom>
        </p:spPr>
        <p:txBody>
          <a:bodyPr vert="horz" wrap="square" lIns="0" tIns="6350" rIns="0" bIns="0" rtlCol="0">
            <a:spAutoFit/>
          </a:bodyPr>
          <a:lstStyle/>
          <a:p>
            <a:pPr marL="6350" marR="2540" algn="just">
              <a:lnSpc>
                <a:spcPct val="115000"/>
              </a:lnSpc>
              <a:spcBef>
                <a:spcPts val="50"/>
              </a:spcBef>
            </a:pPr>
            <a:r>
              <a:rPr sz="1050" dirty="0">
                <a:solidFill>
                  <a:srgbClr val="FFFFFF"/>
                </a:solidFill>
                <a:latin typeface="江城圆体 400W" panose="020B0800000000000000" pitchFamily="34" charset="-128"/>
                <a:ea typeface="江城圆体 400W" panose="020B0800000000000000" pitchFamily="34" charset="-128"/>
                <a:cs typeface="Microsoft JhengHei"/>
              </a:rPr>
              <a:t>自我揭露</a:t>
            </a:r>
            <a:endParaRPr sz="1050">
              <a:latin typeface="江城圆体 400W" panose="020B0800000000000000" pitchFamily="34" charset="-128"/>
              <a:ea typeface="江城圆体 400W" panose="020B0800000000000000" pitchFamily="34" charset="-128"/>
              <a:cs typeface="Microsoft JhengHei"/>
            </a:endParaRPr>
          </a:p>
        </p:txBody>
      </p:sp>
      <p:sp>
        <p:nvSpPr>
          <p:cNvPr id="60" name="object 60"/>
          <p:cNvSpPr txBox="1"/>
          <p:nvPr/>
        </p:nvSpPr>
        <p:spPr>
          <a:xfrm>
            <a:off x="976554" y="6233160"/>
            <a:ext cx="1501458" cy="326390"/>
          </a:xfrm>
          <a:prstGeom prst="rect">
            <a:avLst/>
          </a:prstGeom>
        </p:spPr>
        <p:txBody>
          <a:bodyPr vert="horz" wrap="square" lIns="0" tIns="6350" rIns="0" bIns="0" rtlCol="0">
            <a:spAutoFit/>
          </a:bodyPr>
          <a:lstStyle/>
          <a:p>
            <a:pPr marL="245745" marR="2540" indent="-239395">
              <a:lnSpc>
                <a:spcPct val="116000"/>
              </a:lnSpc>
              <a:spcBef>
                <a:spcPts val="5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经由「自我揭露 」，开放自我变大，隐藏自我变小</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61" name="object 61"/>
          <p:cNvSpPr txBox="1"/>
          <p:nvPr/>
        </p:nvSpPr>
        <p:spPr>
          <a:xfrm>
            <a:off x="2490897" y="6233160"/>
            <a:ext cx="1876425" cy="548640"/>
          </a:xfrm>
          <a:prstGeom prst="rect">
            <a:avLst/>
          </a:prstGeom>
        </p:spPr>
        <p:txBody>
          <a:bodyPr vert="horz" wrap="square" lIns="0" tIns="6350" rIns="0" bIns="0" rtlCol="0">
            <a:spAutoFit/>
          </a:bodyPr>
          <a:lstStyle/>
          <a:p>
            <a:pPr marL="187325" marR="196215" algn="ctr">
              <a:lnSpc>
                <a:spcPct val="116000"/>
              </a:lnSpc>
              <a:spcBef>
                <a:spcPts val="5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经由「他人反馈 」，开放自我变大，盲目自我变小</a:t>
            </a:r>
            <a:endParaRPr sz="900" dirty="0">
              <a:latin typeface="江城圆体 400W" panose="020B0800000000000000" pitchFamily="34" charset="-128"/>
              <a:ea typeface="江城圆体 400W" panose="020B0800000000000000" pitchFamily="34" charset="-128"/>
              <a:cs typeface="PMingLiU" panose="02020500000000000000" charset="-120"/>
            </a:endParaRPr>
          </a:p>
          <a:p>
            <a:pPr algn="ctr">
              <a:spcBef>
                <a:spcPts val="470"/>
              </a:spcBef>
            </a:pPr>
            <a:r>
              <a:rPr sz="1050" dirty="0">
                <a:solidFill>
                  <a:srgbClr val="212121"/>
                </a:solidFill>
                <a:latin typeface="江城圆体 400W" panose="020B0800000000000000" pitchFamily="34" charset="-128"/>
                <a:ea typeface="江城圆体 400W" panose="020B0800000000000000" pitchFamily="34" charset="-128"/>
                <a:cs typeface="Microsoft JhengHei"/>
              </a:rPr>
              <a:t>自我揭露是一种特殊的沟通过程</a:t>
            </a:r>
            <a:endParaRPr sz="1050" dirty="0">
              <a:latin typeface="江城圆体 400W" panose="020B0800000000000000" pitchFamily="34" charset="-128"/>
              <a:ea typeface="江城圆体 400W" panose="020B0800000000000000" pitchFamily="34" charset="-128"/>
              <a:cs typeface="Microsoft JhengHei"/>
            </a:endParaRPr>
          </a:p>
        </p:txBody>
      </p:sp>
      <p:sp>
        <p:nvSpPr>
          <p:cNvPr id="62" name="object 62"/>
          <p:cNvSpPr txBox="1"/>
          <p:nvPr/>
        </p:nvSpPr>
        <p:spPr>
          <a:xfrm>
            <a:off x="4354754" y="6233160"/>
            <a:ext cx="1501458" cy="326390"/>
          </a:xfrm>
          <a:prstGeom prst="rect">
            <a:avLst/>
          </a:prstGeom>
        </p:spPr>
        <p:txBody>
          <a:bodyPr vert="horz" wrap="square" lIns="0" tIns="6350" rIns="0" bIns="0" rtlCol="0">
            <a:spAutoFit/>
          </a:bodyPr>
          <a:lstStyle/>
          <a:p>
            <a:pPr marL="245745" marR="2540" indent="-239395">
              <a:lnSpc>
                <a:spcPct val="116000"/>
              </a:lnSpc>
              <a:spcBef>
                <a:spcPts val="5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经由「自我探索 」，开放自我变大，未知自我变小</a:t>
            </a:r>
            <a:endParaRPr sz="900">
              <a:latin typeface="江城圆体 400W" panose="020B0800000000000000" pitchFamily="34" charset="-128"/>
              <a:ea typeface="江城圆体 400W" panose="020B0800000000000000" pitchFamily="34" charset="-128"/>
              <a:cs typeface="PMingLiU" panose="02020500000000000000" charset="-120"/>
            </a:endParaRPr>
          </a:p>
        </p:txBody>
      </p:sp>
      <p:sp>
        <p:nvSpPr>
          <p:cNvPr id="63" name="object 63"/>
          <p:cNvSpPr txBox="1"/>
          <p:nvPr/>
        </p:nvSpPr>
        <p:spPr>
          <a:xfrm>
            <a:off x="3041650" y="3543300"/>
            <a:ext cx="3130550" cy="327660"/>
          </a:xfrm>
          <a:prstGeom prst="rect">
            <a:avLst/>
          </a:prstGeom>
          <a:ln w="25400" cap="rnd">
            <a:solidFill>
              <a:srgbClr val="212121"/>
            </a:solidFill>
          </a:ln>
        </p:spPr>
        <p:txBody>
          <a:bodyPr vert="horz" wrap="square" lIns="0" tIns="3810" rIns="0" bIns="0" rtlCol="0">
            <a:spAutoFit/>
          </a:bodyPr>
          <a:lstStyle/>
          <a:p>
            <a:pPr marL="63500" marR="29845">
              <a:lnSpc>
                <a:spcPct val="116000"/>
              </a:lnSpc>
              <a:spcBef>
                <a:spcPts val="30"/>
              </a:spcBef>
            </a:pPr>
            <a:r>
              <a:rPr sz="900" dirty="0" err="1">
                <a:solidFill>
                  <a:srgbClr val="212121"/>
                </a:solidFill>
                <a:latin typeface="江城圆体 400W" panose="020B0800000000000000" pitchFamily="34" charset="-128"/>
                <a:ea typeface="江城圆体 400W" panose="020B0800000000000000" pitchFamily="34" charset="-128"/>
                <a:cs typeface="PMingLiU" panose="02020500000000000000" charset="-120"/>
              </a:rPr>
              <a:t>自己知道，别人不知道的部份</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endParaRPr lang="en-US"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endParaRPr>
          </a:p>
          <a:p>
            <a:pPr marL="63500" marR="29845">
              <a:lnSpc>
                <a:spcPct val="116000"/>
              </a:lnSpc>
              <a:spcBef>
                <a:spcPts val="30"/>
              </a:spcBef>
            </a:pPr>
            <a:r>
              <a:rPr sz="900" dirty="0" err="1">
                <a:solidFill>
                  <a:srgbClr val="212121"/>
                </a:solidFill>
                <a:latin typeface="江城圆体 400W" panose="020B0800000000000000" pitchFamily="34" charset="-128"/>
                <a:ea typeface="江城圆体 400W" panose="020B0800000000000000" pitchFamily="34" charset="-128"/>
                <a:cs typeface="PMingLiU" panose="02020500000000000000" charset="-120"/>
              </a:rPr>
              <a:t>包括个人有意隐藏的秘密或想法</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graphicFrame>
        <p:nvGraphicFramePr>
          <p:cNvPr id="64" name="object 64"/>
          <p:cNvGraphicFramePr>
            <a:graphicFrameLocks noGrp="1"/>
          </p:cNvGraphicFramePr>
          <p:nvPr/>
        </p:nvGraphicFramePr>
        <p:xfrm>
          <a:off x="949325" y="2727325"/>
          <a:ext cx="1562100" cy="1562100"/>
        </p:xfrm>
        <a:graphic>
          <a:graphicData uri="http://schemas.openxmlformats.org/drawingml/2006/table">
            <a:tbl>
              <a:tblPr firstRow="1" bandRow="1">
                <a:tableStyleId>{2D5ABB26-0587-4C30-8999-92F81FD0307C}</a:tableStyleId>
              </a:tblPr>
              <a:tblGrid>
                <a:gridCol w="771525">
                  <a:extLst>
                    <a:ext uri="{9D8B030D-6E8A-4147-A177-3AD203B41FA5}">
                      <a16:colId xmlns:a16="http://schemas.microsoft.com/office/drawing/2014/main" val="20000"/>
                    </a:ext>
                  </a:extLst>
                </a:gridCol>
                <a:gridCol w="790575">
                  <a:extLst>
                    <a:ext uri="{9D8B030D-6E8A-4147-A177-3AD203B41FA5}">
                      <a16:colId xmlns:a16="http://schemas.microsoft.com/office/drawing/2014/main" val="20001"/>
                    </a:ext>
                  </a:extLst>
                </a:gridCol>
              </a:tblGrid>
              <a:tr h="793750">
                <a:tc>
                  <a:txBody>
                    <a:bodyPr/>
                    <a:lstStyle/>
                    <a:p>
                      <a:pPr marL="383540" marR="393065" indent="-40640">
                        <a:lnSpc>
                          <a:spcPct val="107000"/>
                        </a:lnSpc>
                      </a:pPr>
                      <a:endParaRPr sz="700" b="1" i="0" spc="0" dirty="0">
                        <a:latin typeface="江城圆体 600W" panose="020B0800000000000000" pitchFamily="34" charset="-128"/>
                        <a:ea typeface="江城圆体 600W" panose="020B0800000000000000" pitchFamily="34" charset="-128"/>
                        <a:cs typeface="PMingLiU" panose="02020500000000000000" charset="-120"/>
                      </a:endParaRPr>
                    </a:p>
                  </a:txBody>
                  <a:tcPr marL="0" marR="0" marT="1588" marB="0">
                    <a:lnL w="28575" cap="flat" cmpd="sng" algn="ctr">
                      <a:solidFill>
                        <a:schemeClr val="tx1"/>
                      </a:solidFill>
                      <a:prstDash val="solid"/>
                      <a:round/>
                      <a:headEnd type="none" w="med" len="med"/>
                      <a:tailEnd type="none" w="med" len="med"/>
                    </a:lnL>
                    <a:lnR w="12700">
                      <a:solidFill>
                        <a:srgbClr val="212121"/>
                      </a:solidFill>
                      <a:prstDash val="dash"/>
                    </a:lnR>
                    <a:lnT w="28575" cap="flat" cmpd="sng" algn="ctr">
                      <a:solidFill>
                        <a:schemeClr val="tx1"/>
                      </a:solidFill>
                      <a:prstDash val="solid"/>
                      <a:round/>
                      <a:headEnd type="none" w="med" len="med"/>
                      <a:tailEnd type="none" w="med" len="med"/>
                    </a:lnT>
                    <a:lnB w="12700">
                      <a:solidFill>
                        <a:srgbClr val="212121"/>
                      </a:solidFill>
                      <a:prstDash val="dash"/>
                    </a:lnB>
                  </a:tcPr>
                </a:tc>
                <a:tc>
                  <a:txBody>
                    <a:bodyPr/>
                    <a:lstStyle/>
                    <a:p>
                      <a:pPr>
                        <a:lnSpc>
                          <a:spcPct val="100000"/>
                        </a:lnSpc>
                        <a:spcBef>
                          <a:spcPts val="25"/>
                        </a:spcBef>
                      </a:pPr>
                      <a:endParaRPr sz="1100" b="1" i="0" spc="0" dirty="0">
                        <a:latin typeface="江城圆体 600W" panose="020B0800000000000000" pitchFamily="34" charset="-128"/>
                        <a:ea typeface="江城圆体 600W" panose="020B0800000000000000" pitchFamily="34" charset="-128"/>
                        <a:cs typeface="PMingLiU" panose="02020500000000000000" charset="-120"/>
                      </a:endParaRPr>
                    </a:p>
                  </a:txBody>
                  <a:tcPr marL="0" marR="0" marT="1588" marB="0">
                    <a:lnL w="12700">
                      <a:solidFill>
                        <a:srgbClr val="212121"/>
                      </a:solidFill>
                      <a:prstDash val="dash"/>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a:solidFill>
                        <a:srgbClr val="212121"/>
                      </a:solidFill>
                      <a:prstDash val="dash"/>
                    </a:lnB>
                    <a:solidFill>
                      <a:srgbClr val="A86ED8"/>
                    </a:solidFill>
                  </a:tcPr>
                </a:tc>
                <a:extLst>
                  <a:ext uri="{0D108BD9-81ED-4DB2-BD59-A6C34878D82A}">
                    <a16:rowId xmlns:a16="http://schemas.microsoft.com/office/drawing/2014/main" val="10000"/>
                  </a:ext>
                </a:extLst>
              </a:tr>
              <a:tr h="768350">
                <a:tc>
                  <a:txBody>
                    <a:bodyPr/>
                    <a:lstStyle/>
                    <a:p>
                      <a:pPr>
                        <a:lnSpc>
                          <a:spcPct val="100000"/>
                        </a:lnSpc>
                      </a:pPr>
                      <a:endParaRPr sz="1100" b="1" i="0" spc="0" dirty="0">
                        <a:latin typeface="江城圆体 600W" panose="020B0800000000000000" pitchFamily="34" charset="-128"/>
                        <a:ea typeface="江城圆体 600W" panose="020B0800000000000000" pitchFamily="34" charset="-128"/>
                        <a:cs typeface="PMingLiU" panose="02020500000000000000" charset="-120"/>
                      </a:endParaRPr>
                    </a:p>
                  </a:txBody>
                  <a:tcPr marL="0" marR="0" marT="0" marB="0">
                    <a:lnL w="28575" cap="flat" cmpd="sng" algn="ctr">
                      <a:solidFill>
                        <a:schemeClr val="tx1"/>
                      </a:solidFill>
                      <a:prstDash val="solid"/>
                      <a:round/>
                      <a:headEnd type="none" w="med" len="med"/>
                      <a:tailEnd type="none" w="med" len="med"/>
                    </a:lnL>
                    <a:lnR w="12700">
                      <a:solidFill>
                        <a:srgbClr val="212121"/>
                      </a:solidFill>
                      <a:prstDash val="dash"/>
                    </a:lnR>
                    <a:lnT w="12700">
                      <a:solidFill>
                        <a:srgbClr val="212121"/>
                      </a:solidFill>
                      <a:prstDash val="dash"/>
                    </a:lnT>
                    <a:lnB w="28575" cap="flat" cmpd="sng" algn="ctr">
                      <a:solidFill>
                        <a:schemeClr val="tx1"/>
                      </a:solidFill>
                      <a:prstDash val="solid"/>
                      <a:round/>
                      <a:headEnd type="none" w="med" len="med"/>
                      <a:tailEnd type="none" w="med" len="med"/>
                    </a:lnB>
                    <a:solidFill>
                      <a:srgbClr val="11A766"/>
                    </a:solidFill>
                  </a:tcPr>
                </a:tc>
                <a:tc>
                  <a:txBody>
                    <a:bodyPr/>
                    <a:lstStyle/>
                    <a:p>
                      <a:pPr>
                        <a:lnSpc>
                          <a:spcPct val="100000"/>
                        </a:lnSpc>
                      </a:pPr>
                      <a:endParaRPr sz="1100" b="1" i="0" spc="0" dirty="0">
                        <a:latin typeface="江城圆体 600W" panose="020B0800000000000000" pitchFamily="34" charset="-128"/>
                        <a:ea typeface="江城圆体 600W" panose="020B0800000000000000" pitchFamily="34" charset="-128"/>
                        <a:cs typeface="PMingLiU" panose="02020500000000000000" charset="-120"/>
                      </a:endParaRPr>
                    </a:p>
                  </a:txBody>
                  <a:tcPr marL="0" marR="0" marT="0" marB="0">
                    <a:lnL w="12700">
                      <a:solidFill>
                        <a:srgbClr val="212121"/>
                      </a:solidFill>
                      <a:prstDash val="dash"/>
                    </a:lnL>
                    <a:lnR w="28575" cap="flat" cmpd="sng" algn="ctr">
                      <a:solidFill>
                        <a:schemeClr val="tx1"/>
                      </a:solidFill>
                      <a:prstDash val="solid"/>
                      <a:round/>
                      <a:headEnd type="none" w="med" len="med"/>
                      <a:tailEnd type="none" w="med" len="med"/>
                    </a:lnR>
                    <a:lnT w="12700">
                      <a:solidFill>
                        <a:srgbClr val="212121"/>
                      </a:solidFill>
                      <a:prstDash val="dash"/>
                    </a:lnT>
                    <a:lnB w="28575" cap="flat" cmpd="sng" algn="ctr">
                      <a:solidFill>
                        <a:schemeClr val="tx1"/>
                      </a:solidFill>
                      <a:prstDash val="solid"/>
                      <a:round/>
                      <a:headEnd type="none" w="med" len="med"/>
                      <a:tailEnd type="none" w="med" len="med"/>
                    </a:lnB>
                    <a:solidFill>
                      <a:srgbClr val="212121"/>
                    </a:solidFill>
                  </a:tcPr>
                </a:tc>
                <a:extLst>
                  <a:ext uri="{0D108BD9-81ED-4DB2-BD59-A6C34878D82A}">
                    <a16:rowId xmlns:a16="http://schemas.microsoft.com/office/drawing/2014/main" val="10001"/>
                  </a:ext>
                </a:extLst>
              </a:tr>
            </a:tbl>
          </a:graphicData>
        </a:graphic>
      </p:graphicFrame>
      <p:sp>
        <p:nvSpPr>
          <p:cNvPr id="65" name="object 65"/>
          <p:cNvSpPr txBox="1"/>
          <p:nvPr/>
        </p:nvSpPr>
        <p:spPr>
          <a:xfrm>
            <a:off x="711690" y="3554109"/>
            <a:ext cx="205105" cy="695960"/>
          </a:xfrm>
          <a:prstGeom prst="rect">
            <a:avLst/>
          </a:prstGeom>
        </p:spPr>
        <p:txBody>
          <a:bodyPr vert="vert270" wrap="square" lIns="0" tIns="26670" rIns="0" bIns="0" rtlCol="0">
            <a:spAutoFit/>
          </a:bodyPr>
          <a:lstStyle/>
          <a:p>
            <a:pPr marL="179070" marR="2540" indent="-179705">
              <a:lnSpc>
                <a:spcPts val="800"/>
              </a:lnSpc>
              <a:spcBef>
                <a:spcPts val="210"/>
              </a:spcBef>
            </a:pPr>
            <a:r>
              <a:rPr sz="800" b="1" spc="-75"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Not known to others</a:t>
            </a:r>
            <a:endParaRPr sz="800" b="1" spc="-75">
              <a:latin typeface="江城圆体 600W" panose="020B0800000000000000" pitchFamily="34" charset="-128"/>
              <a:ea typeface="江城圆体 600W" panose="020B0800000000000000" pitchFamily="34" charset="-128"/>
              <a:cs typeface="PMingLiU" panose="02020500000000000000" charset="-120"/>
            </a:endParaRPr>
          </a:p>
        </p:txBody>
      </p:sp>
      <p:sp>
        <p:nvSpPr>
          <p:cNvPr id="66" name="object 66"/>
          <p:cNvSpPr txBox="1"/>
          <p:nvPr/>
        </p:nvSpPr>
        <p:spPr>
          <a:xfrm>
            <a:off x="711690" y="2853672"/>
            <a:ext cx="205105" cy="496570"/>
          </a:xfrm>
          <a:prstGeom prst="rect">
            <a:avLst/>
          </a:prstGeom>
        </p:spPr>
        <p:txBody>
          <a:bodyPr vert="vert270" wrap="square" lIns="0" tIns="26670" rIns="0" bIns="0" rtlCol="0">
            <a:spAutoFit/>
          </a:bodyPr>
          <a:lstStyle/>
          <a:p>
            <a:pPr marL="79375" marR="2540" indent="-80010">
              <a:lnSpc>
                <a:spcPts val="800"/>
              </a:lnSpc>
              <a:spcBef>
                <a:spcPts val="210"/>
              </a:spcBef>
            </a:pPr>
            <a:r>
              <a:rPr sz="800" b="1" spc="-75"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Known to others</a:t>
            </a:r>
            <a:endParaRPr sz="800" b="1" spc="-75"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67" name="object 67"/>
          <p:cNvSpPr txBox="1"/>
          <p:nvPr/>
        </p:nvSpPr>
        <p:spPr>
          <a:xfrm>
            <a:off x="1120320" y="2457126"/>
            <a:ext cx="496570" cy="231775"/>
          </a:xfrm>
          <a:prstGeom prst="rect">
            <a:avLst/>
          </a:prstGeom>
        </p:spPr>
        <p:txBody>
          <a:bodyPr vert="horz" wrap="square" lIns="0" tIns="26670" rIns="0" bIns="0" rtlCol="0">
            <a:spAutoFit/>
          </a:bodyPr>
          <a:lstStyle/>
          <a:p>
            <a:pPr marL="151765" marR="2540" indent="-152400">
              <a:lnSpc>
                <a:spcPts val="800"/>
              </a:lnSpc>
              <a:spcBef>
                <a:spcPts val="210"/>
              </a:spcBef>
            </a:pPr>
            <a:r>
              <a:rPr sz="800" b="1" spc="-75"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Known to self</a:t>
            </a:r>
            <a:endParaRPr sz="800" b="1" spc="-75"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68" name="object 68"/>
          <p:cNvSpPr txBox="1"/>
          <p:nvPr/>
        </p:nvSpPr>
        <p:spPr>
          <a:xfrm>
            <a:off x="1844693" y="2457126"/>
            <a:ext cx="565150" cy="231775"/>
          </a:xfrm>
          <a:prstGeom prst="rect">
            <a:avLst/>
          </a:prstGeom>
        </p:spPr>
        <p:txBody>
          <a:bodyPr vert="horz" wrap="square" lIns="0" tIns="26670" rIns="0" bIns="0" rtlCol="0">
            <a:spAutoFit/>
          </a:bodyPr>
          <a:lstStyle/>
          <a:p>
            <a:pPr marL="121285" marR="2540" indent="-121285">
              <a:lnSpc>
                <a:spcPts val="800"/>
              </a:lnSpc>
              <a:spcBef>
                <a:spcPts val="210"/>
              </a:spcBef>
            </a:pPr>
            <a:r>
              <a:rPr sz="800" b="1" spc="-75"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Not known to self</a:t>
            </a:r>
            <a:endParaRPr sz="800" b="1" spc="-75">
              <a:latin typeface="江城圆体 600W" panose="020B0800000000000000" pitchFamily="34" charset="-128"/>
              <a:ea typeface="江城圆体 600W" panose="020B0800000000000000" pitchFamily="34" charset="-128"/>
              <a:cs typeface="PMingLiU" panose="02020500000000000000" charset="-120"/>
            </a:endParaRPr>
          </a:p>
        </p:txBody>
      </p:sp>
      <p:sp>
        <p:nvSpPr>
          <p:cNvPr id="69" name="object 69"/>
          <p:cNvSpPr/>
          <p:nvPr/>
        </p:nvSpPr>
        <p:spPr>
          <a:xfrm>
            <a:off x="958850" y="2463476"/>
            <a:ext cx="1562100" cy="228600"/>
          </a:xfrm>
          <a:custGeom>
            <a:avLst/>
            <a:gdLst/>
            <a:ahLst/>
            <a:cxnLst/>
            <a:rect l="l" t="t" r="r" b="b"/>
            <a:pathLst>
              <a:path w="3124200" h="457200">
                <a:moveTo>
                  <a:pt x="0" y="0"/>
                </a:moveTo>
                <a:lnTo>
                  <a:pt x="3124200" y="0"/>
                </a:lnTo>
                <a:lnTo>
                  <a:pt x="3124200" y="457200"/>
                </a:lnTo>
                <a:lnTo>
                  <a:pt x="0" y="457200"/>
                </a:lnTo>
                <a:lnTo>
                  <a:pt x="0" y="0"/>
                </a:lnTo>
                <a:close/>
              </a:path>
            </a:pathLst>
          </a:custGeom>
          <a:ln w="25400" cap="rnd">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0" name="object 70"/>
          <p:cNvSpPr/>
          <p:nvPr/>
        </p:nvSpPr>
        <p:spPr>
          <a:xfrm>
            <a:off x="685800" y="2736850"/>
            <a:ext cx="228600" cy="1562100"/>
          </a:xfrm>
          <a:custGeom>
            <a:avLst/>
            <a:gdLst/>
            <a:ahLst/>
            <a:cxnLst/>
            <a:rect l="l" t="t" r="r" b="b"/>
            <a:pathLst>
              <a:path w="457200" h="3124200">
                <a:moveTo>
                  <a:pt x="457200" y="0"/>
                </a:moveTo>
                <a:lnTo>
                  <a:pt x="457200" y="3124200"/>
                </a:lnTo>
                <a:lnTo>
                  <a:pt x="0" y="3124200"/>
                </a:lnTo>
                <a:lnTo>
                  <a:pt x="0" y="0"/>
                </a:lnTo>
                <a:lnTo>
                  <a:pt x="457200" y="0"/>
                </a:lnTo>
                <a:close/>
              </a:path>
            </a:pathLst>
          </a:custGeom>
          <a:ln w="25400" cap="rnd">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87" name="object 87"/>
          <p:cNvGrpSpPr/>
          <p:nvPr/>
        </p:nvGrpSpPr>
        <p:grpSpPr>
          <a:xfrm>
            <a:off x="2638425" y="3933825"/>
            <a:ext cx="368300" cy="368300"/>
            <a:chOff x="5276850" y="7867650"/>
            <a:chExt cx="736600" cy="736600"/>
          </a:xfrm>
        </p:grpSpPr>
        <p:sp>
          <p:nvSpPr>
            <p:cNvPr id="88" name="object 88"/>
            <p:cNvSpPr/>
            <p:nvPr/>
          </p:nvSpPr>
          <p:spPr>
            <a:xfrm>
              <a:off x="5295900" y="7886700"/>
              <a:ext cx="698500" cy="698500"/>
            </a:xfrm>
            <a:custGeom>
              <a:avLst/>
              <a:gdLst/>
              <a:ahLst/>
              <a:cxnLst/>
              <a:rect l="l" t="t" r="r" b="b"/>
              <a:pathLst>
                <a:path w="698500" h="698500">
                  <a:moveTo>
                    <a:pt x="698500" y="0"/>
                  </a:moveTo>
                  <a:lnTo>
                    <a:pt x="0" y="0"/>
                  </a:lnTo>
                  <a:lnTo>
                    <a:pt x="0" y="698500"/>
                  </a:lnTo>
                  <a:lnTo>
                    <a:pt x="698500" y="698500"/>
                  </a:lnTo>
                  <a:lnTo>
                    <a:pt x="69850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9" name="object 89"/>
            <p:cNvSpPr/>
            <p:nvPr/>
          </p:nvSpPr>
          <p:spPr>
            <a:xfrm>
              <a:off x="5295900" y="7886700"/>
              <a:ext cx="698500" cy="698500"/>
            </a:xfrm>
            <a:custGeom>
              <a:avLst/>
              <a:gdLst/>
              <a:ahLst/>
              <a:cxnLst/>
              <a:rect l="l" t="t" r="r" b="b"/>
              <a:pathLst>
                <a:path w="698500" h="698500">
                  <a:moveTo>
                    <a:pt x="0" y="0"/>
                  </a:moveTo>
                  <a:lnTo>
                    <a:pt x="698500" y="0"/>
                  </a:lnTo>
                  <a:lnTo>
                    <a:pt x="698500" y="698500"/>
                  </a:lnTo>
                  <a:lnTo>
                    <a:pt x="0" y="698500"/>
                  </a:lnTo>
                  <a:lnTo>
                    <a:pt x="0" y="0"/>
                  </a:lnTo>
                  <a:close/>
                </a:path>
              </a:pathLst>
            </a:custGeom>
            <a:ln w="25400" cap="rnd">
              <a:solidFill>
                <a:srgbClr val="212121"/>
              </a:solidFill>
            </a:ln>
          </p:spPr>
          <p:txBody>
            <a:bodyPr wrap="square" lIns="0" tIns="0" rIns="0" bIns="0" rtlCol="0"/>
            <a:lstStyle/>
            <a:p>
              <a:endParaRPr sz="900" dirty="0">
                <a:latin typeface="江城圆体 400W" panose="020B0800000000000000" pitchFamily="34" charset="-128"/>
                <a:ea typeface="江城圆体 400W" panose="020B0800000000000000" pitchFamily="34" charset="-128"/>
              </a:endParaRPr>
            </a:p>
          </p:txBody>
        </p:sp>
      </p:grpSp>
      <p:sp>
        <p:nvSpPr>
          <p:cNvPr id="99" name="object 99"/>
          <p:cNvSpPr txBox="1"/>
          <p:nvPr/>
        </p:nvSpPr>
        <p:spPr>
          <a:xfrm>
            <a:off x="2647950" y="2743200"/>
            <a:ext cx="349250" cy="339090"/>
          </a:xfrm>
          <a:prstGeom prst="rect">
            <a:avLst/>
          </a:prstGeom>
          <a:ln w="25400" cap="rnd">
            <a:solidFill>
              <a:srgbClr val="212121"/>
            </a:solidFill>
          </a:ln>
        </p:spPr>
        <p:txBody>
          <a:bodyPr vert="horz" wrap="square" lIns="0" tIns="50800" rIns="0" bIns="0" rtlCol="0">
            <a:spAutoFit/>
          </a:bodyPr>
          <a:lstStyle/>
          <a:p>
            <a:pPr marL="107950" marR="37465" indent="-66675">
              <a:lnSpc>
                <a:spcPts val="1125"/>
              </a:lnSpc>
              <a:spcBef>
                <a:spcPts val="400"/>
              </a:spcBef>
            </a:pPr>
            <a:r>
              <a:rPr sz="1050"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开放我</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00" name="object 100"/>
          <p:cNvSpPr txBox="1"/>
          <p:nvPr/>
        </p:nvSpPr>
        <p:spPr>
          <a:xfrm>
            <a:off x="2647950" y="3143250"/>
            <a:ext cx="349250" cy="326390"/>
          </a:xfrm>
          <a:prstGeom prst="rect">
            <a:avLst/>
          </a:prstGeom>
          <a:solidFill>
            <a:srgbClr val="A86ED8"/>
          </a:solidFill>
          <a:ln w="25400" cap="rnd">
            <a:solidFill>
              <a:srgbClr val="212121"/>
            </a:solidFill>
          </a:ln>
        </p:spPr>
        <p:txBody>
          <a:bodyPr vert="horz" wrap="square" lIns="0" tIns="38100" rIns="0" bIns="0" rtlCol="0">
            <a:spAutoFit/>
          </a:bodyPr>
          <a:lstStyle/>
          <a:p>
            <a:pPr marL="107950" marR="37465" indent="-66675">
              <a:lnSpc>
                <a:spcPts val="1125"/>
              </a:lnSpc>
              <a:spcBef>
                <a:spcPts val="30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盲目我</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grpSp>
        <p:nvGrpSpPr>
          <p:cNvPr id="101" name="object 101"/>
          <p:cNvGrpSpPr/>
          <p:nvPr/>
        </p:nvGrpSpPr>
        <p:grpSpPr>
          <a:xfrm>
            <a:off x="4654550" y="6838950"/>
            <a:ext cx="1537018" cy="1733550"/>
            <a:chOff x="9309100" y="13677900"/>
            <a:chExt cx="3074035" cy="3467100"/>
          </a:xfrm>
        </p:grpSpPr>
        <p:sp>
          <p:nvSpPr>
            <p:cNvPr id="102" name="object 102"/>
            <p:cNvSpPr/>
            <p:nvPr/>
          </p:nvSpPr>
          <p:spPr>
            <a:xfrm>
              <a:off x="9328150" y="13696950"/>
              <a:ext cx="3035300" cy="3429000"/>
            </a:xfrm>
            <a:custGeom>
              <a:avLst/>
              <a:gdLst/>
              <a:ahLst/>
              <a:cxnLst/>
              <a:rect l="l" t="t" r="r" b="b"/>
              <a:pathLst>
                <a:path w="3035300" h="3429000">
                  <a:moveTo>
                    <a:pt x="3035300" y="0"/>
                  </a:moveTo>
                  <a:lnTo>
                    <a:pt x="3035300" y="3429000"/>
                  </a:lnTo>
                  <a:lnTo>
                    <a:pt x="0" y="3429000"/>
                  </a:lnTo>
                  <a:lnTo>
                    <a:pt x="0" y="0"/>
                  </a:lnTo>
                  <a:lnTo>
                    <a:pt x="303530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3" name="object 103"/>
            <p:cNvSpPr/>
            <p:nvPr/>
          </p:nvSpPr>
          <p:spPr>
            <a:xfrm>
              <a:off x="9340669" y="15424150"/>
              <a:ext cx="3023235" cy="0"/>
            </a:xfrm>
            <a:custGeom>
              <a:avLst/>
              <a:gdLst/>
              <a:ahLst/>
              <a:cxnLst/>
              <a:rect l="l" t="t" r="r" b="b"/>
              <a:pathLst>
                <a:path w="3023234">
                  <a:moveTo>
                    <a:pt x="0" y="0"/>
                  </a:moveTo>
                  <a:lnTo>
                    <a:pt x="3022961" y="0"/>
                  </a:lnTo>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04" name="object 104"/>
          <p:cNvSpPr txBox="1"/>
          <p:nvPr/>
        </p:nvSpPr>
        <p:spPr>
          <a:xfrm>
            <a:off x="4673600" y="6881706"/>
            <a:ext cx="1498600" cy="690880"/>
          </a:xfrm>
          <a:prstGeom prst="rect">
            <a:avLst/>
          </a:prstGeom>
        </p:spPr>
        <p:txBody>
          <a:bodyPr vert="horz" wrap="square" lIns="0" tIns="26988" rIns="0" bIns="0" rtlCol="0">
            <a:spAutoFit/>
          </a:bodyPr>
          <a:lstStyle/>
          <a:p>
            <a:pPr marL="99060">
              <a:spcBef>
                <a:spcPts val="215"/>
              </a:spcBef>
            </a:pPr>
            <a:r>
              <a:rPr sz="1050" b="1" dirty="0">
                <a:solidFill>
                  <a:srgbClr val="212121"/>
                </a:solidFill>
                <a:latin typeface="江城圆体 600W" panose="020B0800000000000000" pitchFamily="34" charset="-128"/>
                <a:ea typeface="江城圆体 600W" panose="020B0800000000000000" pitchFamily="34" charset="-128"/>
                <a:cs typeface="Microsoft JhengHei"/>
              </a:rPr>
              <a:t>描述性揭露</a:t>
            </a:r>
            <a:endParaRPr sz="1050" b="1" dirty="0">
              <a:latin typeface="江城圆体 600W" panose="020B0800000000000000" pitchFamily="34" charset="-128"/>
              <a:ea typeface="江城圆体 600W" panose="020B0800000000000000" pitchFamily="34" charset="-128"/>
              <a:cs typeface="Microsoft JhengHei"/>
            </a:endParaRPr>
          </a:p>
          <a:p>
            <a:pPr marL="44450">
              <a:spcBef>
                <a:spcPts val="14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（discriptive disclosure）</a:t>
            </a:r>
            <a:endParaRPr sz="900" dirty="0">
              <a:latin typeface="江城圆体 400W" panose="020B0800000000000000" pitchFamily="34" charset="-128"/>
              <a:ea typeface="江城圆体 400W" panose="020B0800000000000000" pitchFamily="34" charset="-128"/>
              <a:cs typeface="PMingLiU" panose="02020500000000000000" charset="-120"/>
            </a:endParaRPr>
          </a:p>
          <a:p>
            <a:pPr marL="95250" marR="39370">
              <a:lnSpc>
                <a:spcPct val="116000"/>
              </a:lnSpc>
              <a:spcBef>
                <a:spcPts val="20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向他人透露有关自己的一些事实</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05" name="object 105"/>
          <p:cNvSpPr txBox="1"/>
          <p:nvPr/>
        </p:nvSpPr>
        <p:spPr>
          <a:xfrm>
            <a:off x="4673600" y="7810500"/>
            <a:ext cx="1498600" cy="542290"/>
          </a:xfrm>
          <a:prstGeom prst="rect">
            <a:avLst/>
          </a:prstGeom>
        </p:spPr>
        <p:txBody>
          <a:bodyPr vert="horz" wrap="square" lIns="0" tIns="6350" rIns="0" bIns="0" rtlCol="0">
            <a:spAutoFit/>
          </a:bodyPr>
          <a:lstStyle/>
          <a:p>
            <a:pPr marL="80010">
              <a:lnSpc>
                <a:spcPts val="1230"/>
              </a:lnSpc>
              <a:spcBef>
                <a:spcPts val="50"/>
              </a:spcBef>
            </a:pPr>
            <a:r>
              <a:rPr sz="1050" b="1" dirty="0">
                <a:solidFill>
                  <a:srgbClr val="212121"/>
                </a:solidFill>
                <a:latin typeface="江城圆体 600W" panose="020B0800000000000000" pitchFamily="34" charset="-128"/>
                <a:ea typeface="江城圆体 600W" panose="020B0800000000000000" pitchFamily="34" charset="-128"/>
                <a:cs typeface="Microsoft JhengHei"/>
              </a:rPr>
              <a:t>评价性揭露</a:t>
            </a:r>
            <a:endParaRPr sz="1050" b="1" dirty="0">
              <a:latin typeface="江城圆体 600W" panose="020B0800000000000000" pitchFamily="34" charset="-128"/>
              <a:ea typeface="江城圆体 600W" panose="020B0800000000000000" pitchFamily="34" charset="-128"/>
              <a:cs typeface="Microsoft JhengHei"/>
            </a:endParaRPr>
          </a:p>
          <a:p>
            <a:pPr marL="25400">
              <a:lnSpc>
                <a:spcPts val="1050"/>
              </a:lnSpc>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（evaluative disclosure）</a:t>
            </a:r>
            <a:endParaRPr sz="900" dirty="0">
              <a:latin typeface="江城圆体 400W" panose="020B0800000000000000" pitchFamily="34" charset="-128"/>
              <a:ea typeface="江城圆体 400W" panose="020B0800000000000000" pitchFamily="34" charset="-128"/>
              <a:cs typeface="PMingLiU" panose="02020500000000000000" charset="-120"/>
            </a:endParaRPr>
          </a:p>
          <a:p>
            <a:pPr marL="82550">
              <a:spcBef>
                <a:spcPts val="82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透露个人的意见和感受</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06" name="object 106"/>
          <p:cNvSpPr txBox="1"/>
          <p:nvPr/>
        </p:nvSpPr>
        <p:spPr>
          <a:xfrm>
            <a:off x="2647950" y="3543300"/>
            <a:ext cx="349250" cy="326390"/>
          </a:xfrm>
          <a:prstGeom prst="rect">
            <a:avLst/>
          </a:prstGeom>
          <a:solidFill>
            <a:srgbClr val="11A766"/>
          </a:solidFill>
          <a:ln w="25400" cap="rnd">
            <a:solidFill>
              <a:srgbClr val="212121"/>
            </a:solidFill>
          </a:ln>
        </p:spPr>
        <p:txBody>
          <a:bodyPr vert="horz" wrap="square" lIns="0" tIns="38100" rIns="0" bIns="0" rtlCol="0">
            <a:spAutoFit/>
          </a:bodyPr>
          <a:lstStyle/>
          <a:p>
            <a:pPr marL="107950" marR="37465" indent="-66675">
              <a:lnSpc>
                <a:spcPts val="1125"/>
              </a:lnSpc>
              <a:spcBef>
                <a:spcPts val="30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隐藏我</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09" name="object 109"/>
          <p:cNvSpPr txBox="1"/>
          <p:nvPr/>
        </p:nvSpPr>
        <p:spPr>
          <a:xfrm>
            <a:off x="2657475" y="3956050"/>
            <a:ext cx="330200" cy="313690"/>
          </a:xfrm>
          <a:prstGeom prst="rect">
            <a:avLst/>
          </a:prstGeom>
        </p:spPr>
        <p:txBody>
          <a:bodyPr vert="horz" wrap="square" lIns="0" tIns="25400" rIns="0" bIns="0" rtlCol="0">
            <a:spAutoFit/>
          </a:bodyPr>
          <a:lstStyle/>
          <a:p>
            <a:pPr marL="98425" marR="27940" indent="-66675">
              <a:lnSpc>
                <a:spcPts val="1125"/>
              </a:lnSpc>
              <a:spcBef>
                <a:spcPts val="200"/>
              </a:spcBef>
            </a:pP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未知我</a:t>
            </a:r>
            <a:endParaRPr sz="1050" b="1" dirty="0">
              <a:latin typeface="江城圆体 600W" panose="020B0800000000000000" pitchFamily="34" charset="-128"/>
              <a:ea typeface="江城圆体 600W" panose="020B0800000000000000" pitchFamily="34" charset="-128"/>
              <a:cs typeface="PMingLiU" panose="02020500000000000000" charset="-120"/>
            </a:endParaRPr>
          </a:p>
        </p:txBody>
      </p:sp>
      <p:grpSp>
        <p:nvGrpSpPr>
          <p:cNvPr id="158" name="组合 157"/>
          <p:cNvGrpSpPr/>
          <p:nvPr/>
        </p:nvGrpSpPr>
        <p:grpSpPr>
          <a:xfrm>
            <a:off x="2644775" y="4622800"/>
            <a:ext cx="1581150" cy="1586230"/>
            <a:chOff x="2644775" y="4622800"/>
            <a:chExt cx="1581150" cy="1586230"/>
          </a:xfrm>
        </p:grpSpPr>
        <p:sp>
          <p:nvSpPr>
            <p:cNvPr id="71" name="object 71"/>
            <p:cNvSpPr/>
            <p:nvPr/>
          </p:nvSpPr>
          <p:spPr>
            <a:xfrm>
              <a:off x="3822700" y="4641850"/>
              <a:ext cx="387350" cy="781050"/>
            </a:xfrm>
            <a:custGeom>
              <a:avLst/>
              <a:gdLst/>
              <a:ahLst/>
              <a:cxnLst/>
              <a:rect l="l" t="t" r="r" b="b"/>
              <a:pathLst>
                <a:path w="774700" h="1562100">
                  <a:moveTo>
                    <a:pt x="0" y="1562100"/>
                  </a:moveTo>
                  <a:lnTo>
                    <a:pt x="774700" y="1562100"/>
                  </a:lnTo>
                  <a:lnTo>
                    <a:pt x="774700" y="0"/>
                  </a:lnTo>
                  <a:lnTo>
                    <a:pt x="0" y="0"/>
                  </a:lnTo>
                  <a:lnTo>
                    <a:pt x="0" y="1562100"/>
                  </a:lnTo>
                  <a:close/>
                </a:path>
              </a:pathLst>
            </a:custGeom>
            <a:solidFill>
              <a:srgbClr val="A86ED8"/>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8" name="object 78"/>
            <p:cNvSpPr txBox="1"/>
            <p:nvPr/>
          </p:nvSpPr>
          <p:spPr>
            <a:xfrm>
              <a:off x="2647950" y="5422900"/>
              <a:ext cx="781050" cy="786130"/>
            </a:xfrm>
            <a:prstGeom prst="rect">
              <a:avLst/>
            </a:prstGeom>
            <a:solidFill>
              <a:srgbClr val="11A766"/>
            </a:solidFill>
          </p:spPr>
          <p:txBody>
            <a:bodyPr vert="horz" wrap="square" lIns="0" tIns="0" rIns="0" bIns="0" rtlCol="0">
              <a:spAutoFit/>
            </a:bodyPr>
            <a:lstStyle/>
            <a:p>
              <a:pPr>
                <a:lnSpc>
                  <a:spcPct val="100000"/>
                </a:lnSpc>
              </a:pPr>
              <a:endParaRPr lang="zh-CN" altLang="en-US" sz="1050" dirty="0">
                <a:latin typeface="江城圆体 400W" panose="020B0800000000000000" pitchFamily="34" charset="-128"/>
                <a:ea typeface="江城圆体 400W" panose="020B0800000000000000" pitchFamily="34" charset="-128"/>
                <a:cs typeface="Times New Roman" panose="02020603050405020304"/>
              </a:endParaRPr>
            </a:p>
            <a:p>
              <a:pPr marL="124460" marR="165100" indent="53340">
                <a:lnSpc>
                  <a:spcPts val="1200"/>
                </a:lnSpc>
                <a:spcBef>
                  <a:spcPts val="635"/>
                </a:spcBef>
              </a:pPr>
              <a:r>
                <a:rPr sz="1050" dirty="0" err="1">
                  <a:solidFill>
                    <a:srgbClr val="FFFFFF"/>
                  </a:solidFill>
                  <a:latin typeface="江城圆体 400W" panose="020B0800000000000000" pitchFamily="34" charset="-128"/>
                  <a:ea typeface="江城圆体 400W" panose="020B0800000000000000" pitchFamily="34" charset="-128"/>
                  <a:cs typeface="PMingLiU" panose="02020500000000000000" charset="-120"/>
                </a:rPr>
                <a:t>隐藏我</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lang="zh-CN" altLang="en-US"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Hidden</a:t>
              </a:r>
              <a:endParaRPr lang="en-US"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endParaRPr>
            </a:p>
            <a:p>
              <a:pPr marL="124460" marR="165100" indent="53340">
                <a:lnSpc>
                  <a:spcPts val="1200"/>
                </a:lnSpc>
                <a:spcBef>
                  <a:spcPts val="635"/>
                </a:spcBef>
              </a:pP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80" name="object 80"/>
            <p:cNvSpPr txBox="1"/>
            <p:nvPr/>
          </p:nvSpPr>
          <p:spPr>
            <a:xfrm>
              <a:off x="3765674" y="4857750"/>
              <a:ext cx="272733" cy="317500"/>
            </a:xfrm>
            <a:prstGeom prst="rect">
              <a:avLst/>
            </a:prstGeom>
          </p:spPr>
          <p:txBody>
            <a:bodyPr vert="horz" wrap="square" lIns="0" tIns="22860" rIns="0" bIns="0" rtlCol="0">
              <a:spAutoFit/>
            </a:bodyPr>
            <a:lstStyle/>
            <a:p>
              <a:pPr marL="68580" marR="2540" indent="-68580">
                <a:lnSpc>
                  <a:spcPts val="1150"/>
                </a:lnSpc>
                <a:spcBef>
                  <a:spcPts val="18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目我 nd</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81" name="object 81"/>
            <p:cNvSpPr txBox="1"/>
            <p:nvPr/>
          </p:nvSpPr>
          <p:spPr>
            <a:xfrm>
              <a:off x="3632564" y="4880102"/>
              <a:ext cx="201930" cy="294640"/>
            </a:xfrm>
            <a:prstGeom prst="rect">
              <a:avLst/>
            </a:prstGeom>
          </p:spPr>
          <p:txBody>
            <a:bodyPr vert="horz" wrap="square" lIns="0" tIns="0" rIns="0" bIns="0" rtlCol="0">
              <a:spAutoFit/>
            </a:bodyPr>
            <a:lstStyle/>
            <a:p>
              <a:pPr marL="22860" indent="-22860">
                <a:lnSpc>
                  <a:spcPts val="1150"/>
                </a:lnSpc>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盲 Bli</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83" name="object 83"/>
            <p:cNvSpPr txBox="1"/>
            <p:nvPr/>
          </p:nvSpPr>
          <p:spPr>
            <a:xfrm>
              <a:off x="3429000" y="5422900"/>
              <a:ext cx="781050" cy="786130"/>
            </a:xfrm>
            <a:prstGeom prst="rect">
              <a:avLst/>
            </a:prstGeom>
            <a:solidFill>
              <a:srgbClr val="212121"/>
            </a:solidFill>
          </p:spPr>
          <p:txBody>
            <a:bodyPr vert="horz" wrap="square" lIns="0" tIns="0" rIns="0" bIns="0" rtlCol="0">
              <a:spAutoFit/>
            </a:bodyPr>
            <a:lstStyle/>
            <a:p>
              <a:pPr>
                <a:lnSpc>
                  <a:spcPct val="100000"/>
                </a:lnSpc>
              </a:pPr>
              <a:endParaRPr sz="1050" dirty="0">
                <a:latin typeface="江城圆体 400W" panose="020B0800000000000000" pitchFamily="34" charset="-128"/>
                <a:ea typeface="江城圆体 400W" panose="020B0800000000000000" pitchFamily="34" charset="-128"/>
                <a:cs typeface="Times New Roman" panose="02020603050405020304"/>
              </a:endParaRPr>
            </a:p>
            <a:p>
              <a:pPr marL="74295" marR="51435" indent="128905">
                <a:lnSpc>
                  <a:spcPts val="1200"/>
                </a:lnSpc>
                <a:spcBef>
                  <a:spcPts val="635"/>
                </a:spcBef>
              </a:pPr>
              <a:r>
                <a:rPr sz="1050" dirty="0" err="1">
                  <a:solidFill>
                    <a:srgbClr val="FFFFFF"/>
                  </a:solidFill>
                  <a:latin typeface="江城圆体 400W" panose="020B0800000000000000" pitchFamily="34" charset="-128"/>
                  <a:ea typeface="江城圆体 400W" panose="020B0800000000000000" pitchFamily="34" charset="-128"/>
                  <a:cs typeface="PMingLiU" panose="02020500000000000000" charset="-120"/>
                </a:rPr>
                <a:t>未知我</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Unknown</a:t>
              </a:r>
              <a:endParaRPr lang="en-US"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endParaRPr>
            </a:p>
            <a:p>
              <a:pPr marL="74295" marR="51435" indent="128905">
                <a:lnSpc>
                  <a:spcPts val="1200"/>
                </a:lnSpc>
                <a:spcBef>
                  <a:spcPts val="635"/>
                </a:spcBef>
              </a:pP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90" name="object 90"/>
            <p:cNvGrpSpPr/>
            <p:nvPr/>
          </p:nvGrpSpPr>
          <p:grpSpPr>
            <a:xfrm>
              <a:off x="2644775" y="4625975"/>
              <a:ext cx="1581150" cy="1581150"/>
              <a:chOff x="5289550" y="9251950"/>
              <a:chExt cx="3162300" cy="3162300"/>
            </a:xfrm>
          </p:grpSpPr>
          <p:sp>
            <p:nvSpPr>
              <p:cNvPr id="91" name="object 91"/>
              <p:cNvSpPr/>
              <p:nvPr/>
            </p:nvSpPr>
            <p:spPr>
              <a:xfrm>
                <a:off x="6851650" y="10845800"/>
                <a:ext cx="0" cy="1543050"/>
              </a:xfrm>
              <a:custGeom>
                <a:avLst/>
                <a:gdLst/>
                <a:ahLst/>
                <a:cxnLst/>
                <a:rect l="l" t="t" r="r" b="b"/>
                <a:pathLst>
                  <a:path h="1543050">
                    <a:moveTo>
                      <a:pt x="0" y="0"/>
                    </a:moveTo>
                    <a:lnTo>
                      <a:pt x="0" y="1543050"/>
                    </a:lnTo>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2" name="object 92"/>
              <p:cNvSpPr/>
              <p:nvPr/>
            </p:nvSpPr>
            <p:spPr>
              <a:xfrm>
                <a:off x="5334000" y="10858500"/>
                <a:ext cx="3086100" cy="0"/>
              </a:xfrm>
              <a:custGeom>
                <a:avLst/>
                <a:gdLst/>
                <a:ahLst/>
                <a:cxnLst/>
                <a:rect l="l" t="t" r="r" b="b"/>
                <a:pathLst>
                  <a:path w="3086100">
                    <a:moveTo>
                      <a:pt x="0" y="0"/>
                    </a:moveTo>
                    <a:lnTo>
                      <a:pt x="3086100" y="0"/>
                    </a:lnTo>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3" name="object 93"/>
              <p:cNvSpPr/>
              <p:nvPr/>
            </p:nvSpPr>
            <p:spPr>
              <a:xfrm>
                <a:off x="5295900" y="9283700"/>
                <a:ext cx="2349500" cy="1562100"/>
              </a:xfrm>
              <a:custGeom>
                <a:avLst/>
                <a:gdLst/>
                <a:ahLst/>
                <a:cxnLst/>
                <a:rect l="l" t="t" r="r" b="b"/>
                <a:pathLst>
                  <a:path w="2349500" h="1562100">
                    <a:moveTo>
                      <a:pt x="2349500" y="0"/>
                    </a:moveTo>
                    <a:lnTo>
                      <a:pt x="0" y="0"/>
                    </a:lnTo>
                    <a:lnTo>
                      <a:pt x="0" y="1562100"/>
                    </a:lnTo>
                    <a:lnTo>
                      <a:pt x="2349500" y="1562100"/>
                    </a:lnTo>
                    <a:lnTo>
                      <a:pt x="2349500" y="0"/>
                    </a:lnTo>
                    <a:close/>
                  </a:path>
                </a:pathLst>
              </a:custGeom>
              <a:solidFill>
                <a:srgbClr val="FFFFFF">
                  <a:alpha val="89999"/>
                </a:srgbClr>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4" name="object 94"/>
              <p:cNvSpPr/>
              <p:nvPr/>
            </p:nvSpPr>
            <p:spPr>
              <a:xfrm>
                <a:off x="5308600" y="9271000"/>
                <a:ext cx="3124200" cy="3124200"/>
              </a:xfrm>
              <a:custGeom>
                <a:avLst/>
                <a:gdLst/>
                <a:ahLst/>
                <a:cxnLst/>
                <a:rect l="l" t="t" r="r" b="b"/>
                <a:pathLst>
                  <a:path w="3124200" h="3124200">
                    <a:moveTo>
                      <a:pt x="0" y="0"/>
                    </a:moveTo>
                    <a:lnTo>
                      <a:pt x="3124200" y="0"/>
                    </a:lnTo>
                    <a:lnTo>
                      <a:pt x="3124200" y="3124200"/>
                    </a:lnTo>
                    <a:lnTo>
                      <a:pt x="0" y="3124200"/>
                    </a:lnTo>
                    <a:lnTo>
                      <a:pt x="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07" name="object 107"/>
            <p:cNvSpPr txBox="1"/>
            <p:nvPr/>
          </p:nvSpPr>
          <p:spPr>
            <a:xfrm>
              <a:off x="2826114" y="4857750"/>
              <a:ext cx="405765" cy="317500"/>
            </a:xfrm>
            <a:prstGeom prst="rect">
              <a:avLst/>
            </a:prstGeom>
          </p:spPr>
          <p:txBody>
            <a:bodyPr vert="horz" wrap="square" lIns="0" tIns="22860" rIns="0" bIns="0" rtlCol="0">
              <a:spAutoFit/>
            </a:bodyPr>
            <a:lstStyle/>
            <a:p>
              <a:pPr marL="20320" marR="2540" indent="-20320">
                <a:lnSpc>
                  <a:spcPts val="1150"/>
                </a:lnSpc>
                <a:spcBef>
                  <a:spcPts val="18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开放我 Open</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11" name="object 111"/>
            <p:cNvSpPr txBox="1"/>
            <p:nvPr/>
          </p:nvSpPr>
          <p:spPr>
            <a:xfrm>
              <a:off x="3365621" y="4622800"/>
              <a:ext cx="139700" cy="840740"/>
            </a:xfrm>
            <a:prstGeom prst="rect">
              <a:avLst/>
            </a:prstGeom>
          </p:spPr>
          <p:txBody>
            <a:bodyPr vert="horz" wrap="square" lIns="0" tIns="33020" rIns="0" bIns="0" rtlCol="0">
              <a:spAutoFit/>
            </a:bodyPr>
            <a:lstStyle/>
            <a:p>
              <a:pPr marR="2540" indent="33655" algn="just">
                <a:lnSpc>
                  <a:spcPts val="1050"/>
                </a:lnSpc>
                <a:spcBef>
                  <a:spcPts val="260"/>
                </a:spcBef>
              </a:pPr>
              <a:r>
                <a:rPr sz="1050" dirty="0">
                  <a:solidFill>
                    <a:srgbClr val="E76424"/>
                  </a:solidFill>
                  <a:latin typeface="江城圆体 400W" panose="020B0800000000000000" pitchFamily="34" charset="-128"/>
                  <a:ea typeface="江城圆体 400W" panose="020B0800000000000000" pitchFamily="34" charset="-128"/>
                  <a:cs typeface="PMingLiU" panose="02020500000000000000" charset="-120"/>
                </a:rPr>
                <a:t>「他人反馈</a:t>
              </a:r>
              <a:endParaRPr sz="1050" dirty="0">
                <a:latin typeface="江城圆体 400W" panose="020B0800000000000000" pitchFamily="34" charset="-128"/>
                <a:ea typeface="江城圆体 400W" panose="020B0800000000000000" pitchFamily="34" charset="-128"/>
                <a:cs typeface="PMingLiU" panose="02020500000000000000" charset="-120"/>
              </a:endParaRPr>
            </a:p>
            <a:p>
              <a:pPr marL="33020">
                <a:lnSpc>
                  <a:spcPts val="1050"/>
                </a:lnSpc>
              </a:pPr>
              <a:r>
                <a:rPr sz="1050" dirty="0">
                  <a:solidFill>
                    <a:srgbClr val="E76424"/>
                  </a:solidFill>
                  <a:latin typeface="江城圆体 400W" panose="020B0800000000000000" pitchFamily="34" charset="-128"/>
                  <a:ea typeface="江城圆体 400W" panose="020B0800000000000000" pitchFamily="34" charset="-128"/>
                  <a:cs typeface="PMingLiU" panose="02020500000000000000" charset="-120"/>
                </a:rPr>
                <a:t>」</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13" name="object 113"/>
            <p:cNvSpPr/>
            <p:nvPr/>
          </p:nvSpPr>
          <p:spPr>
            <a:xfrm>
              <a:off x="3511550" y="4953000"/>
              <a:ext cx="328613" cy="121920"/>
            </a:xfrm>
            <a:custGeom>
              <a:avLst/>
              <a:gdLst/>
              <a:ahLst/>
              <a:cxnLst/>
              <a:rect l="l" t="t" r="r" b="b"/>
              <a:pathLst>
                <a:path w="657225" h="243840">
                  <a:moveTo>
                    <a:pt x="430084" y="0"/>
                  </a:moveTo>
                  <a:lnTo>
                    <a:pt x="427849" y="0"/>
                  </a:lnTo>
                  <a:lnTo>
                    <a:pt x="419069" y="866"/>
                  </a:lnTo>
                  <a:lnTo>
                    <a:pt x="413456" y="6974"/>
                  </a:lnTo>
                  <a:lnTo>
                    <a:pt x="413448" y="101600"/>
                  </a:lnTo>
                  <a:lnTo>
                    <a:pt x="38087" y="101600"/>
                  </a:lnTo>
                  <a:lnTo>
                    <a:pt x="38100" y="19050"/>
                  </a:lnTo>
                  <a:lnTo>
                    <a:pt x="36602" y="11635"/>
                  </a:lnTo>
                  <a:lnTo>
                    <a:pt x="32520" y="5579"/>
                  </a:lnTo>
                  <a:lnTo>
                    <a:pt x="26464" y="1497"/>
                  </a:lnTo>
                  <a:lnTo>
                    <a:pt x="19050" y="0"/>
                  </a:lnTo>
                  <a:lnTo>
                    <a:pt x="11635" y="1497"/>
                  </a:lnTo>
                  <a:lnTo>
                    <a:pt x="5579" y="5579"/>
                  </a:lnTo>
                  <a:lnTo>
                    <a:pt x="1497" y="11635"/>
                  </a:lnTo>
                  <a:lnTo>
                    <a:pt x="0" y="19050"/>
                  </a:lnTo>
                  <a:lnTo>
                    <a:pt x="0" y="222250"/>
                  </a:lnTo>
                  <a:lnTo>
                    <a:pt x="1497" y="229664"/>
                  </a:lnTo>
                  <a:lnTo>
                    <a:pt x="5579" y="235720"/>
                  </a:lnTo>
                  <a:lnTo>
                    <a:pt x="11635" y="239802"/>
                  </a:lnTo>
                  <a:lnTo>
                    <a:pt x="19050" y="241300"/>
                  </a:lnTo>
                  <a:lnTo>
                    <a:pt x="26464" y="239802"/>
                  </a:lnTo>
                  <a:lnTo>
                    <a:pt x="32520" y="235720"/>
                  </a:lnTo>
                  <a:lnTo>
                    <a:pt x="36602" y="229664"/>
                  </a:lnTo>
                  <a:lnTo>
                    <a:pt x="38100" y="222250"/>
                  </a:lnTo>
                  <a:lnTo>
                    <a:pt x="38100" y="139700"/>
                  </a:lnTo>
                  <a:lnTo>
                    <a:pt x="413448" y="139700"/>
                  </a:lnTo>
                  <a:lnTo>
                    <a:pt x="413456" y="229137"/>
                  </a:lnTo>
                  <a:lnTo>
                    <a:pt x="413975" y="231341"/>
                  </a:lnTo>
                  <a:lnTo>
                    <a:pt x="418529" y="240450"/>
                  </a:lnTo>
                  <a:lnTo>
                    <a:pt x="427175" y="243331"/>
                  </a:lnTo>
                  <a:lnTo>
                    <a:pt x="649580" y="132129"/>
                  </a:lnTo>
                  <a:lnTo>
                    <a:pt x="651840" y="129871"/>
                  </a:lnTo>
                  <a:lnTo>
                    <a:pt x="656788" y="119975"/>
                  </a:lnTo>
                  <a:lnTo>
                    <a:pt x="653906" y="111329"/>
                  </a:lnTo>
                  <a:lnTo>
                    <a:pt x="432287" y="520"/>
                  </a:lnTo>
                  <a:lnTo>
                    <a:pt x="430084"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57" name="组合 156"/>
          <p:cNvGrpSpPr/>
          <p:nvPr/>
        </p:nvGrpSpPr>
        <p:grpSpPr>
          <a:xfrm>
            <a:off x="4324350" y="4633913"/>
            <a:ext cx="1562100" cy="1570037"/>
            <a:chOff x="4324350" y="4633913"/>
            <a:chExt cx="1562100" cy="1570037"/>
          </a:xfrm>
        </p:grpSpPr>
        <p:sp>
          <p:nvSpPr>
            <p:cNvPr id="123" name="object 78"/>
            <p:cNvSpPr txBox="1"/>
            <p:nvPr/>
          </p:nvSpPr>
          <p:spPr>
            <a:xfrm>
              <a:off x="4324350" y="5403125"/>
              <a:ext cx="781050" cy="786130"/>
            </a:xfrm>
            <a:prstGeom prst="rect">
              <a:avLst/>
            </a:prstGeom>
            <a:solidFill>
              <a:srgbClr val="11A766"/>
            </a:solidFill>
          </p:spPr>
          <p:txBody>
            <a:bodyPr vert="horz" wrap="square" lIns="0" tIns="0" rIns="0" bIns="0" rtlCol="0">
              <a:spAutoFit/>
            </a:bodyPr>
            <a:lstStyle/>
            <a:p>
              <a:pPr>
                <a:lnSpc>
                  <a:spcPct val="100000"/>
                </a:lnSpc>
              </a:pPr>
              <a:endParaRPr lang="zh-CN" altLang="en-US" sz="1050" dirty="0">
                <a:latin typeface="江城圆体 400W" panose="020B0800000000000000" pitchFamily="34" charset="-128"/>
                <a:ea typeface="江城圆体 400W" panose="020B0800000000000000" pitchFamily="34" charset="-128"/>
                <a:cs typeface="Times New Roman" panose="02020603050405020304"/>
              </a:endParaRPr>
            </a:p>
            <a:p>
              <a:pPr marL="124460" marR="165100" indent="53340">
                <a:lnSpc>
                  <a:spcPts val="1200"/>
                </a:lnSpc>
                <a:spcBef>
                  <a:spcPts val="635"/>
                </a:spcBef>
              </a:pPr>
              <a:r>
                <a:rPr sz="1050" dirty="0" err="1">
                  <a:solidFill>
                    <a:srgbClr val="FFFFFF"/>
                  </a:solidFill>
                  <a:latin typeface="江城圆体 400W" panose="020B0800000000000000" pitchFamily="34" charset="-128"/>
                  <a:ea typeface="江城圆体 400W" panose="020B0800000000000000" pitchFamily="34" charset="-128"/>
                  <a:cs typeface="PMingLiU" panose="02020500000000000000" charset="-120"/>
                </a:rPr>
                <a:t>隐藏我</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lang="zh-CN" altLang="en-US"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Hidden</a:t>
              </a:r>
              <a:endParaRPr lang="en-US"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endParaRPr>
            </a:p>
            <a:p>
              <a:pPr marL="124460" marR="165100" indent="53340">
                <a:lnSpc>
                  <a:spcPts val="1200"/>
                </a:lnSpc>
                <a:spcBef>
                  <a:spcPts val="635"/>
                </a:spcBef>
              </a:pP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72" name="object 72"/>
            <p:cNvGrpSpPr/>
            <p:nvPr/>
          </p:nvGrpSpPr>
          <p:grpSpPr>
            <a:xfrm>
              <a:off x="5099050" y="4641850"/>
              <a:ext cx="781050" cy="1562100"/>
              <a:chOff x="10198100" y="9283700"/>
              <a:chExt cx="1562100" cy="3124200"/>
            </a:xfrm>
          </p:grpSpPr>
          <p:sp>
            <p:nvSpPr>
              <p:cNvPr id="73" name="object 73"/>
              <p:cNvSpPr/>
              <p:nvPr/>
            </p:nvSpPr>
            <p:spPr>
              <a:xfrm>
                <a:off x="11023600" y="9283700"/>
                <a:ext cx="736600" cy="1562100"/>
              </a:xfrm>
              <a:custGeom>
                <a:avLst/>
                <a:gdLst/>
                <a:ahLst/>
                <a:cxnLst/>
                <a:rect l="l" t="t" r="r" b="b"/>
                <a:pathLst>
                  <a:path w="736600" h="1562100">
                    <a:moveTo>
                      <a:pt x="0" y="1562100"/>
                    </a:moveTo>
                    <a:lnTo>
                      <a:pt x="736600" y="1562100"/>
                    </a:lnTo>
                    <a:lnTo>
                      <a:pt x="736600" y="0"/>
                    </a:lnTo>
                    <a:lnTo>
                      <a:pt x="0" y="0"/>
                    </a:lnTo>
                    <a:lnTo>
                      <a:pt x="0" y="1562100"/>
                    </a:lnTo>
                    <a:close/>
                  </a:path>
                </a:pathLst>
              </a:custGeom>
              <a:solidFill>
                <a:srgbClr val="A86ED8"/>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4" name="object 74"/>
              <p:cNvSpPr/>
              <p:nvPr/>
            </p:nvSpPr>
            <p:spPr>
              <a:xfrm>
                <a:off x="10198100" y="10845799"/>
                <a:ext cx="1562100" cy="1562100"/>
              </a:xfrm>
              <a:custGeom>
                <a:avLst/>
                <a:gdLst/>
                <a:ahLst/>
                <a:cxnLst/>
                <a:rect l="l" t="t" r="r" b="b"/>
                <a:pathLst>
                  <a:path w="1562100" h="1562100">
                    <a:moveTo>
                      <a:pt x="1562100" y="0"/>
                    </a:moveTo>
                    <a:lnTo>
                      <a:pt x="0" y="0"/>
                    </a:lnTo>
                    <a:lnTo>
                      <a:pt x="0" y="762000"/>
                    </a:lnTo>
                    <a:lnTo>
                      <a:pt x="0" y="1562100"/>
                    </a:lnTo>
                    <a:lnTo>
                      <a:pt x="1562100" y="1562100"/>
                    </a:lnTo>
                    <a:lnTo>
                      <a:pt x="1562100" y="762000"/>
                    </a:lnTo>
                    <a:lnTo>
                      <a:pt x="156210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77" name="object 77"/>
            <p:cNvSpPr txBox="1"/>
            <p:nvPr/>
          </p:nvSpPr>
          <p:spPr>
            <a:xfrm>
              <a:off x="5497945" y="5003800"/>
              <a:ext cx="187960"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nd</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79" name="object 79"/>
            <p:cNvSpPr txBox="1"/>
            <p:nvPr/>
          </p:nvSpPr>
          <p:spPr>
            <a:xfrm>
              <a:off x="5167291" y="5791200"/>
              <a:ext cx="663893"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Unknown</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82" name="object 82"/>
            <p:cNvSpPr txBox="1"/>
            <p:nvPr/>
          </p:nvSpPr>
          <p:spPr>
            <a:xfrm>
              <a:off x="5429374" y="4857750"/>
              <a:ext cx="279083"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目我</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84" name="object 84"/>
            <p:cNvSpPr txBox="1"/>
            <p:nvPr/>
          </p:nvSpPr>
          <p:spPr>
            <a:xfrm>
              <a:off x="5429374" y="5638800"/>
              <a:ext cx="279083"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知我</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85" name="object 85"/>
            <p:cNvSpPr txBox="1"/>
            <p:nvPr/>
          </p:nvSpPr>
          <p:spPr>
            <a:xfrm>
              <a:off x="4496164" y="4880102"/>
              <a:ext cx="1008380" cy="869315"/>
            </a:xfrm>
            <a:prstGeom prst="rect">
              <a:avLst/>
            </a:prstGeom>
          </p:spPr>
          <p:txBody>
            <a:bodyPr vert="horz" wrap="square" lIns="0" tIns="318" rIns="0" bIns="0" rtlCol="0">
              <a:spAutoFit/>
            </a:bodyPr>
            <a:lstStyle/>
            <a:p>
              <a:pPr marL="829310" indent="-22860">
                <a:lnSpc>
                  <a:spcPts val="1150"/>
                </a:lnSpc>
                <a:spcBef>
                  <a:spcPts val="5"/>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盲 Bli</a:t>
              </a:r>
              <a:endParaRPr sz="1050" dirty="0">
                <a:latin typeface="江城圆体 400W" panose="020B0800000000000000" pitchFamily="34" charset="-128"/>
                <a:ea typeface="江城圆体 400W" panose="020B0800000000000000" pitchFamily="34" charset="-128"/>
                <a:cs typeface="PMingLiU" panose="02020500000000000000" charset="-120"/>
              </a:endParaRPr>
            </a:p>
            <a:p>
              <a:pPr>
                <a:lnSpc>
                  <a:spcPct val="100000"/>
                </a:lnSpc>
              </a:pPr>
              <a:endParaRPr sz="1050" dirty="0">
                <a:latin typeface="江城圆体 400W" panose="020B0800000000000000" pitchFamily="34" charset="-128"/>
                <a:ea typeface="江城圆体 400W" panose="020B0800000000000000" pitchFamily="34" charset="-128"/>
                <a:cs typeface="PMingLiU" panose="02020500000000000000" charset="-120"/>
              </a:endParaRPr>
            </a:p>
            <a:p>
              <a:pPr>
                <a:lnSpc>
                  <a:spcPct val="100000"/>
                </a:lnSpc>
              </a:pPr>
              <a:endParaRPr sz="1050" dirty="0">
                <a:latin typeface="江城圆体 400W" panose="020B0800000000000000" pitchFamily="34" charset="-128"/>
                <a:ea typeface="江城圆体 400W" panose="020B0800000000000000" pitchFamily="34" charset="-128"/>
                <a:cs typeface="PMingLiU" panose="02020500000000000000" charset="-120"/>
              </a:endParaRPr>
            </a:p>
            <a:p>
              <a:pPr>
                <a:lnSpc>
                  <a:spcPts val="1175"/>
                </a:lnSpc>
                <a:spcBef>
                  <a:spcPts val="785"/>
                </a:spcBef>
                <a:tabLst>
                  <a:tab pos="805815" algn="l"/>
                </a:tabLst>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未</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95" name="object 95"/>
            <p:cNvGrpSpPr/>
            <p:nvPr/>
          </p:nvGrpSpPr>
          <p:grpSpPr>
            <a:xfrm>
              <a:off x="4324350" y="4633913"/>
              <a:ext cx="1562100" cy="1563688"/>
              <a:chOff x="8648700" y="9267825"/>
              <a:chExt cx="3124200" cy="3127375"/>
            </a:xfrm>
          </p:grpSpPr>
          <p:sp>
            <p:nvSpPr>
              <p:cNvPr id="96" name="object 96"/>
              <p:cNvSpPr/>
              <p:nvPr/>
            </p:nvSpPr>
            <p:spPr>
              <a:xfrm>
                <a:off x="10191750" y="10858500"/>
                <a:ext cx="1568450" cy="1530350"/>
              </a:xfrm>
              <a:custGeom>
                <a:avLst/>
                <a:gdLst/>
                <a:ahLst/>
                <a:cxnLst/>
                <a:rect l="l" t="t" r="r" b="b"/>
                <a:pathLst>
                  <a:path w="1568450" h="1530350">
                    <a:moveTo>
                      <a:pt x="0" y="749300"/>
                    </a:moveTo>
                    <a:lnTo>
                      <a:pt x="0" y="1530350"/>
                    </a:lnTo>
                  </a:path>
                  <a:path w="1568450" h="1530350">
                    <a:moveTo>
                      <a:pt x="831850" y="0"/>
                    </a:moveTo>
                    <a:lnTo>
                      <a:pt x="1568450" y="0"/>
                    </a:lnTo>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7" name="object 97"/>
              <p:cNvSpPr/>
              <p:nvPr/>
            </p:nvSpPr>
            <p:spPr>
              <a:xfrm>
                <a:off x="8678157" y="9267825"/>
                <a:ext cx="2374900" cy="2349500"/>
              </a:xfrm>
              <a:custGeom>
                <a:avLst/>
                <a:gdLst/>
                <a:ahLst/>
                <a:cxnLst/>
                <a:rect l="l" t="t" r="r" b="b"/>
                <a:pathLst>
                  <a:path w="2374900" h="2349500">
                    <a:moveTo>
                      <a:pt x="2374900" y="0"/>
                    </a:moveTo>
                    <a:lnTo>
                      <a:pt x="0" y="0"/>
                    </a:lnTo>
                    <a:lnTo>
                      <a:pt x="0" y="2349500"/>
                    </a:lnTo>
                    <a:lnTo>
                      <a:pt x="2374900" y="2349500"/>
                    </a:lnTo>
                    <a:lnTo>
                      <a:pt x="2374900" y="0"/>
                    </a:lnTo>
                    <a:close/>
                  </a:path>
                </a:pathLst>
              </a:custGeom>
              <a:solidFill>
                <a:srgbClr val="FFFFFF">
                  <a:alpha val="89999"/>
                </a:srgbClr>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8" name="object 98"/>
              <p:cNvSpPr/>
              <p:nvPr/>
            </p:nvSpPr>
            <p:spPr>
              <a:xfrm>
                <a:off x="8648700" y="9271000"/>
                <a:ext cx="3124200" cy="3124200"/>
              </a:xfrm>
              <a:custGeom>
                <a:avLst/>
                <a:gdLst/>
                <a:ahLst/>
                <a:cxnLst/>
                <a:rect l="l" t="t" r="r" b="b"/>
                <a:pathLst>
                  <a:path w="3124200" h="3124200">
                    <a:moveTo>
                      <a:pt x="0" y="0"/>
                    </a:moveTo>
                    <a:lnTo>
                      <a:pt x="3124200" y="0"/>
                    </a:lnTo>
                    <a:lnTo>
                      <a:pt x="3124200" y="3124200"/>
                    </a:lnTo>
                    <a:lnTo>
                      <a:pt x="0" y="3124200"/>
                    </a:lnTo>
                    <a:lnTo>
                      <a:pt x="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08" name="object 108"/>
            <p:cNvSpPr txBox="1"/>
            <p:nvPr/>
          </p:nvSpPr>
          <p:spPr>
            <a:xfrm>
              <a:off x="4489814" y="4857750"/>
              <a:ext cx="412115" cy="317500"/>
            </a:xfrm>
            <a:prstGeom prst="rect">
              <a:avLst/>
            </a:prstGeom>
          </p:spPr>
          <p:txBody>
            <a:bodyPr vert="horz" wrap="square" lIns="0" tIns="22860" rIns="0" bIns="0" rtlCol="0">
              <a:spAutoFit/>
            </a:bodyPr>
            <a:lstStyle/>
            <a:p>
              <a:pPr marL="26670" marR="2540" indent="-20320">
                <a:lnSpc>
                  <a:spcPts val="1150"/>
                </a:lnSpc>
                <a:spcBef>
                  <a:spcPts val="18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开放我 Open</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112" name="object 112"/>
            <p:cNvSpPr txBox="1"/>
            <p:nvPr/>
          </p:nvSpPr>
          <p:spPr>
            <a:xfrm>
              <a:off x="4458427" y="5327650"/>
              <a:ext cx="678180" cy="167640"/>
            </a:xfrm>
            <a:prstGeom prst="rect">
              <a:avLst/>
            </a:prstGeom>
          </p:spPr>
          <p:txBody>
            <a:bodyPr vert="horz" wrap="square" lIns="0" tIns="6350" rIns="0" bIns="0" rtlCol="0">
              <a:spAutoFit/>
            </a:bodyPr>
            <a:lstStyle/>
            <a:p>
              <a:pPr marL="6350">
                <a:spcBef>
                  <a:spcPts val="50"/>
                </a:spcBef>
              </a:pPr>
              <a:r>
                <a:rPr sz="1050" dirty="0">
                  <a:solidFill>
                    <a:srgbClr val="E76424"/>
                  </a:solidFill>
                  <a:latin typeface="江城圆体 400W" panose="020B0800000000000000" pitchFamily="34" charset="-128"/>
                  <a:ea typeface="江城圆体 400W" panose="020B0800000000000000" pitchFamily="34" charset="-128"/>
                  <a:cs typeface="PMingLiU" panose="02020500000000000000" charset="-120"/>
                </a:rPr>
                <a:t>「自我探索」</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114" name="object 114"/>
            <p:cNvSpPr/>
            <p:nvPr/>
          </p:nvSpPr>
          <p:spPr>
            <a:xfrm>
              <a:off x="5109188" y="5448957"/>
              <a:ext cx="393700" cy="367348"/>
            </a:xfrm>
            <a:custGeom>
              <a:avLst/>
              <a:gdLst/>
              <a:ahLst/>
              <a:cxnLst/>
              <a:rect l="l" t="t" r="r" b="b"/>
              <a:pathLst>
                <a:path w="787400" h="734695">
                  <a:moveTo>
                    <a:pt x="155486" y="0"/>
                  </a:moveTo>
                  <a:lnTo>
                    <a:pt x="4987" y="155971"/>
                  </a:lnTo>
                  <a:lnTo>
                    <a:pt x="0" y="169672"/>
                  </a:lnTo>
                  <a:lnTo>
                    <a:pt x="1706" y="176772"/>
                  </a:lnTo>
                  <a:lnTo>
                    <a:pt x="6161" y="182886"/>
                  </a:lnTo>
                  <a:lnTo>
                    <a:pt x="12639" y="186792"/>
                  </a:lnTo>
                  <a:lnTo>
                    <a:pt x="19862" y="187873"/>
                  </a:lnTo>
                  <a:lnTo>
                    <a:pt x="26963" y="186167"/>
                  </a:lnTo>
                  <a:lnTo>
                    <a:pt x="33076" y="181712"/>
                  </a:lnTo>
                  <a:lnTo>
                    <a:pt x="88855" y="120835"/>
                  </a:lnTo>
                  <a:lnTo>
                    <a:pt x="590352" y="580423"/>
                  </a:lnTo>
                  <a:lnTo>
                    <a:pt x="529928" y="646366"/>
                  </a:lnTo>
                  <a:lnTo>
                    <a:pt x="528822" y="648343"/>
                  </a:lnTo>
                  <a:lnTo>
                    <a:pt x="526026" y="658135"/>
                  </a:lnTo>
                  <a:lnTo>
                    <a:pt x="530453" y="666102"/>
                  </a:lnTo>
                  <a:lnTo>
                    <a:pt x="769552" y="734377"/>
                  </a:lnTo>
                  <a:lnTo>
                    <a:pt x="772744" y="734239"/>
                  </a:lnTo>
                  <a:lnTo>
                    <a:pt x="783078" y="730285"/>
                  </a:lnTo>
                  <a:lnTo>
                    <a:pt x="786794" y="721964"/>
                  </a:lnTo>
                  <a:lnTo>
                    <a:pt x="698269" y="490541"/>
                  </a:lnTo>
                  <a:lnTo>
                    <a:pt x="696997" y="488669"/>
                  </a:lnTo>
                  <a:lnTo>
                    <a:pt x="695348" y="487159"/>
                  </a:lnTo>
                  <a:lnTo>
                    <a:pt x="688206" y="481872"/>
                  </a:lnTo>
                  <a:lnTo>
                    <a:pt x="679999" y="482603"/>
                  </a:lnTo>
                  <a:lnTo>
                    <a:pt x="616083" y="552343"/>
                  </a:lnTo>
                  <a:lnTo>
                    <a:pt x="114585" y="92768"/>
                  </a:lnTo>
                  <a:lnTo>
                    <a:pt x="170361" y="31902"/>
                  </a:lnTo>
                  <a:lnTo>
                    <a:pt x="174267" y="25423"/>
                  </a:lnTo>
                  <a:lnTo>
                    <a:pt x="175348" y="18201"/>
                  </a:lnTo>
                  <a:lnTo>
                    <a:pt x="173642" y="11100"/>
                  </a:lnTo>
                  <a:lnTo>
                    <a:pt x="169186" y="4987"/>
                  </a:lnTo>
                  <a:lnTo>
                    <a:pt x="162708" y="1081"/>
                  </a:lnTo>
                  <a:lnTo>
                    <a:pt x="155486"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15" name="object 115"/>
          <p:cNvSpPr/>
          <p:nvPr/>
        </p:nvSpPr>
        <p:spPr>
          <a:xfrm>
            <a:off x="4311476" y="4425951"/>
            <a:ext cx="1873568" cy="120650"/>
          </a:xfrm>
          <a:custGeom>
            <a:avLst/>
            <a:gdLst/>
            <a:ahLst/>
            <a:cxnLst/>
            <a:rect l="l" t="t" r="r" b="b"/>
            <a:pathLst>
              <a:path w="3747134" h="241300">
                <a:moveTo>
                  <a:pt x="18985" y="0"/>
                </a:moveTo>
                <a:lnTo>
                  <a:pt x="11574" y="1522"/>
                </a:lnTo>
                <a:lnTo>
                  <a:pt x="5533" y="5625"/>
                </a:lnTo>
                <a:lnTo>
                  <a:pt x="1471" y="11694"/>
                </a:lnTo>
                <a:lnTo>
                  <a:pt x="0" y="19114"/>
                </a:lnTo>
                <a:lnTo>
                  <a:pt x="695" y="222313"/>
                </a:lnTo>
                <a:lnTo>
                  <a:pt x="2218" y="229723"/>
                </a:lnTo>
                <a:lnTo>
                  <a:pt x="6321" y="235764"/>
                </a:lnTo>
                <a:lnTo>
                  <a:pt x="12390" y="239826"/>
                </a:lnTo>
                <a:lnTo>
                  <a:pt x="19810" y="241297"/>
                </a:lnTo>
                <a:lnTo>
                  <a:pt x="27221" y="239775"/>
                </a:lnTo>
                <a:lnTo>
                  <a:pt x="33262" y="235671"/>
                </a:lnTo>
                <a:lnTo>
                  <a:pt x="37324" y="229602"/>
                </a:lnTo>
                <a:lnTo>
                  <a:pt x="38795" y="222182"/>
                </a:lnTo>
                <a:lnTo>
                  <a:pt x="38511" y="139622"/>
                </a:lnTo>
                <a:lnTo>
                  <a:pt x="3727862" y="126998"/>
                </a:lnTo>
                <a:lnTo>
                  <a:pt x="3735273" y="125476"/>
                </a:lnTo>
                <a:lnTo>
                  <a:pt x="3741314" y="121373"/>
                </a:lnTo>
                <a:lnTo>
                  <a:pt x="3745376" y="115304"/>
                </a:lnTo>
                <a:lnTo>
                  <a:pt x="3746847" y="107883"/>
                </a:lnTo>
                <a:lnTo>
                  <a:pt x="3745325" y="100473"/>
                </a:lnTo>
                <a:lnTo>
                  <a:pt x="3741222" y="94432"/>
                </a:lnTo>
                <a:lnTo>
                  <a:pt x="3735153" y="90370"/>
                </a:lnTo>
                <a:lnTo>
                  <a:pt x="3727733" y="88898"/>
                </a:lnTo>
                <a:lnTo>
                  <a:pt x="38371" y="101547"/>
                </a:lnTo>
                <a:lnTo>
                  <a:pt x="38100" y="18983"/>
                </a:lnTo>
                <a:lnTo>
                  <a:pt x="36577" y="11574"/>
                </a:lnTo>
                <a:lnTo>
                  <a:pt x="32474" y="5532"/>
                </a:lnTo>
                <a:lnTo>
                  <a:pt x="26405" y="1471"/>
                </a:lnTo>
                <a:lnTo>
                  <a:pt x="18985"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6" name="object 116"/>
          <p:cNvSpPr/>
          <p:nvPr/>
        </p:nvSpPr>
        <p:spPr>
          <a:xfrm>
            <a:off x="4451350" y="6642100"/>
            <a:ext cx="1733550" cy="120650"/>
          </a:xfrm>
          <a:custGeom>
            <a:avLst/>
            <a:gdLst/>
            <a:ahLst/>
            <a:cxnLst/>
            <a:rect l="l" t="t" r="r" b="b"/>
            <a:pathLst>
              <a:path w="3467100" h="241300">
                <a:moveTo>
                  <a:pt x="19050" y="0"/>
                </a:moveTo>
                <a:lnTo>
                  <a:pt x="11635" y="1497"/>
                </a:lnTo>
                <a:lnTo>
                  <a:pt x="5579" y="5579"/>
                </a:lnTo>
                <a:lnTo>
                  <a:pt x="1497" y="11635"/>
                </a:lnTo>
                <a:lnTo>
                  <a:pt x="0" y="19050"/>
                </a:lnTo>
                <a:lnTo>
                  <a:pt x="0" y="222250"/>
                </a:lnTo>
                <a:lnTo>
                  <a:pt x="1497" y="229664"/>
                </a:lnTo>
                <a:lnTo>
                  <a:pt x="5579" y="235720"/>
                </a:lnTo>
                <a:lnTo>
                  <a:pt x="11635" y="239802"/>
                </a:lnTo>
                <a:lnTo>
                  <a:pt x="19050" y="241300"/>
                </a:lnTo>
                <a:lnTo>
                  <a:pt x="26464" y="239802"/>
                </a:lnTo>
                <a:lnTo>
                  <a:pt x="32520" y="235720"/>
                </a:lnTo>
                <a:lnTo>
                  <a:pt x="36602" y="229664"/>
                </a:lnTo>
                <a:lnTo>
                  <a:pt x="38100" y="222250"/>
                </a:lnTo>
                <a:lnTo>
                  <a:pt x="38100" y="139700"/>
                </a:lnTo>
                <a:lnTo>
                  <a:pt x="3448050" y="139700"/>
                </a:lnTo>
                <a:lnTo>
                  <a:pt x="3455464" y="138202"/>
                </a:lnTo>
                <a:lnTo>
                  <a:pt x="3461520" y="134120"/>
                </a:lnTo>
                <a:lnTo>
                  <a:pt x="3465602" y="128064"/>
                </a:lnTo>
                <a:lnTo>
                  <a:pt x="3467100" y="120650"/>
                </a:lnTo>
                <a:lnTo>
                  <a:pt x="3465602" y="113235"/>
                </a:lnTo>
                <a:lnTo>
                  <a:pt x="3461520" y="107179"/>
                </a:lnTo>
                <a:lnTo>
                  <a:pt x="3455464" y="103097"/>
                </a:lnTo>
                <a:lnTo>
                  <a:pt x="3448050" y="101600"/>
                </a:lnTo>
                <a:lnTo>
                  <a:pt x="38087" y="101600"/>
                </a:lnTo>
                <a:lnTo>
                  <a:pt x="38100" y="19050"/>
                </a:lnTo>
                <a:lnTo>
                  <a:pt x="36602" y="11635"/>
                </a:lnTo>
                <a:lnTo>
                  <a:pt x="32520" y="5579"/>
                </a:lnTo>
                <a:lnTo>
                  <a:pt x="26464" y="1497"/>
                </a:lnTo>
                <a:lnTo>
                  <a:pt x="190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7" name="object 117"/>
          <p:cNvSpPr/>
          <p:nvPr/>
        </p:nvSpPr>
        <p:spPr>
          <a:xfrm>
            <a:off x="679450" y="4419600"/>
            <a:ext cx="1860550" cy="120650"/>
          </a:xfrm>
          <a:custGeom>
            <a:avLst/>
            <a:gdLst/>
            <a:ahLst/>
            <a:cxnLst/>
            <a:rect l="l" t="t" r="r" b="b"/>
            <a:pathLst>
              <a:path w="3721100" h="241300">
                <a:moveTo>
                  <a:pt x="3702050" y="0"/>
                </a:moveTo>
                <a:lnTo>
                  <a:pt x="3694635" y="1497"/>
                </a:lnTo>
                <a:lnTo>
                  <a:pt x="3688579" y="5579"/>
                </a:lnTo>
                <a:lnTo>
                  <a:pt x="3684497" y="11635"/>
                </a:lnTo>
                <a:lnTo>
                  <a:pt x="3683000" y="19050"/>
                </a:lnTo>
                <a:lnTo>
                  <a:pt x="3683012" y="101600"/>
                </a:lnTo>
                <a:lnTo>
                  <a:pt x="19050" y="101600"/>
                </a:lnTo>
                <a:lnTo>
                  <a:pt x="11635" y="103097"/>
                </a:lnTo>
                <a:lnTo>
                  <a:pt x="5579" y="107179"/>
                </a:lnTo>
                <a:lnTo>
                  <a:pt x="1497" y="113235"/>
                </a:lnTo>
                <a:lnTo>
                  <a:pt x="0" y="120650"/>
                </a:lnTo>
                <a:lnTo>
                  <a:pt x="1497" y="128064"/>
                </a:lnTo>
                <a:lnTo>
                  <a:pt x="5579" y="134120"/>
                </a:lnTo>
                <a:lnTo>
                  <a:pt x="11635" y="138202"/>
                </a:lnTo>
                <a:lnTo>
                  <a:pt x="19050" y="139700"/>
                </a:lnTo>
                <a:lnTo>
                  <a:pt x="3683000" y="139700"/>
                </a:lnTo>
                <a:lnTo>
                  <a:pt x="3683000" y="222250"/>
                </a:lnTo>
                <a:lnTo>
                  <a:pt x="3684497" y="229664"/>
                </a:lnTo>
                <a:lnTo>
                  <a:pt x="3688579" y="235720"/>
                </a:lnTo>
                <a:lnTo>
                  <a:pt x="3694635" y="239802"/>
                </a:lnTo>
                <a:lnTo>
                  <a:pt x="3702050" y="241300"/>
                </a:lnTo>
                <a:lnTo>
                  <a:pt x="3709464" y="239802"/>
                </a:lnTo>
                <a:lnTo>
                  <a:pt x="3715520" y="235720"/>
                </a:lnTo>
                <a:lnTo>
                  <a:pt x="3719602" y="229664"/>
                </a:lnTo>
                <a:lnTo>
                  <a:pt x="3721100" y="222250"/>
                </a:lnTo>
                <a:lnTo>
                  <a:pt x="3721100" y="19050"/>
                </a:lnTo>
                <a:lnTo>
                  <a:pt x="3719602" y="11635"/>
                </a:lnTo>
                <a:lnTo>
                  <a:pt x="3715520" y="5579"/>
                </a:lnTo>
                <a:lnTo>
                  <a:pt x="3709464" y="1497"/>
                </a:lnTo>
                <a:lnTo>
                  <a:pt x="37020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8" name="object 118"/>
          <p:cNvSpPr/>
          <p:nvPr/>
        </p:nvSpPr>
        <p:spPr>
          <a:xfrm>
            <a:off x="679450" y="6642100"/>
            <a:ext cx="1733550" cy="120650"/>
          </a:xfrm>
          <a:custGeom>
            <a:avLst/>
            <a:gdLst/>
            <a:ahLst/>
            <a:cxnLst/>
            <a:rect l="l" t="t" r="r" b="b"/>
            <a:pathLst>
              <a:path w="3467100" h="241300">
                <a:moveTo>
                  <a:pt x="3448050" y="0"/>
                </a:moveTo>
                <a:lnTo>
                  <a:pt x="3440635" y="1497"/>
                </a:lnTo>
                <a:lnTo>
                  <a:pt x="3434579" y="5579"/>
                </a:lnTo>
                <a:lnTo>
                  <a:pt x="3430497" y="11635"/>
                </a:lnTo>
                <a:lnTo>
                  <a:pt x="3429000" y="19050"/>
                </a:lnTo>
                <a:lnTo>
                  <a:pt x="3429012" y="101600"/>
                </a:lnTo>
                <a:lnTo>
                  <a:pt x="19050" y="101600"/>
                </a:lnTo>
                <a:lnTo>
                  <a:pt x="11635" y="103097"/>
                </a:lnTo>
                <a:lnTo>
                  <a:pt x="5579" y="107179"/>
                </a:lnTo>
                <a:lnTo>
                  <a:pt x="1497" y="113235"/>
                </a:lnTo>
                <a:lnTo>
                  <a:pt x="0" y="120650"/>
                </a:lnTo>
                <a:lnTo>
                  <a:pt x="1497" y="128064"/>
                </a:lnTo>
                <a:lnTo>
                  <a:pt x="5579" y="134120"/>
                </a:lnTo>
                <a:lnTo>
                  <a:pt x="11635" y="138202"/>
                </a:lnTo>
                <a:lnTo>
                  <a:pt x="19050" y="139700"/>
                </a:lnTo>
                <a:lnTo>
                  <a:pt x="3429000" y="139700"/>
                </a:lnTo>
                <a:lnTo>
                  <a:pt x="3429000" y="222250"/>
                </a:lnTo>
                <a:lnTo>
                  <a:pt x="3430497" y="229664"/>
                </a:lnTo>
                <a:lnTo>
                  <a:pt x="3434579" y="235720"/>
                </a:lnTo>
                <a:lnTo>
                  <a:pt x="3440635" y="239802"/>
                </a:lnTo>
                <a:lnTo>
                  <a:pt x="3448050" y="241300"/>
                </a:lnTo>
                <a:lnTo>
                  <a:pt x="3455464" y="239802"/>
                </a:lnTo>
                <a:lnTo>
                  <a:pt x="3461520" y="235720"/>
                </a:lnTo>
                <a:lnTo>
                  <a:pt x="3465602" y="229664"/>
                </a:lnTo>
                <a:lnTo>
                  <a:pt x="3467100" y="222250"/>
                </a:lnTo>
                <a:lnTo>
                  <a:pt x="3467100" y="19050"/>
                </a:lnTo>
                <a:lnTo>
                  <a:pt x="3465602" y="11635"/>
                </a:lnTo>
                <a:lnTo>
                  <a:pt x="3461520" y="5579"/>
                </a:lnTo>
                <a:lnTo>
                  <a:pt x="3455464" y="1497"/>
                </a:lnTo>
                <a:lnTo>
                  <a:pt x="34480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9" name="object 119"/>
          <p:cNvSpPr txBox="1"/>
          <p:nvPr/>
        </p:nvSpPr>
        <p:spPr>
          <a:xfrm>
            <a:off x="5943600" y="4635500"/>
            <a:ext cx="241300" cy="1526540"/>
          </a:xfrm>
          <a:prstGeom prst="rect">
            <a:avLst/>
          </a:prstGeom>
          <a:ln w="25400" cap="rnd">
            <a:solidFill>
              <a:srgbClr val="212121"/>
            </a:solidFill>
          </a:ln>
        </p:spPr>
        <p:txBody>
          <a:bodyPr vert="horz" wrap="square" lIns="0" tIns="45720" rIns="0" bIns="0" rtlCol="0">
            <a:spAutoFit/>
          </a:bodyPr>
          <a:lstStyle/>
          <a:p>
            <a:pPr marL="69850" marR="55245" algn="just">
              <a:lnSpc>
                <a:spcPts val="1050"/>
              </a:lnSpc>
              <a:spcBef>
                <a:spcPts val="36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避免痛苦地在隐私区挣扎</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20" name="object 120"/>
          <p:cNvSpPr txBox="1"/>
          <p:nvPr/>
        </p:nvSpPr>
        <p:spPr>
          <a:xfrm>
            <a:off x="685800" y="4629150"/>
            <a:ext cx="234950" cy="1532890"/>
          </a:xfrm>
          <a:prstGeom prst="rect">
            <a:avLst/>
          </a:prstGeom>
          <a:ln w="25400" cap="rnd">
            <a:solidFill>
              <a:srgbClr val="212121"/>
            </a:solidFill>
          </a:ln>
        </p:spPr>
        <p:txBody>
          <a:bodyPr vert="horz" wrap="square" lIns="0" tIns="52070" rIns="0" bIns="0" rtlCol="0">
            <a:spAutoFit/>
          </a:bodyPr>
          <a:lstStyle/>
          <a:p>
            <a:pPr marL="63500" marR="55245" algn="just">
              <a:lnSpc>
                <a:spcPts val="1050"/>
              </a:lnSpc>
              <a:spcBef>
                <a:spcPts val="41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沟通先进入双方的公开区</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21" name="object 121"/>
          <p:cNvSpPr/>
          <p:nvPr/>
        </p:nvSpPr>
        <p:spPr>
          <a:xfrm>
            <a:off x="889000" y="7683500"/>
            <a:ext cx="3803650" cy="57150"/>
          </a:xfrm>
          <a:custGeom>
            <a:avLst/>
            <a:gdLst/>
            <a:ahLst/>
            <a:cxnLst/>
            <a:rect l="l" t="t" r="r" b="b"/>
            <a:pathLst>
              <a:path w="7607300" h="114300">
                <a:moveTo>
                  <a:pt x="419100" y="57150"/>
                </a:moveTo>
                <a:lnTo>
                  <a:pt x="414604" y="34912"/>
                </a:lnTo>
                <a:lnTo>
                  <a:pt x="402348" y="16751"/>
                </a:lnTo>
                <a:lnTo>
                  <a:pt x="384187" y="4495"/>
                </a:lnTo>
                <a:lnTo>
                  <a:pt x="361950" y="0"/>
                </a:lnTo>
                <a:lnTo>
                  <a:pt x="341096" y="3924"/>
                </a:lnTo>
                <a:lnTo>
                  <a:pt x="323697" y="14693"/>
                </a:lnTo>
                <a:lnTo>
                  <a:pt x="311213" y="30810"/>
                </a:lnTo>
                <a:lnTo>
                  <a:pt x="305142" y="50800"/>
                </a:lnTo>
                <a:lnTo>
                  <a:pt x="113944" y="50800"/>
                </a:lnTo>
                <a:lnTo>
                  <a:pt x="107873" y="30810"/>
                </a:lnTo>
                <a:lnTo>
                  <a:pt x="95389" y="14693"/>
                </a:lnTo>
                <a:lnTo>
                  <a:pt x="77990" y="3924"/>
                </a:lnTo>
                <a:lnTo>
                  <a:pt x="57150" y="0"/>
                </a:lnTo>
                <a:lnTo>
                  <a:pt x="34899" y="4495"/>
                </a:lnTo>
                <a:lnTo>
                  <a:pt x="16738" y="16751"/>
                </a:lnTo>
                <a:lnTo>
                  <a:pt x="4483" y="34912"/>
                </a:lnTo>
                <a:lnTo>
                  <a:pt x="0" y="57150"/>
                </a:lnTo>
                <a:lnTo>
                  <a:pt x="4483" y="79400"/>
                </a:lnTo>
                <a:lnTo>
                  <a:pt x="16738" y="97561"/>
                </a:lnTo>
                <a:lnTo>
                  <a:pt x="34899" y="109816"/>
                </a:lnTo>
                <a:lnTo>
                  <a:pt x="57150" y="114300"/>
                </a:lnTo>
                <a:lnTo>
                  <a:pt x="77978" y="110388"/>
                </a:lnTo>
                <a:lnTo>
                  <a:pt x="95389" y="99618"/>
                </a:lnTo>
                <a:lnTo>
                  <a:pt x="107873" y="83502"/>
                </a:lnTo>
                <a:lnTo>
                  <a:pt x="113944" y="63512"/>
                </a:lnTo>
                <a:lnTo>
                  <a:pt x="305142" y="63512"/>
                </a:lnTo>
                <a:lnTo>
                  <a:pt x="311213" y="83502"/>
                </a:lnTo>
                <a:lnTo>
                  <a:pt x="323697" y="99618"/>
                </a:lnTo>
                <a:lnTo>
                  <a:pt x="341109" y="110388"/>
                </a:lnTo>
                <a:lnTo>
                  <a:pt x="361950" y="114300"/>
                </a:lnTo>
                <a:lnTo>
                  <a:pt x="384187" y="109816"/>
                </a:lnTo>
                <a:lnTo>
                  <a:pt x="402348" y="97561"/>
                </a:lnTo>
                <a:lnTo>
                  <a:pt x="414604" y="79400"/>
                </a:lnTo>
                <a:lnTo>
                  <a:pt x="419100" y="57150"/>
                </a:lnTo>
                <a:close/>
              </a:path>
              <a:path w="7607300" h="114300">
                <a:moveTo>
                  <a:pt x="7607300" y="57150"/>
                </a:moveTo>
                <a:lnTo>
                  <a:pt x="7602804" y="34912"/>
                </a:lnTo>
                <a:lnTo>
                  <a:pt x="7590549" y="16751"/>
                </a:lnTo>
                <a:lnTo>
                  <a:pt x="7572388" y="4495"/>
                </a:lnTo>
                <a:lnTo>
                  <a:pt x="7550150" y="0"/>
                </a:lnTo>
                <a:lnTo>
                  <a:pt x="7529296" y="3924"/>
                </a:lnTo>
                <a:lnTo>
                  <a:pt x="7511897" y="14693"/>
                </a:lnTo>
                <a:lnTo>
                  <a:pt x="7499413" y="30810"/>
                </a:lnTo>
                <a:lnTo>
                  <a:pt x="7493343" y="50800"/>
                </a:lnTo>
                <a:lnTo>
                  <a:pt x="7289444" y="50800"/>
                </a:lnTo>
                <a:lnTo>
                  <a:pt x="7283374" y="30810"/>
                </a:lnTo>
                <a:lnTo>
                  <a:pt x="7270890" y="14693"/>
                </a:lnTo>
                <a:lnTo>
                  <a:pt x="7253491" y="3924"/>
                </a:lnTo>
                <a:lnTo>
                  <a:pt x="7232650" y="0"/>
                </a:lnTo>
                <a:lnTo>
                  <a:pt x="7210399" y="4495"/>
                </a:lnTo>
                <a:lnTo>
                  <a:pt x="7192238" y="16751"/>
                </a:lnTo>
                <a:lnTo>
                  <a:pt x="7179983" y="34912"/>
                </a:lnTo>
                <a:lnTo>
                  <a:pt x="7175500" y="57150"/>
                </a:lnTo>
                <a:lnTo>
                  <a:pt x="7179983" y="79400"/>
                </a:lnTo>
                <a:lnTo>
                  <a:pt x="7192238" y="97561"/>
                </a:lnTo>
                <a:lnTo>
                  <a:pt x="7210399" y="109816"/>
                </a:lnTo>
                <a:lnTo>
                  <a:pt x="7232650" y="114300"/>
                </a:lnTo>
                <a:lnTo>
                  <a:pt x="7253478" y="110388"/>
                </a:lnTo>
                <a:lnTo>
                  <a:pt x="7270890" y="99618"/>
                </a:lnTo>
                <a:lnTo>
                  <a:pt x="7283374" y="83502"/>
                </a:lnTo>
                <a:lnTo>
                  <a:pt x="7289444" y="63512"/>
                </a:lnTo>
                <a:lnTo>
                  <a:pt x="7493343" y="63512"/>
                </a:lnTo>
                <a:lnTo>
                  <a:pt x="7499413" y="83502"/>
                </a:lnTo>
                <a:lnTo>
                  <a:pt x="7511897" y="99618"/>
                </a:lnTo>
                <a:lnTo>
                  <a:pt x="7529309" y="110388"/>
                </a:lnTo>
                <a:lnTo>
                  <a:pt x="7550150" y="114300"/>
                </a:lnTo>
                <a:lnTo>
                  <a:pt x="7572388" y="109816"/>
                </a:lnTo>
                <a:lnTo>
                  <a:pt x="7590549" y="97561"/>
                </a:lnTo>
                <a:lnTo>
                  <a:pt x="7602804" y="79400"/>
                </a:lnTo>
                <a:lnTo>
                  <a:pt x="7607300" y="5715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2" name="object 122"/>
          <p:cNvSpPr txBox="1"/>
          <p:nvPr/>
        </p:nvSpPr>
        <p:spPr>
          <a:xfrm>
            <a:off x="2634576" y="2419350"/>
            <a:ext cx="3113088" cy="283210"/>
          </a:xfrm>
          <a:prstGeom prst="rect">
            <a:avLst/>
          </a:prstGeom>
        </p:spPr>
        <p:txBody>
          <a:bodyPr vert="horz" wrap="square" lIns="0" tIns="6350" rIns="0" bIns="0" rtlCol="0">
            <a:spAutoFit/>
          </a:bodyPr>
          <a:lstStyle/>
          <a:p>
            <a:pPr marL="6350">
              <a:spcBef>
                <a:spcPts val="50"/>
              </a:spcBef>
            </a:pPr>
            <a:r>
              <a:rPr b="1"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乔哈里窗（Johari Window）</a:t>
            </a:r>
            <a:endParaRPr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25" name="文本框 124"/>
          <p:cNvSpPr txBox="1"/>
          <p:nvPr/>
        </p:nvSpPr>
        <p:spPr>
          <a:xfrm>
            <a:off x="2930889" y="3204066"/>
            <a:ext cx="3130550" cy="229870"/>
          </a:xfrm>
          <a:prstGeom prst="rect">
            <a:avLst/>
          </a:prstGeom>
          <a:noFill/>
        </p:spPr>
        <p:txBody>
          <a:bodyPr wrap="square">
            <a:spAutoFit/>
          </a:bodyPr>
          <a:lstStyle/>
          <a:p>
            <a:pPr marL="63500">
              <a:spcBef>
                <a:spcPts val="800"/>
              </a:spcBef>
            </a:pPr>
            <a:r>
              <a:rPr lang="zh-CN" altLang="en-US"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别人知道，自己却不知道的部份。也就是所谓个人的盲区。</a:t>
            </a:r>
            <a:endParaRPr lang="en-US" altLang="zh-CN"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156" name="组合 155"/>
          <p:cNvGrpSpPr/>
          <p:nvPr/>
        </p:nvGrpSpPr>
        <p:grpSpPr>
          <a:xfrm>
            <a:off x="970224" y="4625975"/>
            <a:ext cx="1568450" cy="1583055"/>
            <a:chOff x="970224" y="4625975"/>
            <a:chExt cx="1568450" cy="1583055"/>
          </a:xfrm>
        </p:grpSpPr>
        <p:sp>
          <p:nvSpPr>
            <p:cNvPr id="131" name="object 71"/>
            <p:cNvSpPr/>
            <p:nvPr/>
          </p:nvSpPr>
          <p:spPr>
            <a:xfrm>
              <a:off x="1736732" y="4651897"/>
              <a:ext cx="787800" cy="781050"/>
            </a:xfrm>
            <a:custGeom>
              <a:avLst/>
              <a:gdLst/>
              <a:ahLst/>
              <a:cxnLst/>
              <a:rect l="l" t="t" r="r" b="b"/>
              <a:pathLst>
                <a:path w="774700" h="1562100">
                  <a:moveTo>
                    <a:pt x="0" y="1562100"/>
                  </a:moveTo>
                  <a:lnTo>
                    <a:pt x="774700" y="1562100"/>
                  </a:lnTo>
                  <a:lnTo>
                    <a:pt x="774700" y="0"/>
                  </a:lnTo>
                  <a:lnTo>
                    <a:pt x="0" y="0"/>
                  </a:lnTo>
                  <a:lnTo>
                    <a:pt x="0" y="1562100"/>
                  </a:lnTo>
                  <a:close/>
                </a:path>
              </a:pathLst>
            </a:custGeom>
            <a:solidFill>
              <a:srgbClr val="A86ED8"/>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2" name="object 78"/>
            <p:cNvSpPr txBox="1"/>
            <p:nvPr/>
          </p:nvSpPr>
          <p:spPr>
            <a:xfrm>
              <a:off x="970224" y="5422900"/>
              <a:ext cx="781050" cy="786130"/>
            </a:xfrm>
            <a:prstGeom prst="rect">
              <a:avLst/>
            </a:prstGeom>
            <a:solidFill>
              <a:srgbClr val="11A766"/>
            </a:solidFill>
          </p:spPr>
          <p:txBody>
            <a:bodyPr vert="horz" wrap="square" lIns="0" tIns="0" rIns="0" bIns="0" rtlCol="0">
              <a:spAutoFit/>
            </a:bodyPr>
            <a:lstStyle/>
            <a:p>
              <a:pPr>
                <a:lnSpc>
                  <a:spcPct val="100000"/>
                </a:lnSpc>
              </a:pPr>
              <a:endParaRPr lang="zh-CN" altLang="en-US" sz="1050" dirty="0">
                <a:latin typeface="江城圆体 400W" panose="020B0800000000000000" pitchFamily="34" charset="-128"/>
                <a:ea typeface="江城圆体 400W" panose="020B0800000000000000" pitchFamily="34" charset="-128"/>
                <a:cs typeface="Times New Roman" panose="02020603050405020304"/>
              </a:endParaRPr>
            </a:p>
            <a:p>
              <a:pPr marL="124460" marR="165100" indent="53340">
                <a:lnSpc>
                  <a:spcPts val="1200"/>
                </a:lnSpc>
                <a:spcBef>
                  <a:spcPts val="635"/>
                </a:spcBef>
              </a:pPr>
              <a:r>
                <a:rPr sz="1050" dirty="0" err="1">
                  <a:solidFill>
                    <a:srgbClr val="FFFFFF"/>
                  </a:solidFill>
                  <a:latin typeface="江城圆体 400W" panose="020B0800000000000000" pitchFamily="34" charset="-128"/>
                  <a:ea typeface="江城圆体 400W" panose="020B0800000000000000" pitchFamily="34" charset="-128"/>
                  <a:cs typeface="PMingLiU" panose="02020500000000000000" charset="-120"/>
                </a:rPr>
                <a:t>隐藏我</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lang="zh-CN" altLang="en-US"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Hidden</a:t>
              </a:r>
              <a:endParaRPr lang="en-US"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endParaRPr>
            </a:p>
            <a:p>
              <a:pPr marL="124460" marR="165100" indent="53340">
                <a:lnSpc>
                  <a:spcPts val="1200"/>
                </a:lnSpc>
                <a:spcBef>
                  <a:spcPts val="635"/>
                </a:spcBef>
              </a:pP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33" name="object 80"/>
            <p:cNvSpPr txBox="1"/>
            <p:nvPr/>
          </p:nvSpPr>
          <p:spPr>
            <a:xfrm>
              <a:off x="1892958" y="4857750"/>
              <a:ext cx="541023" cy="317500"/>
            </a:xfrm>
            <a:prstGeom prst="rect">
              <a:avLst/>
            </a:prstGeom>
          </p:spPr>
          <p:txBody>
            <a:bodyPr vert="horz" wrap="square" lIns="0" tIns="22860" rIns="0" bIns="0" rtlCol="0">
              <a:spAutoFit/>
            </a:bodyPr>
            <a:lstStyle/>
            <a:p>
              <a:pPr marL="68580" marR="2540" indent="-68580">
                <a:lnSpc>
                  <a:spcPts val="1150"/>
                </a:lnSpc>
                <a:spcBef>
                  <a:spcPts val="180"/>
                </a:spcBef>
              </a:pPr>
              <a:r>
                <a:rPr lang="zh-CN" altLang="en-US"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盲目</a:t>
              </a:r>
              <a:r>
                <a:rPr sz="1050" dirty="0" err="1">
                  <a:solidFill>
                    <a:srgbClr val="FFFFFF"/>
                  </a:solidFill>
                  <a:latin typeface="江城圆体 400W" panose="020B0800000000000000" pitchFamily="34" charset="-128"/>
                  <a:ea typeface="江城圆体 400W" panose="020B0800000000000000" pitchFamily="34" charset="-128"/>
                  <a:cs typeface="PMingLiU" panose="02020500000000000000" charset="-120"/>
                </a:rPr>
                <a:t>我</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lang="en-US" altLang="zh-CN" sz="1050" b="0" i="0" spc="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Blind</a:t>
              </a:r>
              <a:endParaRPr lang="en-US" altLang="zh-CN" sz="1050" b="0" i="0" spc="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35" name="object 83"/>
            <p:cNvSpPr txBox="1"/>
            <p:nvPr/>
          </p:nvSpPr>
          <p:spPr>
            <a:xfrm>
              <a:off x="1751274" y="5422900"/>
              <a:ext cx="781050" cy="786130"/>
            </a:xfrm>
            <a:prstGeom prst="rect">
              <a:avLst/>
            </a:prstGeom>
            <a:solidFill>
              <a:srgbClr val="212121"/>
            </a:solidFill>
          </p:spPr>
          <p:txBody>
            <a:bodyPr vert="horz" wrap="square" lIns="0" tIns="0" rIns="0" bIns="0" rtlCol="0">
              <a:spAutoFit/>
            </a:bodyPr>
            <a:lstStyle/>
            <a:p>
              <a:pPr>
                <a:lnSpc>
                  <a:spcPct val="100000"/>
                </a:lnSpc>
              </a:pPr>
              <a:endParaRPr sz="1050" dirty="0">
                <a:latin typeface="江城圆体 400W" panose="020B0800000000000000" pitchFamily="34" charset="-128"/>
                <a:ea typeface="江城圆体 400W" panose="020B0800000000000000" pitchFamily="34" charset="-128"/>
                <a:cs typeface="Times New Roman" panose="02020603050405020304"/>
              </a:endParaRPr>
            </a:p>
            <a:p>
              <a:pPr marL="74295" marR="51435" indent="128905">
                <a:lnSpc>
                  <a:spcPts val="1200"/>
                </a:lnSpc>
                <a:spcBef>
                  <a:spcPts val="635"/>
                </a:spcBef>
              </a:pPr>
              <a:r>
                <a:rPr sz="1050" dirty="0" err="1">
                  <a:solidFill>
                    <a:srgbClr val="FFFFFF"/>
                  </a:solidFill>
                  <a:latin typeface="江城圆体 400W" panose="020B0800000000000000" pitchFamily="34" charset="-128"/>
                  <a:ea typeface="江城圆体 400W" panose="020B0800000000000000" pitchFamily="34" charset="-128"/>
                  <a:cs typeface="PMingLiU" panose="02020500000000000000" charset="-120"/>
                </a:rPr>
                <a:t>未知我</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Unknown</a:t>
              </a:r>
              <a:endParaRPr lang="en-US"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endParaRPr>
            </a:p>
            <a:p>
              <a:pPr marL="74295" marR="51435" indent="128905">
                <a:lnSpc>
                  <a:spcPts val="1200"/>
                </a:lnSpc>
                <a:spcBef>
                  <a:spcPts val="635"/>
                </a:spcBef>
              </a:pP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37" name="object 91"/>
            <p:cNvSpPr/>
            <p:nvPr/>
          </p:nvSpPr>
          <p:spPr>
            <a:xfrm>
              <a:off x="1748099" y="5422900"/>
              <a:ext cx="0" cy="771525"/>
            </a:xfrm>
            <a:custGeom>
              <a:avLst/>
              <a:gdLst/>
              <a:ahLst/>
              <a:cxnLst/>
              <a:rect l="l" t="t" r="r" b="b"/>
              <a:pathLst>
                <a:path h="1543050">
                  <a:moveTo>
                    <a:pt x="0" y="0"/>
                  </a:moveTo>
                  <a:lnTo>
                    <a:pt x="0" y="1543050"/>
                  </a:lnTo>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8" name="object 92"/>
            <p:cNvSpPr/>
            <p:nvPr/>
          </p:nvSpPr>
          <p:spPr>
            <a:xfrm>
              <a:off x="989274" y="5429250"/>
              <a:ext cx="1543050" cy="0"/>
            </a:xfrm>
            <a:custGeom>
              <a:avLst/>
              <a:gdLst/>
              <a:ahLst/>
              <a:cxnLst/>
              <a:rect l="l" t="t" r="r" b="b"/>
              <a:pathLst>
                <a:path w="3086100">
                  <a:moveTo>
                    <a:pt x="0" y="0"/>
                  </a:moveTo>
                  <a:lnTo>
                    <a:pt x="3086100" y="0"/>
                  </a:lnTo>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9" name="object 93"/>
            <p:cNvSpPr/>
            <p:nvPr/>
          </p:nvSpPr>
          <p:spPr>
            <a:xfrm>
              <a:off x="970513" y="4625975"/>
              <a:ext cx="777262" cy="1155700"/>
            </a:xfrm>
            <a:custGeom>
              <a:avLst/>
              <a:gdLst/>
              <a:ahLst/>
              <a:cxnLst/>
              <a:rect l="l" t="t" r="r" b="b"/>
              <a:pathLst>
                <a:path w="2349500" h="1562100">
                  <a:moveTo>
                    <a:pt x="2349500" y="0"/>
                  </a:moveTo>
                  <a:lnTo>
                    <a:pt x="0" y="0"/>
                  </a:lnTo>
                  <a:lnTo>
                    <a:pt x="0" y="1562100"/>
                  </a:lnTo>
                  <a:lnTo>
                    <a:pt x="2349500" y="1562100"/>
                  </a:lnTo>
                  <a:lnTo>
                    <a:pt x="2349500" y="0"/>
                  </a:lnTo>
                  <a:close/>
                </a:path>
              </a:pathLst>
            </a:custGeom>
            <a:solidFill>
              <a:srgbClr val="FFFFFF">
                <a:alpha val="89999"/>
              </a:srgbClr>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40" name="object 94"/>
            <p:cNvSpPr/>
            <p:nvPr/>
          </p:nvSpPr>
          <p:spPr>
            <a:xfrm>
              <a:off x="976574" y="4635500"/>
              <a:ext cx="1562100" cy="1562100"/>
            </a:xfrm>
            <a:custGeom>
              <a:avLst/>
              <a:gdLst/>
              <a:ahLst/>
              <a:cxnLst/>
              <a:rect l="l" t="t" r="r" b="b"/>
              <a:pathLst>
                <a:path w="3124200" h="3124200">
                  <a:moveTo>
                    <a:pt x="0" y="0"/>
                  </a:moveTo>
                  <a:lnTo>
                    <a:pt x="3124200" y="0"/>
                  </a:lnTo>
                  <a:lnTo>
                    <a:pt x="3124200" y="3124200"/>
                  </a:lnTo>
                  <a:lnTo>
                    <a:pt x="0" y="3124200"/>
                  </a:lnTo>
                  <a:lnTo>
                    <a:pt x="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41" name="object 107"/>
            <p:cNvSpPr txBox="1"/>
            <p:nvPr/>
          </p:nvSpPr>
          <p:spPr>
            <a:xfrm>
              <a:off x="1148388" y="4857750"/>
              <a:ext cx="405765" cy="317500"/>
            </a:xfrm>
            <a:prstGeom prst="rect">
              <a:avLst/>
            </a:prstGeom>
          </p:spPr>
          <p:txBody>
            <a:bodyPr vert="horz" wrap="square" lIns="0" tIns="22860" rIns="0" bIns="0" rtlCol="0">
              <a:spAutoFit/>
            </a:bodyPr>
            <a:lstStyle/>
            <a:p>
              <a:pPr marL="20320" marR="2540" indent="-20320">
                <a:lnSpc>
                  <a:spcPts val="1150"/>
                </a:lnSpc>
                <a:spcBef>
                  <a:spcPts val="18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开放我 Open</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42" name="object 111"/>
            <p:cNvSpPr txBox="1"/>
            <p:nvPr/>
          </p:nvSpPr>
          <p:spPr>
            <a:xfrm>
              <a:off x="1011809" y="5301322"/>
              <a:ext cx="744349" cy="167640"/>
            </a:xfrm>
            <a:prstGeom prst="rect">
              <a:avLst/>
            </a:prstGeom>
          </p:spPr>
          <p:txBody>
            <a:bodyPr vert="horz" wrap="square" lIns="0" tIns="33020" rIns="0" bIns="0" rtlCol="0">
              <a:spAutoFit/>
            </a:bodyPr>
            <a:lstStyle/>
            <a:p>
              <a:pPr marR="2540" indent="33655" algn="just">
                <a:lnSpc>
                  <a:spcPts val="1050"/>
                </a:lnSpc>
                <a:spcBef>
                  <a:spcPts val="260"/>
                </a:spcBef>
              </a:pPr>
              <a:r>
                <a:rPr sz="1050" dirty="0">
                  <a:solidFill>
                    <a:srgbClr val="E76424"/>
                  </a:solidFill>
                  <a:latin typeface="江城圆体 400W" panose="020B0800000000000000" pitchFamily="34" charset="-128"/>
                  <a:ea typeface="江城圆体 400W" panose="020B0800000000000000" pitchFamily="34" charset="-128"/>
                  <a:cs typeface="PMingLiU" panose="02020500000000000000" charset="-120"/>
                </a:rPr>
                <a:t>「</a:t>
              </a:r>
              <a:r>
                <a:rPr lang="zh-CN" altLang="en-US" sz="1050" dirty="0">
                  <a:solidFill>
                    <a:srgbClr val="E76424"/>
                  </a:solidFill>
                  <a:latin typeface="江城圆体 400W" panose="020B0800000000000000" pitchFamily="34" charset="-128"/>
                  <a:ea typeface="江城圆体 400W" panose="020B0800000000000000" pitchFamily="34" charset="-128"/>
                  <a:cs typeface="PMingLiU" panose="02020500000000000000" charset="-120"/>
                </a:rPr>
                <a:t>自我揭露</a:t>
              </a:r>
              <a:r>
                <a:rPr sz="1050" dirty="0">
                  <a:solidFill>
                    <a:srgbClr val="E76424"/>
                  </a:solidFill>
                  <a:latin typeface="江城圆体 400W" panose="020B0800000000000000" pitchFamily="34" charset="-128"/>
                  <a:ea typeface="江城圆体 400W" panose="020B0800000000000000" pitchFamily="34" charset="-128"/>
                  <a:cs typeface="PMingLiU" panose="02020500000000000000" charset="-120"/>
                </a:rPr>
                <a:t>」</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10" name="object 110"/>
            <p:cNvSpPr/>
            <p:nvPr/>
          </p:nvSpPr>
          <p:spPr>
            <a:xfrm>
              <a:off x="1290310" y="5500687"/>
              <a:ext cx="121920" cy="296863"/>
            </a:xfrm>
            <a:custGeom>
              <a:avLst/>
              <a:gdLst/>
              <a:ahLst/>
              <a:cxnLst/>
              <a:rect l="l" t="t" r="r" b="b"/>
              <a:pathLst>
                <a:path w="243839" h="593725">
                  <a:moveTo>
                    <a:pt x="224281" y="0"/>
                  </a:moveTo>
                  <a:lnTo>
                    <a:pt x="21081" y="0"/>
                  </a:lnTo>
                  <a:lnTo>
                    <a:pt x="13667" y="1497"/>
                  </a:lnTo>
                  <a:lnTo>
                    <a:pt x="7611" y="5579"/>
                  </a:lnTo>
                  <a:lnTo>
                    <a:pt x="3529" y="11635"/>
                  </a:lnTo>
                  <a:lnTo>
                    <a:pt x="2031" y="19050"/>
                  </a:lnTo>
                  <a:lnTo>
                    <a:pt x="3529" y="26464"/>
                  </a:lnTo>
                  <a:lnTo>
                    <a:pt x="7611" y="32520"/>
                  </a:lnTo>
                  <a:lnTo>
                    <a:pt x="13667" y="36602"/>
                  </a:lnTo>
                  <a:lnTo>
                    <a:pt x="21081" y="38100"/>
                  </a:lnTo>
                  <a:lnTo>
                    <a:pt x="103631" y="38100"/>
                  </a:lnTo>
                  <a:lnTo>
                    <a:pt x="103631" y="349948"/>
                  </a:lnTo>
                  <a:lnTo>
                    <a:pt x="14194" y="349956"/>
                  </a:lnTo>
                  <a:lnTo>
                    <a:pt x="11990" y="350475"/>
                  </a:lnTo>
                  <a:lnTo>
                    <a:pt x="2881" y="355029"/>
                  </a:lnTo>
                  <a:lnTo>
                    <a:pt x="0" y="363675"/>
                  </a:lnTo>
                  <a:lnTo>
                    <a:pt x="111202" y="586080"/>
                  </a:lnTo>
                  <a:lnTo>
                    <a:pt x="113460" y="588340"/>
                  </a:lnTo>
                  <a:lnTo>
                    <a:pt x="123356" y="593288"/>
                  </a:lnTo>
                  <a:lnTo>
                    <a:pt x="132002" y="590406"/>
                  </a:lnTo>
                  <a:lnTo>
                    <a:pt x="242811" y="368787"/>
                  </a:lnTo>
                  <a:lnTo>
                    <a:pt x="243331" y="366584"/>
                  </a:lnTo>
                  <a:lnTo>
                    <a:pt x="243331" y="364349"/>
                  </a:lnTo>
                  <a:lnTo>
                    <a:pt x="242465" y="355569"/>
                  </a:lnTo>
                  <a:lnTo>
                    <a:pt x="236357" y="349956"/>
                  </a:lnTo>
                  <a:lnTo>
                    <a:pt x="141731" y="349948"/>
                  </a:lnTo>
                  <a:lnTo>
                    <a:pt x="141731" y="38087"/>
                  </a:lnTo>
                  <a:lnTo>
                    <a:pt x="224281" y="38100"/>
                  </a:lnTo>
                  <a:lnTo>
                    <a:pt x="243331" y="19050"/>
                  </a:lnTo>
                  <a:lnTo>
                    <a:pt x="241834" y="11635"/>
                  </a:lnTo>
                  <a:lnTo>
                    <a:pt x="237752" y="5579"/>
                  </a:lnTo>
                  <a:lnTo>
                    <a:pt x="231696" y="1497"/>
                  </a:lnTo>
                  <a:lnTo>
                    <a:pt x="224281"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48" name="object 80"/>
          <p:cNvSpPr txBox="1"/>
          <p:nvPr/>
        </p:nvSpPr>
        <p:spPr>
          <a:xfrm>
            <a:off x="1892958" y="2960370"/>
            <a:ext cx="541023" cy="317500"/>
          </a:xfrm>
          <a:prstGeom prst="rect">
            <a:avLst/>
          </a:prstGeom>
        </p:spPr>
        <p:txBody>
          <a:bodyPr vert="horz" wrap="square" lIns="0" tIns="22860" rIns="0" bIns="0" rtlCol="0">
            <a:spAutoFit/>
          </a:bodyPr>
          <a:lstStyle/>
          <a:p>
            <a:pPr marL="68580" marR="2540" indent="-68580">
              <a:lnSpc>
                <a:spcPts val="1150"/>
              </a:lnSpc>
              <a:spcBef>
                <a:spcPts val="180"/>
              </a:spcBef>
            </a:pPr>
            <a:r>
              <a:rPr lang="zh-CN" altLang="en-US"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盲目</a:t>
            </a:r>
            <a:r>
              <a:rPr sz="1050" b="1" dirty="0" err="1">
                <a:solidFill>
                  <a:srgbClr val="FFFFFF"/>
                </a:solidFill>
                <a:latin typeface="江城圆体 600W" panose="020B0800000000000000" pitchFamily="34" charset="-128"/>
                <a:ea typeface="江城圆体 600W" panose="020B0800000000000000" pitchFamily="34" charset="-128"/>
                <a:cs typeface="PMingLiU" panose="02020500000000000000" charset="-120"/>
              </a:rPr>
              <a:t>我</a:t>
            </a:r>
            <a:r>
              <a:rPr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a:t>
            </a:r>
            <a:r>
              <a:rPr lang="en-US" altLang="zh-CN" sz="1050" b="1" spc="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Blind</a:t>
            </a:r>
            <a:endParaRPr lang="en-US" altLang="zh-CN" sz="1050" b="1" spc="0"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49" name="object 80"/>
          <p:cNvSpPr txBox="1"/>
          <p:nvPr/>
        </p:nvSpPr>
        <p:spPr>
          <a:xfrm>
            <a:off x="1092858" y="2960370"/>
            <a:ext cx="541023" cy="317500"/>
          </a:xfrm>
          <a:prstGeom prst="rect">
            <a:avLst/>
          </a:prstGeom>
        </p:spPr>
        <p:txBody>
          <a:bodyPr vert="horz" wrap="square" lIns="0" tIns="22860" rIns="0" bIns="0" rtlCol="0">
            <a:spAutoFit/>
          </a:bodyPr>
          <a:lstStyle/>
          <a:p>
            <a:pPr marL="68580" marR="2540" indent="-68580">
              <a:lnSpc>
                <a:spcPts val="1150"/>
              </a:lnSpc>
              <a:spcBef>
                <a:spcPts val="180"/>
              </a:spcBef>
            </a:pPr>
            <a:r>
              <a:rPr lang="zh-CN" altLang="en-US" sz="1050" b="1" i="0" spc="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 开放我</a:t>
            </a:r>
            <a:r>
              <a:rPr lang="en-US" altLang="zh-CN" sz="1050" b="1" i="0" spc="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Open</a:t>
            </a:r>
            <a:endParaRPr lang="en-US" altLang="zh-CN" sz="1050" b="1" i="0" spc="0"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52" name="object 80"/>
          <p:cNvSpPr txBox="1"/>
          <p:nvPr/>
        </p:nvSpPr>
        <p:spPr>
          <a:xfrm>
            <a:off x="1035433" y="3760848"/>
            <a:ext cx="779145" cy="317500"/>
          </a:xfrm>
          <a:prstGeom prst="rect">
            <a:avLst/>
          </a:prstGeom>
        </p:spPr>
        <p:txBody>
          <a:bodyPr vert="horz" wrap="square" lIns="0" tIns="22860" rIns="0" bIns="0" rtlCol="0">
            <a:spAutoFit/>
          </a:bodyPr>
          <a:lstStyle/>
          <a:p>
            <a:pPr marL="68580" marR="2540" indent="-68580">
              <a:lnSpc>
                <a:spcPts val="1150"/>
              </a:lnSpc>
              <a:spcBef>
                <a:spcPts val="180"/>
              </a:spcBef>
            </a:pPr>
            <a:r>
              <a:rPr lang="zh-CN" altLang="en-US" sz="1050" b="1" i="0" spc="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隐藏我       </a:t>
            </a:r>
            <a:r>
              <a:rPr lang="en-US" altLang="zh-CN" sz="1050" b="1" i="0" spc="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Hidden</a:t>
            </a:r>
            <a:endParaRPr lang="en-US" altLang="zh-CN" sz="1050" b="1" i="0" spc="0"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54" name="文本框 153"/>
          <p:cNvSpPr txBox="1"/>
          <p:nvPr/>
        </p:nvSpPr>
        <p:spPr>
          <a:xfrm>
            <a:off x="1731135" y="3880843"/>
            <a:ext cx="788035" cy="252730"/>
          </a:xfrm>
          <a:prstGeom prst="rect">
            <a:avLst/>
          </a:prstGeom>
          <a:noFill/>
        </p:spPr>
        <p:txBody>
          <a:bodyPr wrap="none" rtlCol="0">
            <a:spAutoFit/>
          </a:bodyPr>
          <a:lstStyle/>
          <a:p>
            <a:r>
              <a:rPr lang="en-US" altLang="zh-CN" sz="1050" b="1" i="0" spc="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Unknown</a:t>
            </a:r>
            <a:endParaRPr kumimoji="1" lang="zh-CN" altLang="en-US" sz="1050" dirty="0"/>
          </a:p>
        </p:txBody>
      </p:sp>
      <p:sp>
        <p:nvSpPr>
          <p:cNvPr id="155" name="文本框 154"/>
          <p:cNvSpPr txBox="1"/>
          <p:nvPr/>
        </p:nvSpPr>
        <p:spPr>
          <a:xfrm>
            <a:off x="1845358" y="3730403"/>
            <a:ext cx="584835" cy="252730"/>
          </a:xfrm>
          <a:prstGeom prst="rect">
            <a:avLst/>
          </a:prstGeom>
          <a:noFill/>
        </p:spPr>
        <p:txBody>
          <a:bodyPr wrap="none" rtlCol="0">
            <a:spAutoFit/>
          </a:bodyPr>
          <a:lstStyle/>
          <a:p>
            <a:r>
              <a:rPr lang="zh-CN" altLang="en-US" sz="105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未知我</a:t>
            </a:r>
            <a:endParaRPr kumimoji="1" lang="zh-CN" alt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a:latin typeface="江城圆体 300W" panose="020B0800000000000000" pitchFamily="34" charset="-128"/>
              <a:ea typeface="江城圆体 300W" panose="020B0800000000000000" pitchFamily="34" charset="-128"/>
              <a:cs typeface="PMingLiU" panose="02020500000000000000" charset="-120"/>
            </a:endParaRPr>
          </a:p>
        </p:txBody>
      </p:sp>
      <p:sp>
        <p:nvSpPr>
          <p:cNvPr id="3" name="object 3"/>
          <p:cNvSpPr txBox="1"/>
          <p:nvPr/>
        </p:nvSpPr>
        <p:spPr>
          <a:xfrm>
            <a:off x="2426584" y="1104900"/>
            <a:ext cx="1909763" cy="283210"/>
          </a:xfrm>
          <a:prstGeom prst="rect">
            <a:avLst/>
          </a:prstGeom>
        </p:spPr>
        <p:txBody>
          <a:bodyPr vert="horz" wrap="square" lIns="0" tIns="6350" rIns="0" bIns="0" rtlCol="0">
            <a:spAutoFit/>
          </a:bodyPr>
          <a:lstStyle/>
          <a:p>
            <a:pPr marL="6350">
              <a:spcBef>
                <a:spcPts val="50"/>
              </a:spcBef>
            </a:pPr>
            <a:r>
              <a:rPr b="1" dirty="0">
                <a:solidFill>
                  <a:srgbClr val="212121"/>
                </a:solidFill>
                <a:latin typeface="江城圆体 600W" panose="020B0800000000000000" pitchFamily="34" charset="-128"/>
                <a:ea typeface="江城圆体 600W" panose="020B0800000000000000" pitchFamily="34" charset="-128"/>
                <a:cs typeface="Microsoft JhengHei"/>
              </a:rPr>
              <a:t>1、 自我的四个区域</a:t>
            </a:r>
            <a:endParaRPr b="1" dirty="0">
              <a:latin typeface="江城圆体 600W" panose="020B0800000000000000" pitchFamily="34" charset="-128"/>
              <a:ea typeface="江城圆体 600W" panose="020B0800000000000000" pitchFamily="34" charset="-128"/>
              <a:cs typeface="Microsoft JhengHei"/>
            </a:endParaRPr>
          </a:p>
        </p:txBody>
      </p:sp>
      <p:graphicFrame>
        <p:nvGraphicFramePr>
          <p:cNvPr id="4" name="object 4"/>
          <p:cNvGraphicFramePr>
            <a:graphicFrameLocks noGrp="1"/>
          </p:cNvGraphicFramePr>
          <p:nvPr/>
        </p:nvGraphicFramePr>
        <p:xfrm>
          <a:off x="2238375" y="1990725"/>
          <a:ext cx="2451100" cy="2451100"/>
        </p:xfrm>
        <a:graphic>
          <a:graphicData uri="http://schemas.openxmlformats.org/drawingml/2006/table">
            <a:tbl>
              <a:tblPr firstRow="1" bandRow="1">
                <a:tableStyleId>{2D5ABB26-0587-4C30-8999-92F81FD0307C}</a:tableStyleId>
              </a:tblPr>
              <a:tblGrid>
                <a:gridCol w="121285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tblGrid>
              <a:tr h="1244600">
                <a:tc>
                  <a:txBody>
                    <a:bodyPr/>
                    <a:lstStyle/>
                    <a:p>
                      <a:pPr>
                        <a:lnSpc>
                          <a:spcPct val="100000"/>
                        </a:lnSpc>
                      </a:pPr>
                      <a:endParaRPr sz="1500" b="1" i="0" spc="0" dirty="0">
                        <a:latin typeface="江城圆体 600W" panose="020B0800000000000000" pitchFamily="34" charset="-128"/>
                        <a:ea typeface="江城圆体 600W" panose="020B0800000000000000" pitchFamily="34" charset="-128"/>
                        <a:cs typeface="PMingLiU" panose="02020500000000000000" charset="-120"/>
                      </a:endParaRPr>
                    </a:p>
                  </a:txBody>
                  <a:tcPr marL="0" marR="0" marT="0" marB="0">
                    <a:lnL w="38100">
                      <a:solidFill>
                        <a:srgbClr val="212121"/>
                      </a:solidFill>
                      <a:prstDash val="solid"/>
                    </a:lnL>
                    <a:lnR w="12700">
                      <a:solidFill>
                        <a:srgbClr val="212121"/>
                      </a:solidFill>
                      <a:prstDash val="dash"/>
                    </a:lnR>
                    <a:lnT w="38100">
                      <a:solidFill>
                        <a:srgbClr val="212121"/>
                      </a:solidFill>
                      <a:prstDash val="solid"/>
                    </a:lnT>
                    <a:lnB w="12700">
                      <a:solidFill>
                        <a:srgbClr val="212121"/>
                      </a:solidFill>
                      <a:prstDash val="dash"/>
                    </a:lnB>
                  </a:tcPr>
                </a:tc>
                <a:tc>
                  <a:txBody>
                    <a:bodyPr/>
                    <a:lstStyle/>
                    <a:p>
                      <a:pPr>
                        <a:lnSpc>
                          <a:spcPct val="100000"/>
                        </a:lnSpc>
                      </a:pPr>
                      <a:endParaRPr sz="1500" b="1" i="0" spc="0" dirty="0">
                        <a:latin typeface="江城圆体 600W" panose="020B0800000000000000" pitchFamily="34" charset="-128"/>
                        <a:ea typeface="江城圆体 600W" panose="020B0800000000000000" pitchFamily="34" charset="-128"/>
                        <a:cs typeface="PMingLiU" panose="02020500000000000000" charset="-120"/>
                      </a:endParaRPr>
                    </a:p>
                  </a:txBody>
                  <a:tcPr marL="0" marR="0" marT="0" marB="0">
                    <a:lnL w="12700">
                      <a:solidFill>
                        <a:srgbClr val="212121"/>
                      </a:solidFill>
                      <a:prstDash val="dash"/>
                    </a:lnL>
                    <a:lnR w="38100">
                      <a:solidFill>
                        <a:srgbClr val="212121"/>
                      </a:solidFill>
                      <a:prstDash val="solid"/>
                    </a:lnR>
                    <a:lnT w="38100">
                      <a:solidFill>
                        <a:srgbClr val="212121"/>
                      </a:solidFill>
                      <a:prstDash val="solid"/>
                    </a:lnT>
                    <a:lnB w="12700">
                      <a:solidFill>
                        <a:srgbClr val="212121"/>
                      </a:solidFill>
                      <a:prstDash val="dash"/>
                    </a:lnB>
                    <a:solidFill>
                      <a:srgbClr val="A86ED8"/>
                    </a:solidFill>
                  </a:tcPr>
                </a:tc>
                <a:extLst>
                  <a:ext uri="{0D108BD9-81ED-4DB2-BD59-A6C34878D82A}">
                    <a16:rowId xmlns:a16="http://schemas.microsoft.com/office/drawing/2014/main" val="10000"/>
                  </a:ext>
                </a:extLst>
              </a:tr>
              <a:tr h="1206500">
                <a:tc>
                  <a:txBody>
                    <a:bodyPr/>
                    <a:lstStyle/>
                    <a:p>
                      <a:pPr>
                        <a:lnSpc>
                          <a:spcPct val="100000"/>
                        </a:lnSpc>
                      </a:pPr>
                      <a:endParaRPr sz="1500" b="1" i="0" spc="0">
                        <a:latin typeface="江城圆体 600W" panose="020B0800000000000000" pitchFamily="34" charset="-128"/>
                        <a:ea typeface="江城圆体 600W" panose="020B0800000000000000" pitchFamily="34" charset="-128"/>
                        <a:cs typeface="PMingLiU" panose="02020500000000000000" charset="-120"/>
                      </a:endParaRPr>
                    </a:p>
                  </a:txBody>
                  <a:tcPr marL="0" marR="0" marT="0" marB="0">
                    <a:lnL w="38100">
                      <a:solidFill>
                        <a:srgbClr val="212121"/>
                      </a:solidFill>
                      <a:prstDash val="solid"/>
                    </a:lnL>
                    <a:lnR w="12700">
                      <a:solidFill>
                        <a:srgbClr val="212121"/>
                      </a:solidFill>
                      <a:prstDash val="dash"/>
                    </a:lnR>
                    <a:lnT w="12700">
                      <a:solidFill>
                        <a:srgbClr val="212121"/>
                      </a:solidFill>
                      <a:prstDash val="dash"/>
                    </a:lnT>
                    <a:lnB w="38100">
                      <a:solidFill>
                        <a:srgbClr val="212121"/>
                      </a:solidFill>
                      <a:prstDash val="solid"/>
                    </a:lnB>
                    <a:solidFill>
                      <a:srgbClr val="11A766"/>
                    </a:solidFill>
                  </a:tcPr>
                </a:tc>
                <a:tc>
                  <a:txBody>
                    <a:bodyPr/>
                    <a:lstStyle/>
                    <a:p>
                      <a:pPr>
                        <a:lnSpc>
                          <a:spcPct val="100000"/>
                        </a:lnSpc>
                      </a:pPr>
                      <a:endParaRPr sz="1500" b="1" i="0" spc="0" dirty="0">
                        <a:latin typeface="江城圆体 600W" panose="020B0800000000000000" pitchFamily="34" charset="-128"/>
                        <a:ea typeface="江城圆体 600W" panose="020B0800000000000000" pitchFamily="34" charset="-128"/>
                        <a:cs typeface="PMingLiU" panose="02020500000000000000" charset="-120"/>
                      </a:endParaRPr>
                    </a:p>
                  </a:txBody>
                  <a:tcPr marL="0" marR="0" marT="0" marB="0">
                    <a:lnL w="12700">
                      <a:solidFill>
                        <a:srgbClr val="212121"/>
                      </a:solidFill>
                      <a:prstDash val="dash"/>
                    </a:lnL>
                    <a:lnR w="38100">
                      <a:solidFill>
                        <a:srgbClr val="212121"/>
                      </a:solidFill>
                      <a:prstDash val="solid"/>
                    </a:lnR>
                    <a:lnT w="12700">
                      <a:solidFill>
                        <a:srgbClr val="212121"/>
                      </a:solidFill>
                      <a:prstDash val="dash"/>
                    </a:lnT>
                    <a:lnB w="38100">
                      <a:solidFill>
                        <a:srgbClr val="212121"/>
                      </a:solidFill>
                      <a:prstDash val="solid"/>
                    </a:lnB>
                    <a:solidFill>
                      <a:srgbClr val="212121"/>
                    </a:solidFill>
                  </a:tcPr>
                </a:tc>
                <a:extLst>
                  <a:ext uri="{0D108BD9-81ED-4DB2-BD59-A6C34878D82A}">
                    <a16:rowId xmlns:a16="http://schemas.microsoft.com/office/drawing/2014/main" val="10001"/>
                  </a:ext>
                </a:extLst>
              </a:tr>
            </a:tbl>
          </a:graphicData>
        </a:graphic>
      </p:graphicFrame>
      <p:sp>
        <p:nvSpPr>
          <p:cNvPr id="5" name="object 5"/>
          <p:cNvSpPr txBox="1"/>
          <p:nvPr/>
        </p:nvSpPr>
        <p:spPr>
          <a:xfrm>
            <a:off x="1887514" y="3475040"/>
            <a:ext cx="269240" cy="739775"/>
          </a:xfrm>
          <a:prstGeom prst="rect">
            <a:avLst/>
          </a:prstGeom>
        </p:spPr>
        <p:txBody>
          <a:bodyPr vert="vert270" wrap="square" lIns="0" tIns="33020" rIns="0" bIns="0" rtlCol="0">
            <a:spAutoFit/>
          </a:bodyPr>
          <a:lstStyle/>
          <a:p>
            <a:pPr marL="64135" marR="2540" indent="-64135">
              <a:lnSpc>
                <a:spcPts val="1050"/>
              </a:lnSpc>
              <a:spcBef>
                <a:spcPts val="260"/>
              </a:spcBef>
            </a:pPr>
            <a:r>
              <a:rPr sz="1050" b="1" spc="-75"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Not known to others</a:t>
            </a:r>
            <a:endParaRPr sz="1050" b="1" spc="-75">
              <a:latin typeface="江城圆体 600W" panose="020B0800000000000000" pitchFamily="34" charset="-128"/>
              <a:ea typeface="江城圆体 600W" panose="020B0800000000000000" pitchFamily="34" charset="-128"/>
              <a:cs typeface="PMingLiU" panose="02020500000000000000" charset="-120"/>
            </a:endParaRPr>
          </a:p>
        </p:txBody>
      </p:sp>
      <p:sp>
        <p:nvSpPr>
          <p:cNvPr id="6" name="object 6"/>
          <p:cNvSpPr txBox="1"/>
          <p:nvPr/>
        </p:nvSpPr>
        <p:spPr>
          <a:xfrm>
            <a:off x="1881164" y="2288120"/>
            <a:ext cx="269240" cy="649605"/>
          </a:xfrm>
          <a:prstGeom prst="rect">
            <a:avLst/>
          </a:prstGeom>
        </p:spPr>
        <p:txBody>
          <a:bodyPr vert="vert270" wrap="square" lIns="0" tIns="33020" rIns="0" bIns="0" rtlCol="0">
            <a:spAutoFit/>
          </a:bodyPr>
          <a:lstStyle/>
          <a:p>
            <a:pPr marL="104140" marR="2540" indent="-104775">
              <a:lnSpc>
                <a:spcPts val="1050"/>
              </a:lnSpc>
              <a:spcBef>
                <a:spcPts val="260"/>
              </a:spcBef>
            </a:pPr>
            <a:r>
              <a:rPr sz="1050" b="1" spc="-75"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Known to others</a:t>
            </a:r>
            <a:endParaRPr sz="1050" b="1" spc="-75">
              <a:latin typeface="江城圆体 600W" panose="020B0800000000000000" pitchFamily="34" charset="-128"/>
              <a:ea typeface="江城圆体 600W" panose="020B0800000000000000" pitchFamily="34" charset="-128"/>
              <a:cs typeface="PMingLiU" panose="02020500000000000000" charset="-120"/>
            </a:endParaRPr>
          </a:p>
        </p:txBody>
      </p:sp>
      <p:sp>
        <p:nvSpPr>
          <p:cNvPr id="7" name="object 7"/>
          <p:cNvSpPr txBox="1"/>
          <p:nvPr/>
        </p:nvSpPr>
        <p:spPr>
          <a:xfrm>
            <a:off x="2562993" y="1606550"/>
            <a:ext cx="649605" cy="302260"/>
          </a:xfrm>
          <a:prstGeom prst="rect">
            <a:avLst/>
          </a:prstGeom>
        </p:spPr>
        <p:txBody>
          <a:bodyPr vert="horz" wrap="square" lIns="0" tIns="33020" rIns="0" bIns="0" rtlCol="0">
            <a:spAutoFit/>
          </a:bodyPr>
          <a:lstStyle/>
          <a:p>
            <a:pPr marL="199390" marR="2540" indent="-200025">
              <a:lnSpc>
                <a:spcPts val="1050"/>
              </a:lnSpc>
              <a:spcBef>
                <a:spcPts val="260"/>
              </a:spcBef>
            </a:pPr>
            <a:r>
              <a:rPr sz="1050" b="1" spc="-75"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Known to self</a:t>
            </a:r>
            <a:endParaRPr sz="1050" b="1" spc="-75"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8" name="object 8"/>
          <p:cNvSpPr txBox="1"/>
          <p:nvPr/>
        </p:nvSpPr>
        <p:spPr>
          <a:xfrm>
            <a:off x="3756025" y="1606550"/>
            <a:ext cx="739775" cy="302260"/>
          </a:xfrm>
          <a:prstGeom prst="rect">
            <a:avLst/>
          </a:prstGeom>
        </p:spPr>
        <p:txBody>
          <a:bodyPr vert="horz" wrap="square" lIns="0" tIns="33020" rIns="0" bIns="0" rtlCol="0">
            <a:spAutoFit/>
          </a:bodyPr>
          <a:lstStyle/>
          <a:p>
            <a:pPr marL="159385" marR="2540" indent="-159385">
              <a:lnSpc>
                <a:spcPts val="1050"/>
              </a:lnSpc>
              <a:spcBef>
                <a:spcPts val="260"/>
              </a:spcBef>
            </a:pPr>
            <a:r>
              <a:rPr sz="1050" b="1" spc="-75"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Not known to self</a:t>
            </a:r>
            <a:endParaRPr sz="1050" b="1" spc="-75">
              <a:latin typeface="江城圆体 600W" panose="020B0800000000000000" pitchFamily="34" charset="-128"/>
              <a:ea typeface="江城圆体 600W" panose="020B0800000000000000" pitchFamily="34" charset="-128"/>
              <a:cs typeface="PMingLiU" panose="02020500000000000000" charset="-120"/>
            </a:endParaRPr>
          </a:p>
        </p:txBody>
      </p:sp>
      <p:sp>
        <p:nvSpPr>
          <p:cNvPr id="9" name="object 9"/>
          <p:cNvSpPr/>
          <p:nvPr/>
        </p:nvSpPr>
        <p:spPr>
          <a:xfrm>
            <a:off x="2247900" y="1581150"/>
            <a:ext cx="2451100" cy="355600"/>
          </a:xfrm>
          <a:custGeom>
            <a:avLst/>
            <a:gdLst/>
            <a:ahLst/>
            <a:cxnLst/>
            <a:rect l="l" t="t" r="r" b="b"/>
            <a:pathLst>
              <a:path w="4902200" h="711200">
                <a:moveTo>
                  <a:pt x="0" y="0"/>
                </a:moveTo>
                <a:lnTo>
                  <a:pt x="4902200" y="0"/>
                </a:lnTo>
                <a:lnTo>
                  <a:pt x="4902200" y="711200"/>
                </a:lnTo>
                <a:lnTo>
                  <a:pt x="0" y="711200"/>
                </a:lnTo>
                <a:lnTo>
                  <a:pt x="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 name="object 10"/>
          <p:cNvSpPr/>
          <p:nvPr/>
        </p:nvSpPr>
        <p:spPr>
          <a:xfrm>
            <a:off x="1822450" y="2000250"/>
            <a:ext cx="355600" cy="2451100"/>
          </a:xfrm>
          <a:custGeom>
            <a:avLst/>
            <a:gdLst/>
            <a:ahLst/>
            <a:cxnLst/>
            <a:rect l="l" t="t" r="r" b="b"/>
            <a:pathLst>
              <a:path w="711200" h="4902200">
                <a:moveTo>
                  <a:pt x="711200" y="0"/>
                </a:moveTo>
                <a:lnTo>
                  <a:pt x="711200" y="4902200"/>
                </a:lnTo>
                <a:lnTo>
                  <a:pt x="0" y="4902200"/>
                </a:lnTo>
                <a:lnTo>
                  <a:pt x="0" y="0"/>
                </a:lnTo>
                <a:lnTo>
                  <a:pt x="71120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15" name="object 15"/>
          <p:cNvGrpSpPr/>
          <p:nvPr/>
        </p:nvGrpSpPr>
        <p:grpSpPr>
          <a:xfrm>
            <a:off x="676275" y="7419975"/>
            <a:ext cx="563245" cy="822325"/>
            <a:chOff x="1352550" y="14839950"/>
            <a:chExt cx="1126490" cy="1644650"/>
          </a:xfrm>
        </p:grpSpPr>
        <p:sp>
          <p:nvSpPr>
            <p:cNvPr id="16" name="object 16"/>
            <p:cNvSpPr/>
            <p:nvPr/>
          </p:nvSpPr>
          <p:spPr>
            <a:xfrm>
              <a:off x="1371600" y="14859000"/>
              <a:ext cx="1088390" cy="1606550"/>
            </a:xfrm>
            <a:custGeom>
              <a:avLst/>
              <a:gdLst/>
              <a:ahLst/>
              <a:cxnLst/>
              <a:rect l="l" t="t" r="r" b="b"/>
              <a:pathLst>
                <a:path w="1088389" h="1606550">
                  <a:moveTo>
                    <a:pt x="1087827" y="0"/>
                  </a:moveTo>
                  <a:lnTo>
                    <a:pt x="0" y="0"/>
                  </a:lnTo>
                  <a:lnTo>
                    <a:pt x="0" y="1605977"/>
                  </a:lnTo>
                  <a:lnTo>
                    <a:pt x="1087827" y="1605977"/>
                  </a:lnTo>
                  <a:lnTo>
                    <a:pt x="1087827"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7" name="object 17"/>
            <p:cNvSpPr/>
            <p:nvPr/>
          </p:nvSpPr>
          <p:spPr>
            <a:xfrm>
              <a:off x="1371600" y="14859000"/>
              <a:ext cx="1088390" cy="1606550"/>
            </a:xfrm>
            <a:custGeom>
              <a:avLst/>
              <a:gdLst/>
              <a:ahLst/>
              <a:cxnLst/>
              <a:rect l="l" t="t" r="r" b="b"/>
              <a:pathLst>
                <a:path w="1088389" h="1606550">
                  <a:moveTo>
                    <a:pt x="0" y="0"/>
                  </a:moveTo>
                  <a:lnTo>
                    <a:pt x="1087827" y="0"/>
                  </a:lnTo>
                  <a:lnTo>
                    <a:pt x="1087827" y="1605977"/>
                  </a:lnTo>
                  <a:lnTo>
                    <a:pt x="0" y="1605977"/>
                  </a:lnTo>
                  <a:lnTo>
                    <a:pt x="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1" name="object 21"/>
          <p:cNvSpPr txBox="1"/>
          <p:nvPr/>
        </p:nvSpPr>
        <p:spPr>
          <a:xfrm>
            <a:off x="685800" y="7505700"/>
            <a:ext cx="525145" cy="627380"/>
          </a:xfrm>
          <a:prstGeom prst="rect">
            <a:avLst/>
          </a:prstGeom>
        </p:spPr>
        <p:txBody>
          <a:bodyPr vert="horz" wrap="square" lIns="0" tIns="39688" rIns="0" bIns="0" rtlCol="0">
            <a:spAutoFit/>
          </a:bodyPr>
          <a:lstStyle/>
          <a:p>
            <a:pPr marL="177800" marR="152400" algn="just">
              <a:lnSpc>
                <a:spcPct val="85000"/>
              </a:lnSpc>
              <a:spcBef>
                <a:spcPts val="315"/>
              </a:spcBef>
            </a:pPr>
            <a:r>
              <a:rPr sz="15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未知我</a:t>
            </a:r>
            <a:endParaRPr sz="1500" b="1" dirty="0">
              <a:latin typeface="江城圆体 600W" panose="020B0800000000000000" pitchFamily="34" charset="-128"/>
              <a:ea typeface="江城圆体 600W" panose="020B0800000000000000" pitchFamily="34" charset="-128"/>
              <a:cs typeface="PMingLiU" panose="02020500000000000000" charset="-120"/>
            </a:endParaRPr>
          </a:p>
        </p:txBody>
      </p:sp>
      <p:pic>
        <p:nvPicPr>
          <p:cNvPr id="22" name="object 22"/>
          <p:cNvPicPr/>
          <p:nvPr/>
        </p:nvPicPr>
        <p:blipFill>
          <a:blip r:embed="rId2" cstate="print"/>
          <a:stretch>
            <a:fillRect/>
          </a:stretch>
        </p:blipFill>
        <p:spPr>
          <a:xfrm>
            <a:off x="3189837" y="8851900"/>
            <a:ext cx="486698" cy="292100"/>
          </a:xfrm>
          <a:prstGeom prst="rect">
            <a:avLst/>
          </a:prstGeom>
        </p:spPr>
      </p:pic>
      <p:sp>
        <p:nvSpPr>
          <p:cNvPr id="23" name="object 17"/>
          <p:cNvSpPr/>
          <p:nvPr/>
        </p:nvSpPr>
        <p:spPr>
          <a:xfrm>
            <a:off x="1301750" y="7429500"/>
            <a:ext cx="4892040" cy="803275"/>
          </a:xfrm>
          <a:custGeom>
            <a:avLst/>
            <a:gdLst/>
            <a:ahLst/>
            <a:cxnLst/>
            <a:rect l="l" t="t" r="r" b="b"/>
            <a:pathLst>
              <a:path w="1088389" h="1606550">
                <a:moveTo>
                  <a:pt x="0" y="0"/>
                </a:moveTo>
                <a:lnTo>
                  <a:pt x="1087827" y="0"/>
                </a:lnTo>
                <a:lnTo>
                  <a:pt x="1087827" y="1605977"/>
                </a:lnTo>
                <a:lnTo>
                  <a:pt x="0" y="1605977"/>
                </a:lnTo>
                <a:lnTo>
                  <a:pt x="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 name="文本框 24"/>
          <p:cNvSpPr txBox="1"/>
          <p:nvPr/>
        </p:nvSpPr>
        <p:spPr>
          <a:xfrm>
            <a:off x="1220470" y="7464847"/>
            <a:ext cx="4942205" cy="808355"/>
          </a:xfrm>
          <a:prstGeom prst="rect">
            <a:avLst/>
          </a:prstGeom>
          <a:noFill/>
        </p:spPr>
        <p:txBody>
          <a:bodyPr wrap="square">
            <a:spAutoFit/>
          </a:bodyPr>
          <a:lstStyle/>
          <a:p>
            <a:pPr marL="95250">
              <a:spcBef>
                <a:spcPts val="300"/>
              </a:spcBef>
            </a:pPr>
            <a:r>
              <a:rPr lang="zh-CN" altLang="en-US"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自己不知道，别人也不知道的部分。</a:t>
            </a:r>
            <a:endParaRPr lang="zh-CN" altLang="en-US" sz="1050" dirty="0">
              <a:latin typeface="江城圆体 400W" panose="020B0800000000000000" pitchFamily="34" charset="-128"/>
              <a:ea typeface="江城圆体 400W" panose="020B0800000000000000" pitchFamily="34" charset="-128"/>
              <a:cs typeface="PMingLiU" panose="02020500000000000000" charset="-120"/>
            </a:endParaRPr>
          </a:p>
          <a:p>
            <a:pPr marL="95250" marR="65405" algn="just">
              <a:lnSpc>
                <a:spcPct val="115000"/>
              </a:lnSpc>
            </a:pPr>
            <a:r>
              <a:rPr lang="zh-CN" altLang="en-US"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包括未曾觉察的潜能，或压抑下来的记忆、经验等。可以透过一些方式，挖掘探索这些未知的自我，使「自己不知道」的部份，转变为「自己知道」的部份。例如</a:t>
            </a:r>
            <a:r>
              <a:rPr lang="en-US" altLang="zh-CN"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lang="zh-CN" altLang="en-US"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心理治疗、催眠、梦的解析、创伤经验、投射测试，意外事故或顿悟等。</a:t>
            </a:r>
            <a:endParaRPr lang="zh-CN" altLang="en-US"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6" name="object 17"/>
          <p:cNvSpPr/>
          <p:nvPr/>
        </p:nvSpPr>
        <p:spPr>
          <a:xfrm>
            <a:off x="1301750" y="6506788"/>
            <a:ext cx="4892040" cy="803275"/>
          </a:xfrm>
          <a:custGeom>
            <a:avLst/>
            <a:gdLst/>
            <a:ahLst/>
            <a:cxnLst/>
            <a:rect l="l" t="t" r="r" b="b"/>
            <a:pathLst>
              <a:path w="1088389" h="1606550">
                <a:moveTo>
                  <a:pt x="0" y="0"/>
                </a:moveTo>
                <a:lnTo>
                  <a:pt x="1087827" y="0"/>
                </a:lnTo>
                <a:lnTo>
                  <a:pt x="1087827" y="1605977"/>
                </a:lnTo>
                <a:lnTo>
                  <a:pt x="0" y="1605977"/>
                </a:lnTo>
                <a:lnTo>
                  <a:pt x="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7" name="文本框 26"/>
          <p:cNvSpPr txBox="1"/>
          <p:nvPr/>
        </p:nvSpPr>
        <p:spPr>
          <a:xfrm>
            <a:off x="1220470" y="6542135"/>
            <a:ext cx="4942205" cy="808990"/>
          </a:xfrm>
          <a:prstGeom prst="rect">
            <a:avLst/>
          </a:prstGeom>
          <a:noFill/>
        </p:spPr>
        <p:txBody>
          <a:bodyPr wrap="square">
            <a:spAutoFit/>
          </a:bodyPr>
          <a:lstStyle/>
          <a:p>
            <a:pPr marL="95250">
              <a:spcBef>
                <a:spcPts val="350"/>
              </a:spcBef>
            </a:pPr>
            <a:r>
              <a:rPr lang="zh-CN" altLang="en-US"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自己知道，别人不知道的部份。</a:t>
            </a:r>
            <a:endParaRPr lang="zh-CN" altLang="en-US" sz="1050" dirty="0">
              <a:latin typeface="江城圆体 400W" panose="020B0800000000000000" pitchFamily="34" charset="-128"/>
              <a:ea typeface="江城圆体 400W" panose="020B0800000000000000" pitchFamily="34" charset="-128"/>
              <a:cs typeface="PMingLiU" panose="02020500000000000000" charset="-120"/>
            </a:endParaRPr>
          </a:p>
          <a:p>
            <a:pPr marL="95250">
              <a:spcBef>
                <a:spcPts val="190"/>
              </a:spcBef>
            </a:pPr>
            <a:r>
              <a:rPr lang="zh-CN" altLang="en-US"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包括个人有意隐藏的秘密或想法，每个人隐藏自我的大小，也有所差异。</a:t>
            </a:r>
            <a:endParaRPr lang="zh-CN" altLang="en-US" sz="1050" dirty="0">
              <a:latin typeface="江城圆体 400W" panose="020B0800000000000000" pitchFamily="34" charset="-128"/>
              <a:ea typeface="江城圆体 400W" panose="020B0800000000000000" pitchFamily="34" charset="-128"/>
              <a:cs typeface="PMingLiU" panose="02020500000000000000" charset="-120"/>
            </a:endParaRPr>
          </a:p>
          <a:p>
            <a:pPr marL="95250" marR="59055">
              <a:lnSpc>
                <a:spcPct val="115000"/>
              </a:lnSpc>
            </a:pPr>
            <a:r>
              <a:rPr lang="zh-CN" altLang="en-US"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一般人都属于选择性揭露者（</a:t>
            </a:r>
            <a:r>
              <a:rPr lang="en-US" altLang="zh-CN" sz="105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selective discloser</a:t>
            </a:r>
            <a:r>
              <a:rPr lang="zh-CN" altLang="en-US"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），会透露一些信息，也会隐藏一些秘密，也会因不同的互动对象，而调整自己隐藏自我的大小。</a:t>
            </a:r>
            <a:endParaRPr lang="zh-CN" altLang="en-US"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9" name="object 17"/>
          <p:cNvSpPr/>
          <p:nvPr/>
        </p:nvSpPr>
        <p:spPr>
          <a:xfrm>
            <a:off x="1301750" y="5575762"/>
            <a:ext cx="4892040" cy="803275"/>
          </a:xfrm>
          <a:custGeom>
            <a:avLst/>
            <a:gdLst/>
            <a:ahLst/>
            <a:cxnLst/>
            <a:rect l="l" t="t" r="r" b="b"/>
            <a:pathLst>
              <a:path w="1088389" h="1606550">
                <a:moveTo>
                  <a:pt x="0" y="0"/>
                </a:moveTo>
                <a:lnTo>
                  <a:pt x="1087827" y="0"/>
                </a:lnTo>
                <a:lnTo>
                  <a:pt x="1087827" y="1605977"/>
                </a:lnTo>
                <a:lnTo>
                  <a:pt x="0" y="1605977"/>
                </a:lnTo>
                <a:lnTo>
                  <a:pt x="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0" name="object 17"/>
          <p:cNvSpPr/>
          <p:nvPr/>
        </p:nvSpPr>
        <p:spPr>
          <a:xfrm>
            <a:off x="1301750" y="4653050"/>
            <a:ext cx="4892040" cy="803275"/>
          </a:xfrm>
          <a:custGeom>
            <a:avLst/>
            <a:gdLst/>
            <a:ahLst/>
            <a:cxnLst/>
            <a:rect l="l" t="t" r="r" b="b"/>
            <a:pathLst>
              <a:path w="1088389" h="1606550">
                <a:moveTo>
                  <a:pt x="0" y="0"/>
                </a:moveTo>
                <a:lnTo>
                  <a:pt x="1087827" y="0"/>
                </a:lnTo>
                <a:lnTo>
                  <a:pt x="1087827" y="1605977"/>
                </a:lnTo>
                <a:lnTo>
                  <a:pt x="0" y="1605977"/>
                </a:lnTo>
                <a:lnTo>
                  <a:pt x="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1" name="文本框 30"/>
          <p:cNvSpPr txBox="1"/>
          <p:nvPr/>
        </p:nvSpPr>
        <p:spPr>
          <a:xfrm>
            <a:off x="1229995" y="5676186"/>
            <a:ext cx="4942205" cy="623570"/>
          </a:xfrm>
          <a:prstGeom prst="rect">
            <a:avLst/>
          </a:prstGeom>
          <a:noFill/>
        </p:spPr>
        <p:txBody>
          <a:bodyPr wrap="square">
            <a:spAutoFit/>
          </a:bodyPr>
          <a:lstStyle/>
          <a:p>
            <a:pPr marL="95250">
              <a:spcBef>
                <a:spcPts val="1000"/>
              </a:spcBef>
            </a:pPr>
            <a:r>
              <a:rPr lang="zh-CN" altLang="en-US"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别人知道，自己却不知道的部份。也就是所谓个人的盲区。</a:t>
            </a:r>
            <a:endParaRPr lang="zh-CN" altLang="en-US" sz="1050" dirty="0">
              <a:latin typeface="江城圆体 400W" panose="020B0800000000000000" pitchFamily="34" charset="-128"/>
              <a:ea typeface="江城圆体 400W" panose="020B0800000000000000" pitchFamily="34" charset="-128"/>
              <a:cs typeface="PMingLiU" panose="02020500000000000000" charset="-120"/>
            </a:endParaRPr>
          </a:p>
          <a:p>
            <a:pPr marL="95250" marR="224155">
              <a:lnSpc>
                <a:spcPct val="115000"/>
              </a:lnSpc>
            </a:pPr>
            <a:r>
              <a:rPr lang="zh-CN" altLang="en-US"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可能和个人是否容易注意及接受反馈有关。但盲目自我只是自己「不知道」的信息而已，并不一定是「不好」的。</a:t>
            </a:r>
          </a:p>
        </p:txBody>
      </p:sp>
      <p:sp>
        <p:nvSpPr>
          <p:cNvPr id="32" name="文本框 31"/>
          <p:cNvSpPr txBox="1"/>
          <p:nvPr/>
        </p:nvSpPr>
        <p:spPr>
          <a:xfrm>
            <a:off x="1205432" y="4670171"/>
            <a:ext cx="4942205" cy="833755"/>
          </a:xfrm>
          <a:prstGeom prst="rect">
            <a:avLst/>
          </a:prstGeom>
          <a:noFill/>
        </p:spPr>
        <p:txBody>
          <a:bodyPr wrap="square">
            <a:spAutoFit/>
          </a:bodyPr>
          <a:lstStyle/>
          <a:p>
            <a:pPr marL="95250" marR="192405">
              <a:lnSpc>
                <a:spcPct val="115000"/>
              </a:lnSpc>
              <a:spcBef>
                <a:spcPts val="160"/>
              </a:spcBef>
            </a:pPr>
            <a:r>
              <a:rPr lang="zh-CN" altLang="en-US"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自己知道，别人也知道的部份。包括行为、态度、感情、愿望、动机、想法等。开放自我的大小，会随着个人互动对象的不同而有所差异。</a:t>
            </a:r>
            <a:endParaRPr lang="zh-CN" altLang="en-US" sz="1050" dirty="0">
              <a:latin typeface="江城圆体 400W" panose="020B0800000000000000" pitchFamily="34" charset="-128"/>
              <a:ea typeface="江城圆体 400W" panose="020B0800000000000000" pitchFamily="34" charset="-128"/>
              <a:cs typeface="PMingLiU" panose="02020500000000000000" charset="-120"/>
            </a:endParaRPr>
          </a:p>
          <a:p>
            <a:pPr marL="95250">
              <a:spcBef>
                <a:spcPts val="190"/>
              </a:spcBef>
            </a:pPr>
            <a:r>
              <a:rPr lang="zh-CN" altLang="en-US"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有的人较愿意自我揭露，因此他们的开放自我也较大，</a:t>
            </a:r>
            <a:endParaRPr lang="zh-CN" altLang="en-US" sz="1050" dirty="0">
              <a:latin typeface="江城圆体 400W" panose="020B0800000000000000" pitchFamily="34" charset="-128"/>
              <a:ea typeface="江城圆体 400W" panose="020B0800000000000000" pitchFamily="34" charset="-128"/>
              <a:cs typeface="PMingLiU" panose="02020500000000000000" charset="-120"/>
            </a:endParaRPr>
          </a:p>
          <a:p>
            <a:pPr marL="95250">
              <a:spcBef>
                <a:spcPts val="190"/>
              </a:spcBef>
            </a:pPr>
            <a:r>
              <a:rPr lang="zh-CN" altLang="en-US"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有些人则比较不愿意透露个人信息，他们的开放自我就较小。</a:t>
            </a:r>
            <a:endParaRPr lang="zh-CN" altLang="en-US" sz="105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33" name="object 15"/>
          <p:cNvGrpSpPr/>
          <p:nvPr/>
        </p:nvGrpSpPr>
        <p:grpSpPr>
          <a:xfrm>
            <a:off x="676275" y="6516208"/>
            <a:ext cx="563245" cy="822325"/>
            <a:chOff x="1352550" y="14839950"/>
            <a:chExt cx="1126490" cy="1644650"/>
          </a:xfrm>
        </p:grpSpPr>
        <p:sp>
          <p:nvSpPr>
            <p:cNvPr id="34" name="object 16"/>
            <p:cNvSpPr/>
            <p:nvPr/>
          </p:nvSpPr>
          <p:spPr>
            <a:xfrm>
              <a:off x="1371600" y="14859000"/>
              <a:ext cx="1088390" cy="1606550"/>
            </a:xfrm>
            <a:custGeom>
              <a:avLst/>
              <a:gdLst/>
              <a:ahLst/>
              <a:cxnLst/>
              <a:rect l="l" t="t" r="r" b="b"/>
              <a:pathLst>
                <a:path w="1088389" h="1606550">
                  <a:moveTo>
                    <a:pt x="1087827" y="0"/>
                  </a:moveTo>
                  <a:lnTo>
                    <a:pt x="0" y="0"/>
                  </a:lnTo>
                  <a:lnTo>
                    <a:pt x="0" y="1605977"/>
                  </a:lnTo>
                  <a:lnTo>
                    <a:pt x="1087827" y="1605977"/>
                  </a:lnTo>
                  <a:lnTo>
                    <a:pt x="1087827" y="0"/>
                  </a:lnTo>
                  <a:close/>
                </a:path>
              </a:pathLst>
            </a:custGeom>
            <a:solidFill>
              <a:srgbClr val="0FA766"/>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5" name="object 17"/>
            <p:cNvSpPr/>
            <p:nvPr/>
          </p:nvSpPr>
          <p:spPr>
            <a:xfrm>
              <a:off x="1371600" y="14859000"/>
              <a:ext cx="1088390" cy="1606550"/>
            </a:xfrm>
            <a:custGeom>
              <a:avLst/>
              <a:gdLst/>
              <a:ahLst/>
              <a:cxnLst/>
              <a:rect l="l" t="t" r="r" b="b"/>
              <a:pathLst>
                <a:path w="1088389" h="1606550">
                  <a:moveTo>
                    <a:pt x="0" y="0"/>
                  </a:moveTo>
                  <a:lnTo>
                    <a:pt x="1087827" y="0"/>
                  </a:lnTo>
                  <a:lnTo>
                    <a:pt x="1087827" y="1605977"/>
                  </a:lnTo>
                  <a:lnTo>
                    <a:pt x="0" y="1605977"/>
                  </a:lnTo>
                  <a:lnTo>
                    <a:pt x="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36" name="object 21"/>
          <p:cNvSpPr txBox="1"/>
          <p:nvPr/>
        </p:nvSpPr>
        <p:spPr>
          <a:xfrm>
            <a:off x="685800" y="6601933"/>
            <a:ext cx="525145" cy="627380"/>
          </a:xfrm>
          <a:prstGeom prst="rect">
            <a:avLst/>
          </a:prstGeom>
        </p:spPr>
        <p:txBody>
          <a:bodyPr vert="horz" wrap="square" lIns="0" tIns="39688" rIns="0" bIns="0" rtlCol="0">
            <a:spAutoFit/>
          </a:bodyPr>
          <a:lstStyle/>
          <a:p>
            <a:pPr marL="177800" marR="152400" algn="just">
              <a:lnSpc>
                <a:spcPct val="85000"/>
              </a:lnSpc>
              <a:spcBef>
                <a:spcPts val="315"/>
              </a:spcBef>
            </a:pPr>
            <a:r>
              <a:rPr lang="zh-CN" altLang="en-US" sz="15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隐藏我</a:t>
            </a:r>
            <a:endParaRPr sz="1500" b="1" dirty="0">
              <a:latin typeface="江城圆体 600W" panose="020B0800000000000000" pitchFamily="34" charset="-128"/>
              <a:ea typeface="江城圆体 600W" panose="020B0800000000000000" pitchFamily="34" charset="-128"/>
              <a:cs typeface="PMingLiU" panose="02020500000000000000" charset="-120"/>
            </a:endParaRPr>
          </a:p>
        </p:txBody>
      </p:sp>
      <p:grpSp>
        <p:nvGrpSpPr>
          <p:cNvPr id="37" name="object 15"/>
          <p:cNvGrpSpPr/>
          <p:nvPr/>
        </p:nvGrpSpPr>
        <p:grpSpPr>
          <a:xfrm>
            <a:off x="676275" y="5575226"/>
            <a:ext cx="563245" cy="822325"/>
            <a:chOff x="1352550" y="14839950"/>
            <a:chExt cx="1126490" cy="1644650"/>
          </a:xfrm>
        </p:grpSpPr>
        <p:sp>
          <p:nvSpPr>
            <p:cNvPr id="38" name="object 16"/>
            <p:cNvSpPr/>
            <p:nvPr/>
          </p:nvSpPr>
          <p:spPr>
            <a:xfrm>
              <a:off x="1371600" y="14859000"/>
              <a:ext cx="1088390" cy="1606550"/>
            </a:xfrm>
            <a:custGeom>
              <a:avLst/>
              <a:gdLst/>
              <a:ahLst/>
              <a:cxnLst/>
              <a:rect l="l" t="t" r="r" b="b"/>
              <a:pathLst>
                <a:path w="1088389" h="1606550">
                  <a:moveTo>
                    <a:pt x="1087827" y="0"/>
                  </a:moveTo>
                  <a:lnTo>
                    <a:pt x="0" y="0"/>
                  </a:lnTo>
                  <a:lnTo>
                    <a:pt x="0" y="1605977"/>
                  </a:lnTo>
                  <a:lnTo>
                    <a:pt x="1087827" y="1605977"/>
                  </a:lnTo>
                  <a:lnTo>
                    <a:pt x="1087827" y="0"/>
                  </a:lnTo>
                  <a:close/>
                </a:path>
              </a:pathLst>
            </a:custGeom>
            <a:solidFill>
              <a:srgbClr val="A96ED9"/>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9" name="object 17"/>
            <p:cNvSpPr/>
            <p:nvPr/>
          </p:nvSpPr>
          <p:spPr>
            <a:xfrm>
              <a:off x="1371600" y="14859000"/>
              <a:ext cx="1088390" cy="1606550"/>
            </a:xfrm>
            <a:custGeom>
              <a:avLst/>
              <a:gdLst/>
              <a:ahLst/>
              <a:cxnLst/>
              <a:rect l="l" t="t" r="r" b="b"/>
              <a:pathLst>
                <a:path w="1088389" h="1606550">
                  <a:moveTo>
                    <a:pt x="0" y="0"/>
                  </a:moveTo>
                  <a:lnTo>
                    <a:pt x="1087827" y="0"/>
                  </a:lnTo>
                  <a:lnTo>
                    <a:pt x="1087827" y="1605977"/>
                  </a:lnTo>
                  <a:lnTo>
                    <a:pt x="0" y="1605977"/>
                  </a:lnTo>
                  <a:lnTo>
                    <a:pt x="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40" name="object 21"/>
          <p:cNvSpPr txBox="1"/>
          <p:nvPr/>
        </p:nvSpPr>
        <p:spPr>
          <a:xfrm>
            <a:off x="685800" y="5660951"/>
            <a:ext cx="525145" cy="627380"/>
          </a:xfrm>
          <a:prstGeom prst="rect">
            <a:avLst/>
          </a:prstGeom>
        </p:spPr>
        <p:txBody>
          <a:bodyPr vert="horz" wrap="square" lIns="0" tIns="39688" rIns="0" bIns="0" rtlCol="0">
            <a:spAutoFit/>
          </a:bodyPr>
          <a:lstStyle/>
          <a:p>
            <a:pPr marL="177800" marR="152400" algn="just">
              <a:lnSpc>
                <a:spcPct val="85000"/>
              </a:lnSpc>
              <a:spcBef>
                <a:spcPts val="315"/>
              </a:spcBef>
            </a:pPr>
            <a:r>
              <a:rPr lang="zh-CN" altLang="en-US" sz="1500"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盲目</a:t>
            </a:r>
            <a:r>
              <a:rPr sz="1500" b="1" dirty="0" err="1">
                <a:solidFill>
                  <a:srgbClr val="FFFFFF"/>
                </a:solidFill>
                <a:latin typeface="江城圆体 600W" panose="020B0800000000000000" pitchFamily="34" charset="-128"/>
                <a:ea typeface="江城圆体 600W" panose="020B0800000000000000" pitchFamily="34" charset="-128"/>
                <a:cs typeface="PMingLiU" panose="02020500000000000000" charset="-120"/>
              </a:rPr>
              <a:t>我</a:t>
            </a:r>
            <a:endParaRPr sz="1500" b="1" dirty="0">
              <a:latin typeface="江城圆体 600W" panose="020B0800000000000000" pitchFamily="34" charset="-128"/>
              <a:ea typeface="江城圆体 600W" panose="020B0800000000000000" pitchFamily="34" charset="-128"/>
              <a:cs typeface="PMingLiU" panose="02020500000000000000" charset="-120"/>
            </a:endParaRPr>
          </a:p>
        </p:txBody>
      </p:sp>
      <p:grpSp>
        <p:nvGrpSpPr>
          <p:cNvPr id="41" name="object 15"/>
          <p:cNvGrpSpPr/>
          <p:nvPr/>
        </p:nvGrpSpPr>
        <p:grpSpPr>
          <a:xfrm>
            <a:off x="676275" y="4650194"/>
            <a:ext cx="563245" cy="822325"/>
            <a:chOff x="1352550" y="14839950"/>
            <a:chExt cx="1126490" cy="1644650"/>
          </a:xfrm>
        </p:grpSpPr>
        <p:sp>
          <p:nvSpPr>
            <p:cNvPr id="42" name="object 16"/>
            <p:cNvSpPr/>
            <p:nvPr/>
          </p:nvSpPr>
          <p:spPr>
            <a:xfrm>
              <a:off x="1371600" y="14859000"/>
              <a:ext cx="1088390" cy="1606550"/>
            </a:xfrm>
            <a:custGeom>
              <a:avLst/>
              <a:gdLst/>
              <a:ahLst/>
              <a:cxnLst/>
              <a:rect l="l" t="t" r="r" b="b"/>
              <a:pathLst>
                <a:path w="1088389" h="1606550">
                  <a:moveTo>
                    <a:pt x="1087827" y="0"/>
                  </a:moveTo>
                  <a:lnTo>
                    <a:pt x="0" y="0"/>
                  </a:lnTo>
                  <a:lnTo>
                    <a:pt x="0" y="1605977"/>
                  </a:lnTo>
                  <a:lnTo>
                    <a:pt x="1087827" y="1605977"/>
                  </a:lnTo>
                  <a:lnTo>
                    <a:pt x="1087827" y="0"/>
                  </a:lnTo>
                  <a:close/>
                </a:path>
              </a:pathLst>
            </a:custGeom>
            <a:solidFill>
              <a:schemeClr val="bg1"/>
            </a:solidFill>
          </p:spPr>
          <p:txBody>
            <a:bodyPr wrap="square" lIns="0" tIns="0" rIns="0" bIns="0" rtlCol="0"/>
            <a:lstStyle/>
            <a:p>
              <a:endParaRPr sz="900" dirty="0">
                <a:latin typeface="江城圆体 400W" panose="020B0800000000000000" pitchFamily="34" charset="-128"/>
                <a:ea typeface="江城圆体 400W" panose="020B0800000000000000" pitchFamily="34" charset="-128"/>
              </a:endParaRPr>
            </a:p>
          </p:txBody>
        </p:sp>
        <p:sp>
          <p:nvSpPr>
            <p:cNvPr id="43" name="object 17"/>
            <p:cNvSpPr/>
            <p:nvPr/>
          </p:nvSpPr>
          <p:spPr>
            <a:xfrm>
              <a:off x="1371600" y="14859000"/>
              <a:ext cx="1088390" cy="1606550"/>
            </a:xfrm>
            <a:custGeom>
              <a:avLst/>
              <a:gdLst/>
              <a:ahLst/>
              <a:cxnLst/>
              <a:rect l="l" t="t" r="r" b="b"/>
              <a:pathLst>
                <a:path w="1088389" h="1606550">
                  <a:moveTo>
                    <a:pt x="0" y="0"/>
                  </a:moveTo>
                  <a:lnTo>
                    <a:pt x="1087827" y="0"/>
                  </a:lnTo>
                  <a:lnTo>
                    <a:pt x="1087827" y="1605977"/>
                  </a:lnTo>
                  <a:lnTo>
                    <a:pt x="0" y="1605977"/>
                  </a:lnTo>
                  <a:lnTo>
                    <a:pt x="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44" name="object 21"/>
          <p:cNvSpPr txBox="1"/>
          <p:nvPr/>
        </p:nvSpPr>
        <p:spPr>
          <a:xfrm>
            <a:off x="685800" y="4735919"/>
            <a:ext cx="525145" cy="627380"/>
          </a:xfrm>
          <a:prstGeom prst="rect">
            <a:avLst/>
          </a:prstGeom>
        </p:spPr>
        <p:txBody>
          <a:bodyPr vert="horz" wrap="square" lIns="0" tIns="39688" rIns="0" bIns="0" rtlCol="0">
            <a:spAutoFit/>
          </a:bodyPr>
          <a:lstStyle/>
          <a:p>
            <a:pPr marL="177800" marR="152400" algn="just">
              <a:lnSpc>
                <a:spcPct val="85000"/>
              </a:lnSpc>
              <a:spcBef>
                <a:spcPts val="315"/>
              </a:spcBef>
            </a:pPr>
            <a:r>
              <a:rPr lang="zh-CN" altLang="en-US" sz="1500" b="1" dirty="0">
                <a:latin typeface="江城圆体 600W" panose="020B0800000000000000" pitchFamily="34" charset="-128"/>
                <a:ea typeface="江城圆体 600W" panose="020B0800000000000000" pitchFamily="34" charset="-128"/>
                <a:cs typeface="PMingLiU" panose="02020500000000000000" charset="-120"/>
              </a:rPr>
              <a:t>开放我</a:t>
            </a:r>
            <a:endParaRPr sz="1500" b="1"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1" name="object 80"/>
          <p:cNvSpPr txBox="1"/>
          <p:nvPr/>
        </p:nvSpPr>
        <p:spPr>
          <a:xfrm>
            <a:off x="3672352" y="2387855"/>
            <a:ext cx="840559" cy="576580"/>
          </a:xfrm>
          <a:prstGeom prst="rect">
            <a:avLst/>
          </a:prstGeom>
        </p:spPr>
        <p:txBody>
          <a:bodyPr vert="horz" wrap="square" lIns="0" tIns="22860" rIns="0" bIns="0" rtlCol="0">
            <a:spAutoFit/>
          </a:bodyPr>
          <a:lstStyle/>
          <a:p>
            <a:pPr marL="68580" marR="2540" indent="-68580">
              <a:spcBef>
                <a:spcPts val="180"/>
              </a:spcBef>
            </a:pPr>
            <a:r>
              <a:rPr lang="zh-CN" altLang="en-US"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盲目</a:t>
            </a:r>
            <a:r>
              <a:rPr b="1" dirty="0" err="1">
                <a:solidFill>
                  <a:srgbClr val="FFFFFF"/>
                </a:solidFill>
                <a:latin typeface="江城圆体 600W" panose="020B0800000000000000" pitchFamily="34" charset="-128"/>
                <a:ea typeface="江城圆体 600W" panose="020B0800000000000000" pitchFamily="34" charset="-128"/>
                <a:cs typeface="PMingLiU" panose="02020500000000000000" charset="-120"/>
              </a:rPr>
              <a:t>我</a:t>
            </a: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a:t>
            </a:r>
            <a:r>
              <a:rPr lang="en-US" altLang="zh-CN" b="1" spc="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Blind</a:t>
            </a:r>
            <a:endParaRPr lang="en-US" altLang="zh-CN" b="1" spc="0"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2" name="object 80"/>
          <p:cNvSpPr txBox="1"/>
          <p:nvPr/>
        </p:nvSpPr>
        <p:spPr>
          <a:xfrm>
            <a:off x="2498316" y="2379677"/>
            <a:ext cx="997472" cy="576580"/>
          </a:xfrm>
          <a:prstGeom prst="rect">
            <a:avLst/>
          </a:prstGeom>
        </p:spPr>
        <p:txBody>
          <a:bodyPr vert="horz" wrap="square" lIns="0" tIns="22860" rIns="0" bIns="0" rtlCol="0">
            <a:spAutoFit/>
          </a:bodyPr>
          <a:lstStyle/>
          <a:p>
            <a:pPr marL="68580" marR="2540" indent="-68580">
              <a:spcBef>
                <a:spcPts val="180"/>
              </a:spcBef>
            </a:pPr>
            <a:r>
              <a:rPr lang="zh-CN" altLang="en-US" b="1" i="0" spc="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 开放我</a:t>
            </a:r>
            <a:r>
              <a:rPr lang="en-US" altLang="zh-CN" b="1" i="0" spc="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Open</a:t>
            </a:r>
            <a:endParaRPr lang="en-US" altLang="zh-CN" b="1" i="0" spc="0"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3" name="object 80"/>
          <p:cNvSpPr txBox="1"/>
          <p:nvPr/>
        </p:nvSpPr>
        <p:spPr>
          <a:xfrm>
            <a:off x="2378026" y="3578424"/>
            <a:ext cx="1117762" cy="576580"/>
          </a:xfrm>
          <a:prstGeom prst="rect">
            <a:avLst/>
          </a:prstGeom>
        </p:spPr>
        <p:txBody>
          <a:bodyPr vert="horz" wrap="square" lIns="0" tIns="22860" rIns="0" bIns="0" rtlCol="0">
            <a:spAutoFit/>
          </a:bodyPr>
          <a:lstStyle/>
          <a:p>
            <a:pPr marL="68580" marR="2540" indent="-68580">
              <a:spcBef>
                <a:spcPts val="180"/>
              </a:spcBef>
            </a:pPr>
            <a:r>
              <a:rPr lang="zh-CN" altLang="en-US" b="1" i="0" spc="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隐藏我       </a:t>
            </a:r>
            <a:r>
              <a:rPr lang="en-US" altLang="zh-CN" b="1" i="0" spc="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Hidden</a:t>
            </a:r>
            <a:endParaRPr lang="en-US" altLang="zh-CN" b="1" i="0" spc="0"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14" name="文本框 13"/>
          <p:cNvSpPr txBox="1"/>
          <p:nvPr/>
        </p:nvSpPr>
        <p:spPr>
          <a:xfrm>
            <a:off x="3429000" y="3832902"/>
            <a:ext cx="1320800" cy="368300"/>
          </a:xfrm>
          <a:prstGeom prst="rect">
            <a:avLst/>
          </a:prstGeom>
          <a:noFill/>
        </p:spPr>
        <p:txBody>
          <a:bodyPr wrap="square" rtlCol="0">
            <a:spAutoFit/>
          </a:bodyPr>
          <a:lstStyle/>
          <a:p>
            <a:r>
              <a:rPr lang="en-US" altLang="zh-CN" b="1" i="0" spc="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Unknown</a:t>
            </a:r>
            <a:endParaRPr kumimoji="1" lang="zh-CN" altLang="en-US" dirty="0"/>
          </a:p>
        </p:txBody>
      </p:sp>
      <p:sp>
        <p:nvSpPr>
          <p:cNvPr id="18" name="文本框 17"/>
          <p:cNvSpPr txBox="1"/>
          <p:nvPr/>
        </p:nvSpPr>
        <p:spPr>
          <a:xfrm>
            <a:off x="3635439" y="3564446"/>
            <a:ext cx="1064723" cy="368300"/>
          </a:xfrm>
          <a:prstGeom prst="rect">
            <a:avLst/>
          </a:prstGeom>
          <a:noFill/>
        </p:spPr>
        <p:txBody>
          <a:bodyPr wrap="square" rtlCol="0">
            <a:spAutoFit/>
          </a:bodyPr>
          <a:lstStyle/>
          <a:p>
            <a:r>
              <a:rPr lang="zh-CN" altLang="en-US"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未知我</a:t>
            </a:r>
            <a:endParaRPr kumimoji="1"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pic>
        <p:nvPicPr>
          <p:cNvPr id="3" name="object 3"/>
          <p:cNvPicPr/>
          <p:nvPr/>
        </p:nvPicPr>
        <p:blipFill>
          <a:blip r:embed="rId2" cstate="print"/>
          <a:stretch>
            <a:fillRect/>
          </a:stretch>
        </p:blipFill>
        <p:spPr>
          <a:xfrm>
            <a:off x="3189837" y="8851900"/>
            <a:ext cx="486698" cy="292100"/>
          </a:xfrm>
          <a:prstGeom prst="rect">
            <a:avLst/>
          </a:prstGeom>
        </p:spPr>
      </p:pic>
      <p:sp>
        <p:nvSpPr>
          <p:cNvPr id="4" name="object 4"/>
          <p:cNvSpPr txBox="1"/>
          <p:nvPr/>
        </p:nvSpPr>
        <p:spPr>
          <a:xfrm>
            <a:off x="2014666" y="1104900"/>
            <a:ext cx="2822575" cy="283210"/>
          </a:xfrm>
          <a:prstGeom prst="rect">
            <a:avLst/>
          </a:prstGeom>
        </p:spPr>
        <p:txBody>
          <a:bodyPr vert="horz" wrap="square" lIns="0" tIns="6350" rIns="0" bIns="0" rtlCol="0">
            <a:spAutoFit/>
          </a:bodyPr>
          <a:lstStyle/>
          <a:p>
            <a:pPr marL="6350">
              <a:spcBef>
                <a:spcPts val="50"/>
              </a:spcBef>
            </a:pPr>
            <a:r>
              <a:rPr b="1" dirty="0">
                <a:solidFill>
                  <a:srgbClr val="212121"/>
                </a:solidFill>
                <a:latin typeface="江城圆体 600W" panose="020B0800000000000000" pitchFamily="34" charset="-128"/>
                <a:ea typeface="江城圆体 600W" panose="020B0800000000000000" pitchFamily="34" charset="-128"/>
                <a:cs typeface="Microsoft JhengHei"/>
              </a:rPr>
              <a:t>2、 促进人际关系发展的方法</a:t>
            </a:r>
            <a:endParaRPr b="1" dirty="0">
              <a:latin typeface="江城圆体 600W" panose="020B0800000000000000" pitchFamily="34" charset="-128"/>
              <a:ea typeface="江城圆体 600W" panose="020B0800000000000000" pitchFamily="34" charset="-128"/>
              <a:cs typeface="Microsoft JhengHei"/>
            </a:endParaRPr>
          </a:p>
        </p:txBody>
      </p:sp>
      <p:graphicFrame>
        <p:nvGraphicFramePr>
          <p:cNvPr id="5" name="object 5"/>
          <p:cNvGraphicFramePr>
            <a:graphicFrameLocks noGrp="1"/>
          </p:cNvGraphicFramePr>
          <p:nvPr/>
        </p:nvGraphicFramePr>
        <p:xfrm>
          <a:off x="2403475" y="1990725"/>
          <a:ext cx="2451100" cy="2451100"/>
        </p:xfrm>
        <a:graphic>
          <a:graphicData uri="http://schemas.openxmlformats.org/drawingml/2006/table">
            <a:tbl>
              <a:tblPr firstRow="1" bandRow="1">
                <a:tableStyleId>{2D5ABB26-0587-4C30-8999-92F81FD0307C}</a:tableStyleId>
              </a:tblPr>
              <a:tblGrid>
                <a:gridCol w="121285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tblGrid>
              <a:tr h="1244600">
                <a:tc>
                  <a:txBody>
                    <a:bodyPr/>
                    <a:lstStyle/>
                    <a:p>
                      <a:pPr>
                        <a:lnSpc>
                          <a:spcPct val="100000"/>
                        </a:lnSpc>
                      </a:pPr>
                      <a:endParaRPr sz="1500" b="1" i="0" spc="0" dirty="0">
                        <a:latin typeface="江城圆体 600W" panose="020B0800000000000000" pitchFamily="34" charset="-128"/>
                        <a:ea typeface="江城圆体 600W" panose="020B0800000000000000" pitchFamily="34" charset="-128"/>
                        <a:cs typeface="PMingLiU" panose="02020500000000000000" charset="-120"/>
                      </a:endParaRPr>
                    </a:p>
                  </a:txBody>
                  <a:tcPr marL="0" marR="0" marT="0" marB="0">
                    <a:lnL w="38100">
                      <a:solidFill>
                        <a:srgbClr val="212121"/>
                      </a:solidFill>
                      <a:prstDash val="solid"/>
                    </a:lnL>
                    <a:lnR w="12700">
                      <a:solidFill>
                        <a:srgbClr val="212121"/>
                      </a:solidFill>
                      <a:prstDash val="dash"/>
                    </a:lnR>
                    <a:lnT w="38100">
                      <a:solidFill>
                        <a:srgbClr val="212121"/>
                      </a:solidFill>
                      <a:prstDash val="solid"/>
                    </a:lnT>
                    <a:lnB w="12700">
                      <a:solidFill>
                        <a:srgbClr val="212121"/>
                      </a:solidFill>
                      <a:prstDash val="dash"/>
                    </a:lnB>
                  </a:tcPr>
                </a:tc>
                <a:tc>
                  <a:txBody>
                    <a:bodyPr/>
                    <a:lstStyle/>
                    <a:p>
                      <a:pPr>
                        <a:lnSpc>
                          <a:spcPct val="100000"/>
                        </a:lnSpc>
                      </a:pPr>
                      <a:endParaRPr sz="1500" b="1" i="0" spc="0" dirty="0">
                        <a:latin typeface="江城圆体 600W" panose="020B0800000000000000" pitchFamily="34" charset="-128"/>
                        <a:ea typeface="江城圆体 600W" panose="020B0800000000000000" pitchFamily="34" charset="-128"/>
                        <a:cs typeface="PMingLiU" panose="02020500000000000000" charset="-120"/>
                      </a:endParaRPr>
                    </a:p>
                  </a:txBody>
                  <a:tcPr marL="0" marR="0" marT="0" marB="0">
                    <a:lnL w="12700">
                      <a:solidFill>
                        <a:srgbClr val="212121"/>
                      </a:solidFill>
                      <a:prstDash val="dash"/>
                    </a:lnL>
                    <a:lnR w="38100">
                      <a:solidFill>
                        <a:srgbClr val="212121"/>
                      </a:solidFill>
                      <a:prstDash val="solid"/>
                    </a:lnR>
                    <a:lnT w="38100">
                      <a:solidFill>
                        <a:srgbClr val="212121"/>
                      </a:solidFill>
                      <a:prstDash val="solid"/>
                    </a:lnT>
                    <a:lnB w="12700">
                      <a:solidFill>
                        <a:srgbClr val="212121"/>
                      </a:solidFill>
                      <a:prstDash val="dash"/>
                    </a:lnB>
                    <a:solidFill>
                      <a:srgbClr val="A86ED8"/>
                    </a:solidFill>
                  </a:tcPr>
                </a:tc>
                <a:extLst>
                  <a:ext uri="{0D108BD9-81ED-4DB2-BD59-A6C34878D82A}">
                    <a16:rowId xmlns:a16="http://schemas.microsoft.com/office/drawing/2014/main" val="10000"/>
                  </a:ext>
                </a:extLst>
              </a:tr>
              <a:tr h="1206500">
                <a:tc>
                  <a:txBody>
                    <a:bodyPr/>
                    <a:lstStyle/>
                    <a:p>
                      <a:pPr>
                        <a:lnSpc>
                          <a:spcPct val="100000"/>
                        </a:lnSpc>
                      </a:pPr>
                      <a:endParaRPr sz="1500" b="1" i="0" spc="0">
                        <a:latin typeface="江城圆体 600W" panose="020B0800000000000000" pitchFamily="34" charset="-128"/>
                        <a:ea typeface="江城圆体 600W" panose="020B0800000000000000" pitchFamily="34" charset="-128"/>
                        <a:cs typeface="PMingLiU" panose="02020500000000000000" charset="-120"/>
                      </a:endParaRPr>
                    </a:p>
                  </a:txBody>
                  <a:tcPr marL="0" marR="0" marT="0" marB="0">
                    <a:lnL w="38100">
                      <a:solidFill>
                        <a:srgbClr val="212121"/>
                      </a:solidFill>
                      <a:prstDash val="solid"/>
                    </a:lnL>
                    <a:lnR w="12700">
                      <a:solidFill>
                        <a:srgbClr val="212121"/>
                      </a:solidFill>
                      <a:prstDash val="dash"/>
                    </a:lnR>
                    <a:lnT w="12700">
                      <a:solidFill>
                        <a:srgbClr val="212121"/>
                      </a:solidFill>
                      <a:prstDash val="dash"/>
                    </a:lnT>
                    <a:lnB w="38100">
                      <a:solidFill>
                        <a:srgbClr val="212121"/>
                      </a:solidFill>
                      <a:prstDash val="solid"/>
                    </a:lnB>
                    <a:solidFill>
                      <a:srgbClr val="11A766"/>
                    </a:solidFill>
                  </a:tcPr>
                </a:tc>
                <a:tc>
                  <a:txBody>
                    <a:bodyPr/>
                    <a:lstStyle/>
                    <a:p>
                      <a:pPr>
                        <a:lnSpc>
                          <a:spcPct val="100000"/>
                        </a:lnSpc>
                      </a:pPr>
                      <a:endParaRPr sz="1500" b="1" i="0" spc="0" dirty="0">
                        <a:latin typeface="江城圆体 600W" panose="020B0800000000000000" pitchFamily="34" charset="-128"/>
                        <a:ea typeface="江城圆体 600W" panose="020B0800000000000000" pitchFamily="34" charset="-128"/>
                        <a:cs typeface="PMingLiU" panose="02020500000000000000" charset="-120"/>
                      </a:endParaRPr>
                    </a:p>
                  </a:txBody>
                  <a:tcPr marL="0" marR="0" marT="0" marB="0">
                    <a:lnL w="12700">
                      <a:solidFill>
                        <a:srgbClr val="212121"/>
                      </a:solidFill>
                      <a:prstDash val="dash"/>
                    </a:lnL>
                    <a:lnR w="38100">
                      <a:solidFill>
                        <a:srgbClr val="212121"/>
                      </a:solidFill>
                      <a:prstDash val="solid"/>
                    </a:lnR>
                    <a:lnT w="12700">
                      <a:solidFill>
                        <a:srgbClr val="212121"/>
                      </a:solidFill>
                      <a:prstDash val="dash"/>
                    </a:lnT>
                    <a:lnB w="38100">
                      <a:solidFill>
                        <a:srgbClr val="212121"/>
                      </a:solidFill>
                      <a:prstDash val="solid"/>
                    </a:lnB>
                    <a:solidFill>
                      <a:srgbClr val="212121"/>
                    </a:solidFill>
                  </a:tcPr>
                </a:tc>
                <a:extLst>
                  <a:ext uri="{0D108BD9-81ED-4DB2-BD59-A6C34878D82A}">
                    <a16:rowId xmlns:a16="http://schemas.microsoft.com/office/drawing/2014/main" val="10001"/>
                  </a:ext>
                </a:extLst>
              </a:tr>
            </a:tbl>
          </a:graphicData>
        </a:graphic>
      </p:graphicFrame>
      <p:sp>
        <p:nvSpPr>
          <p:cNvPr id="6" name="object 6"/>
          <p:cNvSpPr txBox="1"/>
          <p:nvPr/>
        </p:nvSpPr>
        <p:spPr>
          <a:xfrm>
            <a:off x="2049281" y="3475040"/>
            <a:ext cx="269240" cy="739775"/>
          </a:xfrm>
          <a:prstGeom prst="rect">
            <a:avLst/>
          </a:prstGeom>
        </p:spPr>
        <p:txBody>
          <a:bodyPr vert="vert270" wrap="square" lIns="0" tIns="33020" rIns="0" bIns="0" rtlCol="0">
            <a:spAutoFit/>
          </a:bodyPr>
          <a:lstStyle/>
          <a:p>
            <a:pPr marL="64135" marR="2540" indent="-64135">
              <a:lnSpc>
                <a:spcPts val="1050"/>
              </a:lnSpc>
              <a:spcBef>
                <a:spcPts val="260"/>
              </a:spcBef>
            </a:pPr>
            <a:r>
              <a:rPr sz="1050" b="1" spc="-75"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Not known to others</a:t>
            </a:r>
            <a:endParaRPr sz="1050" b="1" spc="-75">
              <a:latin typeface="江城圆体 600W" panose="020B0800000000000000" pitchFamily="34" charset="-128"/>
              <a:ea typeface="江城圆体 600W" panose="020B0800000000000000" pitchFamily="34" charset="-128"/>
              <a:cs typeface="PMingLiU" panose="02020500000000000000" charset="-120"/>
            </a:endParaRPr>
          </a:p>
        </p:txBody>
      </p:sp>
      <p:sp>
        <p:nvSpPr>
          <p:cNvPr id="7" name="object 7"/>
          <p:cNvSpPr txBox="1"/>
          <p:nvPr/>
        </p:nvSpPr>
        <p:spPr>
          <a:xfrm>
            <a:off x="2042931" y="2288120"/>
            <a:ext cx="269240" cy="649605"/>
          </a:xfrm>
          <a:prstGeom prst="rect">
            <a:avLst/>
          </a:prstGeom>
        </p:spPr>
        <p:txBody>
          <a:bodyPr vert="vert270" wrap="square" lIns="0" tIns="33020" rIns="0" bIns="0" rtlCol="0">
            <a:spAutoFit/>
          </a:bodyPr>
          <a:lstStyle/>
          <a:p>
            <a:pPr marL="104140" marR="2540" indent="-104775">
              <a:lnSpc>
                <a:spcPts val="1050"/>
              </a:lnSpc>
              <a:spcBef>
                <a:spcPts val="260"/>
              </a:spcBef>
            </a:pPr>
            <a:r>
              <a:rPr sz="1050" b="1" spc="-75"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Known to others</a:t>
            </a:r>
            <a:endParaRPr sz="1050" b="1" spc="-75"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8" name="object 8"/>
          <p:cNvSpPr txBox="1"/>
          <p:nvPr/>
        </p:nvSpPr>
        <p:spPr>
          <a:xfrm>
            <a:off x="2694780" y="1606550"/>
            <a:ext cx="649605" cy="302260"/>
          </a:xfrm>
          <a:prstGeom prst="rect">
            <a:avLst/>
          </a:prstGeom>
        </p:spPr>
        <p:txBody>
          <a:bodyPr vert="horz" wrap="square" lIns="0" tIns="33020" rIns="0" bIns="0" rtlCol="0">
            <a:spAutoFit/>
          </a:bodyPr>
          <a:lstStyle/>
          <a:p>
            <a:pPr marL="199390" marR="2540" indent="-200025">
              <a:lnSpc>
                <a:spcPts val="1050"/>
              </a:lnSpc>
              <a:spcBef>
                <a:spcPts val="260"/>
              </a:spcBef>
            </a:pPr>
            <a:r>
              <a:rPr sz="1050" b="1" spc="-75"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Known to self</a:t>
            </a:r>
            <a:endParaRPr sz="1050" b="1" spc="-75"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9" name="object 9"/>
          <p:cNvSpPr txBox="1"/>
          <p:nvPr/>
        </p:nvSpPr>
        <p:spPr>
          <a:xfrm>
            <a:off x="3887812" y="1606550"/>
            <a:ext cx="739775" cy="302260"/>
          </a:xfrm>
          <a:prstGeom prst="rect">
            <a:avLst/>
          </a:prstGeom>
        </p:spPr>
        <p:txBody>
          <a:bodyPr vert="horz" wrap="square" lIns="0" tIns="33020" rIns="0" bIns="0" rtlCol="0">
            <a:spAutoFit/>
          </a:bodyPr>
          <a:lstStyle/>
          <a:p>
            <a:pPr marL="159385" marR="2540" indent="-159385">
              <a:lnSpc>
                <a:spcPts val="1050"/>
              </a:lnSpc>
              <a:spcBef>
                <a:spcPts val="260"/>
              </a:spcBef>
            </a:pPr>
            <a:r>
              <a:rPr sz="1050" b="1" spc="-75"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Not known to self</a:t>
            </a:r>
            <a:endParaRPr sz="1050" b="1" spc="-75">
              <a:latin typeface="江城圆体 600W" panose="020B0800000000000000" pitchFamily="34" charset="-128"/>
              <a:ea typeface="江城圆体 600W" panose="020B0800000000000000" pitchFamily="34" charset="-128"/>
              <a:cs typeface="PMingLiU" panose="02020500000000000000" charset="-120"/>
            </a:endParaRPr>
          </a:p>
        </p:txBody>
      </p:sp>
      <p:sp>
        <p:nvSpPr>
          <p:cNvPr id="10" name="object 10"/>
          <p:cNvSpPr/>
          <p:nvPr/>
        </p:nvSpPr>
        <p:spPr>
          <a:xfrm>
            <a:off x="2413000" y="1581150"/>
            <a:ext cx="2451100" cy="355600"/>
          </a:xfrm>
          <a:custGeom>
            <a:avLst/>
            <a:gdLst/>
            <a:ahLst/>
            <a:cxnLst/>
            <a:rect l="l" t="t" r="r" b="b"/>
            <a:pathLst>
              <a:path w="4902200" h="711200">
                <a:moveTo>
                  <a:pt x="0" y="0"/>
                </a:moveTo>
                <a:lnTo>
                  <a:pt x="4902200" y="0"/>
                </a:lnTo>
                <a:lnTo>
                  <a:pt x="4902200" y="711200"/>
                </a:lnTo>
                <a:lnTo>
                  <a:pt x="0" y="711200"/>
                </a:lnTo>
                <a:lnTo>
                  <a:pt x="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 name="object 11"/>
          <p:cNvSpPr/>
          <p:nvPr/>
        </p:nvSpPr>
        <p:spPr>
          <a:xfrm>
            <a:off x="1987550" y="2000250"/>
            <a:ext cx="355600" cy="2451100"/>
          </a:xfrm>
          <a:custGeom>
            <a:avLst/>
            <a:gdLst/>
            <a:ahLst/>
            <a:cxnLst/>
            <a:rect l="l" t="t" r="r" b="b"/>
            <a:pathLst>
              <a:path w="711200" h="4902200">
                <a:moveTo>
                  <a:pt x="711200" y="0"/>
                </a:moveTo>
                <a:lnTo>
                  <a:pt x="711200" y="4902200"/>
                </a:lnTo>
                <a:lnTo>
                  <a:pt x="0" y="4902200"/>
                </a:lnTo>
                <a:lnTo>
                  <a:pt x="0" y="0"/>
                </a:lnTo>
                <a:lnTo>
                  <a:pt x="71120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 name="object 12"/>
          <p:cNvSpPr txBox="1"/>
          <p:nvPr/>
        </p:nvSpPr>
        <p:spPr>
          <a:xfrm>
            <a:off x="1005459" y="6724113"/>
            <a:ext cx="1281112" cy="642620"/>
          </a:xfrm>
          <a:prstGeom prst="rect">
            <a:avLst/>
          </a:prstGeom>
        </p:spPr>
        <p:txBody>
          <a:bodyPr vert="horz" wrap="square" lIns="0" tIns="6350" rIns="0" bIns="0" rtlCol="0">
            <a:spAutoFit/>
          </a:bodyPr>
          <a:lstStyle/>
          <a:p>
            <a:pPr marL="175260" marR="2540" indent="-169545" algn="ctr">
              <a:lnSpc>
                <a:spcPct val="115000"/>
              </a:lnSpc>
              <a:spcBef>
                <a:spcPts val="50"/>
              </a:spcBef>
            </a:pPr>
            <a:r>
              <a:rPr lang="zh-CN" altLang="en-US" sz="12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1200" dirty="0" err="1">
                <a:solidFill>
                  <a:srgbClr val="212121"/>
                </a:solidFill>
                <a:latin typeface="江城圆体 400W" panose="020B0800000000000000" pitchFamily="34" charset="-128"/>
                <a:ea typeface="江城圆体 400W" panose="020B0800000000000000" pitchFamily="34" charset="-128"/>
                <a:cs typeface="微软雅黑" panose="020B0503020204020204" charset="-122"/>
              </a:rPr>
              <a:t>经由「自我揭露</a:t>
            </a:r>
            <a:r>
              <a:rPr sz="12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」开放自我变大 隐藏自我变小</a:t>
            </a:r>
            <a:endParaRPr sz="1200" dirty="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6" name="object 16"/>
          <p:cNvSpPr txBox="1"/>
          <p:nvPr/>
        </p:nvSpPr>
        <p:spPr>
          <a:xfrm>
            <a:off x="2728246" y="6741384"/>
            <a:ext cx="1395413" cy="642620"/>
          </a:xfrm>
          <a:prstGeom prst="rect">
            <a:avLst/>
          </a:prstGeom>
        </p:spPr>
        <p:txBody>
          <a:bodyPr vert="horz" wrap="square" lIns="0" tIns="6350" rIns="0" bIns="0" rtlCol="0">
            <a:spAutoFit/>
          </a:bodyPr>
          <a:lstStyle/>
          <a:p>
            <a:pPr marL="175260" marR="2540" indent="-169545" algn="ctr">
              <a:lnSpc>
                <a:spcPct val="115000"/>
              </a:lnSpc>
              <a:spcBef>
                <a:spcPts val="50"/>
              </a:spcBef>
            </a:pPr>
            <a:r>
              <a:rPr lang="zh-CN" altLang="en-US" sz="12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1200" dirty="0" err="1">
                <a:solidFill>
                  <a:srgbClr val="212121"/>
                </a:solidFill>
                <a:latin typeface="江城圆体 400W" panose="020B0800000000000000" pitchFamily="34" charset="-128"/>
                <a:ea typeface="江城圆体 400W" panose="020B0800000000000000" pitchFamily="34" charset="-128"/>
                <a:cs typeface="微软雅黑" panose="020B0503020204020204" charset="-122"/>
              </a:rPr>
              <a:t>经由「他人反馈</a:t>
            </a:r>
            <a:r>
              <a:rPr sz="12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」开放自我变大 盲目自我变小</a:t>
            </a:r>
            <a:endParaRPr sz="1200" dirty="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17" name="object 17"/>
          <p:cNvSpPr txBox="1"/>
          <p:nvPr/>
        </p:nvSpPr>
        <p:spPr>
          <a:xfrm>
            <a:off x="4474368" y="6726786"/>
            <a:ext cx="1249363" cy="642620"/>
          </a:xfrm>
          <a:prstGeom prst="rect">
            <a:avLst/>
          </a:prstGeom>
        </p:spPr>
        <p:txBody>
          <a:bodyPr vert="horz" wrap="square" lIns="0" tIns="6350" rIns="0" bIns="0" rtlCol="0">
            <a:spAutoFit/>
          </a:bodyPr>
          <a:lstStyle/>
          <a:p>
            <a:pPr marL="6350" marR="2540" algn="ctr">
              <a:lnSpc>
                <a:spcPct val="115000"/>
              </a:lnSpc>
              <a:spcBef>
                <a:spcPts val="50"/>
              </a:spcBef>
            </a:pPr>
            <a:r>
              <a:rPr lang="zh-CN" altLang="en-US" sz="12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1200" dirty="0" err="1">
                <a:solidFill>
                  <a:srgbClr val="212121"/>
                </a:solidFill>
                <a:latin typeface="江城圆体 400W" panose="020B0800000000000000" pitchFamily="34" charset="-128"/>
                <a:ea typeface="江城圆体 400W" panose="020B0800000000000000" pitchFamily="34" charset="-128"/>
                <a:cs typeface="微软雅黑" panose="020B0503020204020204" charset="-122"/>
              </a:rPr>
              <a:t>经由「自我探索</a:t>
            </a:r>
            <a:r>
              <a:rPr sz="12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lang="zh-CN" altLang="en-US" sz="12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a:t>
            </a:r>
            <a:r>
              <a:rPr sz="1200" dirty="0" err="1">
                <a:solidFill>
                  <a:srgbClr val="212121"/>
                </a:solidFill>
                <a:latin typeface="江城圆体 400W" panose="020B0800000000000000" pitchFamily="34" charset="-128"/>
                <a:ea typeface="江城圆体 400W" panose="020B0800000000000000" pitchFamily="34" charset="-128"/>
                <a:cs typeface="微软雅黑" panose="020B0503020204020204" charset="-122"/>
              </a:rPr>
              <a:t>开放自我变大</a:t>
            </a:r>
            <a:r>
              <a:rPr sz="1200" dirty="0">
                <a:solidFill>
                  <a:srgbClr val="212121"/>
                </a:solidFill>
                <a:latin typeface="江城圆体 400W" panose="020B0800000000000000" pitchFamily="34" charset="-128"/>
                <a:ea typeface="江城圆体 400W" panose="020B0800000000000000" pitchFamily="34" charset="-128"/>
                <a:cs typeface="微软雅黑" panose="020B0503020204020204" charset="-122"/>
              </a:rPr>
              <a:t>， 未知自我变小</a:t>
            </a:r>
            <a:endParaRPr sz="1200" dirty="0">
              <a:latin typeface="江城圆体 400W" panose="020B0800000000000000" pitchFamily="34" charset="-128"/>
              <a:ea typeface="江城圆体 400W" panose="020B0800000000000000" pitchFamily="34" charset="-128"/>
              <a:cs typeface="微软雅黑" panose="020B0503020204020204" charset="-122"/>
            </a:endParaRPr>
          </a:p>
        </p:txBody>
      </p:sp>
      <p:sp>
        <p:nvSpPr>
          <p:cNvPr id="47" name="object 47"/>
          <p:cNvSpPr/>
          <p:nvPr/>
        </p:nvSpPr>
        <p:spPr>
          <a:xfrm>
            <a:off x="4965705" y="4565655"/>
            <a:ext cx="430213" cy="404178"/>
          </a:xfrm>
          <a:custGeom>
            <a:avLst/>
            <a:gdLst/>
            <a:ahLst/>
            <a:cxnLst/>
            <a:rect l="l" t="t" r="r" b="b"/>
            <a:pathLst>
              <a:path w="860425" h="808354">
                <a:moveTo>
                  <a:pt x="18435" y="0"/>
                </a:moveTo>
                <a:lnTo>
                  <a:pt x="11314" y="1621"/>
                </a:lnTo>
                <a:lnTo>
                  <a:pt x="5149" y="6003"/>
                </a:lnTo>
                <a:lnTo>
                  <a:pt x="1166" y="12435"/>
                </a:lnTo>
                <a:lnTo>
                  <a:pt x="0" y="19644"/>
                </a:lnTo>
                <a:lnTo>
                  <a:pt x="1621" y="26765"/>
                </a:lnTo>
                <a:lnTo>
                  <a:pt x="6003" y="32931"/>
                </a:lnTo>
                <a:lnTo>
                  <a:pt x="665317" y="651665"/>
                </a:lnTo>
                <a:lnTo>
                  <a:pt x="604122" y="716896"/>
                </a:lnTo>
                <a:lnTo>
                  <a:pt x="602993" y="718859"/>
                </a:lnTo>
                <a:lnTo>
                  <a:pt x="600081" y="728618"/>
                </a:lnTo>
                <a:lnTo>
                  <a:pt x="604413" y="736636"/>
                </a:lnTo>
                <a:lnTo>
                  <a:pt x="842686" y="807744"/>
                </a:lnTo>
                <a:lnTo>
                  <a:pt x="845878" y="807643"/>
                </a:lnTo>
                <a:lnTo>
                  <a:pt x="856258" y="803812"/>
                </a:lnTo>
                <a:lnTo>
                  <a:pt x="860073" y="795536"/>
                </a:lnTo>
                <a:lnTo>
                  <a:pt x="774301" y="563079"/>
                </a:lnTo>
                <a:lnTo>
                  <a:pt x="773050" y="561191"/>
                </a:lnTo>
                <a:lnTo>
                  <a:pt x="771421" y="559662"/>
                </a:lnTo>
                <a:lnTo>
                  <a:pt x="764341" y="554291"/>
                </a:lnTo>
                <a:lnTo>
                  <a:pt x="756126" y="554925"/>
                </a:lnTo>
                <a:lnTo>
                  <a:pt x="691391" y="623890"/>
                </a:lnTo>
                <a:lnTo>
                  <a:pt x="32076" y="5149"/>
                </a:lnTo>
                <a:lnTo>
                  <a:pt x="25645" y="1166"/>
                </a:lnTo>
                <a:lnTo>
                  <a:pt x="18435"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8" name="object 48"/>
          <p:cNvSpPr/>
          <p:nvPr/>
        </p:nvSpPr>
        <p:spPr>
          <a:xfrm>
            <a:off x="3370834" y="4572000"/>
            <a:ext cx="121920" cy="398463"/>
          </a:xfrm>
          <a:custGeom>
            <a:avLst/>
            <a:gdLst/>
            <a:ahLst/>
            <a:cxnLst/>
            <a:rect l="l" t="t" r="r" b="b"/>
            <a:pathLst>
              <a:path w="243840" h="796925">
                <a:moveTo>
                  <a:pt x="122681" y="0"/>
                </a:moveTo>
                <a:lnTo>
                  <a:pt x="115267" y="1497"/>
                </a:lnTo>
                <a:lnTo>
                  <a:pt x="109211" y="5579"/>
                </a:lnTo>
                <a:lnTo>
                  <a:pt x="105129" y="11635"/>
                </a:lnTo>
                <a:lnTo>
                  <a:pt x="103631" y="19050"/>
                </a:lnTo>
                <a:lnTo>
                  <a:pt x="103631" y="553148"/>
                </a:lnTo>
                <a:lnTo>
                  <a:pt x="14194" y="553156"/>
                </a:lnTo>
                <a:lnTo>
                  <a:pt x="11990" y="553675"/>
                </a:lnTo>
                <a:lnTo>
                  <a:pt x="2881" y="558229"/>
                </a:lnTo>
                <a:lnTo>
                  <a:pt x="0" y="566875"/>
                </a:lnTo>
                <a:lnTo>
                  <a:pt x="111202" y="789280"/>
                </a:lnTo>
                <a:lnTo>
                  <a:pt x="113460" y="791540"/>
                </a:lnTo>
                <a:lnTo>
                  <a:pt x="123356" y="796488"/>
                </a:lnTo>
                <a:lnTo>
                  <a:pt x="132002" y="793606"/>
                </a:lnTo>
                <a:lnTo>
                  <a:pt x="242811" y="571987"/>
                </a:lnTo>
                <a:lnTo>
                  <a:pt x="243331" y="569784"/>
                </a:lnTo>
                <a:lnTo>
                  <a:pt x="243331" y="567549"/>
                </a:lnTo>
                <a:lnTo>
                  <a:pt x="242465" y="558769"/>
                </a:lnTo>
                <a:lnTo>
                  <a:pt x="236357" y="553156"/>
                </a:lnTo>
                <a:lnTo>
                  <a:pt x="141731" y="553148"/>
                </a:lnTo>
                <a:lnTo>
                  <a:pt x="141731" y="19050"/>
                </a:lnTo>
                <a:lnTo>
                  <a:pt x="140234" y="11635"/>
                </a:lnTo>
                <a:lnTo>
                  <a:pt x="136152" y="5579"/>
                </a:lnTo>
                <a:lnTo>
                  <a:pt x="130096" y="1497"/>
                </a:lnTo>
                <a:lnTo>
                  <a:pt x="122681"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9" name="object 49"/>
          <p:cNvSpPr/>
          <p:nvPr/>
        </p:nvSpPr>
        <p:spPr>
          <a:xfrm>
            <a:off x="1474946" y="4565660"/>
            <a:ext cx="442913" cy="404178"/>
          </a:xfrm>
          <a:custGeom>
            <a:avLst/>
            <a:gdLst/>
            <a:ahLst/>
            <a:cxnLst/>
            <a:rect l="l" t="t" r="r" b="b"/>
            <a:pathLst>
              <a:path w="885825" h="808354">
                <a:moveTo>
                  <a:pt x="867350" y="0"/>
                </a:moveTo>
                <a:lnTo>
                  <a:pt x="860124" y="1057"/>
                </a:lnTo>
                <a:lnTo>
                  <a:pt x="853634" y="4942"/>
                </a:lnTo>
                <a:lnTo>
                  <a:pt x="171260" y="626203"/>
                </a:lnTo>
                <a:lnTo>
                  <a:pt x="107570" y="556277"/>
                </a:lnTo>
                <a:lnTo>
                  <a:pt x="0" y="795290"/>
                </a:lnTo>
                <a:lnTo>
                  <a:pt x="3689" y="803623"/>
                </a:lnTo>
                <a:lnTo>
                  <a:pt x="14009" y="807610"/>
                </a:lnTo>
                <a:lnTo>
                  <a:pt x="17200" y="807758"/>
                </a:lnTo>
                <a:lnTo>
                  <a:pt x="256519" y="740259"/>
                </a:lnTo>
                <a:lnTo>
                  <a:pt x="260973" y="732306"/>
                </a:lnTo>
                <a:lnTo>
                  <a:pt x="258208" y="722505"/>
                </a:lnTo>
                <a:lnTo>
                  <a:pt x="257108" y="720526"/>
                </a:lnTo>
                <a:lnTo>
                  <a:pt x="196914" y="654384"/>
                </a:lnTo>
                <a:lnTo>
                  <a:pt x="879283" y="33116"/>
                </a:lnTo>
                <a:lnTo>
                  <a:pt x="883758" y="27016"/>
                </a:lnTo>
                <a:lnTo>
                  <a:pt x="885487" y="19920"/>
                </a:lnTo>
                <a:lnTo>
                  <a:pt x="884430" y="12695"/>
                </a:lnTo>
                <a:lnTo>
                  <a:pt x="880545" y="6204"/>
                </a:lnTo>
                <a:lnTo>
                  <a:pt x="874446" y="1729"/>
                </a:lnTo>
                <a:lnTo>
                  <a:pt x="86735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0" name="object 50"/>
          <p:cNvSpPr txBox="1"/>
          <p:nvPr/>
        </p:nvSpPr>
        <p:spPr>
          <a:xfrm>
            <a:off x="685800" y="7519670"/>
            <a:ext cx="5495608" cy="747395"/>
          </a:xfrm>
          <a:prstGeom prst="rect">
            <a:avLst/>
          </a:prstGeom>
        </p:spPr>
        <p:txBody>
          <a:bodyPr vert="horz" wrap="square" lIns="0" tIns="6350" rIns="0" bIns="0" rtlCol="0">
            <a:spAutoFit/>
          </a:bodyPr>
          <a:lstStyle/>
          <a:p>
            <a:pPr marL="6350" marR="2540" algn="just">
              <a:lnSpc>
                <a:spcPct val="115000"/>
              </a:lnSpc>
              <a:spcBef>
                <a:spcPts val="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当个人对自己的认识愈多，了解愈深，也愈能够清楚地向他人表露自己内在的想法、态度、情感、喜恶、专长等，让别人更加了解、认识我们，这就是自我揭露。而别人对我们的反应和反馈，也会进一步增进自我的认识与了解，经由自我揭露与他人反馈，我们更加认识自己、他人也更加了解我们。</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34" name="object 80"/>
          <p:cNvSpPr txBox="1"/>
          <p:nvPr/>
        </p:nvSpPr>
        <p:spPr>
          <a:xfrm>
            <a:off x="3832006" y="2344313"/>
            <a:ext cx="840559" cy="576580"/>
          </a:xfrm>
          <a:prstGeom prst="rect">
            <a:avLst/>
          </a:prstGeom>
        </p:spPr>
        <p:txBody>
          <a:bodyPr vert="horz" wrap="square" lIns="0" tIns="22860" rIns="0" bIns="0" rtlCol="0">
            <a:spAutoFit/>
          </a:bodyPr>
          <a:lstStyle/>
          <a:p>
            <a:pPr marL="68580" marR="2540" indent="-68580">
              <a:spcBef>
                <a:spcPts val="180"/>
              </a:spcBef>
            </a:pPr>
            <a:r>
              <a:rPr lang="zh-CN" altLang="en-US"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盲目</a:t>
            </a:r>
            <a:r>
              <a:rPr b="1" dirty="0" err="1">
                <a:solidFill>
                  <a:srgbClr val="FFFFFF"/>
                </a:solidFill>
                <a:latin typeface="江城圆体 600W" panose="020B0800000000000000" pitchFamily="34" charset="-128"/>
                <a:ea typeface="江城圆体 600W" panose="020B0800000000000000" pitchFamily="34" charset="-128"/>
                <a:cs typeface="PMingLiU" panose="02020500000000000000" charset="-120"/>
              </a:rPr>
              <a:t>我</a:t>
            </a:r>
            <a:r>
              <a:rPr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a:t>
            </a:r>
            <a:r>
              <a:rPr lang="en-US" altLang="zh-CN" b="1" spc="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Blind</a:t>
            </a:r>
            <a:endParaRPr lang="en-US" altLang="zh-CN" b="1" spc="0"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52" name="object 80"/>
          <p:cNvSpPr txBox="1"/>
          <p:nvPr/>
        </p:nvSpPr>
        <p:spPr>
          <a:xfrm>
            <a:off x="2657970" y="2336135"/>
            <a:ext cx="997472" cy="576580"/>
          </a:xfrm>
          <a:prstGeom prst="rect">
            <a:avLst/>
          </a:prstGeom>
        </p:spPr>
        <p:txBody>
          <a:bodyPr vert="horz" wrap="square" lIns="0" tIns="22860" rIns="0" bIns="0" rtlCol="0">
            <a:spAutoFit/>
          </a:bodyPr>
          <a:lstStyle/>
          <a:p>
            <a:pPr marL="68580" marR="2540" indent="-68580">
              <a:spcBef>
                <a:spcPts val="180"/>
              </a:spcBef>
            </a:pPr>
            <a:r>
              <a:rPr lang="zh-CN" altLang="en-US" b="1" i="0" spc="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 开放我</a:t>
            </a:r>
            <a:r>
              <a:rPr lang="en-US" altLang="zh-CN" b="1" i="0" spc="0" dirty="0">
                <a:solidFill>
                  <a:srgbClr val="212121"/>
                </a:solidFill>
                <a:latin typeface="江城圆体 600W" panose="020B0800000000000000" pitchFamily="34" charset="-128"/>
                <a:ea typeface="江城圆体 600W" panose="020B0800000000000000" pitchFamily="34" charset="-128"/>
                <a:cs typeface="PMingLiU" panose="02020500000000000000" charset="-120"/>
              </a:rPr>
              <a:t>Open</a:t>
            </a:r>
            <a:endParaRPr lang="en-US" altLang="zh-CN" b="1" i="0" spc="0"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53" name="object 80"/>
          <p:cNvSpPr txBox="1"/>
          <p:nvPr/>
        </p:nvSpPr>
        <p:spPr>
          <a:xfrm>
            <a:off x="2537680" y="3534882"/>
            <a:ext cx="1117762" cy="576580"/>
          </a:xfrm>
          <a:prstGeom prst="rect">
            <a:avLst/>
          </a:prstGeom>
        </p:spPr>
        <p:txBody>
          <a:bodyPr vert="horz" wrap="square" lIns="0" tIns="22860" rIns="0" bIns="0" rtlCol="0">
            <a:spAutoFit/>
          </a:bodyPr>
          <a:lstStyle/>
          <a:p>
            <a:pPr marL="68580" marR="2540" indent="-68580">
              <a:spcBef>
                <a:spcPts val="180"/>
              </a:spcBef>
            </a:pPr>
            <a:r>
              <a:rPr lang="zh-CN" altLang="en-US" b="1" i="0" spc="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   隐藏我       </a:t>
            </a:r>
            <a:r>
              <a:rPr lang="en-US" altLang="zh-CN" b="1" i="0" spc="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Hidden</a:t>
            </a:r>
            <a:endParaRPr lang="en-US" altLang="zh-CN" b="1" i="0" spc="0" dirty="0">
              <a:latin typeface="江城圆体 600W" panose="020B0800000000000000" pitchFamily="34" charset="-128"/>
              <a:ea typeface="江城圆体 600W" panose="020B0800000000000000" pitchFamily="34" charset="-128"/>
              <a:cs typeface="PMingLiU" panose="02020500000000000000" charset="-120"/>
            </a:endParaRPr>
          </a:p>
        </p:txBody>
      </p:sp>
      <p:sp>
        <p:nvSpPr>
          <p:cNvPr id="54" name="文本框 53"/>
          <p:cNvSpPr txBox="1"/>
          <p:nvPr/>
        </p:nvSpPr>
        <p:spPr>
          <a:xfrm>
            <a:off x="3588654" y="3789360"/>
            <a:ext cx="1320800" cy="368300"/>
          </a:xfrm>
          <a:prstGeom prst="rect">
            <a:avLst/>
          </a:prstGeom>
          <a:noFill/>
        </p:spPr>
        <p:txBody>
          <a:bodyPr wrap="square" rtlCol="0">
            <a:spAutoFit/>
          </a:bodyPr>
          <a:lstStyle/>
          <a:p>
            <a:r>
              <a:rPr lang="en-US" altLang="zh-CN" b="1" i="0" spc="0"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Unknown</a:t>
            </a:r>
            <a:endParaRPr kumimoji="1" lang="zh-CN" altLang="en-US" dirty="0"/>
          </a:p>
        </p:txBody>
      </p:sp>
      <p:sp>
        <p:nvSpPr>
          <p:cNvPr id="55" name="文本框 54"/>
          <p:cNvSpPr txBox="1"/>
          <p:nvPr/>
        </p:nvSpPr>
        <p:spPr>
          <a:xfrm>
            <a:off x="3795093" y="3520904"/>
            <a:ext cx="1064723" cy="368300"/>
          </a:xfrm>
          <a:prstGeom prst="rect">
            <a:avLst/>
          </a:prstGeom>
          <a:noFill/>
        </p:spPr>
        <p:txBody>
          <a:bodyPr wrap="square" rtlCol="0">
            <a:spAutoFit/>
          </a:bodyPr>
          <a:lstStyle/>
          <a:p>
            <a:r>
              <a:rPr lang="zh-CN" altLang="en-US" b="1" dirty="0">
                <a:solidFill>
                  <a:srgbClr val="FFFFFF"/>
                </a:solidFill>
                <a:latin typeface="江城圆体 600W" panose="020B0800000000000000" pitchFamily="34" charset="-128"/>
                <a:ea typeface="江城圆体 600W" panose="020B0800000000000000" pitchFamily="34" charset="-128"/>
                <a:cs typeface="PMingLiU" panose="02020500000000000000" charset="-120"/>
              </a:rPr>
              <a:t>未知我</a:t>
            </a:r>
            <a:endParaRPr kumimoji="1" lang="zh-CN" altLang="en-US" dirty="0"/>
          </a:p>
        </p:txBody>
      </p:sp>
      <p:grpSp>
        <p:nvGrpSpPr>
          <p:cNvPr id="90" name="组合 89"/>
          <p:cNvGrpSpPr/>
          <p:nvPr/>
        </p:nvGrpSpPr>
        <p:grpSpPr>
          <a:xfrm>
            <a:off x="2638425" y="5026615"/>
            <a:ext cx="1581150" cy="1586230"/>
            <a:chOff x="2644775" y="4622800"/>
            <a:chExt cx="1581150" cy="1586230"/>
          </a:xfrm>
        </p:grpSpPr>
        <p:sp>
          <p:nvSpPr>
            <p:cNvPr id="91" name="object 71"/>
            <p:cNvSpPr/>
            <p:nvPr/>
          </p:nvSpPr>
          <p:spPr>
            <a:xfrm>
              <a:off x="3822700" y="4641850"/>
              <a:ext cx="387350" cy="781050"/>
            </a:xfrm>
            <a:custGeom>
              <a:avLst/>
              <a:gdLst/>
              <a:ahLst/>
              <a:cxnLst/>
              <a:rect l="l" t="t" r="r" b="b"/>
              <a:pathLst>
                <a:path w="774700" h="1562100">
                  <a:moveTo>
                    <a:pt x="0" y="1562100"/>
                  </a:moveTo>
                  <a:lnTo>
                    <a:pt x="774700" y="1562100"/>
                  </a:lnTo>
                  <a:lnTo>
                    <a:pt x="774700" y="0"/>
                  </a:lnTo>
                  <a:lnTo>
                    <a:pt x="0" y="0"/>
                  </a:lnTo>
                  <a:lnTo>
                    <a:pt x="0" y="1562100"/>
                  </a:lnTo>
                  <a:close/>
                </a:path>
              </a:pathLst>
            </a:custGeom>
            <a:solidFill>
              <a:srgbClr val="A86ED8"/>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2" name="object 78"/>
            <p:cNvSpPr txBox="1"/>
            <p:nvPr/>
          </p:nvSpPr>
          <p:spPr>
            <a:xfrm>
              <a:off x="2647950" y="5422900"/>
              <a:ext cx="781050" cy="786130"/>
            </a:xfrm>
            <a:prstGeom prst="rect">
              <a:avLst/>
            </a:prstGeom>
            <a:solidFill>
              <a:srgbClr val="11A766"/>
            </a:solidFill>
          </p:spPr>
          <p:txBody>
            <a:bodyPr vert="horz" wrap="square" lIns="0" tIns="0" rIns="0" bIns="0" rtlCol="0">
              <a:spAutoFit/>
            </a:bodyPr>
            <a:lstStyle/>
            <a:p>
              <a:pPr>
                <a:lnSpc>
                  <a:spcPct val="100000"/>
                </a:lnSpc>
              </a:pPr>
              <a:endParaRPr lang="zh-CN" altLang="en-US" sz="1050" dirty="0">
                <a:latin typeface="江城圆体 400W" panose="020B0800000000000000" pitchFamily="34" charset="-128"/>
                <a:ea typeface="江城圆体 400W" panose="020B0800000000000000" pitchFamily="34" charset="-128"/>
                <a:cs typeface="Times New Roman" panose="02020603050405020304"/>
              </a:endParaRPr>
            </a:p>
            <a:p>
              <a:pPr marL="124460" marR="165100" indent="53340">
                <a:lnSpc>
                  <a:spcPts val="1200"/>
                </a:lnSpc>
                <a:spcBef>
                  <a:spcPts val="635"/>
                </a:spcBef>
              </a:pPr>
              <a:r>
                <a:rPr sz="1050" dirty="0" err="1">
                  <a:solidFill>
                    <a:srgbClr val="FFFFFF"/>
                  </a:solidFill>
                  <a:latin typeface="江城圆体 400W" panose="020B0800000000000000" pitchFamily="34" charset="-128"/>
                  <a:ea typeface="江城圆体 400W" panose="020B0800000000000000" pitchFamily="34" charset="-128"/>
                  <a:cs typeface="PMingLiU" panose="02020500000000000000" charset="-120"/>
                </a:rPr>
                <a:t>隐藏我</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lang="zh-CN" altLang="en-US"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Hidden</a:t>
              </a:r>
              <a:endParaRPr lang="en-US"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endParaRPr>
            </a:p>
            <a:p>
              <a:pPr marL="124460" marR="165100" indent="53340">
                <a:lnSpc>
                  <a:spcPts val="1200"/>
                </a:lnSpc>
                <a:spcBef>
                  <a:spcPts val="635"/>
                </a:spcBef>
              </a:pP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93" name="object 80"/>
            <p:cNvSpPr txBox="1"/>
            <p:nvPr/>
          </p:nvSpPr>
          <p:spPr>
            <a:xfrm>
              <a:off x="3765674" y="4857750"/>
              <a:ext cx="272733" cy="317500"/>
            </a:xfrm>
            <a:prstGeom prst="rect">
              <a:avLst/>
            </a:prstGeom>
          </p:spPr>
          <p:txBody>
            <a:bodyPr vert="horz" wrap="square" lIns="0" tIns="22860" rIns="0" bIns="0" rtlCol="0">
              <a:spAutoFit/>
            </a:bodyPr>
            <a:lstStyle/>
            <a:p>
              <a:pPr marL="68580" marR="2540" indent="-68580">
                <a:lnSpc>
                  <a:spcPts val="1150"/>
                </a:lnSpc>
                <a:spcBef>
                  <a:spcPts val="18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目我 nd</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94" name="object 81"/>
            <p:cNvSpPr txBox="1"/>
            <p:nvPr/>
          </p:nvSpPr>
          <p:spPr>
            <a:xfrm>
              <a:off x="3632564" y="4880102"/>
              <a:ext cx="201930" cy="294640"/>
            </a:xfrm>
            <a:prstGeom prst="rect">
              <a:avLst/>
            </a:prstGeom>
          </p:spPr>
          <p:txBody>
            <a:bodyPr vert="horz" wrap="square" lIns="0" tIns="0" rIns="0" bIns="0" rtlCol="0">
              <a:spAutoFit/>
            </a:bodyPr>
            <a:lstStyle/>
            <a:p>
              <a:pPr marL="22860" indent="-22860">
                <a:lnSpc>
                  <a:spcPts val="1150"/>
                </a:lnSpc>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盲 Bli</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95" name="object 83"/>
            <p:cNvSpPr txBox="1"/>
            <p:nvPr/>
          </p:nvSpPr>
          <p:spPr>
            <a:xfrm>
              <a:off x="3429000" y="5422900"/>
              <a:ext cx="781050" cy="786130"/>
            </a:xfrm>
            <a:prstGeom prst="rect">
              <a:avLst/>
            </a:prstGeom>
            <a:solidFill>
              <a:srgbClr val="212121"/>
            </a:solidFill>
          </p:spPr>
          <p:txBody>
            <a:bodyPr vert="horz" wrap="square" lIns="0" tIns="0" rIns="0" bIns="0" rtlCol="0">
              <a:spAutoFit/>
            </a:bodyPr>
            <a:lstStyle/>
            <a:p>
              <a:pPr>
                <a:lnSpc>
                  <a:spcPct val="100000"/>
                </a:lnSpc>
              </a:pPr>
              <a:endParaRPr sz="1050" dirty="0">
                <a:latin typeface="江城圆体 400W" panose="020B0800000000000000" pitchFamily="34" charset="-128"/>
                <a:ea typeface="江城圆体 400W" panose="020B0800000000000000" pitchFamily="34" charset="-128"/>
                <a:cs typeface="Times New Roman" panose="02020603050405020304"/>
              </a:endParaRPr>
            </a:p>
            <a:p>
              <a:pPr marL="74295" marR="51435" indent="128905">
                <a:lnSpc>
                  <a:spcPts val="1200"/>
                </a:lnSpc>
                <a:spcBef>
                  <a:spcPts val="635"/>
                </a:spcBef>
              </a:pPr>
              <a:r>
                <a:rPr sz="1050" dirty="0" err="1">
                  <a:solidFill>
                    <a:srgbClr val="FFFFFF"/>
                  </a:solidFill>
                  <a:latin typeface="江城圆体 400W" panose="020B0800000000000000" pitchFamily="34" charset="-128"/>
                  <a:ea typeface="江城圆体 400W" panose="020B0800000000000000" pitchFamily="34" charset="-128"/>
                  <a:cs typeface="PMingLiU" panose="02020500000000000000" charset="-120"/>
                </a:rPr>
                <a:t>未知我</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Unknown</a:t>
              </a:r>
              <a:endParaRPr lang="en-US"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endParaRPr>
            </a:p>
            <a:p>
              <a:pPr marL="74295" marR="51435" indent="128905">
                <a:lnSpc>
                  <a:spcPts val="1200"/>
                </a:lnSpc>
                <a:spcBef>
                  <a:spcPts val="635"/>
                </a:spcBef>
              </a:pP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96" name="object 90"/>
            <p:cNvGrpSpPr/>
            <p:nvPr/>
          </p:nvGrpSpPr>
          <p:grpSpPr>
            <a:xfrm>
              <a:off x="2644775" y="4625975"/>
              <a:ext cx="1581150" cy="1581150"/>
              <a:chOff x="5289550" y="9251950"/>
              <a:chExt cx="3162300" cy="3162300"/>
            </a:xfrm>
          </p:grpSpPr>
          <p:sp>
            <p:nvSpPr>
              <p:cNvPr id="100" name="object 91"/>
              <p:cNvSpPr/>
              <p:nvPr/>
            </p:nvSpPr>
            <p:spPr>
              <a:xfrm>
                <a:off x="6851650" y="10845800"/>
                <a:ext cx="0" cy="1543050"/>
              </a:xfrm>
              <a:custGeom>
                <a:avLst/>
                <a:gdLst/>
                <a:ahLst/>
                <a:cxnLst/>
                <a:rect l="l" t="t" r="r" b="b"/>
                <a:pathLst>
                  <a:path h="1543050">
                    <a:moveTo>
                      <a:pt x="0" y="0"/>
                    </a:moveTo>
                    <a:lnTo>
                      <a:pt x="0" y="1543050"/>
                    </a:lnTo>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1" name="object 92"/>
              <p:cNvSpPr/>
              <p:nvPr/>
            </p:nvSpPr>
            <p:spPr>
              <a:xfrm>
                <a:off x="5334000" y="10858500"/>
                <a:ext cx="3086100" cy="0"/>
              </a:xfrm>
              <a:custGeom>
                <a:avLst/>
                <a:gdLst/>
                <a:ahLst/>
                <a:cxnLst/>
                <a:rect l="l" t="t" r="r" b="b"/>
                <a:pathLst>
                  <a:path w="3086100">
                    <a:moveTo>
                      <a:pt x="0" y="0"/>
                    </a:moveTo>
                    <a:lnTo>
                      <a:pt x="3086100" y="0"/>
                    </a:lnTo>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2" name="object 93"/>
              <p:cNvSpPr/>
              <p:nvPr/>
            </p:nvSpPr>
            <p:spPr>
              <a:xfrm>
                <a:off x="5295900" y="9283700"/>
                <a:ext cx="2349500" cy="1562100"/>
              </a:xfrm>
              <a:custGeom>
                <a:avLst/>
                <a:gdLst/>
                <a:ahLst/>
                <a:cxnLst/>
                <a:rect l="l" t="t" r="r" b="b"/>
                <a:pathLst>
                  <a:path w="2349500" h="1562100">
                    <a:moveTo>
                      <a:pt x="2349500" y="0"/>
                    </a:moveTo>
                    <a:lnTo>
                      <a:pt x="0" y="0"/>
                    </a:lnTo>
                    <a:lnTo>
                      <a:pt x="0" y="1562100"/>
                    </a:lnTo>
                    <a:lnTo>
                      <a:pt x="2349500" y="1562100"/>
                    </a:lnTo>
                    <a:lnTo>
                      <a:pt x="2349500" y="0"/>
                    </a:lnTo>
                    <a:close/>
                  </a:path>
                </a:pathLst>
              </a:custGeom>
              <a:solidFill>
                <a:srgbClr val="FFFFFF">
                  <a:alpha val="89999"/>
                </a:srgbClr>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3" name="object 94"/>
              <p:cNvSpPr/>
              <p:nvPr/>
            </p:nvSpPr>
            <p:spPr>
              <a:xfrm>
                <a:off x="5308600" y="9271000"/>
                <a:ext cx="3124200" cy="3124200"/>
              </a:xfrm>
              <a:custGeom>
                <a:avLst/>
                <a:gdLst/>
                <a:ahLst/>
                <a:cxnLst/>
                <a:rect l="l" t="t" r="r" b="b"/>
                <a:pathLst>
                  <a:path w="3124200" h="3124200">
                    <a:moveTo>
                      <a:pt x="0" y="0"/>
                    </a:moveTo>
                    <a:lnTo>
                      <a:pt x="3124200" y="0"/>
                    </a:lnTo>
                    <a:lnTo>
                      <a:pt x="3124200" y="3124200"/>
                    </a:lnTo>
                    <a:lnTo>
                      <a:pt x="0" y="3124200"/>
                    </a:lnTo>
                    <a:lnTo>
                      <a:pt x="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97" name="object 107"/>
            <p:cNvSpPr txBox="1"/>
            <p:nvPr/>
          </p:nvSpPr>
          <p:spPr>
            <a:xfrm>
              <a:off x="2826114" y="4857750"/>
              <a:ext cx="405765" cy="317500"/>
            </a:xfrm>
            <a:prstGeom prst="rect">
              <a:avLst/>
            </a:prstGeom>
          </p:spPr>
          <p:txBody>
            <a:bodyPr vert="horz" wrap="square" lIns="0" tIns="22860" rIns="0" bIns="0" rtlCol="0">
              <a:spAutoFit/>
            </a:bodyPr>
            <a:lstStyle/>
            <a:p>
              <a:pPr marL="20320" marR="2540" indent="-20320">
                <a:lnSpc>
                  <a:spcPts val="1150"/>
                </a:lnSpc>
                <a:spcBef>
                  <a:spcPts val="18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开放我 Open</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98" name="object 111"/>
            <p:cNvSpPr txBox="1"/>
            <p:nvPr/>
          </p:nvSpPr>
          <p:spPr>
            <a:xfrm>
              <a:off x="3365621" y="4622800"/>
              <a:ext cx="139700" cy="840740"/>
            </a:xfrm>
            <a:prstGeom prst="rect">
              <a:avLst/>
            </a:prstGeom>
          </p:spPr>
          <p:txBody>
            <a:bodyPr vert="horz" wrap="square" lIns="0" tIns="33020" rIns="0" bIns="0" rtlCol="0">
              <a:spAutoFit/>
            </a:bodyPr>
            <a:lstStyle/>
            <a:p>
              <a:pPr marR="2540" indent="33655" algn="just">
                <a:lnSpc>
                  <a:spcPts val="1050"/>
                </a:lnSpc>
                <a:spcBef>
                  <a:spcPts val="260"/>
                </a:spcBef>
              </a:pPr>
              <a:r>
                <a:rPr sz="1050" dirty="0">
                  <a:solidFill>
                    <a:srgbClr val="E76424"/>
                  </a:solidFill>
                  <a:latin typeface="江城圆体 400W" panose="020B0800000000000000" pitchFamily="34" charset="-128"/>
                  <a:ea typeface="江城圆体 400W" panose="020B0800000000000000" pitchFamily="34" charset="-128"/>
                  <a:cs typeface="PMingLiU" panose="02020500000000000000" charset="-120"/>
                </a:rPr>
                <a:t>「他人反馈</a:t>
              </a:r>
              <a:endParaRPr sz="1050" dirty="0">
                <a:latin typeface="江城圆体 400W" panose="020B0800000000000000" pitchFamily="34" charset="-128"/>
                <a:ea typeface="江城圆体 400W" panose="020B0800000000000000" pitchFamily="34" charset="-128"/>
                <a:cs typeface="PMingLiU" panose="02020500000000000000" charset="-120"/>
              </a:endParaRPr>
            </a:p>
            <a:p>
              <a:pPr marL="33020">
                <a:lnSpc>
                  <a:spcPts val="1050"/>
                </a:lnSpc>
              </a:pPr>
              <a:r>
                <a:rPr sz="1050" dirty="0">
                  <a:solidFill>
                    <a:srgbClr val="E76424"/>
                  </a:solidFill>
                  <a:latin typeface="江城圆体 400W" panose="020B0800000000000000" pitchFamily="34" charset="-128"/>
                  <a:ea typeface="江城圆体 400W" panose="020B0800000000000000" pitchFamily="34" charset="-128"/>
                  <a:cs typeface="PMingLiU" panose="02020500000000000000" charset="-120"/>
                </a:rPr>
                <a:t>」</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99" name="object 113"/>
            <p:cNvSpPr/>
            <p:nvPr/>
          </p:nvSpPr>
          <p:spPr>
            <a:xfrm>
              <a:off x="3511550" y="4953000"/>
              <a:ext cx="328613" cy="121920"/>
            </a:xfrm>
            <a:custGeom>
              <a:avLst/>
              <a:gdLst/>
              <a:ahLst/>
              <a:cxnLst/>
              <a:rect l="l" t="t" r="r" b="b"/>
              <a:pathLst>
                <a:path w="657225" h="243840">
                  <a:moveTo>
                    <a:pt x="430084" y="0"/>
                  </a:moveTo>
                  <a:lnTo>
                    <a:pt x="427849" y="0"/>
                  </a:lnTo>
                  <a:lnTo>
                    <a:pt x="419069" y="866"/>
                  </a:lnTo>
                  <a:lnTo>
                    <a:pt x="413456" y="6974"/>
                  </a:lnTo>
                  <a:lnTo>
                    <a:pt x="413448" y="101600"/>
                  </a:lnTo>
                  <a:lnTo>
                    <a:pt x="38087" y="101600"/>
                  </a:lnTo>
                  <a:lnTo>
                    <a:pt x="38100" y="19050"/>
                  </a:lnTo>
                  <a:lnTo>
                    <a:pt x="36602" y="11635"/>
                  </a:lnTo>
                  <a:lnTo>
                    <a:pt x="32520" y="5579"/>
                  </a:lnTo>
                  <a:lnTo>
                    <a:pt x="26464" y="1497"/>
                  </a:lnTo>
                  <a:lnTo>
                    <a:pt x="19050" y="0"/>
                  </a:lnTo>
                  <a:lnTo>
                    <a:pt x="11635" y="1497"/>
                  </a:lnTo>
                  <a:lnTo>
                    <a:pt x="5579" y="5579"/>
                  </a:lnTo>
                  <a:lnTo>
                    <a:pt x="1497" y="11635"/>
                  </a:lnTo>
                  <a:lnTo>
                    <a:pt x="0" y="19050"/>
                  </a:lnTo>
                  <a:lnTo>
                    <a:pt x="0" y="222250"/>
                  </a:lnTo>
                  <a:lnTo>
                    <a:pt x="1497" y="229664"/>
                  </a:lnTo>
                  <a:lnTo>
                    <a:pt x="5579" y="235720"/>
                  </a:lnTo>
                  <a:lnTo>
                    <a:pt x="11635" y="239802"/>
                  </a:lnTo>
                  <a:lnTo>
                    <a:pt x="19050" y="241300"/>
                  </a:lnTo>
                  <a:lnTo>
                    <a:pt x="26464" y="239802"/>
                  </a:lnTo>
                  <a:lnTo>
                    <a:pt x="32520" y="235720"/>
                  </a:lnTo>
                  <a:lnTo>
                    <a:pt x="36602" y="229664"/>
                  </a:lnTo>
                  <a:lnTo>
                    <a:pt x="38100" y="222250"/>
                  </a:lnTo>
                  <a:lnTo>
                    <a:pt x="38100" y="139700"/>
                  </a:lnTo>
                  <a:lnTo>
                    <a:pt x="413448" y="139700"/>
                  </a:lnTo>
                  <a:lnTo>
                    <a:pt x="413456" y="229137"/>
                  </a:lnTo>
                  <a:lnTo>
                    <a:pt x="413975" y="231341"/>
                  </a:lnTo>
                  <a:lnTo>
                    <a:pt x="418529" y="240450"/>
                  </a:lnTo>
                  <a:lnTo>
                    <a:pt x="427175" y="243331"/>
                  </a:lnTo>
                  <a:lnTo>
                    <a:pt x="649580" y="132129"/>
                  </a:lnTo>
                  <a:lnTo>
                    <a:pt x="651840" y="129871"/>
                  </a:lnTo>
                  <a:lnTo>
                    <a:pt x="656788" y="119975"/>
                  </a:lnTo>
                  <a:lnTo>
                    <a:pt x="653906" y="111329"/>
                  </a:lnTo>
                  <a:lnTo>
                    <a:pt x="432287" y="520"/>
                  </a:lnTo>
                  <a:lnTo>
                    <a:pt x="430084"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04" name="组合 103"/>
          <p:cNvGrpSpPr/>
          <p:nvPr/>
        </p:nvGrpSpPr>
        <p:grpSpPr>
          <a:xfrm>
            <a:off x="4318000" y="5037728"/>
            <a:ext cx="1562100" cy="1570037"/>
            <a:chOff x="4324350" y="4633913"/>
            <a:chExt cx="1562100" cy="1570037"/>
          </a:xfrm>
        </p:grpSpPr>
        <p:sp>
          <p:nvSpPr>
            <p:cNvPr id="105" name="object 78"/>
            <p:cNvSpPr txBox="1"/>
            <p:nvPr/>
          </p:nvSpPr>
          <p:spPr>
            <a:xfrm>
              <a:off x="4324350" y="5403125"/>
              <a:ext cx="781050" cy="786130"/>
            </a:xfrm>
            <a:prstGeom prst="rect">
              <a:avLst/>
            </a:prstGeom>
            <a:solidFill>
              <a:srgbClr val="11A766"/>
            </a:solidFill>
          </p:spPr>
          <p:txBody>
            <a:bodyPr vert="horz" wrap="square" lIns="0" tIns="0" rIns="0" bIns="0" rtlCol="0">
              <a:spAutoFit/>
            </a:bodyPr>
            <a:lstStyle/>
            <a:p>
              <a:pPr>
                <a:lnSpc>
                  <a:spcPct val="100000"/>
                </a:lnSpc>
              </a:pPr>
              <a:endParaRPr lang="zh-CN" altLang="en-US" sz="1050" dirty="0">
                <a:latin typeface="江城圆体 400W" panose="020B0800000000000000" pitchFamily="34" charset="-128"/>
                <a:ea typeface="江城圆体 400W" panose="020B0800000000000000" pitchFamily="34" charset="-128"/>
                <a:cs typeface="Times New Roman" panose="02020603050405020304"/>
              </a:endParaRPr>
            </a:p>
            <a:p>
              <a:pPr marL="124460" marR="165100" indent="53340">
                <a:lnSpc>
                  <a:spcPts val="1200"/>
                </a:lnSpc>
                <a:spcBef>
                  <a:spcPts val="635"/>
                </a:spcBef>
              </a:pPr>
              <a:r>
                <a:rPr sz="1050" dirty="0" err="1">
                  <a:solidFill>
                    <a:srgbClr val="FFFFFF"/>
                  </a:solidFill>
                  <a:latin typeface="江城圆体 400W" panose="020B0800000000000000" pitchFamily="34" charset="-128"/>
                  <a:ea typeface="江城圆体 400W" panose="020B0800000000000000" pitchFamily="34" charset="-128"/>
                  <a:cs typeface="PMingLiU" panose="02020500000000000000" charset="-120"/>
                </a:rPr>
                <a:t>隐藏我</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lang="zh-CN" altLang="en-US"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Hidden</a:t>
              </a:r>
              <a:endParaRPr lang="en-US"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endParaRPr>
            </a:p>
            <a:p>
              <a:pPr marL="124460" marR="165100" indent="53340">
                <a:lnSpc>
                  <a:spcPts val="1200"/>
                </a:lnSpc>
                <a:spcBef>
                  <a:spcPts val="635"/>
                </a:spcBef>
              </a:pP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106" name="object 72"/>
            <p:cNvGrpSpPr/>
            <p:nvPr/>
          </p:nvGrpSpPr>
          <p:grpSpPr>
            <a:xfrm>
              <a:off x="5099050" y="4641850"/>
              <a:ext cx="781050" cy="1562100"/>
              <a:chOff x="10198100" y="9283700"/>
              <a:chExt cx="1562100" cy="3124200"/>
            </a:xfrm>
          </p:grpSpPr>
          <p:sp>
            <p:nvSpPr>
              <p:cNvPr id="119" name="object 73"/>
              <p:cNvSpPr/>
              <p:nvPr/>
            </p:nvSpPr>
            <p:spPr>
              <a:xfrm>
                <a:off x="11023600" y="9283700"/>
                <a:ext cx="736600" cy="1562100"/>
              </a:xfrm>
              <a:custGeom>
                <a:avLst/>
                <a:gdLst/>
                <a:ahLst/>
                <a:cxnLst/>
                <a:rect l="l" t="t" r="r" b="b"/>
                <a:pathLst>
                  <a:path w="736600" h="1562100">
                    <a:moveTo>
                      <a:pt x="0" y="1562100"/>
                    </a:moveTo>
                    <a:lnTo>
                      <a:pt x="736600" y="1562100"/>
                    </a:lnTo>
                    <a:lnTo>
                      <a:pt x="736600" y="0"/>
                    </a:lnTo>
                    <a:lnTo>
                      <a:pt x="0" y="0"/>
                    </a:lnTo>
                    <a:lnTo>
                      <a:pt x="0" y="1562100"/>
                    </a:lnTo>
                    <a:close/>
                  </a:path>
                </a:pathLst>
              </a:custGeom>
              <a:solidFill>
                <a:srgbClr val="A86ED8"/>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0" name="object 74"/>
              <p:cNvSpPr/>
              <p:nvPr/>
            </p:nvSpPr>
            <p:spPr>
              <a:xfrm>
                <a:off x="10198100" y="10845799"/>
                <a:ext cx="1562100" cy="1562100"/>
              </a:xfrm>
              <a:custGeom>
                <a:avLst/>
                <a:gdLst/>
                <a:ahLst/>
                <a:cxnLst/>
                <a:rect l="l" t="t" r="r" b="b"/>
                <a:pathLst>
                  <a:path w="1562100" h="1562100">
                    <a:moveTo>
                      <a:pt x="1562100" y="0"/>
                    </a:moveTo>
                    <a:lnTo>
                      <a:pt x="0" y="0"/>
                    </a:lnTo>
                    <a:lnTo>
                      <a:pt x="0" y="762000"/>
                    </a:lnTo>
                    <a:lnTo>
                      <a:pt x="0" y="1562100"/>
                    </a:lnTo>
                    <a:lnTo>
                      <a:pt x="1562100" y="1562100"/>
                    </a:lnTo>
                    <a:lnTo>
                      <a:pt x="1562100" y="762000"/>
                    </a:lnTo>
                    <a:lnTo>
                      <a:pt x="156210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07" name="object 77"/>
            <p:cNvSpPr txBox="1"/>
            <p:nvPr/>
          </p:nvSpPr>
          <p:spPr>
            <a:xfrm>
              <a:off x="5497945" y="5003800"/>
              <a:ext cx="187960"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nd</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08" name="object 79"/>
            <p:cNvSpPr txBox="1"/>
            <p:nvPr/>
          </p:nvSpPr>
          <p:spPr>
            <a:xfrm>
              <a:off x="5167291" y="5791200"/>
              <a:ext cx="663893"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Unknown</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109" name="object 82"/>
            <p:cNvSpPr txBox="1"/>
            <p:nvPr/>
          </p:nvSpPr>
          <p:spPr>
            <a:xfrm>
              <a:off x="5429374" y="4857750"/>
              <a:ext cx="279083"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目我</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110" name="object 84"/>
            <p:cNvSpPr txBox="1"/>
            <p:nvPr/>
          </p:nvSpPr>
          <p:spPr>
            <a:xfrm>
              <a:off x="5429374" y="5638800"/>
              <a:ext cx="279083" cy="167640"/>
            </a:xfrm>
            <a:prstGeom prst="rect">
              <a:avLst/>
            </a:prstGeom>
          </p:spPr>
          <p:txBody>
            <a:bodyPr vert="horz" wrap="square" lIns="0" tIns="6350" rIns="0" bIns="0" rtlCol="0">
              <a:spAutoFit/>
            </a:bodyPr>
            <a:lstStyle/>
            <a:p>
              <a:pPr marL="6350">
                <a:spcBef>
                  <a:spcPts val="50"/>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知我</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111" name="object 85"/>
            <p:cNvSpPr txBox="1"/>
            <p:nvPr/>
          </p:nvSpPr>
          <p:spPr>
            <a:xfrm>
              <a:off x="4496164" y="4880102"/>
              <a:ext cx="1008380" cy="869315"/>
            </a:xfrm>
            <a:prstGeom prst="rect">
              <a:avLst/>
            </a:prstGeom>
          </p:spPr>
          <p:txBody>
            <a:bodyPr vert="horz" wrap="square" lIns="0" tIns="318" rIns="0" bIns="0" rtlCol="0">
              <a:spAutoFit/>
            </a:bodyPr>
            <a:lstStyle/>
            <a:p>
              <a:pPr marL="829310" indent="-22860">
                <a:lnSpc>
                  <a:spcPts val="1150"/>
                </a:lnSpc>
                <a:spcBef>
                  <a:spcPts val="5"/>
                </a:spcBef>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盲 Bli</a:t>
              </a:r>
              <a:endParaRPr sz="1050" dirty="0">
                <a:latin typeface="江城圆体 400W" panose="020B0800000000000000" pitchFamily="34" charset="-128"/>
                <a:ea typeface="江城圆体 400W" panose="020B0800000000000000" pitchFamily="34" charset="-128"/>
                <a:cs typeface="PMingLiU" panose="02020500000000000000" charset="-120"/>
              </a:endParaRPr>
            </a:p>
            <a:p>
              <a:pPr>
                <a:lnSpc>
                  <a:spcPct val="100000"/>
                </a:lnSpc>
              </a:pPr>
              <a:endParaRPr sz="1050" dirty="0">
                <a:latin typeface="江城圆体 400W" panose="020B0800000000000000" pitchFamily="34" charset="-128"/>
                <a:ea typeface="江城圆体 400W" panose="020B0800000000000000" pitchFamily="34" charset="-128"/>
                <a:cs typeface="PMingLiU" panose="02020500000000000000" charset="-120"/>
              </a:endParaRPr>
            </a:p>
            <a:p>
              <a:pPr>
                <a:lnSpc>
                  <a:spcPct val="100000"/>
                </a:lnSpc>
              </a:pPr>
              <a:endParaRPr sz="1050" dirty="0">
                <a:latin typeface="江城圆体 400W" panose="020B0800000000000000" pitchFamily="34" charset="-128"/>
                <a:ea typeface="江城圆体 400W" panose="020B0800000000000000" pitchFamily="34" charset="-128"/>
                <a:cs typeface="PMingLiU" panose="02020500000000000000" charset="-120"/>
              </a:endParaRPr>
            </a:p>
            <a:p>
              <a:pPr>
                <a:lnSpc>
                  <a:spcPts val="1175"/>
                </a:lnSpc>
                <a:spcBef>
                  <a:spcPts val="785"/>
                </a:spcBef>
                <a:tabLst>
                  <a:tab pos="805815" algn="l"/>
                </a:tabLst>
              </a:pP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未</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grpSp>
          <p:nvGrpSpPr>
            <p:cNvPr id="112" name="object 95"/>
            <p:cNvGrpSpPr/>
            <p:nvPr/>
          </p:nvGrpSpPr>
          <p:grpSpPr>
            <a:xfrm>
              <a:off x="4324350" y="4633913"/>
              <a:ext cx="1562100" cy="1563688"/>
              <a:chOff x="8648700" y="9267825"/>
              <a:chExt cx="3124200" cy="3127375"/>
            </a:xfrm>
          </p:grpSpPr>
          <p:sp>
            <p:nvSpPr>
              <p:cNvPr id="116" name="object 96"/>
              <p:cNvSpPr/>
              <p:nvPr/>
            </p:nvSpPr>
            <p:spPr>
              <a:xfrm>
                <a:off x="10191750" y="10858500"/>
                <a:ext cx="1568450" cy="1530350"/>
              </a:xfrm>
              <a:custGeom>
                <a:avLst/>
                <a:gdLst/>
                <a:ahLst/>
                <a:cxnLst/>
                <a:rect l="l" t="t" r="r" b="b"/>
                <a:pathLst>
                  <a:path w="1568450" h="1530350">
                    <a:moveTo>
                      <a:pt x="0" y="749300"/>
                    </a:moveTo>
                    <a:lnTo>
                      <a:pt x="0" y="1530350"/>
                    </a:lnTo>
                  </a:path>
                  <a:path w="1568450" h="1530350">
                    <a:moveTo>
                      <a:pt x="831850" y="0"/>
                    </a:moveTo>
                    <a:lnTo>
                      <a:pt x="1568450" y="0"/>
                    </a:lnTo>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7" name="object 97"/>
              <p:cNvSpPr/>
              <p:nvPr/>
            </p:nvSpPr>
            <p:spPr>
              <a:xfrm>
                <a:off x="8678157" y="9267825"/>
                <a:ext cx="2374900" cy="2349500"/>
              </a:xfrm>
              <a:custGeom>
                <a:avLst/>
                <a:gdLst/>
                <a:ahLst/>
                <a:cxnLst/>
                <a:rect l="l" t="t" r="r" b="b"/>
                <a:pathLst>
                  <a:path w="2374900" h="2349500">
                    <a:moveTo>
                      <a:pt x="2374900" y="0"/>
                    </a:moveTo>
                    <a:lnTo>
                      <a:pt x="0" y="0"/>
                    </a:lnTo>
                    <a:lnTo>
                      <a:pt x="0" y="2349500"/>
                    </a:lnTo>
                    <a:lnTo>
                      <a:pt x="2374900" y="2349500"/>
                    </a:lnTo>
                    <a:lnTo>
                      <a:pt x="2374900" y="0"/>
                    </a:lnTo>
                    <a:close/>
                  </a:path>
                </a:pathLst>
              </a:custGeom>
              <a:solidFill>
                <a:srgbClr val="FFFFFF">
                  <a:alpha val="89999"/>
                </a:srgbClr>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18" name="object 98"/>
              <p:cNvSpPr/>
              <p:nvPr/>
            </p:nvSpPr>
            <p:spPr>
              <a:xfrm>
                <a:off x="8648700" y="9271000"/>
                <a:ext cx="3124200" cy="3124200"/>
              </a:xfrm>
              <a:custGeom>
                <a:avLst/>
                <a:gdLst/>
                <a:ahLst/>
                <a:cxnLst/>
                <a:rect l="l" t="t" r="r" b="b"/>
                <a:pathLst>
                  <a:path w="3124200" h="3124200">
                    <a:moveTo>
                      <a:pt x="0" y="0"/>
                    </a:moveTo>
                    <a:lnTo>
                      <a:pt x="3124200" y="0"/>
                    </a:lnTo>
                    <a:lnTo>
                      <a:pt x="3124200" y="3124200"/>
                    </a:lnTo>
                    <a:lnTo>
                      <a:pt x="0" y="3124200"/>
                    </a:lnTo>
                    <a:lnTo>
                      <a:pt x="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13" name="object 108"/>
            <p:cNvSpPr txBox="1"/>
            <p:nvPr/>
          </p:nvSpPr>
          <p:spPr>
            <a:xfrm>
              <a:off x="4489814" y="4857750"/>
              <a:ext cx="412115" cy="317500"/>
            </a:xfrm>
            <a:prstGeom prst="rect">
              <a:avLst/>
            </a:prstGeom>
          </p:spPr>
          <p:txBody>
            <a:bodyPr vert="horz" wrap="square" lIns="0" tIns="22860" rIns="0" bIns="0" rtlCol="0">
              <a:spAutoFit/>
            </a:bodyPr>
            <a:lstStyle/>
            <a:p>
              <a:pPr marL="26670" marR="2540" indent="-20320">
                <a:lnSpc>
                  <a:spcPts val="1150"/>
                </a:lnSpc>
                <a:spcBef>
                  <a:spcPts val="18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开放我 Open</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114" name="object 112"/>
            <p:cNvSpPr txBox="1"/>
            <p:nvPr/>
          </p:nvSpPr>
          <p:spPr>
            <a:xfrm>
              <a:off x="4458427" y="5327650"/>
              <a:ext cx="678180" cy="167640"/>
            </a:xfrm>
            <a:prstGeom prst="rect">
              <a:avLst/>
            </a:prstGeom>
          </p:spPr>
          <p:txBody>
            <a:bodyPr vert="horz" wrap="square" lIns="0" tIns="6350" rIns="0" bIns="0" rtlCol="0">
              <a:spAutoFit/>
            </a:bodyPr>
            <a:lstStyle/>
            <a:p>
              <a:pPr marL="6350">
                <a:spcBef>
                  <a:spcPts val="50"/>
                </a:spcBef>
              </a:pPr>
              <a:r>
                <a:rPr sz="1050" dirty="0">
                  <a:solidFill>
                    <a:srgbClr val="E76424"/>
                  </a:solidFill>
                  <a:latin typeface="江城圆体 400W" panose="020B0800000000000000" pitchFamily="34" charset="-128"/>
                  <a:ea typeface="江城圆体 400W" panose="020B0800000000000000" pitchFamily="34" charset="-128"/>
                  <a:cs typeface="PMingLiU" panose="02020500000000000000" charset="-120"/>
                </a:rPr>
                <a:t>「自我探索」</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115" name="object 114"/>
            <p:cNvSpPr/>
            <p:nvPr/>
          </p:nvSpPr>
          <p:spPr>
            <a:xfrm>
              <a:off x="5109188" y="5448957"/>
              <a:ext cx="393700" cy="367348"/>
            </a:xfrm>
            <a:custGeom>
              <a:avLst/>
              <a:gdLst/>
              <a:ahLst/>
              <a:cxnLst/>
              <a:rect l="l" t="t" r="r" b="b"/>
              <a:pathLst>
                <a:path w="787400" h="734695">
                  <a:moveTo>
                    <a:pt x="155486" y="0"/>
                  </a:moveTo>
                  <a:lnTo>
                    <a:pt x="4987" y="155971"/>
                  </a:lnTo>
                  <a:lnTo>
                    <a:pt x="0" y="169672"/>
                  </a:lnTo>
                  <a:lnTo>
                    <a:pt x="1706" y="176772"/>
                  </a:lnTo>
                  <a:lnTo>
                    <a:pt x="6161" y="182886"/>
                  </a:lnTo>
                  <a:lnTo>
                    <a:pt x="12639" y="186792"/>
                  </a:lnTo>
                  <a:lnTo>
                    <a:pt x="19862" y="187873"/>
                  </a:lnTo>
                  <a:lnTo>
                    <a:pt x="26963" y="186167"/>
                  </a:lnTo>
                  <a:lnTo>
                    <a:pt x="33076" y="181712"/>
                  </a:lnTo>
                  <a:lnTo>
                    <a:pt x="88855" y="120835"/>
                  </a:lnTo>
                  <a:lnTo>
                    <a:pt x="590352" y="580423"/>
                  </a:lnTo>
                  <a:lnTo>
                    <a:pt x="529928" y="646366"/>
                  </a:lnTo>
                  <a:lnTo>
                    <a:pt x="528822" y="648343"/>
                  </a:lnTo>
                  <a:lnTo>
                    <a:pt x="526026" y="658135"/>
                  </a:lnTo>
                  <a:lnTo>
                    <a:pt x="530453" y="666102"/>
                  </a:lnTo>
                  <a:lnTo>
                    <a:pt x="769552" y="734377"/>
                  </a:lnTo>
                  <a:lnTo>
                    <a:pt x="772744" y="734239"/>
                  </a:lnTo>
                  <a:lnTo>
                    <a:pt x="783078" y="730285"/>
                  </a:lnTo>
                  <a:lnTo>
                    <a:pt x="786794" y="721964"/>
                  </a:lnTo>
                  <a:lnTo>
                    <a:pt x="698269" y="490541"/>
                  </a:lnTo>
                  <a:lnTo>
                    <a:pt x="696997" y="488669"/>
                  </a:lnTo>
                  <a:lnTo>
                    <a:pt x="695348" y="487159"/>
                  </a:lnTo>
                  <a:lnTo>
                    <a:pt x="688206" y="481872"/>
                  </a:lnTo>
                  <a:lnTo>
                    <a:pt x="679999" y="482603"/>
                  </a:lnTo>
                  <a:lnTo>
                    <a:pt x="616083" y="552343"/>
                  </a:lnTo>
                  <a:lnTo>
                    <a:pt x="114585" y="92768"/>
                  </a:lnTo>
                  <a:lnTo>
                    <a:pt x="170361" y="31902"/>
                  </a:lnTo>
                  <a:lnTo>
                    <a:pt x="174267" y="25423"/>
                  </a:lnTo>
                  <a:lnTo>
                    <a:pt x="175348" y="18201"/>
                  </a:lnTo>
                  <a:lnTo>
                    <a:pt x="173642" y="11100"/>
                  </a:lnTo>
                  <a:lnTo>
                    <a:pt x="169186" y="4987"/>
                  </a:lnTo>
                  <a:lnTo>
                    <a:pt x="162708" y="1081"/>
                  </a:lnTo>
                  <a:lnTo>
                    <a:pt x="155486"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grpSp>
        <p:nvGrpSpPr>
          <p:cNvPr id="121" name="组合 120"/>
          <p:cNvGrpSpPr/>
          <p:nvPr/>
        </p:nvGrpSpPr>
        <p:grpSpPr>
          <a:xfrm>
            <a:off x="963874" y="5029790"/>
            <a:ext cx="1568450" cy="1583055"/>
            <a:chOff x="970224" y="4625975"/>
            <a:chExt cx="1568450" cy="1583055"/>
          </a:xfrm>
        </p:grpSpPr>
        <p:sp>
          <p:nvSpPr>
            <p:cNvPr id="122" name="object 71"/>
            <p:cNvSpPr/>
            <p:nvPr/>
          </p:nvSpPr>
          <p:spPr>
            <a:xfrm>
              <a:off x="1736732" y="4651897"/>
              <a:ext cx="787800" cy="781050"/>
            </a:xfrm>
            <a:custGeom>
              <a:avLst/>
              <a:gdLst/>
              <a:ahLst/>
              <a:cxnLst/>
              <a:rect l="l" t="t" r="r" b="b"/>
              <a:pathLst>
                <a:path w="774700" h="1562100">
                  <a:moveTo>
                    <a:pt x="0" y="1562100"/>
                  </a:moveTo>
                  <a:lnTo>
                    <a:pt x="774700" y="1562100"/>
                  </a:lnTo>
                  <a:lnTo>
                    <a:pt x="774700" y="0"/>
                  </a:lnTo>
                  <a:lnTo>
                    <a:pt x="0" y="0"/>
                  </a:lnTo>
                  <a:lnTo>
                    <a:pt x="0" y="1562100"/>
                  </a:lnTo>
                  <a:close/>
                </a:path>
              </a:pathLst>
            </a:custGeom>
            <a:solidFill>
              <a:srgbClr val="A86ED8"/>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3" name="object 78"/>
            <p:cNvSpPr txBox="1"/>
            <p:nvPr/>
          </p:nvSpPr>
          <p:spPr>
            <a:xfrm>
              <a:off x="970224" y="5422900"/>
              <a:ext cx="781050" cy="786130"/>
            </a:xfrm>
            <a:prstGeom prst="rect">
              <a:avLst/>
            </a:prstGeom>
            <a:solidFill>
              <a:srgbClr val="11A766"/>
            </a:solidFill>
          </p:spPr>
          <p:txBody>
            <a:bodyPr vert="horz" wrap="square" lIns="0" tIns="0" rIns="0" bIns="0" rtlCol="0">
              <a:spAutoFit/>
            </a:bodyPr>
            <a:lstStyle/>
            <a:p>
              <a:pPr>
                <a:lnSpc>
                  <a:spcPct val="100000"/>
                </a:lnSpc>
              </a:pPr>
              <a:endParaRPr lang="zh-CN" altLang="en-US" sz="1050" dirty="0">
                <a:latin typeface="江城圆体 400W" panose="020B0800000000000000" pitchFamily="34" charset="-128"/>
                <a:ea typeface="江城圆体 400W" panose="020B0800000000000000" pitchFamily="34" charset="-128"/>
                <a:cs typeface="Times New Roman" panose="02020603050405020304"/>
              </a:endParaRPr>
            </a:p>
            <a:p>
              <a:pPr marL="124460" marR="165100" indent="53340">
                <a:lnSpc>
                  <a:spcPts val="1200"/>
                </a:lnSpc>
                <a:spcBef>
                  <a:spcPts val="635"/>
                </a:spcBef>
              </a:pPr>
              <a:r>
                <a:rPr sz="1050" dirty="0" err="1">
                  <a:solidFill>
                    <a:srgbClr val="FFFFFF"/>
                  </a:solidFill>
                  <a:latin typeface="江城圆体 400W" panose="020B0800000000000000" pitchFamily="34" charset="-128"/>
                  <a:ea typeface="江城圆体 400W" panose="020B0800000000000000" pitchFamily="34" charset="-128"/>
                  <a:cs typeface="PMingLiU" panose="02020500000000000000" charset="-120"/>
                </a:rPr>
                <a:t>隐藏我</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lang="zh-CN" altLang="en-US"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Hidden</a:t>
              </a:r>
              <a:endParaRPr lang="en-US"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endParaRPr>
            </a:p>
            <a:p>
              <a:pPr marL="124460" marR="165100" indent="53340">
                <a:lnSpc>
                  <a:spcPts val="1200"/>
                </a:lnSpc>
                <a:spcBef>
                  <a:spcPts val="635"/>
                </a:spcBef>
              </a:pP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24" name="object 80"/>
            <p:cNvSpPr txBox="1"/>
            <p:nvPr/>
          </p:nvSpPr>
          <p:spPr>
            <a:xfrm>
              <a:off x="1892958" y="4857750"/>
              <a:ext cx="541023" cy="317500"/>
            </a:xfrm>
            <a:prstGeom prst="rect">
              <a:avLst/>
            </a:prstGeom>
          </p:spPr>
          <p:txBody>
            <a:bodyPr vert="horz" wrap="square" lIns="0" tIns="22860" rIns="0" bIns="0" rtlCol="0">
              <a:spAutoFit/>
            </a:bodyPr>
            <a:lstStyle/>
            <a:p>
              <a:pPr marL="68580" marR="2540" indent="-68580">
                <a:lnSpc>
                  <a:spcPts val="1150"/>
                </a:lnSpc>
                <a:spcBef>
                  <a:spcPts val="180"/>
                </a:spcBef>
              </a:pPr>
              <a:r>
                <a:rPr lang="zh-CN" altLang="en-US"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盲目</a:t>
              </a:r>
              <a:r>
                <a:rPr sz="1050" dirty="0" err="1">
                  <a:solidFill>
                    <a:srgbClr val="FFFFFF"/>
                  </a:solidFill>
                  <a:latin typeface="江城圆体 400W" panose="020B0800000000000000" pitchFamily="34" charset="-128"/>
                  <a:ea typeface="江城圆体 400W" panose="020B0800000000000000" pitchFamily="34" charset="-128"/>
                  <a:cs typeface="PMingLiU" panose="02020500000000000000" charset="-120"/>
                </a:rPr>
                <a:t>我</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a:t>
              </a:r>
              <a:r>
                <a:rPr lang="en-US" altLang="zh-CN" sz="1050" b="0" i="0" spc="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Blind</a:t>
              </a:r>
              <a:endParaRPr lang="en-US" altLang="zh-CN" sz="1050" b="0" i="0" spc="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25" name="object 83"/>
            <p:cNvSpPr txBox="1"/>
            <p:nvPr/>
          </p:nvSpPr>
          <p:spPr>
            <a:xfrm>
              <a:off x="1751274" y="5422900"/>
              <a:ext cx="781050" cy="786130"/>
            </a:xfrm>
            <a:prstGeom prst="rect">
              <a:avLst/>
            </a:prstGeom>
            <a:solidFill>
              <a:srgbClr val="212121"/>
            </a:solidFill>
          </p:spPr>
          <p:txBody>
            <a:bodyPr vert="horz" wrap="square" lIns="0" tIns="0" rIns="0" bIns="0" rtlCol="0">
              <a:spAutoFit/>
            </a:bodyPr>
            <a:lstStyle/>
            <a:p>
              <a:pPr>
                <a:lnSpc>
                  <a:spcPct val="100000"/>
                </a:lnSpc>
              </a:pPr>
              <a:endParaRPr sz="1050" dirty="0">
                <a:latin typeface="江城圆体 400W" panose="020B0800000000000000" pitchFamily="34" charset="-128"/>
                <a:ea typeface="江城圆体 400W" panose="020B0800000000000000" pitchFamily="34" charset="-128"/>
                <a:cs typeface="Times New Roman" panose="02020603050405020304"/>
              </a:endParaRPr>
            </a:p>
            <a:p>
              <a:pPr marL="74295" marR="51435" indent="128905">
                <a:lnSpc>
                  <a:spcPts val="1200"/>
                </a:lnSpc>
                <a:spcBef>
                  <a:spcPts val="635"/>
                </a:spcBef>
              </a:pPr>
              <a:r>
                <a:rPr sz="1050" dirty="0" err="1">
                  <a:solidFill>
                    <a:srgbClr val="FFFFFF"/>
                  </a:solidFill>
                  <a:latin typeface="江城圆体 400W" panose="020B0800000000000000" pitchFamily="34" charset="-128"/>
                  <a:ea typeface="江城圆体 400W" panose="020B0800000000000000" pitchFamily="34" charset="-128"/>
                  <a:cs typeface="PMingLiU" panose="02020500000000000000" charset="-120"/>
                </a:rPr>
                <a:t>未知我</a:t>
              </a:r>
              <a:r>
                <a:rPr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 Unknown</a:t>
              </a:r>
              <a:endParaRPr lang="en-US" sz="1050" dirty="0">
                <a:solidFill>
                  <a:srgbClr val="FFFFFF"/>
                </a:solidFill>
                <a:latin typeface="江城圆体 400W" panose="020B0800000000000000" pitchFamily="34" charset="-128"/>
                <a:ea typeface="江城圆体 400W" panose="020B0800000000000000" pitchFamily="34" charset="-128"/>
                <a:cs typeface="PMingLiU" panose="02020500000000000000" charset="-120"/>
              </a:endParaRPr>
            </a:p>
            <a:p>
              <a:pPr marL="74295" marR="51435" indent="128905">
                <a:lnSpc>
                  <a:spcPts val="1200"/>
                </a:lnSpc>
                <a:spcBef>
                  <a:spcPts val="635"/>
                </a:spcBef>
              </a:pP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26" name="object 91"/>
            <p:cNvSpPr/>
            <p:nvPr/>
          </p:nvSpPr>
          <p:spPr>
            <a:xfrm>
              <a:off x="1748099" y="5422900"/>
              <a:ext cx="0" cy="771525"/>
            </a:xfrm>
            <a:custGeom>
              <a:avLst/>
              <a:gdLst/>
              <a:ahLst/>
              <a:cxnLst/>
              <a:rect l="l" t="t" r="r" b="b"/>
              <a:pathLst>
                <a:path h="1543050">
                  <a:moveTo>
                    <a:pt x="0" y="0"/>
                  </a:moveTo>
                  <a:lnTo>
                    <a:pt x="0" y="1543050"/>
                  </a:lnTo>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7" name="object 92"/>
            <p:cNvSpPr/>
            <p:nvPr/>
          </p:nvSpPr>
          <p:spPr>
            <a:xfrm>
              <a:off x="989274" y="5429250"/>
              <a:ext cx="1543050" cy="0"/>
            </a:xfrm>
            <a:custGeom>
              <a:avLst/>
              <a:gdLst/>
              <a:ahLst/>
              <a:cxnLst/>
              <a:rect l="l" t="t" r="r" b="b"/>
              <a:pathLst>
                <a:path w="3086100">
                  <a:moveTo>
                    <a:pt x="0" y="0"/>
                  </a:moveTo>
                  <a:lnTo>
                    <a:pt x="3086100" y="0"/>
                  </a:lnTo>
                </a:path>
              </a:pathLst>
            </a:custGeom>
            <a:ln w="12700">
              <a:solidFill>
                <a:srgbClr val="212121"/>
              </a:solidFill>
              <a:prstDash val="dash"/>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8" name="object 93"/>
            <p:cNvSpPr/>
            <p:nvPr/>
          </p:nvSpPr>
          <p:spPr>
            <a:xfrm>
              <a:off x="970513" y="4625975"/>
              <a:ext cx="777262" cy="1155700"/>
            </a:xfrm>
            <a:custGeom>
              <a:avLst/>
              <a:gdLst/>
              <a:ahLst/>
              <a:cxnLst/>
              <a:rect l="l" t="t" r="r" b="b"/>
              <a:pathLst>
                <a:path w="2349500" h="1562100">
                  <a:moveTo>
                    <a:pt x="2349500" y="0"/>
                  </a:moveTo>
                  <a:lnTo>
                    <a:pt x="0" y="0"/>
                  </a:lnTo>
                  <a:lnTo>
                    <a:pt x="0" y="1562100"/>
                  </a:lnTo>
                  <a:lnTo>
                    <a:pt x="2349500" y="1562100"/>
                  </a:lnTo>
                  <a:lnTo>
                    <a:pt x="2349500" y="0"/>
                  </a:lnTo>
                  <a:close/>
                </a:path>
              </a:pathLst>
            </a:custGeom>
            <a:solidFill>
              <a:srgbClr val="FFFFFF">
                <a:alpha val="89999"/>
              </a:srgbClr>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9" name="object 94"/>
            <p:cNvSpPr/>
            <p:nvPr/>
          </p:nvSpPr>
          <p:spPr>
            <a:xfrm>
              <a:off x="976574" y="4635500"/>
              <a:ext cx="1562100" cy="1562100"/>
            </a:xfrm>
            <a:custGeom>
              <a:avLst/>
              <a:gdLst/>
              <a:ahLst/>
              <a:cxnLst/>
              <a:rect l="l" t="t" r="r" b="b"/>
              <a:pathLst>
                <a:path w="3124200" h="3124200">
                  <a:moveTo>
                    <a:pt x="0" y="0"/>
                  </a:moveTo>
                  <a:lnTo>
                    <a:pt x="3124200" y="0"/>
                  </a:lnTo>
                  <a:lnTo>
                    <a:pt x="3124200" y="3124200"/>
                  </a:lnTo>
                  <a:lnTo>
                    <a:pt x="0" y="3124200"/>
                  </a:lnTo>
                  <a:lnTo>
                    <a:pt x="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0" name="object 107"/>
            <p:cNvSpPr txBox="1"/>
            <p:nvPr/>
          </p:nvSpPr>
          <p:spPr>
            <a:xfrm>
              <a:off x="1148388" y="4857750"/>
              <a:ext cx="405765" cy="317500"/>
            </a:xfrm>
            <a:prstGeom prst="rect">
              <a:avLst/>
            </a:prstGeom>
          </p:spPr>
          <p:txBody>
            <a:bodyPr vert="horz" wrap="square" lIns="0" tIns="22860" rIns="0" bIns="0" rtlCol="0">
              <a:spAutoFit/>
            </a:bodyPr>
            <a:lstStyle/>
            <a:p>
              <a:pPr marL="20320" marR="2540" indent="-20320">
                <a:lnSpc>
                  <a:spcPts val="1150"/>
                </a:lnSpc>
                <a:spcBef>
                  <a:spcPts val="18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开放我 Open</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31" name="object 111"/>
            <p:cNvSpPr txBox="1"/>
            <p:nvPr/>
          </p:nvSpPr>
          <p:spPr>
            <a:xfrm>
              <a:off x="1011809" y="5301322"/>
              <a:ext cx="744349" cy="167640"/>
            </a:xfrm>
            <a:prstGeom prst="rect">
              <a:avLst/>
            </a:prstGeom>
          </p:spPr>
          <p:txBody>
            <a:bodyPr vert="horz" wrap="square" lIns="0" tIns="33020" rIns="0" bIns="0" rtlCol="0">
              <a:spAutoFit/>
            </a:bodyPr>
            <a:lstStyle/>
            <a:p>
              <a:pPr marR="2540" indent="33655" algn="just">
                <a:lnSpc>
                  <a:spcPts val="1050"/>
                </a:lnSpc>
                <a:spcBef>
                  <a:spcPts val="260"/>
                </a:spcBef>
              </a:pPr>
              <a:r>
                <a:rPr sz="1050" dirty="0">
                  <a:solidFill>
                    <a:srgbClr val="E76424"/>
                  </a:solidFill>
                  <a:latin typeface="江城圆体 400W" panose="020B0800000000000000" pitchFamily="34" charset="-128"/>
                  <a:ea typeface="江城圆体 400W" panose="020B0800000000000000" pitchFamily="34" charset="-128"/>
                  <a:cs typeface="PMingLiU" panose="02020500000000000000" charset="-120"/>
                </a:rPr>
                <a:t>「</a:t>
              </a:r>
              <a:r>
                <a:rPr lang="zh-CN" altLang="en-US" sz="1050" dirty="0">
                  <a:solidFill>
                    <a:srgbClr val="E76424"/>
                  </a:solidFill>
                  <a:latin typeface="江城圆体 400W" panose="020B0800000000000000" pitchFamily="34" charset="-128"/>
                  <a:ea typeface="江城圆体 400W" panose="020B0800000000000000" pitchFamily="34" charset="-128"/>
                  <a:cs typeface="PMingLiU" panose="02020500000000000000" charset="-120"/>
                </a:rPr>
                <a:t>自我揭露</a:t>
              </a:r>
              <a:r>
                <a:rPr sz="1050" dirty="0">
                  <a:solidFill>
                    <a:srgbClr val="E76424"/>
                  </a:solidFill>
                  <a:latin typeface="江城圆体 400W" panose="020B0800000000000000" pitchFamily="34" charset="-128"/>
                  <a:ea typeface="江城圆体 400W" panose="020B0800000000000000" pitchFamily="34" charset="-128"/>
                  <a:cs typeface="PMingLiU" panose="02020500000000000000" charset="-120"/>
                </a:rPr>
                <a:t>」</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32" name="object 110"/>
            <p:cNvSpPr/>
            <p:nvPr/>
          </p:nvSpPr>
          <p:spPr>
            <a:xfrm>
              <a:off x="1290310" y="5500687"/>
              <a:ext cx="121920" cy="296863"/>
            </a:xfrm>
            <a:custGeom>
              <a:avLst/>
              <a:gdLst/>
              <a:ahLst/>
              <a:cxnLst/>
              <a:rect l="l" t="t" r="r" b="b"/>
              <a:pathLst>
                <a:path w="243839" h="593725">
                  <a:moveTo>
                    <a:pt x="224281" y="0"/>
                  </a:moveTo>
                  <a:lnTo>
                    <a:pt x="21081" y="0"/>
                  </a:lnTo>
                  <a:lnTo>
                    <a:pt x="13667" y="1497"/>
                  </a:lnTo>
                  <a:lnTo>
                    <a:pt x="7611" y="5579"/>
                  </a:lnTo>
                  <a:lnTo>
                    <a:pt x="3529" y="11635"/>
                  </a:lnTo>
                  <a:lnTo>
                    <a:pt x="2031" y="19050"/>
                  </a:lnTo>
                  <a:lnTo>
                    <a:pt x="3529" y="26464"/>
                  </a:lnTo>
                  <a:lnTo>
                    <a:pt x="7611" y="32520"/>
                  </a:lnTo>
                  <a:lnTo>
                    <a:pt x="13667" y="36602"/>
                  </a:lnTo>
                  <a:lnTo>
                    <a:pt x="21081" y="38100"/>
                  </a:lnTo>
                  <a:lnTo>
                    <a:pt x="103631" y="38100"/>
                  </a:lnTo>
                  <a:lnTo>
                    <a:pt x="103631" y="349948"/>
                  </a:lnTo>
                  <a:lnTo>
                    <a:pt x="14194" y="349956"/>
                  </a:lnTo>
                  <a:lnTo>
                    <a:pt x="11990" y="350475"/>
                  </a:lnTo>
                  <a:lnTo>
                    <a:pt x="2881" y="355029"/>
                  </a:lnTo>
                  <a:lnTo>
                    <a:pt x="0" y="363675"/>
                  </a:lnTo>
                  <a:lnTo>
                    <a:pt x="111202" y="586080"/>
                  </a:lnTo>
                  <a:lnTo>
                    <a:pt x="113460" y="588340"/>
                  </a:lnTo>
                  <a:lnTo>
                    <a:pt x="123356" y="593288"/>
                  </a:lnTo>
                  <a:lnTo>
                    <a:pt x="132002" y="590406"/>
                  </a:lnTo>
                  <a:lnTo>
                    <a:pt x="242811" y="368787"/>
                  </a:lnTo>
                  <a:lnTo>
                    <a:pt x="243331" y="366584"/>
                  </a:lnTo>
                  <a:lnTo>
                    <a:pt x="243331" y="364349"/>
                  </a:lnTo>
                  <a:lnTo>
                    <a:pt x="242465" y="355569"/>
                  </a:lnTo>
                  <a:lnTo>
                    <a:pt x="236357" y="349956"/>
                  </a:lnTo>
                  <a:lnTo>
                    <a:pt x="141731" y="349948"/>
                  </a:lnTo>
                  <a:lnTo>
                    <a:pt x="141731" y="38087"/>
                  </a:lnTo>
                  <a:lnTo>
                    <a:pt x="224281" y="38100"/>
                  </a:lnTo>
                  <a:lnTo>
                    <a:pt x="243331" y="19050"/>
                  </a:lnTo>
                  <a:lnTo>
                    <a:pt x="241834" y="11635"/>
                  </a:lnTo>
                  <a:lnTo>
                    <a:pt x="237752" y="5579"/>
                  </a:lnTo>
                  <a:lnTo>
                    <a:pt x="231696" y="1497"/>
                  </a:lnTo>
                  <a:lnTo>
                    <a:pt x="224281"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
        <p:nvSpPr>
          <p:cNvPr id="3" name="object 3"/>
          <p:cNvSpPr/>
          <p:nvPr/>
        </p:nvSpPr>
        <p:spPr>
          <a:xfrm>
            <a:off x="647700" y="3187700"/>
            <a:ext cx="2195513" cy="241300"/>
          </a:xfrm>
          <a:custGeom>
            <a:avLst/>
            <a:gdLst/>
            <a:ahLst/>
            <a:cxnLst/>
            <a:rect l="l" t="t" r="r" b="b"/>
            <a:pathLst>
              <a:path w="4391025" h="482600">
                <a:moveTo>
                  <a:pt x="4149271" y="0"/>
                </a:moveTo>
                <a:lnTo>
                  <a:pt x="241300" y="0"/>
                </a:lnTo>
                <a:lnTo>
                  <a:pt x="192669" y="4902"/>
                </a:lnTo>
                <a:lnTo>
                  <a:pt x="147375" y="18962"/>
                </a:lnTo>
                <a:lnTo>
                  <a:pt x="106386" y="41210"/>
                </a:lnTo>
                <a:lnTo>
                  <a:pt x="70675" y="70675"/>
                </a:lnTo>
                <a:lnTo>
                  <a:pt x="41210" y="106386"/>
                </a:lnTo>
                <a:lnTo>
                  <a:pt x="18962" y="147375"/>
                </a:lnTo>
                <a:lnTo>
                  <a:pt x="4902" y="192669"/>
                </a:lnTo>
                <a:lnTo>
                  <a:pt x="0" y="241300"/>
                </a:lnTo>
                <a:lnTo>
                  <a:pt x="4902" y="289930"/>
                </a:lnTo>
                <a:lnTo>
                  <a:pt x="18962" y="335224"/>
                </a:lnTo>
                <a:lnTo>
                  <a:pt x="41210" y="376213"/>
                </a:lnTo>
                <a:lnTo>
                  <a:pt x="70675" y="411924"/>
                </a:lnTo>
                <a:lnTo>
                  <a:pt x="106386" y="441389"/>
                </a:lnTo>
                <a:lnTo>
                  <a:pt x="147375" y="463637"/>
                </a:lnTo>
                <a:lnTo>
                  <a:pt x="192669" y="477697"/>
                </a:lnTo>
                <a:lnTo>
                  <a:pt x="241300" y="482600"/>
                </a:lnTo>
                <a:lnTo>
                  <a:pt x="4149271" y="482600"/>
                </a:lnTo>
                <a:lnTo>
                  <a:pt x="4197901" y="477697"/>
                </a:lnTo>
                <a:lnTo>
                  <a:pt x="4243196" y="463637"/>
                </a:lnTo>
                <a:lnTo>
                  <a:pt x="4284184" y="441389"/>
                </a:lnTo>
                <a:lnTo>
                  <a:pt x="4319896" y="411924"/>
                </a:lnTo>
                <a:lnTo>
                  <a:pt x="4349361" y="376213"/>
                </a:lnTo>
                <a:lnTo>
                  <a:pt x="4371609" y="335224"/>
                </a:lnTo>
                <a:lnTo>
                  <a:pt x="4385669" y="289930"/>
                </a:lnTo>
                <a:lnTo>
                  <a:pt x="4390571" y="241300"/>
                </a:lnTo>
                <a:lnTo>
                  <a:pt x="4385669" y="192669"/>
                </a:lnTo>
                <a:lnTo>
                  <a:pt x="4371609" y="147375"/>
                </a:lnTo>
                <a:lnTo>
                  <a:pt x="4349361" y="106386"/>
                </a:lnTo>
                <a:lnTo>
                  <a:pt x="4319896" y="70675"/>
                </a:lnTo>
                <a:lnTo>
                  <a:pt x="4284184" y="41210"/>
                </a:lnTo>
                <a:lnTo>
                  <a:pt x="4243196" y="18962"/>
                </a:lnTo>
                <a:lnTo>
                  <a:pt x="4197901" y="4902"/>
                </a:lnTo>
                <a:lnTo>
                  <a:pt x="4149271"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 name="object 4"/>
          <p:cNvSpPr/>
          <p:nvPr/>
        </p:nvSpPr>
        <p:spPr>
          <a:xfrm>
            <a:off x="644797" y="4254500"/>
            <a:ext cx="2195513" cy="241300"/>
          </a:xfrm>
          <a:custGeom>
            <a:avLst/>
            <a:gdLst/>
            <a:ahLst/>
            <a:cxnLst/>
            <a:rect l="l" t="t" r="r" b="b"/>
            <a:pathLst>
              <a:path w="4391025" h="482600">
                <a:moveTo>
                  <a:pt x="4149271" y="0"/>
                </a:moveTo>
                <a:lnTo>
                  <a:pt x="241300" y="0"/>
                </a:lnTo>
                <a:lnTo>
                  <a:pt x="192669" y="4902"/>
                </a:lnTo>
                <a:lnTo>
                  <a:pt x="147375" y="18962"/>
                </a:lnTo>
                <a:lnTo>
                  <a:pt x="106386" y="41210"/>
                </a:lnTo>
                <a:lnTo>
                  <a:pt x="70675" y="70675"/>
                </a:lnTo>
                <a:lnTo>
                  <a:pt x="41210" y="106386"/>
                </a:lnTo>
                <a:lnTo>
                  <a:pt x="18962" y="147375"/>
                </a:lnTo>
                <a:lnTo>
                  <a:pt x="4902" y="192669"/>
                </a:lnTo>
                <a:lnTo>
                  <a:pt x="0" y="241300"/>
                </a:lnTo>
                <a:lnTo>
                  <a:pt x="4902" y="289930"/>
                </a:lnTo>
                <a:lnTo>
                  <a:pt x="18962" y="335224"/>
                </a:lnTo>
                <a:lnTo>
                  <a:pt x="41210" y="376213"/>
                </a:lnTo>
                <a:lnTo>
                  <a:pt x="70675" y="411924"/>
                </a:lnTo>
                <a:lnTo>
                  <a:pt x="106386" y="441389"/>
                </a:lnTo>
                <a:lnTo>
                  <a:pt x="147375" y="463637"/>
                </a:lnTo>
                <a:lnTo>
                  <a:pt x="192669" y="477697"/>
                </a:lnTo>
                <a:lnTo>
                  <a:pt x="241300" y="482600"/>
                </a:lnTo>
                <a:lnTo>
                  <a:pt x="4149271" y="482600"/>
                </a:lnTo>
                <a:lnTo>
                  <a:pt x="4197901" y="477697"/>
                </a:lnTo>
                <a:lnTo>
                  <a:pt x="4243196" y="463637"/>
                </a:lnTo>
                <a:lnTo>
                  <a:pt x="4284184" y="441389"/>
                </a:lnTo>
                <a:lnTo>
                  <a:pt x="4319896" y="411924"/>
                </a:lnTo>
                <a:lnTo>
                  <a:pt x="4349361" y="376213"/>
                </a:lnTo>
                <a:lnTo>
                  <a:pt x="4371609" y="335224"/>
                </a:lnTo>
                <a:lnTo>
                  <a:pt x="4385669" y="289930"/>
                </a:lnTo>
                <a:lnTo>
                  <a:pt x="4390571" y="241300"/>
                </a:lnTo>
                <a:lnTo>
                  <a:pt x="4385669" y="192669"/>
                </a:lnTo>
                <a:lnTo>
                  <a:pt x="4371609" y="147375"/>
                </a:lnTo>
                <a:lnTo>
                  <a:pt x="4349361" y="106386"/>
                </a:lnTo>
                <a:lnTo>
                  <a:pt x="4319896" y="70675"/>
                </a:lnTo>
                <a:lnTo>
                  <a:pt x="4284184" y="41210"/>
                </a:lnTo>
                <a:lnTo>
                  <a:pt x="4243196" y="18962"/>
                </a:lnTo>
                <a:lnTo>
                  <a:pt x="4197901" y="4902"/>
                </a:lnTo>
                <a:lnTo>
                  <a:pt x="4149271"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 name="object 5"/>
          <p:cNvSpPr/>
          <p:nvPr/>
        </p:nvSpPr>
        <p:spPr>
          <a:xfrm>
            <a:off x="667657" y="5326105"/>
            <a:ext cx="2195513" cy="241300"/>
          </a:xfrm>
          <a:custGeom>
            <a:avLst/>
            <a:gdLst/>
            <a:ahLst/>
            <a:cxnLst/>
            <a:rect l="l" t="t" r="r" b="b"/>
            <a:pathLst>
              <a:path w="4391025" h="482600">
                <a:moveTo>
                  <a:pt x="4149270" y="0"/>
                </a:moveTo>
                <a:lnTo>
                  <a:pt x="241300" y="0"/>
                </a:lnTo>
                <a:lnTo>
                  <a:pt x="192669" y="4902"/>
                </a:lnTo>
                <a:lnTo>
                  <a:pt x="147374" y="18962"/>
                </a:lnTo>
                <a:lnTo>
                  <a:pt x="106386" y="41210"/>
                </a:lnTo>
                <a:lnTo>
                  <a:pt x="70674" y="70675"/>
                </a:lnTo>
                <a:lnTo>
                  <a:pt x="41209" y="106386"/>
                </a:lnTo>
                <a:lnTo>
                  <a:pt x="18962" y="147375"/>
                </a:lnTo>
                <a:lnTo>
                  <a:pt x="4902" y="192669"/>
                </a:lnTo>
                <a:lnTo>
                  <a:pt x="0" y="241300"/>
                </a:lnTo>
                <a:lnTo>
                  <a:pt x="4902" y="289930"/>
                </a:lnTo>
                <a:lnTo>
                  <a:pt x="18962" y="335224"/>
                </a:lnTo>
                <a:lnTo>
                  <a:pt x="41209" y="376213"/>
                </a:lnTo>
                <a:lnTo>
                  <a:pt x="70674" y="411924"/>
                </a:lnTo>
                <a:lnTo>
                  <a:pt x="106386" y="441389"/>
                </a:lnTo>
                <a:lnTo>
                  <a:pt x="147374" y="463637"/>
                </a:lnTo>
                <a:lnTo>
                  <a:pt x="192669" y="477697"/>
                </a:lnTo>
                <a:lnTo>
                  <a:pt x="241300" y="482600"/>
                </a:lnTo>
                <a:lnTo>
                  <a:pt x="4149270" y="482600"/>
                </a:lnTo>
                <a:lnTo>
                  <a:pt x="4197901" y="477697"/>
                </a:lnTo>
                <a:lnTo>
                  <a:pt x="4243195" y="463637"/>
                </a:lnTo>
                <a:lnTo>
                  <a:pt x="4284183" y="441389"/>
                </a:lnTo>
                <a:lnTo>
                  <a:pt x="4319895" y="411924"/>
                </a:lnTo>
                <a:lnTo>
                  <a:pt x="4349360" y="376213"/>
                </a:lnTo>
                <a:lnTo>
                  <a:pt x="4371607" y="335224"/>
                </a:lnTo>
                <a:lnTo>
                  <a:pt x="4385668" y="289930"/>
                </a:lnTo>
                <a:lnTo>
                  <a:pt x="4390570" y="241300"/>
                </a:lnTo>
                <a:lnTo>
                  <a:pt x="4385668" y="192669"/>
                </a:lnTo>
                <a:lnTo>
                  <a:pt x="4371607" y="147375"/>
                </a:lnTo>
                <a:lnTo>
                  <a:pt x="4349360" y="106386"/>
                </a:lnTo>
                <a:lnTo>
                  <a:pt x="4319895" y="70675"/>
                </a:lnTo>
                <a:lnTo>
                  <a:pt x="4284183" y="41210"/>
                </a:lnTo>
                <a:lnTo>
                  <a:pt x="4243195" y="18962"/>
                </a:lnTo>
                <a:lnTo>
                  <a:pt x="4197901" y="4902"/>
                </a:lnTo>
                <a:lnTo>
                  <a:pt x="414927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 name="object 6"/>
          <p:cNvSpPr/>
          <p:nvPr/>
        </p:nvSpPr>
        <p:spPr>
          <a:xfrm>
            <a:off x="687614" y="6495495"/>
            <a:ext cx="2195513" cy="241300"/>
          </a:xfrm>
          <a:custGeom>
            <a:avLst/>
            <a:gdLst/>
            <a:ahLst/>
            <a:cxnLst/>
            <a:rect l="l" t="t" r="r" b="b"/>
            <a:pathLst>
              <a:path w="4391025" h="482600">
                <a:moveTo>
                  <a:pt x="4149271" y="0"/>
                </a:moveTo>
                <a:lnTo>
                  <a:pt x="241300" y="0"/>
                </a:lnTo>
                <a:lnTo>
                  <a:pt x="192669" y="4902"/>
                </a:lnTo>
                <a:lnTo>
                  <a:pt x="147375" y="18962"/>
                </a:lnTo>
                <a:lnTo>
                  <a:pt x="106386" y="41210"/>
                </a:lnTo>
                <a:lnTo>
                  <a:pt x="70675" y="70675"/>
                </a:lnTo>
                <a:lnTo>
                  <a:pt x="41210" y="106386"/>
                </a:lnTo>
                <a:lnTo>
                  <a:pt x="18962" y="147375"/>
                </a:lnTo>
                <a:lnTo>
                  <a:pt x="4902" y="192669"/>
                </a:lnTo>
                <a:lnTo>
                  <a:pt x="0" y="241300"/>
                </a:lnTo>
                <a:lnTo>
                  <a:pt x="4902" y="289930"/>
                </a:lnTo>
                <a:lnTo>
                  <a:pt x="18962" y="335224"/>
                </a:lnTo>
                <a:lnTo>
                  <a:pt x="41210" y="376213"/>
                </a:lnTo>
                <a:lnTo>
                  <a:pt x="70675" y="411924"/>
                </a:lnTo>
                <a:lnTo>
                  <a:pt x="106386" y="441389"/>
                </a:lnTo>
                <a:lnTo>
                  <a:pt x="147375" y="463637"/>
                </a:lnTo>
                <a:lnTo>
                  <a:pt x="192669" y="477697"/>
                </a:lnTo>
                <a:lnTo>
                  <a:pt x="241300" y="482600"/>
                </a:lnTo>
                <a:lnTo>
                  <a:pt x="4149271" y="482600"/>
                </a:lnTo>
                <a:lnTo>
                  <a:pt x="4197901" y="477697"/>
                </a:lnTo>
                <a:lnTo>
                  <a:pt x="4243196" y="463637"/>
                </a:lnTo>
                <a:lnTo>
                  <a:pt x="4284184" y="441389"/>
                </a:lnTo>
                <a:lnTo>
                  <a:pt x="4319896" y="411924"/>
                </a:lnTo>
                <a:lnTo>
                  <a:pt x="4349361" y="376213"/>
                </a:lnTo>
                <a:lnTo>
                  <a:pt x="4371609" y="335224"/>
                </a:lnTo>
                <a:lnTo>
                  <a:pt x="4385669" y="289930"/>
                </a:lnTo>
                <a:lnTo>
                  <a:pt x="4390571" y="241300"/>
                </a:lnTo>
                <a:lnTo>
                  <a:pt x="4385669" y="192669"/>
                </a:lnTo>
                <a:lnTo>
                  <a:pt x="4371609" y="147375"/>
                </a:lnTo>
                <a:lnTo>
                  <a:pt x="4349361" y="106386"/>
                </a:lnTo>
                <a:lnTo>
                  <a:pt x="4319896" y="70675"/>
                </a:lnTo>
                <a:lnTo>
                  <a:pt x="4284184" y="41210"/>
                </a:lnTo>
                <a:lnTo>
                  <a:pt x="4243196" y="18962"/>
                </a:lnTo>
                <a:lnTo>
                  <a:pt x="4197901" y="4902"/>
                </a:lnTo>
                <a:lnTo>
                  <a:pt x="4149271"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 name="object 7"/>
          <p:cNvSpPr/>
          <p:nvPr/>
        </p:nvSpPr>
        <p:spPr>
          <a:xfrm>
            <a:off x="687614" y="7606745"/>
            <a:ext cx="2195513" cy="241300"/>
          </a:xfrm>
          <a:custGeom>
            <a:avLst/>
            <a:gdLst/>
            <a:ahLst/>
            <a:cxnLst/>
            <a:rect l="l" t="t" r="r" b="b"/>
            <a:pathLst>
              <a:path w="4391025" h="482600">
                <a:moveTo>
                  <a:pt x="4149271" y="0"/>
                </a:moveTo>
                <a:lnTo>
                  <a:pt x="241300" y="0"/>
                </a:lnTo>
                <a:lnTo>
                  <a:pt x="192669" y="4902"/>
                </a:lnTo>
                <a:lnTo>
                  <a:pt x="147375" y="18962"/>
                </a:lnTo>
                <a:lnTo>
                  <a:pt x="106386" y="41210"/>
                </a:lnTo>
                <a:lnTo>
                  <a:pt x="70675" y="70675"/>
                </a:lnTo>
                <a:lnTo>
                  <a:pt x="41210" y="106386"/>
                </a:lnTo>
                <a:lnTo>
                  <a:pt x="18962" y="147375"/>
                </a:lnTo>
                <a:lnTo>
                  <a:pt x="4902" y="192669"/>
                </a:lnTo>
                <a:lnTo>
                  <a:pt x="0" y="241300"/>
                </a:lnTo>
                <a:lnTo>
                  <a:pt x="4902" y="289930"/>
                </a:lnTo>
                <a:lnTo>
                  <a:pt x="18962" y="335224"/>
                </a:lnTo>
                <a:lnTo>
                  <a:pt x="41210" y="376213"/>
                </a:lnTo>
                <a:lnTo>
                  <a:pt x="70675" y="411924"/>
                </a:lnTo>
                <a:lnTo>
                  <a:pt x="106386" y="441389"/>
                </a:lnTo>
                <a:lnTo>
                  <a:pt x="147375" y="463637"/>
                </a:lnTo>
                <a:lnTo>
                  <a:pt x="192669" y="477697"/>
                </a:lnTo>
                <a:lnTo>
                  <a:pt x="241300" y="482600"/>
                </a:lnTo>
                <a:lnTo>
                  <a:pt x="4149271" y="482600"/>
                </a:lnTo>
                <a:lnTo>
                  <a:pt x="4197901" y="477697"/>
                </a:lnTo>
                <a:lnTo>
                  <a:pt x="4243196" y="463637"/>
                </a:lnTo>
                <a:lnTo>
                  <a:pt x="4284184" y="441389"/>
                </a:lnTo>
                <a:lnTo>
                  <a:pt x="4319896" y="411924"/>
                </a:lnTo>
                <a:lnTo>
                  <a:pt x="4349361" y="376213"/>
                </a:lnTo>
                <a:lnTo>
                  <a:pt x="4371609" y="335224"/>
                </a:lnTo>
                <a:lnTo>
                  <a:pt x="4385669" y="289930"/>
                </a:lnTo>
                <a:lnTo>
                  <a:pt x="4390571" y="241300"/>
                </a:lnTo>
                <a:lnTo>
                  <a:pt x="4385669" y="192669"/>
                </a:lnTo>
                <a:lnTo>
                  <a:pt x="4371609" y="147375"/>
                </a:lnTo>
                <a:lnTo>
                  <a:pt x="4349361" y="106386"/>
                </a:lnTo>
                <a:lnTo>
                  <a:pt x="4319896" y="70675"/>
                </a:lnTo>
                <a:lnTo>
                  <a:pt x="4284184" y="41210"/>
                </a:lnTo>
                <a:lnTo>
                  <a:pt x="4243196" y="18962"/>
                </a:lnTo>
                <a:lnTo>
                  <a:pt x="4197901" y="4902"/>
                </a:lnTo>
                <a:lnTo>
                  <a:pt x="4149271"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 name="object 8"/>
          <p:cNvSpPr txBox="1"/>
          <p:nvPr/>
        </p:nvSpPr>
        <p:spPr>
          <a:xfrm>
            <a:off x="685800" y="977900"/>
            <a:ext cx="5495608" cy="840740"/>
          </a:xfrm>
          <a:prstGeom prst="rect">
            <a:avLst/>
          </a:prstGeom>
        </p:spPr>
        <p:txBody>
          <a:bodyPr vert="horz" wrap="square" lIns="0" tIns="6350" rIns="0" bIns="0" rtlCol="0">
            <a:spAutoFit/>
          </a:bodyPr>
          <a:lstStyle/>
          <a:p>
            <a:pPr marR="11430" algn="ctr">
              <a:spcBef>
                <a:spcPts val="50"/>
              </a:spcBef>
            </a:pPr>
            <a:r>
              <a:rPr b="1" dirty="0">
                <a:solidFill>
                  <a:srgbClr val="212121"/>
                </a:solidFill>
                <a:latin typeface="江城圆体 600W" panose="020B0800000000000000" pitchFamily="34" charset="-128"/>
                <a:ea typeface="江城圆体 600W" panose="020B0800000000000000" pitchFamily="34" charset="-128"/>
                <a:cs typeface="Microsoft JhengHei"/>
              </a:rPr>
              <a:t>3、 自我揭露</a:t>
            </a:r>
            <a:endParaRPr b="1" dirty="0">
              <a:latin typeface="江城圆体 600W" panose="020B0800000000000000" pitchFamily="34" charset="-128"/>
              <a:ea typeface="江城圆体 600W" panose="020B0800000000000000" pitchFamily="34" charset="-128"/>
              <a:cs typeface="Microsoft JhengHei"/>
            </a:endParaRPr>
          </a:p>
          <a:p>
            <a:pPr marL="6350" marR="2540">
              <a:lnSpc>
                <a:spcPct val="139000"/>
              </a:lnSpc>
              <a:spcBef>
                <a:spcPts val="85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已有许多研究发现，自我揭露的程度与关系满意度，存在显著相关。因此，学习开放自己，也接受别人给我们的反馈，不但有助于自我的认识与了解，同时，更能建立良好的人际关系。</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9" name="object 9"/>
          <p:cNvSpPr txBox="1"/>
          <p:nvPr/>
        </p:nvSpPr>
        <p:spPr>
          <a:xfrm>
            <a:off x="752793" y="3229339"/>
            <a:ext cx="5495608" cy="1879600"/>
          </a:xfrm>
          <a:prstGeom prst="rect">
            <a:avLst/>
          </a:prstGeom>
        </p:spPr>
        <p:txBody>
          <a:bodyPr vert="horz" wrap="square" lIns="0" tIns="6350" rIns="0" bIns="0" rtlCol="0">
            <a:spAutoFit/>
          </a:bodyPr>
          <a:lstStyle/>
          <a:p>
            <a:pPr marL="6350">
              <a:spcBef>
                <a:spcPts val="1340"/>
              </a:spcBef>
            </a:pPr>
            <a:r>
              <a:rPr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1、发泄（expression）</a:t>
            </a:r>
            <a:endParaRPr lang="en-US"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endParaRPr>
          </a:p>
          <a:p>
            <a:pPr marL="6350">
              <a:spcBef>
                <a:spcPts val="1340"/>
              </a:spcBef>
            </a:pP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marR="2540"/>
            <a:r>
              <a:rPr sz="1050" dirty="0" err="1">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有时候，我们向别人表达自己的情绪，只是为了宣泄心中的闷气。自我揭露可以适度地发泄自己的情绪</a:t>
            </a: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a:t>
            </a:r>
            <a:endParaRPr lang="en-US"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endParaRPr sz="1600" b="1" dirty="0">
              <a:latin typeface="江城圆体 600W" panose="020B0800000000000000" pitchFamily="34" charset="-128"/>
              <a:ea typeface="江城圆体 600W" panose="020B0800000000000000" pitchFamily="34" charset="-128"/>
              <a:cs typeface="PMingLiU" panose="02020500000000000000" charset="-120"/>
            </a:endParaRPr>
          </a:p>
          <a:p>
            <a:pPr marL="6350">
              <a:spcBef>
                <a:spcPts val="5"/>
              </a:spcBef>
            </a:pPr>
            <a:r>
              <a:rPr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2、因应的能力（coping abilities）</a:t>
            </a:r>
            <a:endParaRPr lang="en-US"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endParaRPr>
          </a:p>
          <a:p>
            <a:pPr marL="6350">
              <a:spcBef>
                <a:spcPts val="5"/>
              </a:spcBef>
            </a:pP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marR="2540" algn="just"/>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自我揭露除了可以宣泄情绪之外，也可以帮助个人处理问题，特别是有关罪恶感（guilt）的问题。个人透过自我揭露，一方面让别人了解这些事件，一方面表达这些情感，那么个人则比较能够处理这样的罪恶感，并且可能进一步降低或消除罪恶感。</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0" name="object 10"/>
          <p:cNvSpPr txBox="1"/>
          <p:nvPr/>
        </p:nvSpPr>
        <p:spPr>
          <a:xfrm>
            <a:off x="752793" y="5300705"/>
            <a:ext cx="5495608" cy="945515"/>
          </a:xfrm>
          <a:prstGeom prst="rect">
            <a:avLst/>
          </a:prstGeom>
        </p:spPr>
        <p:txBody>
          <a:bodyPr vert="horz" wrap="square" lIns="0" tIns="68580" rIns="0" bIns="0" rtlCol="0">
            <a:spAutoFit/>
          </a:bodyPr>
          <a:lstStyle/>
          <a:p>
            <a:pPr marL="6350" algn="just">
              <a:spcBef>
                <a:spcPts val="540"/>
              </a:spcBef>
            </a:pPr>
            <a:r>
              <a:rPr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3、自我澄清（self clarification）</a:t>
            </a:r>
            <a:endParaRPr lang="en-US"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endParaRPr>
          </a:p>
          <a:p>
            <a:pPr marL="6350" algn="just">
              <a:spcBef>
                <a:spcPts val="540"/>
              </a:spcBef>
            </a:pP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marR="2540" algn="just"/>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我们透过与他人分享自己感受和经验的过程中，不但能使他人更加了解自己，同时，也可能使自己获得不同的观点（perspectives），重新诠释自己的行为，并进一步增加自我知识（self- knowledge）。</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1" name="object 11"/>
          <p:cNvSpPr txBox="1"/>
          <p:nvPr/>
        </p:nvSpPr>
        <p:spPr>
          <a:xfrm>
            <a:off x="763746" y="6465990"/>
            <a:ext cx="5495608" cy="945515"/>
          </a:xfrm>
          <a:prstGeom prst="rect">
            <a:avLst/>
          </a:prstGeom>
        </p:spPr>
        <p:txBody>
          <a:bodyPr vert="horz" wrap="square" lIns="0" tIns="68580" rIns="0" bIns="0" rtlCol="0">
            <a:spAutoFit/>
          </a:bodyPr>
          <a:lstStyle/>
          <a:p>
            <a:pPr marL="6350" algn="just">
              <a:spcBef>
                <a:spcPts val="540"/>
              </a:spcBef>
            </a:pPr>
            <a:r>
              <a:rPr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4、社会认可（social validation）</a:t>
            </a:r>
            <a:endParaRPr lang="en-US"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endParaRPr>
          </a:p>
          <a:p>
            <a:pPr marL="6350" algn="just">
              <a:spcBef>
                <a:spcPts val="540"/>
              </a:spcBef>
            </a:pP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marR="2540" algn="just"/>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经由观察别人对我们自我揭露的反应，我们可以知道自己的观点是否正确或恰当。当别人支持我们的观点，我们对自己的看法会较具信心；相反地，如果别人不赞同我们的观点，那么我们也可以做适当的修正，从而拥有更正确的看法。</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2" name="object 12"/>
          <p:cNvSpPr txBox="1"/>
          <p:nvPr/>
        </p:nvSpPr>
        <p:spPr>
          <a:xfrm>
            <a:off x="790098" y="7598785"/>
            <a:ext cx="5495608" cy="1008380"/>
          </a:xfrm>
          <a:prstGeom prst="rect">
            <a:avLst/>
          </a:prstGeom>
        </p:spPr>
        <p:txBody>
          <a:bodyPr vert="horz" wrap="square" lIns="0" tIns="68580" rIns="0" bIns="0" rtlCol="0">
            <a:spAutoFit/>
          </a:bodyPr>
          <a:lstStyle/>
          <a:p>
            <a:pPr marL="6350">
              <a:spcBef>
                <a:spcPts val="540"/>
              </a:spcBef>
            </a:pPr>
            <a:r>
              <a:rPr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5、社会控制（social control）</a:t>
            </a:r>
            <a:endParaRPr lang="en-US"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endParaRPr>
          </a:p>
          <a:p>
            <a:pPr marL="6350">
              <a:spcBef>
                <a:spcPts val="540"/>
              </a:spcBef>
            </a:pP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a:spcBef>
                <a:spcPts val="490"/>
              </a:spcBef>
            </a:pPr>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有时候我们会藉由透露或隐瞒一些与自己有关的信息，来作为控制他人的工具。</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a:p>
            <a:pPr marL="6350" marR="2540"/>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例如：我们可能小心翼翼地避免谈及一些与自己有关的事，来保护自己的隐私权（privacy），但是我们也可能刻意强调自己的优点，使听者（listener）对我们形成一个正面的印象。</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13" name="object 13"/>
          <p:cNvSpPr txBox="1"/>
          <p:nvPr/>
        </p:nvSpPr>
        <p:spPr>
          <a:xfrm>
            <a:off x="3175000" y="2105978"/>
            <a:ext cx="673100" cy="167640"/>
          </a:xfrm>
          <a:prstGeom prst="rect">
            <a:avLst/>
          </a:prstGeom>
        </p:spPr>
        <p:txBody>
          <a:bodyPr vert="horz" wrap="square" lIns="0" tIns="6350" rIns="0" bIns="0" rtlCol="0">
            <a:spAutoFit/>
          </a:bodyPr>
          <a:lstStyle/>
          <a:p>
            <a:pPr marL="6350">
              <a:spcBef>
                <a:spcPts val="5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显著相关</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16" name="object 16"/>
          <p:cNvSpPr/>
          <p:nvPr/>
        </p:nvSpPr>
        <p:spPr>
          <a:xfrm>
            <a:off x="2859306" y="2283778"/>
            <a:ext cx="1158558" cy="121920"/>
          </a:xfrm>
          <a:custGeom>
            <a:avLst/>
            <a:gdLst/>
            <a:ahLst/>
            <a:cxnLst/>
            <a:rect l="l" t="t" r="r" b="b"/>
            <a:pathLst>
              <a:path w="2317115" h="243839">
                <a:moveTo>
                  <a:pt x="2090172" y="0"/>
                </a:moveTo>
                <a:lnTo>
                  <a:pt x="2087937" y="0"/>
                </a:lnTo>
                <a:lnTo>
                  <a:pt x="2079157" y="863"/>
                </a:lnTo>
                <a:lnTo>
                  <a:pt x="2073544" y="6972"/>
                </a:lnTo>
                <a:lnTo>
                  <a:pt x="2073536" y="101600"/>
                </a:lnTo>
                <a:lnTo>
                  <a:pt x="243326" y="101600"/>
                </a:lnTo>
                <a:lnTo>
                  <a:pt x="243331" y="6438"/>
                </a:lnTo>
                <a:lnTo>
                  <a:pt x="236888" y="0"/>
                </a:lnTo>
                <a:lnTo>
                  <a:pt x="226703" y="0"/>
                </a:lnTo>
                <a:lnTo>
                  <a:pt x="224500" y="520"/>
                </a:lnTo>
                <a:lnTo>
                  <a:pt x="2881" y="111328"/>
                </a:lnTo>
                <a:lnTo>
                  <a:pt x="0" y="119976"/>
                </a:lnTo>
                <a:lnTo>
                  <a:pt x="4947" y="129870"/>
                </a:lnTo>
                <a:lnTo>
                  <a:pt x="7207" y="132130"/>
                </a:lnTo>
                <a:lnTo>
                  <a:pt x="229612" y="243332"/>
                </a:lnTo>
                <a:lnTo>
                  <a:pt x="238258" y="240449"/>
                </a:lnTo>
                <a:lnTo>
                  <a:pt x="241813" y="233337"/>
                </a:lnTo>
                <a:lnTo>
                  <a:pt x="243039" y="230238"/>
                </a:lnTo>
                <a:lnTo>
                  <a:pt x="243331" y="228574"/>
                </a:lnTo>
                <a:lnTo>
                  <a:pt x="243326" y="139700"/>
                </a:lnTo>
                <a:lnTo>
                  <a:pt x="2073536" y="139700"/>
                </a:lnTo>
                <a:lnTo>
                  <a:pt x="2073544" y="229133"/>
                </a:lnTo>
                <a:lnTo>
                  <a:pt x="2074063" y="231343"/>
                </a:lnTo>
                <a:lnTo>
                  <a:pt x="2078617" y="240449"/>
                </a:lnTo>
                <a:lnTo>
                  <a:pt x="2087264" y="243332"/>
                </a:lnTo>
                <a:lnTo>
                  <a:pt x="2309668" y="132130"/>
                </a:lnTo>
                <a:lnTo>
                  <a:pt x="2311928" y="129870"/>
                </a:lnTo>
                <a:lnTo>
                  <a:pt x="2316876" y="119976"/>
                </a:lnTo>
                <a:lnTo>
                  <a:pt x="2313994" y="111328"/>
                </a:lnTo>
                <a:lnTo>
                  <a:pt x="2092375" y="520"/>
                </a:lnTo>
                <a:lnTo>
                  <a:pt x="2090172"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pic>
        <p:nvPicPr>
          <p:cNvPr id="17" name="object 17"/>
          <p:cNvPicPr/>
          <p:nvPr/>
        </p:nvPicPr>
        <p:blipFill>
          <a:blip r:embed="rId2" cstate="print"/>
          <a:stretch>
            <a:fillRect/>
          </a:stretch>
        </p:blipFill>
        <p:spPr>
          <a:xfrm>
            <a:off x="3189837" y="8851900"/>
            <a:ext cx="486698" cy="292100"/>
          </a:xfrm>
          <a:prstGeom prst="rect">
            <a:avLst/>
          </a:prstGeom>
        </p:spPr>
      </p:pic>
      <p:sp>
        <p:nvSpPr>
          <p:cNvPr id="18" name="object 16"/>
          <p:cNvSpPr/>
          <p:nvPr/>
        </p:nvSpPr>
        <p:spPr>
          <a:xfrm>
            <a:off x="1515882" y="1943100"/>
            <a:ext cx="1256620" cy="682308"/>
          </a:xfrm>
          <a:custGeom>
            <a:avLst/>
            <a:gdLst/>
            <a:ahLst/>
            <a:cxnLst/>
            <a:rect l="l" t="t" r="r" b="b"/>
            <a:pathLst>
              <a:path w="1088389" h="1606550">
                <a:moveTo>
                  <a:pt x="1087827" y="0"/>
                </a:moveTo>
                <a:lnTo>
                  <a:pt x="0" y="0"/>
                </a:lnTo>
                <a:lnTo>
                  <a:pt x="0" y="1605977"/>
                </a:lnTo>
                <a:lnTo>
                  <a:pt x="1087827" y="1605977"/>
                </a:lnTo>
                <a:lnTo>
                  <a:pt x="1087827" y="0"/>
                </a:lnTo>
                <a:close/>
              </a:path>
            </a:pathLst>
          </a:custGeom>
          <a:solidFill>
            <a:srgbClr val="0FA766"/>
          </a:solidFill>
          <a:ln w="38100">
            <a:solidFill>
              <a:srgbClr val="212121"/>
            </a:solidFill>
          </a:ln>
        </p:spPr>
        <p:txBody>
          <a:bodyPr wrap="square" lIns="0" tIns="0" rIns="0" bIns="0" rtlCol="0"/>
          <a:lstStyle/>
          <a:p>
            <a:pPr>
              <a:spcBef>
                <a:spcPts val="10"/>
              </a:spcBef>
            </a:pPr>
            <a:endParaRPr lang="zh-CN" altLang="en-US" sz="900" dirty="0">
              <a:latin typeface="江城圆体 400W" panose="020B0800000000000000" pitchFamily="34" charset="-128"/>
              <a:ea typeface="江城圆体 400W" panose="020B0800000000000000" pitchFamily="34" charset="-128"/>
              <a:cs typeface="Times New Roman" panose="02020603050405020304"/>
            </a:endParaRPr>
          </a:p>
        </p:txBody>
      </p:sp>
      <p:sp>
        <p:nvSpPr>
          <p:cNvPr id="20" name="文本框 19"/>
          <p:cNvSpPr txBox="1"/>
          <p:nvPr/>
        </p:nvSpPr>
        <p:spPr>
          <a:xfrm>
            <a:off x="1463600" y="2121390"/>
            <a:ext cx="1383846" cy="475615"/>
          </a:xfrm>
          <a:prstGeom prst="rect">
            <a:avLst/>
          </a:prstGeom>
          <a:noFill/>
        </p:spPr>
        <p:txBody>
          <a:bodyPr wrap="square">
            <a:spAutoFit/>
          </a:bodyPr>
          <a:lstStyle/>
          <a:p>
            <a:pPr marL="441960" marR="146050" indent="-285750">
              <a:lnSpc>
                <a:spcPts val="1500"/>
              </a:lnSpc>
            </a:pPr>
            <a:r>
              <a:rPr lang="zh-CN" altLang="en-US" sz="14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自我揭露的程度</a:t>
            </a:r>
            <a:endParaRPr lang="zh-CN" altLang="en-US" sz="14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1" name="object 16"/>
          <p:cNvSpPr/>
          <p:nvPr/>
        </p:nvSpPr>
        <p:spPr>
          <a:xfrm>
            <a:off x="4069305" y="1943100"/>
            <a:ext cx="1256620" cy="682308"/>
          </a:xfrm>
          <a:custGeom>
            <a:avLst/>
            <a:gdLst/>
            <a:ahLst/>
            <a:cxnLst/>
            <a:rect l="l" t="t" r="r" b="b"/>
            <a:pathLst>
              <a:path w="1088389" h="1606550">
                <a:moveTo>
                  <a:pt x="1087827" y="0"/>
                </a:moveTo>
                <a:lnTo>
                  <a:pt x="0" y="0"/>
                </a:lnTo>
                <a:lnTo>
                  <a:pt x="0" y="1605977"/>
                </a:lnTo>
                <a:lnTo>
                  <a:pt x="1087827" y="1605977"/>
                </a:lnTo>
                <a:lnTo>
                  <a:pt x="1087827" y="0"/>
                </a:lnTo>
                <a:close/>
              </a:path>
            </a:pathLst>
          </a:custGeom>
          <a:solidFill>
            <a:srgbClr val="0FA766"/>
          </a:solidFill>
          <a:ln w="38100">
            <a:solidFill>
              <a:srgbClr val="212121"/>
            </a:solidFill>
          </a:ln>
        </p:spPr>
        <p:txBody>
          <a:bodyPr wrap="square" lIns="0" tIns="0" rIns="0" bIns="0" rtlCol="0"/>
          <a:lstStyle/>
          <a:p>
            <a:pPr>
              <a:spcBef>
                <a:spcPts val="10"/>
              </a:spcBef>
            </a:pPr>
            <a:endParaRPr lang="zh-CN" altLang="en-US" sz="900" dirty="0">
              <a:latin typeface="江城圆体 400W" panose="020B0800000000000000" pitchFamily="34" charset="-128"/>
              <a:ea typeface="江城圆体 400W" panose="020B0800000000000000" pitchFamily="34" charset="-128"/>
              <a:cs typeface="Times New Roman" panose="02020603050405020304"/>
            </a:endParaRPr>
          </a:p>
        </p:txBody>
      </p:sp>
      <p:sp>
        <p:nvSpPr>
          <p:cNvPr id="22" name="文本框 21"/>
          <p:cNvSpPr txBox="1"/>
          <p:nvPr/>
        </p:nvSpPr>
        <p:spPr>
          <a:xfrm>
            <a:off x="4064454" y="2187268"/>
            <a:ext cx="1383846" cy="306705"/>
          </a:xfrm>
          <a:prstGeom prst="rect">
            <a:avLst/>
          </a:prstGeom>
          <a:noFill/>
        </p:spPr>
        <p:txBody>
          <a:bodyPr wrap="square">
            <a:spAutoFit/>
          </a:bodyPr>
          <a:lstStyle/>
          <a:p>
            <a:pPr marL="156210"/>
            <a:r>
              <a:rPr lang="zh-CN" altLang="en-US" sz="1400" dirty="0">
                <a:solidFill>
                  <a:srgbClr val="FFFFFF"/>
                </a:solidFill>
                <a:latin typeface="江城圆体 400W" panose="020B0800000000000000" pitchFamily="34" charset="-128"/>
                <a:ea typeface="江城圆体 400W" panose="020B0800000000000000" pitchFamily="34" charset="-128"/>
                <a:cs typeface="PMingLiU" panose="02020500000000000000" charset="-120"/>
              </a:rPr>
              <a:t>关系满意度</a:t>
            </a:r>
            <a:endParaRPr lang="zh-CN" altLang="en-US" sz="14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4" name="文本框 23"/>
          <p:cNvSpPr txBox="1"/>
          <p:nvPr/>
        </p:nvSpPr>
        <p:spPr>
          <a:xfrm>
            <a:off x="1549459" y="2762935"/>
            <a:ext cx="4013141" cy="368300"/>
          </a:xfrm>
          <a:prstGeom prst="rect">
            <a:avLst/>
          </a:prstGeom>
          <a:noFill/>
        </p:spPr>
        <p:txBody>
          <a:bodyPr wrap="square">
            <a:spAutoFit/>
          </a:bodyPr>
          <a:lstStyle/>
          <a:p>
            <a:pPr marR="55880" algn="ctr">
              <a:spcBef>
                <a:spcPts val="50"/>
              </a:spcBef>
            </a:pPr>
            <a:r>
              <a:rPr lang="en-US" altLang="zh-CN" b="1" dirty="0">
                <a:solidFill>
                  <a:srgbClr val="212121"/>
                </a:solidFill>
                <a:latin typeface="江城圆体 600W" panose="020B0800000000000000" pitchFamily="34" charset="-128"/>
                <a:ea typeface="江城圆体 600W" panose="020B0800000000000000" pitchFamily="34" charset="-128"/>
                <a:cs typeface="Microsoft JhengHei"/>
              </a:rPr>
              <a:t>4</a:t>
            </a:r>
            <a:r>
              <a:rPr lang="zh-CN" altLang="en-US" b="1" dirty="0">
                <a:solidFill>
                  <a:srgbClr val="212121"/>
                </a:solidFill>
                <a:latin typeface="江城圆体 600W" panose="020B0800000000000000" pitchFamily="34" charset="-128"/>
                <a:ea typeface="江城圆体 600W" panose="020B0800000000000000" pitchFamily="34" charset="-128"/>
                <a:cs typeface="Microsoft JhengHei"/>
              </a:rPr>
              <a:t>、自我揭露的功能（</a:t>
            </a:r>
            <a:r>
              <a:rPr lang="en-US" altLang="zh-CN" b="1" dirty="0">
                <a:solidFill>
                  <a:srgbClr val="212121"/>
                </a:solidFill>
                <a:latin typeface="江城圆体 600W" panose="020B0800000000000000" pitchFamily="34" charset="-128"/>
                <a:ea typeface="江城圆体 600W" panose="020B0800000000000000" pitchFamily="34" charset="-128"/>
                <a:cs typeface="Microsoft JhengHei"/>
              </a:rPr>
              <a:t>FUNCTIONS</a:t>
            </a:r>
            <a:r>
              <a:rPr lang="zh-CN" altLang="en-US" b="1" dirty="0">
                <a:solidFill>
                  <a:srgbClr val="212121"/>
                </a:solidFill>
                <a:latin typeface="江城圆体 600W" panose="020B0800000000000000" pitchFamily="34" charset="-128"/>
                <a:ea typeface="江城圆体 600W" panose="020B0800000000000000" pitchFamily="34" charset="-128"/>
                <a:cs typeface="Microsoft JhengHei"/>
              </a:rPr>
              <a:t>）</a:t>
            </a:r>
            <a:endParaRPr lang="en-US" altLang="zh-CN" b="1" dirty="0">
              <a:latin typeface="江城圆体 600W" panose="020B0800000000000000" pitchFamily="34" charset="-128"/>
              <a:ea typeface="江城圆体 600W" panose="020B0800000000000000" pitchFamily="34" charset="-128"/>
              <a:cs typeface="Microsoft JhengHe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35000" y="1143000"/>
            <a:ext cx="2933700" cy="241300"/>
          </a:xfrm>
          <a:custGeom>
            <a:avLst/>
            <a:gdLst/>
            <a:ahLst/>
            <a:cxnLst/>
            <a:rect l="l" t="t" r="r" b="b"/>
            <a:pathLst>
              <a:path w="5867400" h="482600">
                <a:moveTo>
                  <a:pt x="5626100" y="0"/>
                </a:moveTo>
                <a:lnTo>
                  <a:pt x="241300" y="0"/>
                </a:lnTo>
                <a:lnTo>
                  <a:pt x="192669" y="4902"/>
                </a:lnTo>
                <a:lnTo>
                  <a:pt x="147375" y="18963"/>
                </a:lnTo>
                <a:lnTo>
                  <a:pt x="106386" y="41211"/>
                </a:lnTo>
                <a:lnTo>
                  <a:pt x="70675" y="70677"/>
                </a:lnTo>
                <a:lnTo>
                  <a:pt x="41210" y="106389"/>
                </a:lnTo>
                <a:lnTo>
                  <a:pt x="18962" y="147377"/>
                </a:lnTo>
                <a:lnTo>
                  <a:pt x="4902" y="192671"/>
                </a:lnTo>
                <a:lnTo>
                  <a:pt x="0" y="241300"/>
                </a:lnTo>
                <a:lnTo>
                  <a:pt x="4902" y="289928"/>
                </a:lnTo>
                <a:lnTo>
                  <a:pt x="18962" y="335222"/>
                </a:lnTo>
                <a:lnTo>
                  <a:pt x="41210" y="376210"/>
                </a:lnTo>
                <a:lnTo>
                  <a:pt x="70675" y="411922"/>
                </a:lnTo>
                <a:lnTo>
                  <a:pt x="106386" y="441388"/>
                </a:lnTo>
                <a:lnTo>
                  <a:pt x="147375" y="463636"/>
                </a:lnTo>
                <a:lnTo>
                  <a:pt x="192669" y="477697"/>
                </a:lnTo>
                <a:lnTo>
                  <a:pt x="241300" y="482600"/>
                </a:lnTo>
                <a:lnTo>
                  <a:pt x="5626100" y="482600"/>
                </a:lnTo>
                <a:lnTo>
                  <a:pt x="5674730" y="477697"/>
                </a:lnTo>
                <a:lnTo>
                  <a:pt x="5720024" y="463636"/>
                </a:lnTo>
                <a:lnTo>
                  <a:pt x="5761013" y="441388"/>
                </a:lnTo>
                <a:lnTo>
                  <a:pt x="5796724" y="411922"/>
                </a:lnTo>
                <a:lnTo>
                  <a:pt x="5826189" y="376210"/>
                </a:lnTo>
                <a:lnTo>
                  <a:pt x="5848437" y="335222"/>
                </a:lnTo>
                <a:lnTo>
                  <a:pt x="5862497" y="289928"/>
                </a:lnTo>
                <a:lnTo>
                  <a:pt x="5867400" y="241300"/>
                </a:lnTo>
                <a:lnTo>
                  <a:pt x="5862497" y="192671"/>
                </a:lnTo>
                <a:lnTo>
                  <a:pt x="5848437" y="147377"/>
                </a:lnTo>
                <a:lnTo>
                  <a:pt x="5826189" y="106389"/>
                </a:lnTo>
                <a:lnTo>
                  <a:pt x="5796724" y="70677"/>
                </a:lnTo>
                <a:lnTo>
                  <a:pt x="5761013" y="41211"/>
                </a:lnTo>
                <a:lnTo>
                  <a:pt x="5720024" y="18963"/>
                </a:lnTo>
                <a:lnTo>
                  <a:pt x="5674730" y="4902"/>
                </a:lnTo>
                <a:lnTo>
                  <a:pt x="562610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3" name="object 3"/>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
        <p:nvSpPr>
          <p:cNvPr id="4" name="object 4"/>
          <p:cNvSpPr txBox="1"/>
          <p:nvPr/>
        </p:nvSpPr>
        <p:spPr>
          <a:xfrm>
            <a:off x="685800" y="1094588"/>
            <a:ext cx="5501958" cy="1009015"/>
          </a:xfrm>
          <a:prstGeom prst="rect">
            <a:avLst/>
          </a:prstGeom>
        </p:spPr>
        <p:txBody>
          <a:bodyPr vert="horz" wrap="square" lIns="0" tIns="100330" rIns="0" bIns="0" rtlCol="0">
            <a:spAutoFit/>
          </a:bodyPr>
          <a:lstStyle/>
          <a:p>
            <a:pPr marL="6350" algn="just">
              <a:spcBef>
                <a:spcPts val="790"/>
              </a:spcBef>
            </a:pPr>
            <a:r>
              <a:rPr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rPr>
              <a:t>6、关系的发展（relationship development）</a:t>
            </a:r>
            <a:endParaRPr lang="en-US" sz="1050" b="1" dirty="0">
              <a:solidFill>
                <a:srgbClr val="FFFFFF"/>
              </a:solidFill>
              <a:latin typeface="江城圆体 600W" panose="020B0800000000000000" pitchFamily="34" charset="-128"/>
              <a:ea typeface="江城圆体 600W" panose="020B0800000000000000" pitchFamily="34" charset="-128"/>
              <a:cs typeface="微软雅黑" panose="020B0503020204020204" charset="-122"/>
            </a:endParaRPr>
          </a:p>
          <a:p>
            <a:pPr marL="6350" algn="just">
              <a:spcBef>
                <a:spcPts val="790"/>
              </a:spcBef>
            </a:pP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marR="2540" algn="just"/>
            <a:r>
              <a:rPr sz="1050" dirty="0">
                <a:solidFill>
                  <a:srgbClr val="212121"/>
                </a:solidFill>
                <a:latin typeface="Alibaba PuHuiTi" panose="00020600040101010101" pitchFamily="18" charset="-122"/>
                <a:ea typeface="Alibaba PuHuiTi" panose="00020600040101010101" pitchFamily="18" charset="-122"/>
                <a:cs typeface="Alibaba PuHuiTi" panose="00020600040101010101" pitchFamily="18" charset="-122"/>
              </a:rPr>
              <a:t>自我揭露对于人际关系的建立，是相当有帮助的，因为可以促进双方的认识与了解。当人际关系从表面的接触，逐渐发展成为亲密关系时，自我揭露的深度与广度，也会随之改变。如下图所示，自我揭露主要涉及两个面向——深度与广度。</a:t>
            </a:r>
            <a:endParaRPr sz="1050" dirty="0">
              <a:latin typeface="Alibaba PuHuiTi" panose="00020600040101010101" pitchFamily="18" charset="-122"/>
              <a:ea typeface="Alibaba PuHuiTi" panose="00020600040101010101" pitchFamily="18" charset="-122"/>
              <a:cs typeface="Alibaba PuHuiTi" panose="00020600040101010101" pitchFamily="18" charset="-122"/>
            </a:endParaRPr>
          </a:p>
        </p:txBody>
      </p:sp>
      <p:sp>
        <p:nvSpPr>
          <p:cNvPr id="5" name="object 5"/>
          <p:cNvSpPr txBox="1"/>
          <p:nvPr/>
        </p:nvSpPr>
        <p:spPr>
          <a:xfrm>
            <a:off x="2781402" y="2396007"/>
            <a:ext cx="1610043" cy="328930"/>
          </a:xfrm>
          <a:prstGeom prst="rect">
            <a:avLst/>
          </a:prstGeom>
        </p:spPr>
        <p:txBody>
          <a:bodyPr vert="horz" wrap="square" lIns="0" tIns="6350" rIns="0" bIns="0" rtlCol="0">
            <a:spAutoFit/>
          </a:bodyPr>
          <a:lstStyle/>
          <a:p>
            <a:pPr marL="6350">
              <a:spcBef>
                <a:spcPts val="50"/>
              </a:spcBef>
            </a:pPr>
            <a:r>
              <a:rPr sz="1050" b="1" dirty="0">
                <a:solidFill>
                  <a:srgbClr val="212121"/>
                </a:solidFill>
                <a:latin typeface="江城圆体 600W" panose="020B0800000000000000" pitchFamily="34" charset="-128"/>
                <a:ea typeface="江城圆体 600W" panose="020B0800000000000000" pitchFamily="34" charset="-128"/>
                <a:cs typeface="Microsoft JhengHei"/>
              </a:rPr>
              <a:t>自我揭露与人际关系的发展</a:t>
            </a:r>
            <a:endParaRPr sz="1050" b="1" dirty="0">
              <a:latin typeface="江城圆体 600W" panose="020B0800000000000000" pitchFamily="34" charset="-128"/>
              <a:ea typeface="江城圆体 600W" panose="020B0800000000000000" pitchFamily="34" charset="-128"/>
              <a:cs typeface="Microsoft JhengHei"/>
            </a:endParaRPr>
          </a:p>
        </p:txBody>
      </p:sp>
      <p:sp>
        <p:nvSpPr>
          <p:cNvPr id="6" name="object 6"/>
          <p:cNvSpPr txBox="1"/>
          <p:nvPr/>
        </p:nvSpPr>
        <p:spPr>
          <a:xfrm>
            <a:off x="1632064" y="3586397"/>
            <a:ext cx="190500" cy="1510030"/>
          </a:xfrm>
          <a:prstGeom prst="rect">
            <a:avLst/>
          </a:prstGeom>
        </p:spPr>
        <p:txBody>
          <a:bodyPr vert="horz" wrap="square" lIns="0" tIns="29210" rIns="0" bIns="0" rtlCol="0">
            <a:spAutoFit/>
          </a:bodyPr>
          <a:lstStyle/>
          <a:p>
            <a:pPr algn="just">
              <a:lnSpc>
                <a:spcPts val="1650"/>
              </a:lnSpc>
              <a:spcBef>
                <a:spcPts val="230"/>
              </a:spcBef>
            </a:pPr>
            <a:r>
              <a:rPr sz="1500" dirty="0">
                <a:solidFill>
                  <a:srgbClr val="212121"/>
                </a:solidFill>
                <a:latin typeface="江城圆体 400W" panose="020B0800000000000000" pitchFamily="34" charset="-128"/>
                <a:ea typeface="江城圆体 400W" panose="020B0800000000000000" pitchFamily="34" charset="-128"/>
                <a:cs typeface="Microsoft JhengHei"/>
              </a:rPr>
              <a:t>自我揭露</a:t>
            </a:r>
            <a:endParaRPr sz="1500">
              <a:latin typeface="江城圆体 400W" panose="020B0800000000000000" pitchFamily="34" charset="-128"/>
              <a:ea typeface="江城圆体 400W" panose="020B0800000000000000" pitchFamily="34" charset="-128"/>
              <a:cs typeface="Microsoft JhengHei"/>
            </a:endParaRPr>
          </a:p>
          <a:p>
            <a:pPr marL="59690">
              <a:lnSpc>
                <a:spcPts val="1545"/>
              </a:lnSpc>
            </a:pPr>
            <a:r>
              <a:rPr sz="1500" dirty="0">
                <a:solidFill>
                  <a:srgbClr val="212121"/>
                </a:solidFill>
                <a:latin typeface="江城圆体 400W" panose="020B0800000000000000" pitchFamily="34" charset="-128"/>
                <a:ea typeface="江城圆体 400W" panose="020B0800000000000000" pitchFamily="34" charset="-128"/>
                <a:cs typeface="Microsoft JhengHei"/>
              </a:rPr>
              <a:t>-</a:t>
            </a:r>
            <a:endParaRPr sz="1500">
              <a:latin typeface="江城圆体 400W" panose="020B0800000000000000" pitchFamily="34" charset="-128"/>
              <a:ea typeface="江城圆体 400W" panose="020B0800000000000000" pitchFamily="34" charset="-128"/>
              <a:cs typeface="Microsoft JhengHei"/>
            </a:endParaRPr>
          </a:p>
          <a:p>
            <a:pPr>
              <a:lnSpc>
                <a:spcPts val="1650"/>
              </a:lnSpc>
              <a:spcBef>
                <a:spcPts val="105"/>
              </a:spcBef>
            </a:pPr>
            <a:r>
              <a:rPr sz="1500" dirty="0">
                <a:solidFill>
                  <a:srgbClr val="212121"/>
                </a:solidFill>
                <a:latin typeface="江城圆体 400W" panose="020B0800000000000000" pitchFamily="34" charset="-128"/>
                <a:ea typeface="江城圆体 400W" panose="020B0800000000000000" pitchFamily="34" charset="-128"/>
                <a:cs typeface="Microsoft JhengHei"/>
              </a:rPr>
              <a:t>深度</a:t>
            </a:r>
            <a:endParaRPr sz="1500">
              <a:latin typeface="江城圆体 400W" panose="020B0800000000000000" pitchFamily="34" charset="-128"/>
              <a:ea typeface="江城圆体 400W" panose="020B0800000000000000" pitchFamily="34" charset="-128"/>
              <a:cs typeface="Microsoft JhengHei"/>
            </a:endParaRPr>
          </a:p>
        </p:txBody>
      </p:sp>
      <p:sp>
        <p:nvSpPr>
          <p:cNvPr id="7" name="object 7"/>
          <p:cNvSpPr txBox="1"/>
          <p:nvPr/>
        </p:nvSpPr>
        <p:spPr>
          <a:xfrm>
            <a:off x="3036136" y="5967647"/>
            <a:ext cx="1223963" cy="236855"/>
          </a:xfrm>
          <a:prstGeom prst="rect">
            <a:avLst/>
          </a:prstGeom>
        </p:spPr>
        <p:txBody>
          <a:bodyPr vert="horz" wrap="square" lIns="0" tIns="6350" rIns="0" bIns="0" rtlCol="0">
            <a:spAutoFit/>
          </a:bodyPr>
          <a:lstStyle/>
          <a:p>
            <a:pPr marL="6350">
              <a:spcBef>
                <a:spcPts val="50"/>
              </a:spcBef>
            </a:pPr>
            <a:r>
              <a:rPr sz="1500" dirty="0">
                <a:solidFill>
                  <a:srgbClr val="212121"/>
                </a:solidFill>
                <a:latin typeface="江城圆体 400W" panose="020B0800000000000000" pitchFamily="34" charset="-128"/>
                <a:ea typeface="江城圆体 400W" panose="020B0800000000000000" pitchFamily="34" charset="-128"/>
                <a:cs typeface="Microsoft JhengHei"/>
              </a:rPr>
              <a:t>自我揭露-广度</a:t>
            </a:r>
            <a:endParaRPr sz="1500">
              <a:latin typeface="江城圆体 400W" panose="020B0800000000000000" pitchFamily="34" charset="-128"/>
              <a:ea typeface="江城圆体 400W" panose="020B0800000000000000" pitchFamily="34" charset="-128"/>
              <a:cs typeface="Microsoft JhengHei"/>
            </a:endParaRPr>
          </a:p>
        </p:txBody>
      </p:sp>
      <p:sp>
        <p:nvSpPr>
          <p:cNvPr id="8" name="object 8"/>
          <p:cNvSpPr txBox="1"/>
          <p:nvPr/>
        </p:nvSpPr>
        <p:spPr>
          <a:xfrm>
            <a:off x="1648520" y="2790776"/>
            <a:ext cx="561280" cy="332740"/>
          </a:xfrm>
          <a:prstGeom prst="rect">
            <a:avLst/>
          </a:prstGeom>
        </p:spPr>
        <p:txBody>
          <a:bodyPr vert="horz" wrap="square" lIns="0" tIns="12700" rIns="0" bIns="0" rtlCol="0">
            <a:spAutoFit/>
          </a:bodyPr>
          <a:lstStyle/>
          <a:p>
            <a:pPr marL="137160" marR="2540" indent="-131445">
              <a:lnSpc>
                <a:spcPts val="1250"/>
              </a:lnSpc>
              <a:spcBef>
                <a:spcPts val="10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不亲密的话题</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9" name="object 9"/>
          <p:cNvSpPr/>
          <p:nvPr/>
        </p:nvSpPr>
        <p:spPr>
          <a:xfrm>
            <a:off x="1856875" y="3175177"/>
            <a:ext cx="123825" cy="2537460"/>
          </a:xfrm>
          <a:custGeom>
            <a:avLst/>
            <a:gdLst/>
            <a:ahLst/>
            <a:cxnLst/>
            <a:rect l="l" t="t" r="r" b="b"/>
            <a:pathLst>
              <a:path w="247650" h="5074920">
                <a:moveTo>
                  <a:pt x="222228" y="0"/>
                </a:moveTo>
                <a:lnTo>
                  <a:pt x="19028" y="232"/>
                </a:lnTo>
                <a:lnTo>
                  <a:pt x="0" y="19303"/>
                </a:lnTo>
                <a:lnTo>
                  <a:pt x="1505" y="26717"/>
                </a:lnTo>
                <a:lnTo>
                  <a:pt x="5595" y="32767"/>
                </a:lnTo>
                <a:lnTo>
                  <a:pt x="11655" y="36843"/>
                </a:lnTo>
                <a:lnTo>
                  <a:pt x="19071" y="38332"/>
                </a:lnTo>
                <a:lnTo>
                  <a:pt x="101635" y="38228"/>
                </a:lnTo>
                <a:lnTo>
                  <a:pt x="107337" y="5036618"/>
                </a:lnTo>
                <a:lnTo>
                  <a:pt x="24790" y="5036723"/>
                </a:lnTo>
                <a:lnTo>
                  <a:pt x="5761" y="5055795"/>
                </a:lnTo>
                <a:lnTo>
                  <a:pt x="7267" y="5063208"/>
                </a:lnTo>
                <a:lnTo>
                  <a:pt x="11357" y="5069258"/>
                </a:lnTo>
                <a:lnTo>
                  <a:pt x="17417" y="5073334"/>
                </a:lnTo>
                <a:lnTo>
                  <a:pt x="24833" y="5074823"/>
                </a:lnTo>
                <a:lnTo>
                  <a:pt x="228033" y="5074591"/>
                </a:lnTo>
                <a:lnTo>
                  <a:pt x="235446" y="5073085"/>
                </a:lnTo>
                <a:lnTo>
                  <a:pt x="241497" y="5068995"/>
                </a:lnTo>
                <a:lnTo>
                  <a:pt x="245573" y="5062935"/>
                </a:lnTo>
                <a:lnTo>
                  <a:pt x="247061" y="5055518"/>
                </a:lnTo>
                <a:lnTo>
                  <a:pt x="245556" y="5048105"/>
                </a:lnTo>
                <a:lnTo>
                  <a:pt x="241466" y="5042054"/>
                </a:lnTo>
                <a:lnTo>
                  <a:pt x="235406" y="5037979"/>
                </a:lnTo>
                <a:lnTo>
                  <a:pt x="227990" y="5036491"/>
                </a:lnTo>
                <a:lnTo>
                  <a:pt x="145425" y="5036579"/>
                </a:lnTo>
                <a:lnTo>
                  <a:pt x="139722" y="38190"/>
                </a:lnTo>
                <a:lnTo>
                  <a:pt x="222271" y="38100"/>
                </a:lnTo>
                <a:lnTo>
                  <a:pt x="241300" y="19028"/>
                </a:lnTo>
                <a:lnTo>
                  <a:pt x="239794" y="11614"/>
                </a:lnTo>
                <a:lnTo>
                  <a:pt x="235704" y="5563"/>
                </a:lnTo>
                <a:lnTo>
                  <a:pt x="229644" y="1488"/>
                </a:lnTo>
                <a:lnTo>
                  <a:pt x="222228"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10" name="object 10"/>
          <p:cNvGrpSpPr/>
          <p:nvPr/>
        </p:nvGrpSpPr>
        <p:grpSpPr>
          <a:xfrm>
            <a:off x="2111300" y="3698810"/>
            <a:ext cx="3207068" cy="2057718"/>
            <a:chOff x="4222600" y="7397620"/>
            <a:chExt cx="6414135" cy="4115435"/>
          </a:xfrm>
        </p:grpSpPr>
        <p:sp>
          <p:nvSpPr>
            <p:cNvPr id="11" name="object 11"/>
            <p:cNvSpPr/>
            <p:nvPr/>
          </p:nvSpPr>
          <p:spPr>
            <a:xfrm>
              <a:off x="5213243" y="7448467"/>
              <a:ext cx="2235835" cy="2883535"/>
            </a:xfrm>
            <a:custGeom>
              <a:avLst/>
              <a:gdLst/>
              <a:ahLst/>
              <a:cxnLst/>
              <a:rect l="l" t="t" r="r" b="b"/>
              <a:pathLst>
                <a:path w="2235834" h="2883534">
                  <a:moveTo>
                    <a:pt x="0" y="0"/>
                  </a:moveTo>
                  <a:lnTo>
                    <a:pt x="2235411" y="2883065"/>
                  </a:lnTo>
                </a:path>
              </a:pathLst>
            </a:custGeom>
            <a:ln w="101600" cap="rnd">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2" name="object 12"/>
            <p:cNvSpPr/>
            <p:nvPr/>
          </p:nvSpPr>
          <p:spPr>
            <a:xfrm>
              <a:off x="4273400" y="7448431"/>
              <a:ext cx="3175635" cy="4013835"/>
            </a:xfrm>
            <a:custGeom>
              <a:avLst/>
              <a:gdLst/>
              <a:ahLst/>
              <a:cxnLst/>
              <a:rect l="l" t="t" r="r" b="b"/>
              <a:pathLst>
                <a:path w="3175634" h="4013834">
                  <a:moveTo>
                    <a:pt x="0" y="0"/>
                  </a:moveTo>
                  <a:lnTo>
                    <a:pt x="3175299" y="4013436"/>
                  </a:lnTo>
                </a:path>
              </a:pathLst>
            </a:custGeom>
            <a:ln w="101600" cap="rnd">
              <a:solidFill>
                <a:srgbClr val="49A9C2"/>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3" name="object 13"/>
            <p:cNvSpPr/>
            <p:nvPr/>
          </p:nvSpPr>
          <p:spPr>
            <a:xfrm>
              <a:off x="6051382" y="7448420"/>
              <a:ext cx="1397635" cy="1816735"/>
            </a:xfrm>
            <a:custGeom>
              <a:avLst/>
              <a:gdLst/>
              <a:ahLst/>
              <a:cxnLst/>
              <a:rect l="l" t="t" r="r" b="b"/>
              <a:pathLst>
                <a:path w="1397634" h="1816734">
                  <a:moveTo>
                    <a:pt x="0" y="0"/>
                  </a:moveTo>
                  <a:lnTo>
                    <a:pt x="1397334" y="1816359"/>
                  </a:lnTo>
                </a:path>
              </a:pathLst>
            </a:custGeom>
            <a:ln w="101600" cap="rnd">
              <a:solidFill>
                <a:srgbClr val="7F62A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4" name="object 14"/>
            <p:cNvSpPr/>
            <p:nvPr/>
          </p:nvSpPr>
          <p:spPr>
            <a:xfrm>
              <a:off x="7448444" y="7448467"/>
              <a:ext cx="2235835" cy="2883535"/>
            </a:xfrm>
            <a:custGeom>
              <a:avLst/>
              <a:gdLst/>
              <a:ahLst/>
              <a:cxnLst/>
              <a:rect l="l" t="t" r="r" b="b"/>
              <a:pathLst>
                <a:path w="2235834" h="2883534">
                  <a:moveTo>
                    <a:pt x="2235411" y="0"/>
                  </a:moveTo>
                  <a:lnTo>
                    <a:pt x="0" y="2883065"/>
                  </a:lnTo>
                </a:path>
              </a:pathLst>
            </a:custGeom>
            <a:ln w="101600" cap="rnd">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5" name="object 15"/>
            <p:cNvSpPr/>
            <p:nvPr/>
          </p:nvSpPr>
          <p:spPr>
            <a:xfrm>
              <a:off x="7448398" y="7448431"/>
              <a:ext cx="3137535" cy="4013835"/>
            </a:xfrm>
            <a:custGeom>
              <a:avLst/>
              <a:gdLst/>
              <a:ahLst/>
              <a:cxnLst/>
              <a:rect l="l" t="t" r="r" b="b"/>
              <a:pathLst>
                <a:path w="3137534" h="4013834">
                  <a:moveTo>
                    <a:pt x="3137202" y="0"/>
                  </a:moveTo>
                  <a:lnTo>
                    <a:pt x="0" y="4013436"/>
                  </a:lnTo>
                </a:path>
              </a:pathLst>
            </a:custGeom>
            <a:ln w="101600" cap="rnd">
              <a:solidFill>
                <a:srgbClr val="49A9C2"/>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6" name="object 16"/>
            <p:cNvSpPr/>
            <p:nvPr/>
          </p:nvSpPr>
          <p:spPr>
            <a:xfrm>
              <a:off x="7448382" y="7448420"/>
              <a:ext cx="1397635" cy="1816735"/>
            </a:xfrm>
            <a:custGeom>
              <a:avLst/>
              <a:gdLst/>
              <a:ahLst/>
              <a:cxnLst/>
              <a:rect l="l" t="t" r="r" b="b"/>
              <a:pathLst>
                <a:path w="1397634" h="1816734">
                  <a:moveTo>
                    <a:pt x="1397334" y="0"/>
                  </a:moveTo>
                  <a:lnTo>
                    <a:pt x="0" y="1816359"/>
                  </a:lnTo>
                </a:path>
              </a:pathLst>
            </a:custGeom>
            <a:ln w="101600" cap="rnd">
              <a:solidFill>
                <a:srgbClr val="7F62A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17" name="object 17"/>
          <p:cNvSpPr/>
          <p:nvPr/>
        </p:nvSpPr>
        <p:spPr>
          <a:xfrm>
            <a:off x="2562166" y="2816166"/>
            <a:ext cx="246380" cy="0"/>
          </a:xfrm>
          <a:custGeom>
            <a:avLst/>
            <a:gdLst/>
            <a:ahLst/>
            <a:cxnLst/>
            <a:rect l="l" t="t" r="r" b="b"/>
            <a:pathLst>
              <a:path w="492760">
                <a:moveTo>
                  <a:pt x="492242" y="0"/>
                </a:moveTo>
                <a:lnTo>
                  <a:pt x="0" y="0"/>
                </a:lnTo>
              </a:path>
            </a:pathLst>
          </a:custGeom>
          <a:ln w="76200" cap="rnd">
            <a:solidFill>
              <a:srgbClr val="7F62A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8" name="object 18"/>
          <p:cNvSpPr/>
          <p:nvPr/>
        </p:nvSpPr>
        <p:spPr>
          <a:xfrm>
            <a:off x="2562166" y="3038416"/>
            <a:ext cx="246380" cy="0"/>
          </a:xfrm>
          <a:custGeom>
            <a:avLst/>
            <a:gdLst/>
            <a:ahLst/>
            <a:cxnLst/>
            <a:rect l="l" t="t" r="r" b="b"/>
            <a:pathLst>
              <a:path w="492760">
                <a:moveTo>
                  <a:pt x="492242" y="0"/>
                </a:moveTo>
                <a:lnTo>
                  <a:pt x="0" y="0"/>
                </a:lnTo>
              </a:path>
            </a:pathLst>
          </a:custGeom>
          <a:ln w="76200" cap="rnd">
            <a:solidFill>
              <a:srgbClr val="11A766"/>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9" name="object 19"/>
          <p:cNvSpPr/>
          <p:nvPr/>
        </p:nvSpPr>
        <p:spPr>
          <a:xfrm>
            <a:off x="2562166" y="3254316"/>
            <a:ext cx="246380" cy="0"/>
          </a:xfrm>
          <a:custGeom>
            <a:avLst/>
            <a:gdLst/>
            <a:ahLst/>
            <a:cxnLst/>
            <a:rect l="l" t="t" r="r" b="b"/>
            <a:pathLst>
              <a:path w="492760">
                <a:moveTo>
                  <a:pt x="492242" y="0"/>
                </a:moveTo>
                <a:lnTo>
                  <a:pt x="0" y="0"/>
                </a:lnTo>
              </a:path>
            </a:pathLst>
          </a:custGeom>
          <a:ln w="76200" cap="rnd">
            <a:solidFill>
              <a:srgbClr val="49A9C2"/>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0" name="object 20"/>
          <p:cNvSpPr txBox="1"/>
          <p:nvPr/>
        </p:nvSpPr>
        <p:spPr>
          <a:xfrm>
            <a:off x="2895727" y="2661920"/>
            <a:ext cx="1981200" cy="679450"/>
          </a:xfrm>
          <a:prstGeom prst="rect">
            <a:avLst/>
          </a:prstGeom>
        </p:spPr>
        <p:txBody>
          <a:bodyPr vert="horz" wrap="square" lIns="0" tIns="6350" rIns="0" bIns="0" rtlCol="0">
            <a:spAutoFit/>
          </a:bodyPr>
          <a:lstStyle/>
          <a:p>
            <a:pPr marL="11430" marR="128270" indent="-1270">
              <a:lnSpc>
                <a:spcPct val="139000"/>
              </a:lnSpc>
              <a:spcBef>
                <a:spcPts val="50"/>
              </a:spcBef>
            </a:pPr>
            <a:r>
              <a:rPr sz="1050" dirty="0" err="1">
                <a:solidFill>
                  <a:srgbClr val="212121"/>
                </a:solidFill>
                <a:latin typeface="江城圆体 400W" panose="020B0800000000000000" pitchFamily="34" charset="-128"/>
                <a:ea typeface="江城圆体 400W" panose="020B0800000000000000" pitchFamily="34" charset="-128"/>
                <a:cs typeface="PMingLiU" panose="02020500000000000000" charset="-120"/>
              </a:rPr>
              <a:t>陌生人：深度较浅、宽度较窄</a:t>
            </a: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 </a:t>
            </a:r>
            <a:endParaRPr lang="en-US"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endParaRPr>
          </a:p>
          <a:p>
            <a:pPr marL="11430" marR="128270" indent="-1270">
              <a:lnSpc>
                <a:spcPct val="139000"/>
              </a:lnSpc>
              <a:spcBef>
                <a:spcPts val="50"/>
              </a:spcBef>
            </a:pPr>
            <a:r>
              <a:rPr sz="1050" dirty="0" err="1">
                <a:solidFill>
                  <a:srgbClr val="212121"/>
                </a:solidFill>
                <a:latin typeface="江城圆体 400W" panose="020B0800000000000000" pitchFamily="34" charset="-128"/>
                <a:ea typeface="江城圆体 400W" panose="020B0800000000000000" pitchFamily="34" charset="-128"/>
                <a:cs typeface="PMingLiU" panose="02020500000000000000" charset="-120"/>
              </a:rPr>
              <a:t>认识的人：深度较深、宽度较宽</a:t>
            </a:r>
            <a:endParaRPr sz="1050" dirty="0">
              <a:latin typeface="江城圆体 400W" panose="020B0800000000000000" pitchFamily="34" charset="-128"/>
              <a:ea typeface="江城圆体 400W" panose="020B0800000000000000" pitchFamily="34" charset="-128"/>
              <a:cs typeface="PMingLiU" panose="02020500000000000000" charset="-120"/>
            </a:endParaRPr>
          </a:p>
          <a:p>
            <a:pPr marL="6350">
              <a:spcBef>
                <a:spcPts val="44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亲密的朋友：深度很深、广度很宽</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1" name="object 21"/>
          <p:cNvSpPr txBox="1"/>
          <p:nvPr/>
        </p:nvSpPr>
        <p:spPr>
          <a:xfrm>
            <a:off x="1683992" y="5800676"/>
            <a:ext cx="487708" cy="332740"/>
          </a:xfrm>
          <a:prstGeom prst="rect">
            <a:avLst/>
          </a:prstGeom>
        </p:spPr>
        <p:txBody>
          <a:bodyPr vert="horz" wrap="square" lIns="0" tIns="12700" rIns="0" bIns="0" rtlCol="0">
            <a:spAutoFit/>
          </a:bodyPr>
          <a:lstStyle/>
          <a:p>
            <a:pPr marL="71755" marR="2540" indent="-66040">
              <a:lnSpc>
                <a:spcPts val="1250"/>
              </a:lnSpc>
              <a:spcBef>
                <a:spcPts val="10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亲密的话题</a:t>
            </a:r>
            <a:endParaRPr sz="105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2" name="object 22"/>
          <p:cNvSpPr/>
          <p:nvPr/>
        </p:nvSpPr>
        <p:spPr>
          <a:xfrm>
            <a:off x="2292988" y="5833501"/>
            <a:ext cx="2707958" cy="130493"/>
          </a:xfrm>
          <a:custGeom>
            <a:avLst/>
            <a:gdLst/>
            <a:ahLst/>
            <a:cxnLst/>
            <a:rect l="l" t="t" r="r" b="b"/>
            <a:pathLst>
              <a:path w="5415915" h="260984">
                <a:moveTo>
                  <a:pt x="5395784" y="0"/>
                </a:moveTo>
                <a:lnTo>
                  <a:pt x="5388374" y="1524"/>
                </a:lnTo>
                <a:lnTo>
                  <a:pt x="5382334" y="5628"/>
                </a:lnTo>
                <a:lnTo>
                  <a:pt x="5378274" y="11699"/>
                </a:lnTo>
                <a:lnTo>
                  <a:pt x="5376804" y="19119"/>
                </a:lnTo>
                <a:lnTo>
                  <a:pt x="5377096" y="101660"/>
                </a:lnTo>
                <a:lnTo>
                  <a:pt x="38397" y="121117"/>
                </a:lnTo>
                <a:lnTo>
                  <a:pt x="38100" y="38566"/>
                </a:lnTo>
                <a:lnTo>
                  <a:pt x="18980" y="19585"/>
                </a:lnTo>
                <a:lnTo>
                  <a:pt x="11570" y="21109"/>
                </a:lnTo>
                <a:lnTo>
                  <a:pt x="5530" y="25214"/>
                </a:lnTo>
                <a:lnTo>
                  <a:pt x="1470" y="31284"/>
                </a:lnTo>
                <a:lnTo>
                  <a:pt x="0" y="38704"/>
                </a:lnTo>
                <a:lnTo>
                  <a:pt x="740" y="241903"/>
                </a:lnTo>
                <a:lnTo>
                  <a:pt x="2264" y="249312"/>
                </a:lnTo>
                <a:lnTo>
                  <a:pt x="6368" y="255353"/>
                </a:lnTo>
                <a:lnTo>
                  <a:pt x="12438" y="259413"/>
                </a:lnTo>
                <a:lnTo>
                  <a:pt x="19858" y="260883"/>
                </a:lnTo>
                <a:lnTo>
                  <a:pt x="27269" y="259359"/>
                </a:lnTo>
                <a:lnTo>
                  <a:pt x="33309" y="255255"/>
                </a:lnTo>
                <a:lnTo>
                  <a:pt x="37370" y="249185"/>
                </a:lnTo>
                <a:lnTo>
                  <a:pt x="38840" y="241764"/>
                </a:lnTo>
                <a:lnTo>
                  <a:pt x="38524" y="159217"/>
                </a:lnTo>
                <a:lnTo>
                  <a:pt x="5377235" y="139760"/>
                </a:lnTo>
                <a:lnTo>
                  <a:pt x="5377544" y="222318"/>
                </a:lnTo>
                <a:lnTo>
                  <a:pt x="5396663" y="241298"/>
                </a:lnTo>
                <a:lnTo>
                  <a:pt x="5404072" y="239774"/>
                </a:lnTo>
                <a:lnTo>
                  <a:pt x="5410112" y="235670"/>
                </a:lnTo>
                <a:lnTo>
                  <a:pt x="5414173" y="229599"/>
                </a:lnTo>
                <a:lnTo>
                  <a:pt x="5415643" y="222178"/>
                </a:lnTo>
                <a:lnTo>
                  <a:pt x="5414902" y="18980"/>
                </a:lnTo>
                <a:lnTo>
                  <a:pt x="5413378" y="11570"/>
                </a:lnTo>
                <a:lnTo>
                  <a:pt x="5409274" y="5530"/>
                </a:lnTo>
                <a:lnTo>
                  <a:pt x="5403204" y="1470"/>
                </a:lnTo>
                <a:lnTo>
                  <a:pt x="5395784"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nvGrpSpPr>
          <p:cNvPr id="23" name="object 23"/>
          <p:cNvGrpSpPr/>
          <p:nvPr/>
        </p:nvGrpSpPr>
        <p:grpSpPr>
          <a:xfrm>
            <a:off x="1019175" y="6588125"/>
            <a:ext cx="1628775" cy="1733550"/>
            <a:chOff x="2038350" y="13176250"/>
            <a:chExt cx="3257550" cy="3467100"/>
          </a:xfrm>
        </p:grpSpPr>
        <p:sp>
          <p:nvSpPr>
            <p:cNvPr id="24" name="object 24"/>
            <p:cNvSpPr/>
            <p:nvPr/>
          </p:nvSpPr>
          <p:spPr>
            <a:xfrm>
              <a:off x="2057400" y="13195300"/>
              <a:ext cx="3213100" cy="3429000"/>
            </a:xfrm>
            <a:custGeom>
              <a:avLst/>
              <a:gdLst/>
              <a:ahLst/>
              <a:cxnLst/>
              <a:rect l="l" t="t" r="r" b="b"/>
              <a:pathLst>
                <a:path w="3213100" h="3429000">
                  <a:moveTo>
                    <a:pt x="3213100" y="0"/>
                  </a:moveTo>
                  <a:lnTo>
                    <a:pt x="3213100" y="3429000"/>
                  </a:lnTo>
                  <a:lnTo>
                    <a:pt x="0" y="3429000"/>
                  </a:lnTo>
                  <a:lnTo>
                    <a:pt x="0" y="0"/>
                  </a:lnTo>
                  <a:lnTo>
                    <a:pt x="3213100" y="0"/>
                  </a:lnTo>
                  <a:close/>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25" name="object 25"/>
            <p:cNvSpPr/>
            <p:nvPr/>
          </p:nvSpPr>
          <p:spPr>
            <a:xfrm>
              <a:off x="2069919" y="14922500"/>
              <a:ext cx="3207385" cy="6350"/>
            </a:xfrm>
            <a:custGeom>
              <a:avLst/>
              <a:gdLst/>
              <a:ahLst/>
              <a:cxnLst/>
              <a:rect l="l" t="t" r="r" b="b"/>
              <a:pathLst>
                <a:path w="3207385" h="6350">
                  <a:moveTo>
                    <a:pt x="0" y="0"/>
                  </a:moveTo>
                  <a:lnTo>
                    <a:pt x="3206930" y="6350"/>
                  </a:lnTo>
                </a:path>
              </a:pathLst>
            </a:custGeom>
            <a:ln w="38100">
              <a:solidFill>
                <a:srgbClr val="212121"/>
              </a:solidFill>
            </a:ln>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grpSp>
      <p:sp>
        <p:nvSpPr>
          <p:cNvPr id="26" name="object 26"/>
          <p:cNvSpPr txBox="1"/>
          <p:nvPr/>
        </p:nvSpPr>
        <p:spPr>
          <a:xfrm>
            <a:off x="1038225" y="6656281"/>
            <a:ext cx="1587500" cy="690880"/>
          </a:xfrm>
          <a:prstGeom prst="rect">
            <a:avLst/>
          </a:prstGeom>
        </p:spPr>
        <p:txBody>
          <a:bodyPr vert="horz" wrap="square" lIns="0" tIns="26988" rIns="0" bIns="0" rtlCol="0">
            <a:spAutoFit/>
          </a:bodyPr>
          <a:lstStyle/>
          <a:p>
            <a:pPr marL="99060">
              <a:spcBef>
                <a:spcPts val="215"/>
              </a:spcBef>
            </a:pPr>
            <a:r>
              <a:rPr sz="1050" b="1" dirty="0">
                <a:solidFill>
                  <a:srgbClr val="212121"/>
                </a:solidFill>
                <a:latin typeface="江城圆体 600W" panose="020B0800000000000000" pitchFamily="34" charset="-128"/>
                <a:ea typeface="江城圆体 600W" panose="020B0800000000000000" pitchFamily="34" charset="-128"/>
                <a:cs typeface="Microsoft JhengHei"/>
              </a:rPr>
              <a:t>描述性揭露</a:t>
            </a:r>
            <a:endParaRPr sz="1050" b="1" dirty="0">
              <a:latin typeface="江城圆体 600W" panose="020B0800000000000000" pitchFamily="34" charset="-128"/>
              <a:ea typeface="江城圆体 600W" panose="020B0800000000000000" pitchFamily="34" charset="-128"/>
              <a:cs typeface="Microsoft JhengHei"/>
            </a:endParaRPr>
          </a:p>
          <a:p>
            <a:pPr marL="44450">
              <a:spcBef>
                <a:spcPts val="14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discriptive disclosure</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endParaRPr sz="900" dirty="0">
              <a:latin typeface="江城圆体 400W" panose="020B0800000000000000" pitchFamily="34" charset="-128"/>
              <a:ea typeface="江城圆体 400W" panose="020B0800000000000000" pitchFamily="34" charset="-128"/>
              <a:cs typeface="PMingLiU" panose="02020500000000000000" charset="-120"/>
            </a:endParaRPr>
          </a:p>
          <a:p>
            <a:pPr marL="95250" marR="128270">
              <a:lnSpc>
                <a:spcPct val="116000"/>
              </a:lnSpc>
              <a:spcBef>
                <a:spcPts val="20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向他人透露有关自己的一些事实</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7" name="object 27"/>
          <p:cNvSpPr txBox="1"/>
          <p:nvPr/>
        </p:nvSpPr>
        <p:spPr>
          <a:xfrm>
            <a:off x="1038225" y="7559675"/>
            <a:ext cx="1587500" cy="542290"/>
          </a:xfrm>
          <a:prstGeom prst="rect">
            <a:avLst/>
          </a:prstGeom>
        </p:spPr>
        <p:txBody>
          <a:bodyPr vert="horz" wrap="square" lIns="0" tIns="6350" rIns="0" bIns="0" rtlCol="0">
            <a:spAutoFit/>
          </a:bodyPr>
          <a:lstStyle/>
          <a:p>
            <a:pPr marL="80010">
              <a:lnSpc>
                <a:spcPts val="1230"/>
              </a:lnSpc>
              <a:spcBef>
                <a:spcPts val="50"/>
              </a:spcBef>
            </a:pPr>
            <a:r>
              <a:rPr sz="1050" b="1" dirty="0">
                <a:solidFill>
                  <a:srgbClr val="212121"/>
                </a:solidFill>
                <a:latin typeface="江城圆体 600W" panose="020B0800000000000000" pitchFamily="34" charset="-128"/>
                <a:ea typeface="江城圆体 600W" panose="020B0800000000000000" pitchFamily="34" charset="-128"/>
                <a:cs typeface="Microsoft JhengHei"/>
              </a:rPr>
              <a:t>评价性揭露</a:t>
            </a:r>
            <a:endParaRPr sz="1050" b="1" dirty="0">
              <a:latin typeface="江城圆体 600W" panose="020B0800000000000000" pitchFamily="34" charset="-128"/>
              <a:ea typeface="江城圆体 600W" panose="020B0800000000000000" pitchFamily="34" charset="-128"/>
              <a:cs typeface="Microsoft JhengHei"/>
            </a:endParaRPr>
          </a:p>
          <a:p>
            <a:pPr marL="25400">
              <a:lnSpc>
                <a:spcPts val="1050"/>
              </a:lnSpc>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r>
              <a:rPr sz="90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evaluative disclosure</a:t>
            </a: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a:t>
            </a:r>
            <a:endParaRPr sz="900" dirty="0">
              <a:latin typeface="江城圆体 400W" panose="020B0800000000000000" pitchFamily="34" charset="-128"/>
              <a:ea typeface="江城圆体 400W" panose="020B0800000000000000" pitchFamily="34" charset="-128"/>
              <a:cs typeface="PMingLiU" panose="02020500000000000000" charset="-120"/>
            </a:endParaRPr>
          </a:p>
          <a:p>
            <a:pPr marL="82550">
              <a:spcBef>
                <a:spcPts val="820"/>
              </a:spcBef>
            </a:pPr>
            <a:r>
              <a:rPr sz="90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透露个人的意见和感受</a:t>
            </a:r>
            <a:endParaRPr sz="900" dirty="0">
              <a:latin typeface="江城圆体 400W" panose="020B0800000000000000" pitchFamily="34" charset="-128"/>
              <a:ea typeface="江城圆体 400W" panose="020B0800000000000000" pitchFamily="34" charset="-128"/>
              <a:cs typeface="PMingLiU" panose="02020500000000000000" charset="-120"/>
            </a:endParaRPr>
          </a:p>
        </p:txBody>
      </p:sp>
      <p:sp>
        <p:nvSpPr>
          <p:cNvPr id="28" name="object 28"/>
          <p:cNvSpPr txBox="1"/>
          <p:nvPr/>
        </p:nvSpPr>
        <p:spPr>
          <a:xfrm>
            <a:off x="685800" y="6604000"/>
            <a:ext cx="241300" cy="1710055"/>
          </a:xfrm>
          <a:prstGeom prst="rect">
            <a:avLst/>
          </a:prstGeom>
          <a:solidFill>
            <a:srgbClr val="212121"/>
          </a:solidFill>
          <a:ln w="38100">
            <a:solidFill>
              <a:srgbClr val="212121"/>
            </a:solidFill>
          </a:ln>
        </p:spPr>
        <p:txBody>
          <a:bodyPr vert="horz" wrap="square" lIns="0" tIns="0" rIns="0" bIns="0" rtlCol="0">
            <a:spAutoFit/>
          </a:bodyPr>
          <a:lstStyle/>
          <a:p>
            <a:pPr>
              <a:lnSpc>
                <a:spcPct val="100000"/>
              </a:lnSpc>
            </a:pPr>
            <a:endParaRPr sz="1050" dirty="0">
              <a:latin typeface="江城圆体 400W" panose="020B0800000000000000" pitchFamily="34" charset="-128"/>
              <a:ea typeface="江城圆体 400W" panose="020B0800000000000000" pitchFamily="34" charset="-128"/>
              <a:cs typeface="Times New Roman" panose="02020603050405020304"/>
            </a:endParaRPr>
          </a:p>
          <a:p>
            <a:pPr>
              <a:lnSpc>
                <a:spcPct val="100000"/>
              </a:lnSpc>
            </a:pPr>
            <a:endParaRPr sz="1050" dirty="0">
              <a:latin typeface="江城圆体 400W" panose="020B0800000000000000" pitchFamily="34" charset="-128"/>
              <a:ea typeface="江城圆体 400W" panose="020B0800000000000000" pitchFamily="34" charset="-128"/>
              <a:cs typeface="Times New Roman" panose="02020603050405020304"/>
            </a:endParaRPr>
          </a:p>
          <a:p>
            <a:pPr>
              <a:spcBef>
                <a:spcPts val="25"/>
              </a:spcBef>
            </a:pPr>
            <a:endParaRPr sz="1125" dirty="0">
              <a:latin typeface="江城圆体 400W" panose="020B0800000000000000" pitchFamily="34" charset="-128"/>
              <a:ea typeface="江城圆体 400W" panose="020B0800000000000000" pitchFamily="34" charset="-128"/>
              <a:cs typeface="Times New Roman" panose="02020603050405020304"/>
            </a:endParaRPr>
          </a:p>
          <a:p>
            <a:pPr marL="50800" marR="46990" algn="just">
              <a:lnSpc>
                <a:spcPct val="107000"/>
              </a:lnSpc>
              <a:spcBef>
                <a:spcPts val="5"/>
              </a:spcBef>
            </a:pPr>
            <a:r>
              <a:rPr sz="1050" dirty="0" err="1">
                <a:solidFill>
                  <a:srgbClr val="FFFFFF"/>
                </a:solidFill>
                <a:latin typeface="江城圆体 400W" panose="020B0800000000000000" pitchFamily="34" charset="-128"/>
                <a:ea typeface="江城圆体 400W" panose="020B0800000000000000" pitchFamily="34" charset="-128"/>
                <a:cs typeface="Microsoft JhengHei"/>
              </a:rPr>
              <a:t>自我揭露</a:t>
            </a:r>
            <a:endParaRPr lang="en-US" sz="1050" dirty="0">
              <a:solidFill>
                <a:srgbClr val="FFFFFF"/>
              </a:solidFill>
              <a:latin typeface="江城圆体 400W" panose="020B0800000000000000" pitchFamily="34" charset="-128"/>
              <a:ea typeface="江城圆体 400W" panose="020B0800000000000000" pitchFamily="34" charset="-128"/>
              <a:cs typeface="Microsoft JhengHei"/>
            </a:endParaRPr>
          </a:p>
          <a:p>
            <a:pPr marL="50800" marR="46990" algn="just">
              <a:lnSpc>
                <a:spcPct val="107000"/>
              </a:lnSpc>
              <a:spcBef>
                <a:spcPts val="5"/>
              </a:spcBef>
            </a:pPr>
            <a:endParaRPr lang="en-US" sz="1050" dirty="0">
              <a:solidFill>
                <a:srgbClr val="FFFFFF"/>
              </a:solidFill>
              <a:latin typeface="江城圆体 400W" panose="020B0800000000000000" pitchFamily="34" charset="-128"/>
              <a:ea typeface="江城圆体 400W" panose="020B0800000000000000" pitchFamily="34" charset="-128"/>
              <a:cs typeface="Microsoft JhengHei"/>
            </a:endParaRPr>
          </a:p>
          <a:p>
            <a:pPr marL="50800" marR="46990" algn="just">
              <a:lnSpc>
                <a:spcPct val="107000"/>
              </a:lnSpc>
              <a:spcBef>
                <a:spcPts val="5"/>
              </a:spcBef>
            </a:pPr>
            <a:endParaRPr lang="en-US" sz="1050" dirty="0">
              <a:solidFill>
                <a:srgbClr val="FFFFFF"/>
              </a:solidFill>
              <a:latin typeface="江城圆体 400W" panose="020B0800000000000000" pitchFamily="34" charset="-128"/>
              <a:ea typeface="江城圆体 400W" panose="020B0800000000000000" pitchFamily="34" charset="-128"/>
              <a:cs typeface="Microsoft JhengHei"/>
            </a:endParaRPr>
          </a:p>
          <a:p>
            <a:pPr marL="50800" marR="46990" algn="just">
              <a:lnSpc>
                <a:spcPct val="107000"/>
              </a:lnSpc>
              <a:spcBef>
                <a:spcPts val="5"/>
              </a:spcBef>
            </a:pPr>
            <a:endParaRPr sz="1050" dirty="0">
              <a:latin typeface="江城圆体 400W" panose="020B0800000000000000" pitchFamily="34" charset="-128"/>
              <a:ea typeface="江城圆体 400W" panose="020B0800000000000000" pitchFamily="34" charset="-128"/>
              <a:cs typeface="Microsoft JhengHei"/>
            </a:endParaRPr>
          </a:p>
        </p:txBody>
      </p:sp>
      <p:sp>
        <p:nvSpPr>
          <p:cNvPr id="29" name="object 29"/>
          <p:cNvSpPr txBox="1"/>
          <p:nvPr/>
        </p:nvSpPr>
        <p:spPr>
          <a:xfrm>
            <a:off x="2736850" y="6535420"/>
            <a:ext cx="3442970" cy="454660"/>
          </a:xfrm>
          <a:prstGeom prst="rect">
            <a:avLst/>
          </a:prstGeom>
        </p:spPr>
        <p:txBody>
          <a:bodyPr vert="horz" wrap="square" lIns="0" tIns="6350" rIns="0" bIns="0" rtlCol="0">
            <a:spAutoFit/>
          </a:bodyPr>
          <a:lstStyle/>
          <a:p>
            <a:pPr marL="6350" marR="2540">
              <a:lnSpc>
                <a:spcPct val="139000"/>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自我揭露是一种特殊的沟通过程，是人们将自己内心的感受与信息，与他人分享的过程，可以分为：</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30" name="object 30"/>
          <p:cNvSpPr txBox="1"/>
          <p:nvPr/>
        </p:nvSpPr>
        <p:spPr>
          <a:xfrm>
            <a:off x="2736850" y="7202170"/>
            <a:ext cx="3442017" cy="454660"/>
          </a:xfrm>
          <a:prstGeom prst="rect">
            <a:avLst/>
          </a:prstGeom>
        </p:spPr>
        <p:txBody>
          <a:bodyPr vert="horz" wrap="square" lIns="0" tIns="6350" rIns="0" bIns="0" rtlCol="0">
            <a:spAutoFit/>
          </a:bodyPr>
          <a:lstStyle/>
          <a:p>
            <a:pPr marL="6350" marR="2540">
              <a:lnSpc>
                <a:spcPct val="139000"/>
              </a:lnSpc>
              <a:spcBef>
                <a:spcPts val="50"/>
              </a:spcBef>
              <a:tabLst>
                <a:tab pos="1877695" algn="l"/>
              </a:tabLst>
            </a:pPr>
            <a:r>
              <a:rPr sz="105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1</a:t>
            </a: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、描述性的揭露（</a:t>
            </a:r>
            <a:r>
              <a:rPr sz="105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discriptive	disclosure</a:t>
            </a: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）：向他人透露有关自己的一些事实</a:t>
            </a:r>
            <a:endParaRPr sz="1050">
              <a:latin typeface="江城圆体 400W" panose="020B0800000000000000" pitchFamily="34" charset="-128"/>
              <a:ea typeface="江城圆体 400W" panose="020B0800000000000000" pitchFamily="34" charset="-128"/>
              <a:cs typeface="PMingLiU" panose="02020500000000000000" charset="-120"/>
            </a:endParaRPr>
          </a:p>
        </p:txBody>
      </p:sp>
      <p:sp>
        <p:nvSpPr>
          <p:cNvPr id="31" name="object 31"/>
          <p:cNvSpPr txBox="1"/>
          <p:nvPr/>
        </p:nvSpPr>
        <p:spPr>
          <a:xfrm>
            <a:off x="2736850" y="7868920"/>
            <a:ext cx="3442017" cy="454660"/>
          </a:xfrm>
          <a:prstGeom prst="rect">
            <a:avLst/>
          </a:prstGeom>
        </p:spPr>
        <p:txBody>
          <a:bodyPr vert="horz" wrap="square" lIns="0" tIns="6350" rIns="0" bIns="0" rtlCol="0">
            <a:spAutoFit/>
          </a:bodyPr>
          <a:lstStyle/>
          <a:p>
            <a:pPr marL="6350" marR="2540">
              <a:lnSpc>
                <a:spcPct val="139000"/>
              </a:lnSpc>
              <a:spcBef>
                <a:spcPts val="50"/>
              </a:spcBef>
            </a:pPr>
            <a:r>
              <a:rPr sz="105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2</a:t>
            </a: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、评价性的揭露（</a:t>
            </a:r>
            <a:r>
              <a:rPr sz="1050" dirty="0">
                <a:solidFill>
                  <a:srgbClr val="212121"/>
                </a:solidFill>
                <a:latin typeface="江城圆体 400W" panose="020B0800000000000000" pitchFamily="34" charset="-128"/>
                <a:ea typeface="江城圆体 400W" panose="020B0800000000000000" pitchFamily="34" charset="-128"/>
                <a:cs typeface="宋体" panose="02010600030101010101" pitchFamily="2" charset="-122"/>
              </a:rPr>
              <a:t>evaluative disclosure</a:t>
            </a:r>
            <a:r>
              <a:rPr sz="1050" dirty="0">
                <a:solidFill>
                  <a:srgbClr val="212121"/>
                </a:solidFill>
                <a:latin typeface="江城圆体 400W" panose="020B0800000000000000" pitchFamily="34" charset="-128"/>
                <a:ea typeface="江城圆体 400W" panose="020B0800000000000000" pitchFamily="34" charset="-128"/>
                <a:cs typeface="PMingLiU" panose="02020500000000000000" charset="-120"/>
              </a:rPr>
              <a:t>）：透露个人的意见和感受</a:t>
            </a:r>
            <a:endParaRPr sz="1050">
              <a:latin typeface="江城圆体 400W" panose="020B0800000000000000" pitchFamily="34" charset="-128"/>
              <a:ea typeface="江城圆体 400W" panose="020B0800000000000000" pitchFamily="34" charset="-128"/>
              <a:cs typeface="PMingLiU" panose="02020500000000000000" charset="-120"/>
            </a:endParaRPr>
          </a:p>
        </p:txBody>
      </p:sp>
      <p:pic>
        <p:nvPicPr>
          <p:cNvPr id="32" name="object 32"/>
          <p:cNvPicPr/>
          <p:nvPr/>
        </p:nvPicPr>
        <p:blipFill>
          <a:blip r:embed="rId2" cstate="print"/>
          <a:stretch>
            <a:fillRect/>
          </a:stretch>
        </p:blipFill>
        <p:spPr>
          <a:xfrm>
            <a:off x="3189837" y="8851900"/>
            <a:ext cx="486698" cy="2921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09235" y="717550"/>
            <a:ext cx="1039813" cy="144780"/>
          </a:xfrm>
          <a:prstGeom prst="rect">
            <a:avLst/>
          </a:prstGeom>
        </p:spPr>
        <p:txBody>
          <a:bodyPr vert="horz" wrap="square" lIns="0" tIns="6350" rIns="0" bIns="0" rtlCol="0">
            <a:spAutoFit/>
          </a:bodyPr>
          <a:lstStyle/>
          <a:p>
            <a:pPr marL="6350">
              <a:spcBef>
                <a:spcPts val="50"/>
              </a:spcBef>
            </a:pPr>
            <a:r>
              <a:rPr sz="900" dirty="0">
                <a:solidFill>
                  <a:srgbClr val="212121"/>
                </a:solidFill>
                <a:latin typeface="江城圆体 300W" panose="020B0800000000000000" pitchFamily="34" charset="-128"/>
                <a:ea typeface="江城圆体 300W" panose="020B0800000000000000" pitchFamily="34" charset="-128"/>
                <a:cs typeface="PMingLiU" panose="02020500000000000000" charset="-120"/>
              </a:rPr>
              <a:t>宫了了的思维工具箱</a:t>
            </a:r>
            <a:endParaRPr sz="900" dirty="0">
              <a:latin typeface="江城圆体 300W" panose="020B0800000000000000" pitchFamily="34" charset="-128"/>
              <a:ea typeface="江城圆体 300W" panose="020B0800000000000000" pitchFamily="34" charset="-128"/>
              <a:cs typeface="PMingLiU" panose="02020500000000000000" charset="-120"/>
            </a:endParaRPr>
          </a:p>
        </p:txBody>
      </p:sp>
      <p:sp>
        <p:nvSpPr>
          <p:cNvPr id="3" name="object 3"/>
          <p:cNvSpPr/>
          <p:nvPr/>
        </p:nvSpPr>
        <p:spPr>
          <a:xfrm>
            <a:off x="603250" y="1525155"/>
            <a:ext cx="1949450" cy="241300"/>
          </a:xfrm>
          <a:custGeom>
            <a:avLst/>
            <a:gdLst/>
            <a:ahLst/>
            <a:cxnLst/>
            <a:rect l="l" t="t" r="r" b="b"/>
            <a:pathLst>
              <a:path w="3898900" h="482600">
                <a:moveTo>
                  <a:pt x="3657600" y="0"/>
                </a:moveTo>
                <a:lnTo>
                  <a:pt x="241300" y="0"/>
                </a:lnTo>
                <a:lnTo>
                  <a:pt x="192669" y="4902"/>
                </a:lnTo>
                <a:lnTo>
                  <a:pt x="147375" y="18963"/>
                </a:lnTo>
                <a:lnTo>
                  <a:pt x="106386" y="41211"/>
                </a:lnTo>
                <a:lnTo>
                  <a:pt x="70675" y="70677"/>
                </a:lnTo>
                <a:lnTo>
                  <a:pt x="41210" y="106389"/>
                </a:lnTo>
                <a:lnTo>
                  <a:pt x="18962" y="147377"/>
                </a:lnTo>
                <a:lnTo>
                  <a:pt x="4902" y="192671"/>
                </a:lnTo>
                <a:lnTo>
                  <a:pt x="0" y="241300"/>
                </a:lnTo>
                <a:lnTo>
                  <a:pt x="4902" y="289928"/>
                </a:lnTo>
                <a:lnTo>
                  <a:pt x="18962" y="335222"/>
                </a:lnTo>
                <a:lnTo>
                  <a:pt x="41210" y="376210"/>
                </a:lnTo>
                <a:lnTo>
                  <a:pt x="70675" y="411922"/>
                </a:lnTo>
                <a:lnTo>
                  <a:pt x="106386" y="441388"/>
                </a:lnTo>
                <a:lnTo>
                  <a:pt x="147375" y="463636"/>
                </a:lnTo>
                <a:lnTo>
                  <a:pt x="192669" y="477697"/>
                </a:lnTo>
                <a:lnTo>
                  <a:pt x="241300" y="482600"/>
                </a:lnTo>
                <a:lnTo>
                  <a:pt x="3657600" y="482600"/>
                </a:lnTo>
                <a:lnTo>
                  <a:pt x="3706230" y="477697"/>
                </a:lnTo>
                <a:lnTo>
                  <a:pt x="3751524" y="463636"/>
                </a:lnTo>
                <a:lnTo>
                  <a:pt x="3792513" y="441388"/>
                </a:lnTo>
                <a:lnTo>
                  <a:pt x="3828224" y="411922"/>
                </a:lnTo>
                <a:lnTo>
                  <a:pt x="3857689" y="376210"/>
                </a:lnTo>
                <a:lnTo>
                  <a:pt x="3879937" y="335222"/>
                </a:lnTo>
                <a:lnTo>
                  <a:pt x="3893997" y="289928"/>
                </a:lnTo>
                <a:lnTo>
                  <a:pt x="3898900" y="241300"/>
                </a:lnTo>
                <a:lnTo>
                  <a:pt x="3893997" y="192671"/>
                </a:lnTo>
                <a:lnTo>
                  <a:pt x="3879937" y="147377"/>
                </a:lnTo>
                <a:lnTo>
                  <a:pt x="3857689" y="106389"/>
                </a:lnTo>
                <a:lnTo>
                  <a:pt x="3828224" y="70677"/>
                </a:lnTo>
                <a:lnTo>
                  <a:pt x="3792513" y="41211"/>
                </a:lnTo>
                <a:lnTo>
                  <a:pt x="3751524" y="18963"/>
                </a:lnTo>
                <a:lnTo>
                  <a:pt x="3706230" y="4902"/>
                </a:lnTo>
                <a:lnTo>
                  <a:pt x="365760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4" name="object 4"/>
          <p:cNvSpPr/>
          <p:nvPr/>
        </p:nvSpPr>
        <p:spPr>
          <a:xfrm>
            <a:off x="603250" y="2654300"/>
            <a:ext cx="1949450" cy="241300"/>
          </a:xfrm>
          <a:custGeom>
            <a:avLst/>
            <a:gdLst/>
            <a:ahLst/>
            <a:cxnLst/>
            <a:rect l="l" t="t" r="r" b="b"/>
            <a:pathLst>
              <a:path w="3898900" h="482600">
                <a:moveTo>
                  <a:pt x="3657600" y="0"/>
                </a:moveTo>
                <a:lnTo>
                  <a:pt x="241300" y="0"/>
                </a:lnTo>
                <a:lnTo>
                  <a:pt x="192669" y="4902"/>
                </a:lnTo>
                <a:lnTo>
                  <a:pt x="147375" y="18963"/>
                </a:lnTo>
                <a:lnTo>
                  <a:pt x="106386" y="41211"/>
                </a:lnTo>
                <a:lnTo>
                  <a:pt x="70675" y="70677"/>
                </a:lnTo>
                <a:lnTo>
                  <a:pt x="41210" y="106389"/>
                </a:lnTo>
                <a:lnTo>
                  <a:pt x="18962" y="147377"/>
                </a:lnTo>
                <a:lnTo>
                  <a:pt x="4902" y="192671"/>
                </a:lnTo>
                <a:lnTo>
                  <a:pt x="0" y="241300"/>
                </a:lnTo>
                <a:lnTo>
                  <a:pt x="4902" y="289930"/>
                </a:lnTo>
                <a:lnTo>
                  <a:pt x="18962" y="335224"/>
                </a:lnTo>
                <a:lnTo>
                  <a:pt x="41210" y="376213"/>
                </a:lnTo>
                <a:lnTo>
                  <a:pt x="70675" y="411924"/>
                </a:lnTo>
                <a:lnTo>
                  <a:pt x="106386" y="441389"/>
                </a:lnTo>
                <a:lnTo>
                  <a:pt x="147375" y="463637"/>
                </a:lnTo>
                <a:lnTo>
                  <a:pt x="192669" y="477697"/>
                </a:lnTo>
                <a:lnTo>
                  <a:pt x="241300" y="482600"/>
                </a:lnTo>
                <a:lnTo>
                  <a:pt x="3657600" y="482600"/>
                </a:lnTo>
                <a:lnTo>
                  <a:pt x="3706230" y="477697"/>
                </a:lnTo>
                <a:lnTo>
                  <a:pt x="3751524" y="463637"/>
                </a:lnTo>
                <a:lnTo>
                  <a:pt x="3792513" y="441389"/>
                </a:lnTo>
                <a:lnTo>
                  <a:pt x="3828224" y="411924"/>
                </a:lnTo>
                <a:lnTo>
                  <a:pt x="3857689" y="376213"/>
                </a:lnTo>
                <a:lnTo>
                  <a:pt x="3879937" y="335224"/>
                </a:lnTo>
                <a:lnTo>
                  <a:pt x="3893997" y="289930"/>
                </a:lnTo>
                <a:lnTo>
                  <a:pt x="3898900" y="241300"/>
                </a:lnTo>
                <a:lnTo>
                  <a:pt x="3893997" y="192671"/>
                </a:lnTo>
                <a:lnTo>
                  <a:pt x="3879937" y="147377"/>
                </a:lnTo>
                <a:lnTo>
                  <a:pt x="3857689" y="106389"/>
                </a:lnTo>
                <a:lnTo>
                  <a:pt x="3828224" y="70677"/>
                </a:lnTo>
                <a:lnTo>
                  <a:pt x="3792513" y="41211"/>
                </a:lnTo>
                <a:lnTo>
                  <a:pt x="3751524" y="18963"/>
                </a:lnTo>
                <a:lnTo>
                  <a:pt x="3706230" y="4902"/>
                </a:lnTo>
                <a:lnTo>
                  <a:pt x="365760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5" name="object 5"/>
          <p:cNvSpPr/>
          <p:nvPr/>
        </p:nvSpPr>
        <p:spPr>
          <a:xfrm>
            <a:off x="603250" y="3695700"/>
            <a:ext cx="1949450" cy="241300"/>
          </a:xfrm>
          <a:custGeom>
            <a:avLst/>
            <a:gdLst/>
            <a:ahLst/>
            <a:cxnLst/>
            <a:rect l="l" t="t" r="r" b="b"/>
            <a:pathLst>
              <a:path w="3898900" h="482600">
                <a:moveTo>
                  <a:pt x="3657600" y="0"/>
                </a:moveTo>
                <a:lnTo>
                  <a:pt x="241300" y="0"/>
                </a:lnTo>
                <a:lnTo>
                  <a:pt x="192669" y="4902"/>
                </a:lnTo>
                <a:lnTo>
                  <a:pt x="147375" y="18962"/>
                </a:lnTo>
                <a:lnTo>
                  <a:pt x="106386" y="41210"/>
                </a:lnTo>
                <a:lnTo>
                  <a:pt x="70675" y="70675"/>
                </a:lnTo>
                <a:lnTo>
                  <a:pt x="41210" y="106386"/>
                </a:lnTo>
                <a:lnTo>
                  <a:pt x="18962" y="147375"/>
                </a:lnTo>
                <a:lnTo>
                  <a:pt x="4902" y="192669"/>
                </a:lnTo>
                <a:lnTo>
                  <a:pt x="0" y="241300"/>
                </a:lnTo>
                <a:lnTo>
                  <a:pt x="4902" y="289930"/>
                </a:lnTo>
                <a:lnTo>
                  <a:pt x="18962" y="335224"/>
                </a:lnTo>
                <a:lnTo>
                  <a:pt x="41210" y="376213"/>
                </a:lnTo>
                <a:lnTo>
                  <a:pt x="70675" y="411924"/>
                </a:lnTo>
                <a:lnTo>
                  <a:pt x="106386" y="441389"/>
                </a:lnTo>
                <a:lnTo>
                  <a:pt x="147375" y="463637"/>
                </a:lnTo>
                <a:lnTo>
                  <a:pt x="192669" y="477697"/>
                </a:lnTo>
                <a:lnTo>
                  <a:pt x="241300" y="482600"/>
                </a:lnTo>
                <a:lnTo>
                  <a:pt x="3657600" y="482600"/>
                </a:lnTo>
                <a:lnTo>
                  <a:pt x="3706230" y="477697"/>
                </a:lnTo>
                <a:lnTo>
                  <a:pt x="3751524" y="463637"/>
                </a:lnTo>
                <a:lnTo>
                  <a:pt x="3792513" y="441389"/>
                </a:lnTo>
                <a:lnTo>
                  <a:pt x="3828224" y="411924"/>
                </a:lnTo>
                <a:lnTo>
                  <a:pt x="3857689" y="376213"/>
                </a:lnTo>
                <a:lnTo>
                  <a:pt x="3879937" y="335224"/>
                </a:lnTo>
                <a:lnTo>
                  <a:pt x="3893997" y="289930"/>
                </a:lnTo>
                <a:lnTo>
                  <a:pt x="3898900" y="241300"/>
                </a:lnTo>
                <a:lnTo>
                  <a:pt x="3893997" y="192669"/>
                </a:lnTo>
                <a:lnTo>
                  <a:pt x="3879937" y="147375"/>
                </a:lnTo>
                <a:lnTo>
                  <a:pt x="3857689" y="106386"/>
                </a:lnTo>
                <a:lnTo>
                  <a:pt x="3828224" y="70675"/>
                </a:lnTo>
                <a:lnTo>
                  <a:pt x="3792513" y="41210"/>
                </a:lnTo>
                <a:lnTo>
                  <a:pt x="3751524" y="18962"/>
                </a:lnTo>
                <a:lnTo>
                  <a:pt x="3706230" y="4902"/>
                </a:lnTo>
                <a:lnTo>
                  <a:pt x="365760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6" name="object 6"/>
          <p:cNvSpPr/>
          <p:nvPr/>
        </p:nvSpPr>
        <p:spPr>
          <a:xfrm>
            <a:off x="603250" y="4724400"/>
            <a:ext cx="1949450" cy="241300"/>
          </a:xfrm>
          <a:custGeom>
            <a:avLst/>
            <a:gdLst/>
            <a:ahLst/>
            <a:cxnLst/>
            <a:rect l="l" t="t" r="r" b="b"/>
            <a:pathLst>
              <a:path w="3898900" h="482600">
                <a:moveTo>
                  <a:pt x="3657600" y="0"/>
                </a:moveTo>
                <a:lnTo>
                  <a:pt x="241300" y="0"/>
                </a:lnTo>
                <a:lnTo>
                  <a:pt x="192669" y="4902"/>
                </a:lnTo>
                <a:lnTo>
                  <a:pt x="147375" y="18962"/>
                </a:lnTo>
                <a:lnTo>
                  <a:pt x="106386" y="41210"/>
                </a:lnTo>
                <a:lnTo>
                  <a:pt x="70675" y="70675"/>
                </a:lnTo>
                <a:lnTo>
                  <a:pt x="41210" y="106386"/>
                </a:lnTo>
                <a:lnTo>
                  <a:pt x="18962" y="147375"/>
                </a:lnTo>
                <a:lnTo>
                  <a:pt x="4902" y="192669"/>
                </a:lnTo>
                <a:lnTo>
                  <a:pt x="0" y="241300"/>
                </a:lnTo>
                <a:lnTo>
                  <a:pt x="4902" y="289930"/>
                </a:lnTo>
                <a:lnTo>
                  <a:pt x="18962" y="335224"/>
                </a:lnTo>
                <a:lnTo>
                  <a:pt x="41210" y="376213"/>
                </a:lnTo>
                <a:lnTo>
                  <a:pt x="70675" y="411924"/>
                </a:lnTo>
                <a:lnTo>
                  <a:pt x="106386" y="441389"/>
                </a:lnTo>
                <a:lnTo>
                  <a:pt x="147375" y="463637"/>
                </a:lnTo>
                <a:lnTo>
                  <a:pt x="192669" y="477697"/>
                </a:lnTo>
                <a:lnTo>
                  <a:pt x="241300" y="482600"/>
                </a:lnTo>
                <a:lnTo>
                  <a:pt x="3657600" y="482600"/>
                </a:lnTo>
                <a:lnTo>
                  <a:pt x="3706230" y="477697"/>
                </a:lnTo>
                <a:lnTo>
                  <a:pt x="3751524" y="463637"/>
                </a:lnTo>
                <a:lnTo>
                  <a:pt x="3792513" y="441389"/>
                </a:lnTo>
                <a:lnTo>
                  <a:pt x="3828224" y="411924"/>
                </a:lnTo>
                <a:lnTo>
                  <a:pt x="3857689" y="376213"/>
                </a:lnTo>
                <a:lnTo>
                  <a:pt x="3879937" y="335224"/>
                </a:lnTo>
                <a:lnTo>
                  <a:pt x="3893997" y="289930"/>
                </a:lnTo>
                <a:lnTo>
                  <a:pt x="3898900" y="241300"/>
                </a:lnTo>
                <a:lnTo>
                  <a:pt x="3893997" y="192669"/>
                </a:lnTo>
                <a:lnTo>
                  <a:pt x="3879937" y="147375"/>
                </a:lnTo>
                <a:lnTo>
                  <a:pt x="3857689" y="106386"/>
                </a:lnTo>
                <a:lnTo>
                  <a:pt x="3828224" y="70675"/>
                </a:lnTo>
                <a:lnTo>
                  <a:pt x="3792513" y="41210"/>
                </a:lnTo>
                <a:lnTo>
                  <a:pt x="3751524" y="18962"/>
                </a:lnTo>
                <a:lnTo>
                  <a:pt x="3706230" y="4902"/>
                </a:lnTo>
                <a:lnTo>
                  <a:pt x="365760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7" name="object 7"/>
          <p:cNvSpPr/>
          <p:nvPr/>
        </p:nvSpPr>
        <p:spPr>
          <a:xfrm>
            <a:off x="603250" y="5778500"/>
            <a:ext cx="1949450" cy="241300"/>
          </a:xfrm>
          <a:custGeom>
            <a:avLst/>
            <a:gdLst/>
            <a:ahLst/>
            <a:cxnLst/>
            <a:rect l="l" t="t" r="r" b="b"/>
            <a:pathLst>
              <a:path w="3898900" h="482600">
                <a:moveTo>
                  <a:pt x="3657600" y="0"/>
                </a:moveTo>
                <a:lnTo>
                  <a:pt x="241300" y="0"/>
                </a:lnTo>
                <a:lnTo>
                  <a:pt x="192669" y="4902"/>
                </a:lnTo>
                <a:lnTo>
                  <a:pt x="147375" y="18962"/>
                </a:lnTo>
                <a:lnTo>
                  <a:pt x="106386" y="41210"/>
                </a:lnTo>
                <a:lnTo>
                  <a:pt x="70675" y="70675"/>
                </a:lnTo>
                <a:lnTo>
                  <a:pt x="41210" y="106386"/>
                </a:lnTo>
                <a:lnTo>
                  <a:pt x="18962" y="147375"/>
                </a:lnTo>
                <a:lnTo>
                  <a:pt x="4902" y="192669"/>
                </a:lnTo>
                <a:lnTo>
                  <a:pt x="0" y="241300"/>
                </a:lnTo>
                <a:lnTo>
                  <a:pt x="4902" y="289930"/>
                </a:lnTo>
                <a:lnTo>
                  <a:pt x="18962" y="335224"/>
                </a:lnTo>
                <a:lnTo>
                  <a:pt x="41210" y="376213"/>
                </a:lnTo>
                <a:lnTo>
                  <a:pt x="70675" y="411924"/>
                </a:lnTo>
                <a:lnTo>
                  <a:pt x="106386" y="441389"/>
                </a:lnTo>
                <a:lnTo>
                  <a:pt x="147375" y="463637"/>
                </a:lnTo>
                <a:lnTo>
                  <a:pt x="192669" y="477697"/>
                </a:lnTo>
                <a:lnTo>
                  <a:pt x="241300" y="482600"/>
                </a:lnTo>
                <a:lnTo>
                  <a:pt x="3657600" y="482600"/>
                </a:lnTo>
                <a:lnTo>
                  <a:pt x="3706230" y="477697"/>
                </a:lnTo>
                <a:lnTo>
                  <a:pt x="3751524" y="463637"/>
                </a:lnTo>
                <a:lnTo>
                  <a:pt x="3792513" y="441389"/>
                </a:lnTo>
                <a:lnTo>
                  <a:pt x="3828224" y="411924"/>
                </a:lnTo>
                <a:lnTo>
                  <a:pt x="3857689" y="376213"/>
                </a:lnTo>
                <a:lnTo>
                  <a:pt x="3879937" y="335224"/>
                </a:lnTo>
                <a:lnTo>
                  <a:pt x="3893997" y="289930"/>
                </a:lnTo>
                <a:lnTo>
                  <a:pt x="3898900" y="241300"/>
                </a:lnTo>
                <a:lnTo>
                  <a:pt x="3893997" y="192669"/>
                </a:lnTo>
                <a:lnTo>
                  <a:pt x="3879937" y="147375"/>
                </a:lnTo>
                <a:lnTo>
                  <a:pt x="3857689" y="106386"/>
                </a:lnTo>
                <a:lnTo>
                  <a:pt x="3828224" y="70675"/>
                </a:lnTo>
                <a:lnTo>
                  <a:pt x="3792513" y="41210"/>
                </a:lnTo>
                <a:lnTo>
                  <a:pt x="3751524" y="18962"/>
                </a:lnTo>
                <a:lnTo>
                  <a:pt x="3706230" y="4902"/>
                </a:lnTo>
                <a:lnTo>
                  <a:pt x="365760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8" name="object 8"/>
          <p:cNvSpPr/>
          <p:nvPr/>
        </p:nvSpPr>
        <p:spPr>
          <a:xfrm>
            <a:off x="603250" y="6667500"/>
            <a:ext cx="1949450" cy="241300"/>
          </a:xfrm>
          <a:custGeom>
            <a:avLst/>
            <a:gdLst/>
            <a:ahLst/>
            <a:cxnLst/>
            <a:rect l="l" t="t" r="r" b="b"/>
            <a:pathLst>
              <a:path w="3898900" h="482600">
                <a:moveTo>
                  <a:pt x="3657600" y="0"/>
                </a:moveTo>
                <a:lnTo>
                  <a:pt x="241300" y="0"/>
                </a:lnTo>
                <a:lnTo>
                  <a:pt x="192669" y="4902"/>
                </a:lnTo>
                <a:lnTo>
                  <a:pt x="147375" y="18962"/>
                </a:lnTo>
                <a:lnTo>
                  <a:pt x="106386" y="41210"/>
                </a:lnTo>
                <a:lnTo>
                  <a:pt x="70675" y="70675"/>
                </a:lnTo>
                <a:lnTo>
                  <a:pt x="41210" y="106386"/>
                </a:lnTo>
                <a:lnTo>
                  <a:pt x="18962" y="147375"/>
                </a:lnTo>
                <a:lnTo>
                  <a:pt x="4902" y="192669"/>
                </a:lnTo>
                <a:lnTo>
                  <a:pt x="0" y="241300"/>
                </a:lnTo>
                <a:lnTo>
                  <a:pt x="4902" y="289930"/>
                </a:lnTo>
                <a:lnTo>
                  <a:pt x="18962" y="335224"/>
                </a:lnTo>
                <a:lnTo>
                  <a:pt x="41210" y="376213"/>
                </a:lnTo>
                <a:lnTo>
                  <a:pt x="70675" y="411924"/>
                </a:lnTo>
                <a:lnTo>
                  <a:pt x="106386" y="441389"/>
                </a:lnTo>
                <a:lnTo>
                  <a:pt x="147375" y="463637"/>
                </a:lnTo>
                <a:lnTo>
                  <a:pt x="192669" y="477697"/>
                </a:lnTo>
                <a:lnTo>
                  <a:pt x="241300" y="482600"/>
                </a:lnTo>
                <a:lnTo>
                  <a:pt x="3657600" y="482600"/>
                </a:lnTo>
                <a:lnTo>
                  <a:pt x="3706230" y="477697"/>
                </a:lnTo>
                <a:lnTo>
                  <a:pt x="3751524" y="463637"/>
                </a:lnTo>
                <a:lnTo>
                  <a:pt x="3792513" y="441389"/>
                </a:lnTo>
                <a:lnTo>
                  <a:pt x="3828224" y="411924"/>
                </a:lnTo>
                <a:lnTo>
                  <a:pt x="3857689" y="376213"/>
                </a:lnTo>
                <a:lnTo>
                  <a:pt x="3879937" y="335224"/>
                </a:lnTo>
                <a:lnTo>
                  <a:pt x="3893997" y="289930"/>
                </a:lnTo>
                <a:lnTo>
                  <a:pt x="3898900" y="241300"/>
                </a:lnTo>
                <a:lnTo>
                  <a:pt x="3893997" y="192669"/>
                </a:lnTo>
                <a:lnTo>
                  <a:pt x="3879937" y="147375"/>
                </a:lnTo>
                <a:lnTo>
                  <a:pt x="3857689" y="106386"/>
                </a:lnTo>
                <a:lnTo>
                  <a:pt x="3828224" y="70675"/>
                </a:lnTo>
                <a:lnTo>
                  <a:pt x="3792513" y="41210"/>
                </a:lnTo>
                <a:lnTo>
                  <a:pt x="3751524" y="18962"/>
                </a:lnTo>
                <a:lnTo>
                  <a:pt x="3706230" y="4902"/>
                </a:lnTo>
                <a:lnTo>
                  <a:pt x="365760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9" name="object 9"/>
          <p:cNvSpPr/>
          <p:nvPr/>
        </p:nvSpPr>
        <p:spPr>
          <a:xfrm>
            <a:off x="603250" y="7721600"/>
            <a:ext cx="1949450" cy="241300"/>
          </a:xfrm>
          <a:custGeom>
            <a:avLst/>
            <a:gdLst/>
            <a:ahLst/>
            <a:cxnLst/>
            <a:rect l="l" t="t" r="r" b="b"/>
            <a:pathLst>
              <a:path w="3898900" h="482600">
                <a:moveTo>
                  <a:pt x="3657600" y="0"/>
                </a:moveTo>
                <a:lnTo>
                  <a:pt x="241300" y="0"/>
                </a:lnTo>
                <a:lnTo>
                  <a:pt x="192669" y="4902"/>
                </a:lnTo>
                <a:lnTo>
                  <a:pt x="147375" y="18962"/>
                </a:lnTo>
                <a:lnTo>
                  <a:pt x="106386" y="41210"/>
                </a:lnTo>
                <a:lnTo>
                  <a:pt x="70675" y="70675"/>
                </a:lnTo>
                <a:lnTo>
                  <a:pt x="41210" y="106386"/>
                </a:lnTo>
                <a:lnTo>
                  <a:pt x="18962" y="147375"/>
                </a:lnTo>
                <a:lnTo>
                  <a:pt x="4902" y="192669"/>
                </a:lnTo>
                <a:lnTo>
                  <a:pt x="0" y="241300"/>
                </a:lnTo>
                <a:lnTo>
                  <a:pt x="4902" y="289930"/>
                </a:lnTo>
                <a:lnTo>
                  <a:pt x="18962" y="335224"/>
                </a:lnTo>
                <a:lnTo>
                  <a:pt x="41210" y="376213"/>
                </a:lnTo>
                <a:lnTo>
                  <a:pt x="70675" y="411924"/>
                </a:lnTo>
                <a:lnTo>
                  <a:pt x="106386" y="441389"/>
                </a:lnTo>
                <a:lnTo>
                  <a:pt x="147375" y="463637"/>
                </a:lnTo>
                <a:lnTo>
                  <a:pt x="192669" y="477697"/>
                </a:lnTo>
                <a:lnTo>
                  <a:pt x="241300" y="482600"/>
                </a:lnTo>
                <a:lnTo>
                  <a:pt x="3657600" y="482600"/>
                </a:lnTo>
                <a:lnTo>
                  <a:pt x="3706230" y="477697"/>
                </a:lnTo>
                <a:lnTo>
                  <a:pt x="3751524" y="463637"/>
                </a:lnTo>
                <a:lnTo>
                  <a:pt x="3792513" y="441389"/>
                </a:lnTo>
                <a:lnTo>
                  <a:pt x="3828224" y="411924"/>
                </a:lnTo>
                <a:lnTo>
                  <a:pt x="3857689" y="376213"/>
                </a:lnTo>
                <a:lnTo>
                  <a:pt x="3879937" y="335224"/>
                </a:lnTo>
                <a:lnTo>
                  <a:pt x="3893997" y="289930"/>
                </a:lnTo>
                <a:lnTo>
                  <a:pt x="3898900" y="241300"/>
                </a:lnTo>
                <a:lnTo>
                  <a:pt x="3893997" y="192669"/>
                </a:lnTo>
                <a:lnTo>
                  <a:pt x="3879937" y="147375"/>
                </a:lnTo>
                <a:lnTo>
                  <a:pt x="3857689" y="106386"/>
                </a:lnTo>
                <a:lnTo>
                  <a:pt x="3828224" y="70675"/>
                </a:lnTo>
                <a:lnTo>
                  <a:pt x="3792513" y="41210"/>
                </a:lnTo>
                <a:lnTo>
                  <a:pt x="3751524" y="18962"/>
                </a:lnTo>
                <a:lnTo>
                  <a:pt x="3706230" y="4902"/>
                </a:lnTo>
                <a:lnTo>
                  <a:pt x="3657600" y="0"/>
                </a:lnTo>
                <a:close/>
              </a:path>
            </a:pathLst>
          </a:custGeom>
          <a:solidFill>
            <a:srgbClr val="212121"/>
          </a:solidFill>
        </p:spPr>
        <p:txBody>
          <a:bodyPr wrap="square" lIns="0" tIns="0" rIns="0" bIns="0" rtlCol="0"/>
          <a:lstStyle/>
          <a:p>
            <a:endParaRPr sz="900">
              <a:latin typeface="江城圆体 400W" panose="020B0800000000000000" pitchFamily="34" charset="-128"/>
              <a:ea typeface="江城圆体 400W" panose="020B0800000000000000" pitchFamily="34" charset="-128"/>
            </a:endParaRPr>
          </a:p>
        </p:txBody>
      </p:sp>
      <p:sp>
        <p:nvSpPr>
          <p:cNvPr id="10" name="object 10"/>
          <p:cNvSpPr txBox="1"/>
          <p:nvPr/>
        </p:nvSpPr>
        <p:spPr>
          <a:xfrm>
            <a:off x="1751142" y="1035050"/>
            <a:ext cx="3773358" cy="283210"/>
          </a:xfrm>
          <a:prstGeom prst="rect">
            <a:avLst/>
          </a:prstGeom>
        </p:spPr>
        <p:txBody>
          <a:bodyPr vert="horz" wrap="square" lIns="0" tIns="6350" rIns="0" bIns="0" rtlCol="0">
            <a:spAutoFit/>
          </a:bodyPr>
          <a:lstStyle/>
          <a:p>
            <a:pPr marL="6350">
              <a:spcBef>
                <a:spcPts val="50"/>
              </a:spcBef>
            </a:pPr>
            <a:r>
              <a:rPr b="1" dirty="0">
                <a:solidFill>
                  <a:srgbClr val="212121"/>
                </a:solidFill>
                <a:latin typeface="江城圆体 600W" panose="020B0800000000000000" pitchFamily="34" charset="-128"/>
                <a:ea typeface="江城圆体 600W" panose="020B0800000000000000" pitchFamily="34" charset="-128"/>
                <a:cs typeface="Microsoft JhengHei"/>
              </a:rPr>
              <a:t>5、影响自我揭露的因素（Factors）</a:t>
            </a:r>
            <a:endParaRPr b="1">
              <a:latin typeface="江城圆体 600W" panose="020B0800000000000000" pitchFamily="34" charset="-128"/>
              <a:ea typeface="江城圆体 600W" panose="020B0800000000000000" pitchFamily="34" charset="-128"/>
              <a:cs typeface="Microsoft JhengHei"/>
            </a:endParaRPr>
          </a:p>
        </p:txBody>
      </p:sp>
      <p:pic>
        <p:nvPicPr>
          <p:cNvPr id="12" name="object 12"/>
          <p:cNvPicPr/>
          <p:nvPr/>
        </p:nvPicPr>
        <p:blipFill>
          <a:blip r:embed="rId2" cstate="print"/>
          <a:stretch>
            <a:fillRect/>
          </a:stretch>
        </p:blipFill>
        <p:spPr>
          <a:xfrm>
            <a:off x="3189837" y="8851900"/>
            <a:ext cx="486698" cy="292100"/>
          </a:xfrm>
          <a:prstGeom prst="rect">
            <a:avLst/>
          </a:prstGeom>
        </p:spPr>
      </p:pic>
      <p:sp>
        <p:nvSpPr>
          <p:cNvPr id="11" name="object 11"/>
          <p:cNvSpPr txBox="1"/>
          <p:nvPr/>
        </p:nvSpPr>
        <p:spPr>
          <a:xfrm>
            <a:off x="744749" y="1499956"/>
            <a:ext cx="5505768" cy="6975475"/>
          </a:xfrm>
          <a:prstGeom prst="rect">
            <a:avLst/>
          </a:prstGeom>
        </p:spPr>
        <p:txBody>
          <a:bodyPr vert="horz" wrap="square" lIns="0" tIns="68580" rIns="0" bIns="0" rtlCol="0">
            <a:spAutoFit/>
          </a:bodyPr>
          <a:lstStyle/>
          <a:p>
            <a:pPr marL="6350">
              <a:spcBef>
                <a:spcPts val="540"/>
              </a:spcBef>
            </a:pPr>
            <a:r>
              <a:rPr sz="1050" b="1" dirty="0">
                <a:solidFill>
                  <a:schemeClr val="bg1"/>
                </a:solidFill>
                <a:latin typeface="江城圆体 600W" panose="020B0800000000000000" pitchFamily="34" charset="-128"/>
                <a:ea typeface="江城圆体 600W" panose="020B0800000000000000" pitchFamily="34" charset="-128"/>
                <a:cs typeface="微软雅黑" panose="020B0503020204020204" charset="-122"/>
              </a:rPr>
              <a:t>1、团体的大小（group size）</a:t>
            </a:r>
            <a:endParaRPr lang="en-US" sz="1050" b="1" dirty="0">
              <a:solidFill>
                <a:schemeClr val="bg1"/>
              </a:solidFill>
              <a:latin typeface="江城圆体 600W" panose="020B0800000000000000" pitchFamily="34" charset="-128"/>
              <a:ea typeface="江城圆体 600W" panose="020B0800000000000000" pitchFamily="34" charset="-128"/>
              <a:cs typeface="微软雅黑" panose="020B0503020204020204" charset="-122"/>
            </a:endParaRPr>
          </a:p>
          <a:p>
            <a:pPr marL="6350">
              <a:spcBef>
                <a:spcPts val="540"/>
              </a:spcBef>
            </a:pP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marR="6350" algn="just"/>
            <a:r>
              <a:rPr sz="1050" dirty="0">
                <a:latin typeface="Alibaba PuHuiTi" panose="00020600040101010101" pitchFamily="18" charset="-122"/>
                <a:ea typeface="Alibaba PuHuiTi" panose="00020600040101010101" pitchFamily="18" charset="-122"/>
                <a:cs typeface="Alibaba PuHuiTi" panose="00020600040101010101" pitchFamily="18" charset="-122"/>
              </a:rPr>
              <a:t>自我揭露较常发生于两人而非多人情境中，因为在二人情境里，自我揭露者除了可以保护自己的隐私，不致于让太多人知道之外，也较容易观察对方的态度和反应，借此修正自己揭露的内容和深度.</a:t>
            </a:r>
          </a:p>
          <a:p>
            <a:pPr>
              <a:spcBef>
                <a:spcPts val="30"/>
              </a:spcBef>
            </a:pPr>
            <a:endParaRPr sz="1725" dirty="0">
              <a:latin typeface="江城圆体 400W" panose="020B0800000000000000" pitchFamily="34" charset="-128"/>
              <a:ea typeface="江城圆体 400W" panose="020B0800000000000000" pitchFamily="34" charset="-128"/>
              <a:cs typeface="宋体" panose="02010600030101010101" pitchFamily="2" charset="-122"/>
            </a:endParaRPr>
          </a:p>
          <a:p>
            <a:pPr marL="6350">
              <a:spcBef>
                <a:spcPts val="5"/>
              </a:spcBef>
            </a:pPr>
            <a:r>
              <a:rPr sz="1050" b="1" dirty="0">
                <a:solidFill>
                  <a:schemeClr val="bg1"/>
                </a:solidFill>
                <a:latin typeface="江城圆体 600W" panose="020B0800000000000000" pitchFamily="34" charset="-128"/>
                <a:ea typeface="江城圆体 600W" panose="020B0800000000000000" pitchFamily="34" charset="-128"/>
                <a:cs typeface="微软雅黑" panose="020B0503020204020204" charset="-122"/>
              </a:rPr>
              <a:t>2、喜欢（liking）</a:t>
            </a:r>
            <a:endParaRPr lang="en-US" sz="1050" b="1" dirty="0">
              <a:solidFill>
                <a:schemeClr val="bg1"/>
              </a:solidFill>
              <a:latin typeface="江城圆体 600W" panose="020B0800000000000000" pitchFamily="34" charset="-128"/>
              <a:ea typeface="江城圆体 600W" panose="020B0800000000000000" pitchFamily="34" charset="-128"/>
              <a:cs typeface="微软雅黑" panose="020B0503020204020204" charset="-122"/>
            </a:endParaRPr>
          </a:p>
          <a:p>
            <a:pPr marL="6350">
              <a:spcBef>
                <a:spcPts val="5"/>
              </a:spcBef>
            </a:pP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marR="6350" algn="just"/>
            <a:r>
              <a:rPr sz="1050" dirty="0">
                <a:latin typeface="Alibaba PuHuiTi" panose="00020600040101010101" pitchFamily="18" charset="-122"/>
                <a:ea typeface="Alibaba PuHuiTi" panose="00020600040101010101" pitchFamily="18" charset="-122"/>
                <a:cs typeface="Alibaba PuHuiTi" panose="00020600040101010101" pitchFamily="18" charset="-122"/>
              </a:rPr>
              <a:t>人们倾向于向那些自己喜欢的人进行自我揭露，而较不会向自己不喜欢的人，表露有关自己的讯息。因为人们对于自己所喜欢的人，较容易产生信任感，同时，也希望藉由自我揭露，让对方更了解自己，因而能够建立更为深厚的关系。</a:t>
            </a:r>
          </a:p>
          <a:p>
            <a:endParaRPr sz="1600" dirty="0">
              <a:latin typeface="江城圆体 400W" panose="020B0800000000000000" pitchFamily="34" charset="-128"/>
              <a:ea typeface="江城圆体 400W" panose="020B0800000000000000" pitchFamily="34" charset="-128"/>
              <a:cs typeface="PMingLiU" panose="02020500000000000000" charset="-120"/>
            </a:endParaRPr>
          </a:p>
          <a:p>
            <a:pPr marL="6350">
              <a:spcBef>
                <a:spcPts val="5"/>
              </a:spcBef>
            </a:pPr>
            <a:r>
              <a:rPr sz="1050" b="1" dirty="0">
                <a:solidFill>
                  <a:schemeClr val="bg1"/>
                </a:solidFill>
                <a:latin typeface="江城圆体 600W" panose="020B0800000000000000" pitchFamily="34" charset="-128"/>
                <a:ea typeface="江城圆体 600W" panose="020B0800000000000000" pitchFamily="34" charset="-128"/>
                <a:cs typeface="微软雅黑" panose="020B0503020204020204" charset="-122"/>
              </a:rPr>
              <a:t>3、相互性（reciprocity）</a:t>
            </a:r>
            <a:endParaRPr lang="en-US" sz="1050" b="1" dirty="0">
              <a:solidFill>
                <a:schemeClr val="bg1"/>
              </a:solidFill>
              <a:latin typeface="江城圆体 600W" panose="020B0800000000000000" pitchFamily="34" charset="-128"/>
              <a:ea typeface="江城圆体 600W" panose="020B0800000000000000" pitchFamily="34" charset="-128"/>
              <a:cs typeface="微软雅黑" panose="020B0503020204020204" charset="-122"/>
            </a:endParaRPr>
          </a:p>
          <a:p>
            <a:pPr marL="6350">
              <a:spcBef>
                <a:spcPts val="5"/>
              </a:spcBef>
            </a:pPr>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marR="6350" algn="just"/>
            <a:r>
              <a:rPr sz="1050" dirty="0">
                <a:latin typeface="Alibaba PuHuiTi" panose="00020600040101010101" pitchFamily="18" charset="-122"/>
                <a:ea typeface="Alibaba PuHuiTi" panose="00020600040101010101" pitchFamily="18" charset="-122"/>
                <a:cs typeface="Alibaba PuHuiTi" panose="00020600040101010101" pitchFamily="18" charset="-122"/>
              </a:rPr>
              <a:t>当个人向他人进行自我揭露时，他也比较能够引起对方向自己进行自我揭露。因为当人们向他人表露私人事情时，事实上也传达了对对方的信任或喜欢，对方接收到这个信息之后，对揭露者也可能产生信任或喜欢，因此也较容易吐露有关自己的信息。</a:t>
            </a:r>
          </a:p>
          <a:p>
            <a:endParaRPr sz="1600" dirty="0">
              <a:latin typeface="江城圆体 400W" panose="020B0800000000000000" pitchFamily="34" charset="-128"/>
              <a:ea typeface="江城圆体 400W" panose="020B0800000000000000" pitchFamily="34" charset="-128"/>
              <a:cs typeface="PMingLiU" panose="02020500000000000000" charset="-120"/>
            </a:endParaRPr>
          </a:p>
          <a:p>
            <a:pPr marL="6350"/>
            <a:r>
              <a:rPr sz="1050" b="1" dirty="0">
                <a:solidFill>
                  <a:schemeClr val="bg1"/>
                </a:solidFill>
                <a:latin typeface="江城圆体 600W" panose="020B0800000000000000" pitchFamily="34" charset="-128"/>
                <a:ea typeface="江城圆体 600W" panose="020B0800000000000000" pitchFamily="34" charset="-128"/>
                <a:cs typeface="微软雅黑" panose="020B0503020204020204" charset="-122"/>
              </a:rPr>
              <a:t>4、性别（gender）</a:t>
            </a:r>
            <a:endParaRPr lang="en-US" sz="1050" b="1" dirty="0">
              <a:solidFill>
                <a:schemeClr val="bg1"/>
              </a:solidFill>
              <a:latin typeface="江城圆体 600W" panose="020B0800000000000000" pitchFamily="34" charset="-128"/>
              <a:ea typeface="江城圆体 600W" panose="020B0800000000000000" pitchFamily="34" charset="-128"/>
              <a:cs typeface="微软雅黑" panose="020B0503020204020204" charset="-122"/>
            </a:endParaRPr>
          </a:p>
          <a:p>
            <a:pPr marL="6350"/>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marR="2540" algn="just"/>
            <a:r>
              <a:rPr sz="1050" dirty="0">
                <a:latin typeface="Alibaba PuHuiTi" panose="00020600040101010101" pitchFamily="18" charset="-122"/>
                <a:ea typeface="Alibaba PuHuiTi" panose="00020600040101010101" pitchFamily="18" charset="-122"/>
                <a:cs typeface="Alibaba PuHuiTi" panose="00020600040101010101" pitchFamily="18" charset="-122"/>
              </a:rPr>
              <a:t>女性较男性容易进行自我揭露。这种性别的差异，在同性关系比在异性关系中更为明显。在同性关系中，女性向女性倾吐心事的频率，明显高于男性向男性透露私人事情。但在异性关系中，男女双方都容易进行自我揭露，性别差异较不明显。</a:t>
            </a:r>
          </a:p>
          <a:p>
            <a:pPr>
              <a:spcBef>
                <a:spcPts val="5"/>
              </a:spcBef>
            </a:pPr>
            <a:endParaRPr sz="1600" dirty="0">
              <a:latin typeface="江城圆体 400W" panose="020B0800000000000000" pitchFamily="34" charset="-128"/>
              <a:ea typeface="江城圆体 400W" panose="020B0800000000000000" pitchFamily="34" charset="-128"/>
              <a:cs typeface="PMingLiU" panose="02020500000000000000" charset="-120"/>
            </a:endParaRPr>
          </a:p>
          <a:p>
            <a:pPr marL="6350"/>
            <a:r>
              <a:rPr sz="1050" b="1" dirty="0">
                <a:solidFill>
                  <a:schemeClr val="bg1"/>
                </a:solidFill>
                <a:latin typeface="江城圆体 600W" panose="020B0800000000000000" pitchFamily="34" charset="-128"/>
                <a:ea typeface="江城圆体 600W" panose="020B0800000000000000" pitchFamily="34" charset="-128"/>
                <a:cs typeface="微软雅黑" panose="020B0503020204020204" charset="-122"/>
              </a:rPr>
              <a:t>5、性格（personality）</a:t>
            </a:r>
            <a:endParaRPr lang="en-US" sz="1050" b="1" dirty="0">
              <a:solidFill>
                <a:schemeClr val="bg1"/>
              </a:solidFill>
              <a:latin typeface="江城圆体 600W" panose="020B0800000000000000" pitchFamily="34" charset="-128"/>
              <a:ea typeface="江城圆体 600W" panose="020B0800000000000000" pitchFamily="34" charset="-128"/>
              <a:cs typeface="微软雅黑" panose="020B0503020204020204" charset="-122"/>
            </a:endParaRPr>
          </a:p>
          <a:p>
            <a:pPr marL="6350"/>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marR="6350"/>
            <a:r>
              <a:rPr sz="1050" dirty="0">
                <a:latin typeface="Alibaba PuHuiTi" panose="00020600040101010101" pitchFamily="18" charset="-122"/>
                <a:ea typeface="Alibaba PuHuiTi" panose="00020600040101010101" pitchFamily="18" charset="-122"/>
                <a:cs typeface="Alibaba PuHuiTi" panose="00020600040101010101" pitchFamily="18" charset="-122"/>
              </a:rPr>
              <a:t>有些人的个性比较外向、比较擅长社交，他们也比较容易进行自我揭露。相反地，那些个性内向、不善社交的人，则较不会进行自我揭露。</a:t>
            </a:r>
          </a:p>
          <a:p>
            <a:pPr>
              <a:spcBef>
                <a:spcPts val="5"/>
              </a:spcBef>
            </a:pPr>
            <a:endParaRPr sz="1600" dirty="0">
              <a:latin typeface="江城圆体 400W" panose="020B0800000000000000" pitchFamily="34" charset="-128"/>
              <a:ea typeface="江城圆体 400W" panose="020B0800000000000000" pitchFamily="34" charset="-128"/>
              <a:cs typeface="PMingLiU" panose="02020500000000000000" charset="-120"/>
            </a:endParaRPr>
          </a:p>
          <a:p>
            <a:pPr marL="6350"/>
            <a:r>
              <a:rPr sz="1050" b="1" dirty="0">
                <a:solidFill>
                  <a:schemeClr val="bg1"/>
                </a:solidFill>
                <a:latin typeface="江城圆体 600W" panose="020B0800000000000000" pitchFamily="34" charset="-128"/>
                <a:ea typeface="江城圆体 600W" panose="020B0800000000000000" pitchFamily="34" charset="-128"/>
                <a:cs typeface="微软雅黑" panose="020B0503020204020204" charset="-122"/>
              </a:rPr>
              <a:t>6、文化（culture）</a:t>
            </a:r>
            <a:endParaRPr lang="en-US" sz="1050" b="1" dirty="0">
              <a:solidFill>
                <a:schemeClr val="bg1"/>
              </a:solidFill>
              <a:latin typeface="江城圆体 600W" panose="020B0800000000000000" pitchFamily="34" charset="-128"/>
              <a:ea typeface="江城圆体 600W" panose="020B0800000000000000" pitchFamily="34" charset="-128"/>
              <a:cs typeface="微软雅黑" panose="020B0503020204020204" charset="-122"/>
            </a:endParaRPr>
          </a:p>
          <a:p>
            <a:pPr marL="6350"/>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marR="6350" algn="just"/>
            <a:r>
              <a:rPr sz="1050" dirty="0">
                <a:latin typeface="Alibaba PuHuiTi" panose="00020600040101010101" pitchFamily="18" charset="-122"/>
                <a:ea typeface="Alibaba PuHuiTi" panose="00020600040101010101" pitchFamily="18" charset="-122"/>
                <a:cs typeface="Alibaba PuHuiTi" panose="00020600040101010101" pitchFamily="18" charset="-122"/>
              </a:rPr>
              <a:t>不同的文化背景的人，自我揭露的程度也有不同。不过在这些不同文化当中，也具有一些共同性。比如会透露自己的嗜好、兴趣、态度、政治和宗教意见，但不喜欢谈论自己的财务状况、性格、性或是人际关系。</a:t>
            </a:r>
          </a:p>
          <a:p>
            <a:pPr>
              <a:spcBef>
                <a:spcPts val="5"/>
              </a:spcBef>
            </a:pPr>
            <a:endParaRPr sz="1600" dirty="0">
              <a:latin typeface="江城圆体 400W" panose="020B0800000000000000" pitchFamily="34" charset="-128"/>
              <a:ea typeface="江城圆体 400W" panose="020B0800000000000000" pitchFamily="34" charset="-128"/>
              <a:cs typeface="PMingLiU" panose="02020500000000000000" charset="-120"/>
            </a:endParaRPr>
          </a:p>
          <a:p>
            <a:pPr marL="6350"/>
            <a:r>
              <a:rPr sz="1050" b="1" dirty="0">
                <a:solidFill>
                  <a:schemeClr val="bg1"/>
                </a:solidFill>
                <a:latin typeface="江城圆体 600W" panose="020B0800000000000000" pitchFamily="34" charset="-128"/>
                <a:ea typeface="江城圆体 600W" panose="020B0800000000000000" pitchFamily="34" charset="-128"/>
                <a:cs typeface="微软雅黑" panose="020B0503020204020204" charset="-122"/>
              </a:rPr>
              <a:t>7、危机（crisis）</a:t>
            </a:r>
            <a:endParaRPr lang="en-US" sz="1050" b="1" dirty="0">
              <a:solidFill>
                <a:schemeClr val="bg1"/>
              </a:solidFill>
              <a:latin typeface="江城圆体 600W" panose="020B0800000000000000" pitchFamily="34" charset="-128"/>
              <a:ea typeface="江城圆体 600W" panose="020B0800000000000000" pitchFamily="34" charset="-128"/>
              <a:cs typeface="微软雅黑" panose="020B0503020204020204" charset="-122"/>
            </a:endParaRPr>
          </a:p>
          <a:p>
            <a:pPr marL="6350"/>
            <a:endParaRPr sz="1050" b="1" dirty="0">
              <a:latin typeface="江城圆体 600W" panose="020B0800000000000000" pitchFamily="34" charset="-128"/>
              <a:ea typeface="江城圆体 600W" panose="020B0800000000000000" pitchFamily="34" charset="-128"/>
              <a:cs typeface="微软雅黑" panose="020B0503020204020204" charset="-122"/>
            </a:endParaRPr>
          </a:p>
          <a:p>
            <a:pPr marL="6350" marR="6350"/>
            <a:r>
              <a:rPr sz="1050" dirty="0">
                <a:latin typeface="Alibaba PuHuiTi" panose="00020600040101010101" pitchFamily="18" charset="-122"/>
                <a:ea typeface="Alibaba PuHuiTi" panose="00020600040101010101" pitchFamily="18" charset="-122"/>
                <a:cs typeface="Alibaba PuHuiTi" panose="00020600040101010101" pitchFamily="18" charset="-122"/>
              </a:rPr>
              <a:t>当人们处于一些危机情境中，比较愿意进行自我揭露，特别是两个人面临相同的压力时，更容易进行自我揭露。</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02封底备份 2@1x"/>
          <p:cNvPicPr>
            <a:picLocks noChangeAspect="1"/>
          </p:cNvPicPr>
          <p:nvPr/>
        </p:nvPicPr>
        <p:blipFill>
          <a:blip r:embed="rId2"/>
          <a:stretch>
            <a:fillRect/>
          </a:stretch>
        </p:blipFill>
        <p:spPr>
          <a:xfrm>
            <a:off x="0" y="0"/>
            <a:ext cx="6858000" cy="9144000"/>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8855</Words>
  <Application>Microsoft Macintosh PowerPoint</Application>
  <PresentationFormat>全屏显示(4:3)</PresentationFormat>
  <Paragraphs>1975</Paragraphs>
  <Slides>61</Slides>
  <Notes>2</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61</vt:i4>
      </vt:variant>
    </vt:vector>
  </HeadingPairs>
  <TitlesOfParts>
    <vt:vector size="78" baseType="lpstr">
      <vt:lpstr>宋体</vt:lpstr>
      <vt:lpstr>江城圆体 600W</vt:lpstr>
      <vt:lpstr>PMingLiU</vt:lpstr>
      <vt:lpstr>江城圆体 400W</vt:lpstr>
      <vt:lpstr>江城圆体 700W</vt:lpstr>
      <vt:lpstr>微软雅黑</vt:lpstr>
      <vt:lpstr>Microsoft JhengHei</vt:lpstr>
      <vt:lpstr>江城圆体 300W</vt:lpstr>
      <vt:lpstr>Alibaba PuHuiTi</vt:lpstr>
      <vt:lpstr>Calibri</vt:lpstr>
      <vt:lpstr>Calibri Light</vt:lpstr>
      <vt:lpstr>等线</vt:lpstr>
      <vt:lpstr>Alibaba PuHuiTi Light</vt:lpstr>
      <vt:lpstr>jiangchengyuanti700W</vt:lpstr>
      <vt:lpstr>jiangchengyuanti600W</vt:lpstr>
      <vt:lpstr>jiangchengyuanti400W</vt:lpstr>
      <vt:lpstr>Office 主题​​</vt:lpstr>
      <vt:lpstr>PowerPoint 演示文稿</vt:lpstr>
      <vt:lpstr>PowerPoint 演示文稿</vt:lpstr>
      <vt:lpstr>成功者的8个习惯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爱的8种类型</vt:lpstr>
      <vt:lpstr>PowerPoint 演示文稿</vt:lpstr>
      <vt:lpstr>PowerPoint 演示文稿</vt:lpstr>
      <vt:lpstr>PowerPoint 演示文稿</vt:lpstr>
      <vt:lpstr>21封关于人生和挑战的信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理解人生的18个情绪方程式</vt:lpstr>
      <vt:lpstr>如何度过艰难的时期？</vt:lpstr>
      <vt:lpstr>PowerPoint 演示文稿</vt:lpstr>
      <vt:lpstr>PowerPoint 演示文稿</vt:lpstr>
      <vt:lpstr>如何从工作中获得更多回报？</vt:lpstr>
      <vt:lpstr>PowerPoint 演示文稿</vt:lpstr>
      <vt:lpstr>如何定义我是谁？</vt:lpstr>
      <vt:lpstr>PowerPoint 演示文稿</vt:lpstr>
      <vt:lpstr>如何找到幸福与满足？</vt:lpstr>
      <vt:lpstr>PowerPoint 演示文稿</vt:lpstr>
      <vt:lpstr>PowerPoint 演示文稿</vt:lpstr>
      <vt:lpstr>驱动他人改变的6种力量</vt:lpstr>
      <vt:lpstr>PowerPoint 演示文稿</vt:lpstr>
      <vt:lpstr>提高幸福感的5个要素</vt:lpstr>
      <vt:lpstr>PowerPoint 演示文稿</vt:lpstr>
      <vt:lpstr>自信的4种来源</vt:lpstr>
      <vt:lpstr>PowerPoint 演示文稿</vt:lpstr>
      <vt:lpstr>PowerPoint 演示文稿</vt:lpstr>
      <vt:lpstr>PowerPoint 演示文稿</vt:lpstr>
      <vt:lpstr>从新手到专家的5个阶段</vt:lpstr>
      <vt:lpstr>PowerPoint 演示文稿</vt:lpstr>
      <vt:lpstr>PowerPoint 演示文稿</vt:lpstr>
      <vt:lpstr>PowerPoint 演示文稿</vt:lpstr>
      <vt:lpstr>PowerPoint 演示文稿</vt:lpstr>
      <vt:lpstr>创造性思考的9种维度</vt:lpstr>
      <vt:lpstr>PowerPoint 演示文稿</vt:lpstr>
      <vt:lpstr>PowerPoint 演示文稿</vt:lpstr>
      <vt:lpstr>人际关系中的4种自我</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Microsoft Office User</cp:lastModifiedBy>
  <cp:revision>5</cp:revision>
  <dcterms:created xsi:type="dcterms:W3CDTF">2024-10-22T02:49:28Z</dcterms:created>
  <dcterms:modified xsi:type="dcterms:W3CDTF">2024-10-22T02:50:27Z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57C5B1F7B955F72EB41217679E16DF4B_42</vt:lpwstr>
  </property>
  <property fmtid="{D5CDD505-2E9C-101B-9397-08002B2CF9AE}" pid="3" name="KSOProductBuildVer">
    <vt:lpwstr>2052-6.8.2.8850</vt:lpwstr>
  </property>
</Properties>
</file>